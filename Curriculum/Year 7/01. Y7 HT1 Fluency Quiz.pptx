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4"/>
  </p:notesMasterIdLst>
  <p:sldIdLst>
    <p:sldId id="256" r:id="rId5"/>
    <p:sldId id="282" r:id="rId6"/>
    <p:sldId id="283" r:id="rId7"/>
    <p:sldId id="295" r:id="rId8"/>
    <p:sldId id="284" r:id="rId9"/>
    <p:sldId id="297" r:id="rId10"/>
    <p:sldId id="296" r:id="rId11"/>
    <p:sldId id="298" r:id="rId12"/>
    <p:sldId id="299" r:id="rId13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E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8ACB5C4-B357-47F9-BA68-07C5F7BB8095}" v="1" dt="2025-09-15T13:48:55.69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ebecca Sanders (Astrea Central)" userId="e7f5d1b8-ecd1-4a1b-953d-aab670bc35bf" providerId="ADAL" clId="{F8ACB5C4-B357-47F9-BA68-07C5F7BB8095}"/>
    <pc:docChg chg="modSld">
      <pc:chgData name="Rebecca Sanders (Astrea Central)" userId="e7f5d1b8-ecd1-4a1b-953d-aab670bc35bf" providerId="ADAL" clId="{F8ACB5C4-B357-47F9-BA68-07C5F7BB8095}" dt="2025-09-15T13:48:55.698" v="0" actId="115"/>
      <pc:docMkLst>
        <pc:docMk/>
      </pc:docMkLst>
      <pc:sldChg chg="modSp mod">
        <pc:chgData name="Rebecca Sanders (Astrea Central)" userId="e7f5d1b8-ecd1-4a1b-953d-aab670bc35bf" providerId="ADAL" clId="{F8ACB5C4-B357-47F9-BA68-07C5F7BB8095}" dt="2025-09-15T13:48:55.698" v="0" actId="115"/>
        <pc:sldMkLst>
          <pc:docMk/>
          <pc:sldMk cId="2441751051" sldId="283"/>
        </pc:sldMkLst>
        <pc:graphicFrameChg chg="modGraphic">
          <ac:chgData name="Rebecca Sanders (Astrea Central)" userId="e7f5d1b8-ecd1-4a1b-953d-aab670bc35bf" providerId="ADAL" clId="{F8ACB5C4-B357-47F9-BA68-07C5F7BB8095}" dt="2025-09-15T13:48:55.698" v="0" actId="115"/>
          <ac:graphicFrameMkLst>
            <pc:docMk/>
            <pc:sldMk cId="2441751051" sldId="283"/>
            <ac:graphicFrameMk id="5" creationId="{156779C7-A4A0-D2E5-9A5F-2437F45A8F20}"/>
          </ac:graphicFrameMkLst>
        </pc:graphicFrameChg>
      </pc:sldChg>
    </pc:docChg>
  </pc:docChgLst>
  <pc:docChgLst>
    <pc:chgData name="Rebecca Sanders (Astrea Central)" userId="e7f5d1b8-ecd1-4a1b-953d-aab670bc35bf" providerId="ADAL" clId="{CB1A5B23-5740-4835-ABD8-871AA0AE8B34}"/>
    <pc:docChg chg="undo custSel addSld delSld modSld sldOrd">
      <pc:chgData name="Rebecca Sanders (Astrea Central)" userId="e7f5d1b8-ecd1-4a1b-953d-aab670bc35bf" providerId="ADAL" clId="{CB1A5B23-5740-4835-ABD8-871AA0AE8B34}" dt="2025-06-28T21:46:39.164" v="3243" actId="798"/>
      <pc:docMkLst>
        <pc:docMk/>
      </pc:docMkLst>
      <pc:sldChg chg="addSp delSp modSp mod">
        <pc:chgData name="Rebecca Sanders (Astrea Central)" userId="e7f5d1b8-ecd1-4a1b-953d-aab670bc35bf" providerId="ADAL" clId="{CB1A5B23-5740-4835-ABD8-871AA0AE8B34}" dt="2025-06-27T12:22:52.570" v="147" actId="242"/>
        <pc:sldMkLst>
          <pc:docMk/>
          <pc:sldMk cId="2581992656" sldId="256"/>
        </pc:sldMkLst>
        <pc:spChg chg="del">
          <ac:chgData name="Rebecca Sanders (Astrea Central)" userId="e7f5d1b8-ecd1-4a1b-953d-aab670bc35bf" providerId="ADAL" clId="{CB1A5B23-5740-4835-ABD8-871AA0AE8B34}" dt="2025-06-27T11:51:15.285" v="4" actId="478"/>
          <ac:spMkLst>
            <pc:docMk/>
            <pc:sldMk cId="2581992656" sldId="256"/>
            <ac:spMk id="5" creationId="{D37611E9-B63D-8195-0B6D-19DF6411D643}"/>
          </ac:spMkLst>
        </pc:spChg>
        <pc:spChg chg="add del">
          <ac:chgData name="Rebecca Sanders (Astrea Central)" userId="e7f5d1b8-ecd1-4a1b-953d-aab670bc35bf" providerId="ADAL" clId="{CB1A5B23-5740-4835-ABD8-871AA0AE8B34}" dt="2025-06-27T11:53:44.343" v="27" actId="478"/>
          <ac:spMkLst>
            <pc:docMk/>
            <pc:sldMk cId="2581992656" sldId="256"/>
            <ac:spMk id="6" creationId="{D546C771-258B-34F8-84E0-225FBCDB0AD2}"/>
          </ac:spMkLst>
        </pc:spChg>
        <pc:spChg chg="add del">
          <ac:chgData name="Rebecca Sanders (Astrea Central)" userId="e7f5d1b8-ecd1-4a1b-953d-aab670bc35bf" providerId="ADAL" clId="{CB1A5B23-5740-4835-ABD8-871AA0AE8B34}" dt="2025-06-27T11:53:44.343" v="27" actId="478"/>
          <ac:spMkLst>
            <pc:docMk/>
            <pc:sldMk cId="2581992656" sldId="256"/>
            <ac:spMk id="7" creationId="{7034D20C-C4E9-BC7C-0611-5F8EDDEFC1EA}"/>
          </ac:spMkLst>
        </pc:spChg>
        <pc:spChg chg="add del">
          <ac:chgData name="Rebecca Sanders (Astrea Central)" userId="e7f5d1b8-ecd1-4a1b-953d-aab670bc35bf" providerId="ADAL" clId="{CB1A5B23-5740-4835-ABD8-871AA0AE8B34}" dt="2025-06-27T11:53:44.343" v="27" actId="478"/>
          <ac:spMkLst>
            <pc:docMk/>
            <pc:sldMk cId="2581992656" sldId="256"/>
            <ac:spMk id="8" creationId="{785D076A-6757-B71F-5431-4501D04016CE}"/>
          </ac:spMkLst>
        </pc:spChg>
        <pc:spChg chg="mod">
          <ac:chgData name="Rebecca Sanders (Astrea Central)" userId="e7f5d1b8-ecd1-4a1b-953d-aab670bc35bf" providerId="ADAL" clId="{CB1A5B23-5740-4835-ABD8-871AA0AE8B34}" dt="2025-06-27T11:52:33.322" v="16" actId="207"/>
          <ac:spMkLst>
            <pc:docMk/>
            <pc:sldMk cId="2581992656" sldId="256"/>
            <ac:spMk id="9" creationId="{DABF0F86-F1E2-8634-A913-10EDA5F7D968}"/>
          </ac:spMkLst>
        </pc:spChg>
        <pc:spChg chg="mod">
          <ac:chgData name="Rebecca Sanders (Astrea Central)" userId="e7f5d1b8-ecd1-4a1b-953d-aab670bc35bf" providerId="ADAL" clId="{CB1A5B23-5740-4835-ABD8-871AA0AE8B34}" dt="2025-06-27T12:03:29.146" v="104" actId="20577"/>
          <ac:spMkLst>
            <pc:docMk/>
            <pc:sldMk cId="2581992656" sldId="256"/>
            <ac:spMk id="10" creationId="{10E3C1E9-0C67-2727-8B66-8CB3DB914574}"/>
          </ac:spMkLst>
        </pc:spChg>
        <pc:spChg chg="mod">
          <ac:chgData name="Rebecca Sanders (Astrea Central)" userId="e7f5d1b8-ecd1-4a1b-953d-aab670bc35bf" providerId="ADAL" clId="{CB1A5B23-5740-4835-ABD8-871AA0AE8B34}" dt="2025-06-27T12:05:35.799" v="125" actId="1076"/>
          <ac:spMkLst>
            <pc:docMk/>
            <pc:sldMk cId="2581992656" sldId="256"/>
            <ac:spMk id="13" creationId="{85A86B49-D5F7-2357-D197-CD28E60D3A08}"/>
          </ac:spMkLst>
        </pc:spChg>
        <pc:spChg chg="mod">
          <ac:chgData name="Rebecca Sanders (Astrea Central)" userId="e7f5d1b8-ecd1-4a1b-953d-aab670bc35bf" providerId="ADAL" clId="{CB1A5B23-5740-4835-ABD8-871AA0AE8B34}" dt="2025-06-27T12:05:35.799" v="125" actId="1076"/>
          <ac:spMkLst>
            <pc:docMk/>
            <pc:sldMk cId="2581992656" sldId="256"/>
            <ac:spMk id="14" creationId="{450C674C-91E2-CD99-AF05-D3FBF7CF4277}"/>
          </ac:spMkLst>
        </pc:spChg>
        <pc:graphicFrameChg chg="add mod">
          <ac:chgData name="Rebecca Sanders (Astrea Central)" userId="e7f5d1b8-ecd1-4a1b-953d-aab670bc35bf" providerId="ADAL" clId="{CB1A5B23-5740-4835-ABD8-871AA0AE8B34}" dt="2025-06-27T11:53:00.223" v="19"/>
          <ac:graphicFrameMkLst>
            <pc:docMk/>
            <pc:sldMk cId="2581992656" sldId="256"/>
            <ac:graphicFrameMk id="3" creationId="{0BEF6D23-46D1-9FC9-BADF-B7F6ADE28B5E}"/>
          </ac:graphicFrameMkLst>
        </pc:graphicFrameChg>
        <pc:graphicFrameChg chg="add del mod modGraphic">
          <ac:chgData name="Rebecca Sanders (Astrea Central)" userId="e7f5d1b8-ecd1-4a1b-953d-aab670bc35bf" providerId="ADAL" clId="{CB1A5B23-5740-4835-ABD8-871AA0AE8B34}" dt="2025-06-27T11:53:26.780" v="24" actId="478"/>
          <ac:graphicFrameMkLst>
            <pc:docMk/>
            <pc:sldMk cId="2581992656" sldId="256"/>
            <ac:graphicFrameMk id="4" creationId="{0D4B549A-6657-C334-4914-0926CAA3C579}"/>
          </ac:graphicFrameMkLst>
        </pc:graphicFrameChg>
        <pc:graphicFrameChg chg="add mod modGraphic">
          <ac:chgData name="Rebecca Sanders (Astrea Central)" userId="e7f5d1b8-ecd1-4a1b-953d-aab670bc35bf" providerId="ADAL" clId="{CB1A5B23-5740-4835-ABD8-871AA0AE8B34}" dt="2025-06-27T12:22:52.570" v="147" actId="242"/>
          <ac:graphicFrameMkLst>
            <pc:docMk/>
            <pc:sldMk cId="2581992656" sldId="256"/>
            <ac:graphicFrameMk id="18" creationId="{56130DEF-D1B6-6748-0CD2-E6C0C6947E34}"/>
          </ac:graphicFrameMkLst>
        </pc:graphicFrameChg>
        <pc:graphicFrameChg chg="mod modGraphic">
          <ac:chgData name="Rebecca Sanders (Astrea Central)" userId="e7f5d1b8-ecd1-4a1b-953d-aab670bc35bf" providerId="ADAL" clId="{CB1A5B23-5740-4835-ABD8-871AA0AE8B34}" dt="2025-06-27T12:05:35.799" v="125" actId="1076"/>
          <ac:graphicFrameMkLst>
            <pc:docMk/>
            <pc:sldMk cId="2581992656" sldId="256"/>
            <ac:graphicFrameMk id="19" creationId="{0A90098F-FFAD-FD1E-C564-09F06B2A252E}"/>
          </ac:graphicFrameMkLst>
        </pc:graphicFrameChg>
        <pc:picChg chg="add mod">
          <ac:chgData name="Rebecca Sanders (Astrea Central)" userId="e7f5d1b8-ecd1-4a1b-953d-aab670bc35bf" providerId="ADAL" clId="{CB1A5B23-5740-4835-ABD8-871AA0AE8B34}" dt="2025-06-27T12:05:51.909" v="129" actId="1076"/>
          <ac:picMkLst>
            <pc:docMk/>
            <pc:sldMk cId="2581992656" sldId="256"/>
            <ac:picMk id="2" creationId="{F7BB8FCE-33CD-B7A0-63F1-656484F5F18C}"/>
          </ac:picMkLst>
        </pc:picChg>
        <pc:picChg chg="del">
          <ac:chgData name="Rebecca Sanders (Astrea Central)" userId="e7f5d1b8-ecd1-4a1b-953d-aab670bc35bf" providerId="ADAL" clId="{CB1A5B23-5740-4835-ABD8-871AA0AE8B34}" dt="2025-06-27T11:51:07.282" v="3" actId="478"/>
          <ac:picMkLst>
            <pc:docMk/>
            <pc:sldMk cId="2581992656" sldId="256"/>
            <ac:picMk id="2056" creationId="{E7773455-A31D-22B8-D636-1FC0F6F4F26C}"/>
          </ac:picMkLst>
        </pc:picChg>
      </pc:sldChg>
      <pc:sldChg chg="del">
        <pc:chgData name="Rebecca Sanders (Astrea Central)" userId="e7f5d1b8-ecd1-4a1b-953d-aab670bc35bf" providerId="ADAL" clId="{CB1A5B23-5740-4835-ABD8-871AA0AE8B34}" dt="2025-06-27T13:20:37.834" v="838" actId="47"/>
        <pc:sldMkLst>
          <pc:docMk/>
          <pc:sldMk cId="1601104456" sldId="260"/>
        </pc:sldMkLst>
      </pc:sldChg>
      <pc:sldChg chg="del">
        <pc:chgData name="Rebecca Sanders (Astrea Central)" userId="e7f5d1b8-ecd1-4a1b-953d-aab670bc35bf" providerId="ADAL" clId="{CB1A5B23-5740-4835-ABD8-871AA0AE8B34}" dt="2025-06-27T12:56:49.378" v="546" actId="47"/>
        <pc:sldMkLst>
          <pc:docMk/>
          <pc:sldMk cId="1460891277" sldId="277"/>
        </pc:sldMkLst>
      </pc:sldChg>
      <pc:sldChg chg="delSp del mod">
        <pc:chgData name="Rebecca Sanders (Astrea Central)" userId="e7f5d1b8-ecd1-4a1b-953d-aab670bc35bf" providerId="ADAL" clId="{CB1A5B23-5740-4835-ABD8-871AA0AE8B34}" dt="2025-06-27T13:36:27.106" v="1210" actId="47"/>
        <pc:sldMkLst>
          <pc:docMk/>
          <pc:sldMk cId="4249113015" sldId="278"/>
        </pc:sldMkLst>
        <pc:graphicFrameChg chg="del">
          <ac:chgData name="Rebecca Sanders (Astrea Central)" userId="e7f5d1b8-ecd1-4a1b-953d-aab670bc35bf" providerId="ADAL" clId="{CB1A5B23-5740-4835-ABD8-871AA0AE8B34}" dt="2025-06-27T13:20:43.796" v="839" actId="21"/>
          <ac:graphicFrameMkLst>
            <pc:docMk/>
            <pc:sldMk cId="4249113015" sldId="278"/>
            <ac:graphicFrameMk id="2" creationId="{00000000-0000-0000-0000-000000000000}"/>
          </ac:graphicFrameMkLst>
        </pc:graphicFrameChg>
      </pc:sldChg>
      <pc:sldChg chg="add del">
        <pc:chgData name="Rebecca Sanders (Astrea Central)" userId="e7f5d1b8-ecd1-4a1b-953d-aab670bc35bf" providerId="ADAL" clId="{CB1A5B23-5740-4835-ABD8-871AA0AE8B34}" dt="2025-06-27T12:56:56.299" v="549" actId="47"/>
        <pc:sldMkLst>
          <pc:docMk/>
          <pc:sldMk cId="683212250" sldId="279"/>
        </pc:sldMkLst>
      </pc:sldChg>
      <pc:sldChg chg="addSp delSp modSp mod">
        <pc:chgData name="Rebecca Sanders (Astrea Central)" userId="e7f5d1b8-ecd1-4a1b-953d-aab670bc35bf" providerId="ADAL" clId="{CB1A5B23-5740-4835-ABD8-871AA0AE8B34}" dt="2025-06-28T19:35:23.721" v="1441" actId="478"/>
        <pc:sldMkLst>
          <pc:docMk/>
          <pc:sldMk cId="4196091456" sldId="282"/>
        </pc:sldMkLst>
        <pc:spChg chg="add del">
          <ac:chgData name="Rebecca Sanders (Astrea Central)" userId="e7f5d1b8-ecd1-4a1b-953d-aab670bc35bf" providerId="ADAL" clId="{CB1A5B23-5740-4835-ABD8-871AA0AE8B34}" dt="2025-06-27T12:53:40.191" v="412" actId="22"/>
          <ac:spMkLst>
            <pc:docMk/>
            <pc:sldMk cId="4196091456" sldId="282"/>
            <ac:spMk id="4" creationId="{FA45E494-E510-447C-5EC2-350DB316F577}"/>
          </ac:spMkLst>
        </pc:spChg>
        <pc:spChg chg="mod">
          <ac:chgData name="Rebecca Sanders (Astrea Central)" userId="e7f5d1b8-ecd1-4a1b-953d-aab670bc35bf" providerId="ADAL" clId="{CB1A5B23-5740-4835-ABD8-871AA0AE8B34}" dt="2025-06-27T13:08:11.521" v="637" actId="1076"/>
          <ac:spMkLst>
            <pc:docMk/>
            <pc:sldMk cId="4196091456" sldId="282"/>
            <ac:spMk id="6" creationId="{61F2AD95-C703-AE9A-869B-111D49634275}"/>
          </ac:spMkLst>
        </pc:spChg>
        <pc:spChg chg="del">
          <ac:chgData name="Rebecca Sanders (Astrea Central)" userId="e7f5d1b8-ecd1-4a1b-953d-aab670bc35bf" providerId="ADAL" clId="{CB1A5B23-5740-4835-ABD8-871AA0AE8B34}" dt="2025-06-28T19:35:23.721" v="1441" actId="478"/>
          <ac:spMkLst>
            <pc:docMk/>
            <pc:sldMk cId="4196091456" sldId="282"/>
            <ac:spMk id="8" creationId="{00000000-0000-0000-0000-000000000000}"/>
          </ac:spMkLst>
        </pc:spChg>
        <pc:spChg chg="del">
          <ac:chgData name="Rebecca Sanders (Astrea Central)" userId="e7f5d1b8-ecd1-4a1b-953d-aab670bc35bf" providerId="ADAL" clId="{CB1A5B23-5740-4835-ABD8-871AA0AE8B34}" dt="2025-06-28T19:35:23.721" v="1441" actId="478"/>
          <ac:spMkLst>
            <pc:docMk/>
            <pc:sldMk cId="4196091456" sldId="282"/>
            <ac:spMk id="10" creationId="{00000000-0000-0000-0000-000000000000}"/>
          </ac:spMkLst>
        </pc:spChg>
        <pc:graphicFrameChg chg="mod modGraphic">
          <ac:chgData name="Rebecca Sanders (Astrea Central)" userId="e7f5d1b8-ecd1-4a1b-953d-aab670bc35bf" providerId="ADAL" clId="{CB1A5B23-5740-4835-ABD8-871AA0AE8B34}" dt="2025-06-27T13:05:17.288" v="608"/>
          <ac:graphicFrameMkLst>
            <pc:docMk/>
            <pc:sldMk cId="4196091456" sldId="282"/>
            <ac:graphicFrameMk id="2" creationId="{00000000-0000-0000-0000-000000000000}"/>
          </ac:graphicFrameMkLst>
        </pc:graphicFrameChg>
        <pc:graphicFrameChg chg="add mod modGraphic">
          <ac:chgData name="Rebecca Sanders (Astrea Central)" userId="e7f5d1b8-ecd1-4a1b-953d-aab670bc35bf" providerId="ADAL" clId="{CB1A5B23-5740-4835-ABD8-871AA0AE8B34}" dt="2025-06-27T13:05:21.336" v="619" actId="1035"/>
          <ac:graphicFrameMkLst>
            <pc:docMk/>
            <pc:sldMk cId="4196091456" sldId="282"/>
            <ac:graphicFrameMk id="5" creationId="{ED1BAFAF-D9D5-DF7F-B912-75C00F288C1B}"/>
          </ac:graphicFrameMkLst>
        </pc:graphicFrameChg>
        <pc:graphicFrameChg chg="add mod modGraphic">
          <ac:chgData name="Rebecca Sanders (Astrea Central)" userId="e7f5d1b8-ecd1-4a1b-953d-aab670bc35bf" providerId="ADAL" clId="{CB1A5B23-5740-4835-ABD8-871AA0AE8B34}" dt="2025-06-27T13:08:00.614" v="636" actId="20577"/>
          <ac:graphicFrameMkLst>
            <pc:docMk/>
            <pc:sldMk cId="4196091456" sldId="282"/>
            <ac:graphicFrameMk id="9" creationId="{C3CDAD99-56AA-A402-86E4-1FCA9B398D69}"/>
          </ac:graphicFrameMkLst>
        </pc:graphicFrameChg>
        <pc:graphicFrameChg chg="add del mod modGraphic">
          <ac:chgData name="Rebecca Sanders (Astrea Central)" userId="e7f5d1b8-ecd1-4a1b-953d-aab670bc35bf" providerId="ADAL" clId="{CB1A5B23-5740-4835-ABD8-871AA0AE8B34}" dt="2025-06-27T13:02:47.775" v="572" actId="21"/>
          <ac:graphicFrameMkLst>
            <pc:docMk/>
            <pc:sldMk cId="4196091456" sldId="282"/>
            <ac:graphicFrameMk id="14" creationId="{0C63E774-50B2-72F2-817A-5D927CC3F0B1}"/>
          </ac:graphicFrameMkLst>
        </pc:graphicFrameChg>
        <pc:graphicFrameChg chg="mod modGraphic">
          <ac:chgData name="Rebecca Sanders (Astrea Central)" userId="e7f5d1b8-ecd1-4a1b-953d-aab670bc35bf" providerId="ADAL" clId="{CB1A5B23-5740-4835-ABD8-871AA0AE8B34}" dt="2025-06-27T13:05:21.336" v="619" actId="1035"/>
          <ac:graphicFrameMkLst>
            <pc:docMk/>
            <pc:sldMk cId="4196091456" sldId="282"/>
            <ac:graphicFrameMk id="15" creationId="{00000000-0000-0000-0000-000000000000}"/>
          </ac:graphicFrameMkLst>
        </pc:graphicFrameChg>
        <pc:graphicFrameChg chg="add mod modGraphic">
          <ac:chgData name="Rebecca Sanders (Astrea Central)" userId="e7f5d1b8-ecd1-4a1b-953d-aab670bc35bf" providerId="ADAL" clId="{CB1A5B23-5740-4835-ABD8-871AA0AE8B34}" dt="2025-06-27T13:05:21.336" v="619" actId="1035"/>
          <ac:graphicFrameMkLst>
            <pc:docMk/>
            <pc:sldMk cId="4196091456" sldId="282"/>
            <ac:graphicFrameMk id="18" creationId="{B1E0BFB5-E098-BB15-698B-4DB6D2CD3745}"/>
          </ac:graphicFrameMkLst>
        </pc:graphicFrameChg>
      </pc:sldChg>
      <pc:sldChg chg="addSp delSp modSp mod">
        <pc:chgData name="Rebecca Sanders (Astrea Central)" userId="e7f5d1b8-ecd1-4a1b-953d-aab670bc35bf" providerId="ADAL" clId="{CB1A5B23-5740-4835-ABD8-871AA0AE8B34}" dt="2025-06-28T21:46:39.164" v="3243" actId="798"/>
        <pc:sldMkLst>
          <pc:docMk/>
          <pc:sldMk cId="2441751051" sldId="283"/>
        </pc:sldMkLst>
        <pc:spChg chg="del mod">
          <ac:chgData name="Rebecca Sanders (Astrea Central)" userId="e7f5d1b8-ecd1-4a1b-953d-aab670bc35bf" providerId="ADAL" clId="{CB1A5B23-5740-4835-ABD8-871AA0AE8B34}" dt="2025-06-27T13:10:20.916" v="654" actId="478"/>
          <ac:spMkLst>
            <pc:docMk/>
            <pc:sldMk cId="2441751051" sldId="283"/>
            <ac:spMk id="19" creationId="{386D6239-22FB-1A73-4592-BC4096424FC8}"/>
          </ac:spMkLst>
        </pc:spChg>
        <pc:graphicFrameChg chg="add del mod">
          <ac:chgData name="Rebecca Sanders (Astrea Central)" userId="e7f5d1b8-ecd1-4a1b-953d-aab670bc35bf" providerId="ADAL" clId="{CB1A5B23-5740-4835-ABD8-871AA0AE8B34}" dt="2025-06-27T13:03:06.363" v="575" actId="21"/>
          <ac:graphicFrameMkLst>
            <pc:docMk/>
            <pc:sldMk cId="2441751051" sldId="283"/>
            <ac:graphicFrameMk id="2" creationId="{0C63E774-50B2-72F2-817A-5D927CC3F0B1}"/>
          </ac:graphicFrameMkLst>
        </pc:graphicFrameChg>
        <pc:graphicFrameChg chg="add del mod">
          <ac:chgData name="Rebecca Sanders (Astrea Central)" userId="e7f5d1b8-ecd1-4a1b-953d-aab670bc35bf" providerId="ADAL" clId="{CB1A5B23-5740-4835-ABD8-871AA0AE8B34}" dt="2025-06-27T13:17:43.531" v="790" actId="478"/>
          <ac:graphicFrameMkLst>
            <pc:docMk/>
            <pc:sldMk cId="2441751051" sldId="283"/>
            <ac:graphicFrameMk id="3" creationId="{B81A2E2B-4E17-7156-FCC8-CC61757FE249}"/>
          </ac:graphicFrameMkLst>
        </pc:graphicFrameChg>
        <pc:graphicFrameChg chg="add del mod">
          <ac:chgData name="Rebecca Sanders (Astrea Central)" userId="e7f5d1b8-ecd1-4a1b-953d-aab670bc35bf" providerId="ADAL" clId="{CB1A5B23-5740-4835-ABD8-871AA0AE8B34}" dt="2025-06-27T13:17:43.531" v="790" actId="478"/>
          <ac:graphicFrameMkLst>
            <pc:docMk/>
            <pc:sldMk cId="2441751051" sldId="283"/>
            <ac:graphicFrameMk id="4" creationId="{B717504D-D290-4827-9BB1-98AEF44A1121}"/>
          </ac:graphicFrameMkLst>
        </pc:graphicFrameChg>
        <pc:graphicFrameChg chg="add mod modGraphic">
          <ac:chgData name="Rebecca Sanders (Astrea Central)" userId="e7f5d1b8-ecd1-4a1b-953d-aab670bc35bf" providerId="ADAL" clId="{CB1A5B23-5740-4835-ABD8-871AA0AE8B34}" dt="2025-06-27T13:11:54.635" v="675" actId="255"/>
          <ac:graphicFrameMkLst>
            <pc:docMk/>
            <pc:sldMk cId="2441751051" sldId="283"/>
            <ac:graphicFrameMk id="5" creationId="{156779C7-A4A0-D2E5-9A5F-2437F45A8F20}"/>
          </ac:graphicFrameMkLst>
        </pc:graphicFrameChg>
        <pc:graphicFrameChg chg="add mod modGraphic">
          <ac:chgData name="Rebecca Sanders (Astrea Central)" userId="e7f5d1b8-ecd1-4a1b-953d-aab670bc35bf" providerId="ADAL" clId="{CB1A5B23-5740-4835-ABD8-871AA0AE8B34}" dt="2025-06-27T13:12:20.782" v="683"/>
          <ac:graphicFrameMkLst>
            <pc:docMk/>
            <pc:sldMk cId="2441751051" sldId="283"/>
            <ac:graphicFrameMk id="6" creationId="{FB358FFF-7779-EC35-CEBA-C7F6D53679F0}"/>
          </ac:graphicFrameMkLst>
        </pc:graphicFrameChg>
        <pc:graphicFrameChg chg="add mod modGraphic">
          <ac:chgData name="Rebecca Sanders (Astrea Central)" userId="e7f5d1b8-ecd1-4a1b-953d-aab670bc35bf" providerId="ADAL" clId="{CB1A5B23-5740-4835-ABD8-871AA0AE8B34}" dt="2025-06-28T21:43:58.601" v="3096" actId="20577"/>
          <ac:graphicFrameMkLst>
            <pc:docMk/>
            <pc:sldMk cId="2441751051" sldId="283"/>
            <ac:graphicFrameMk id="7" creationId="{46D78C99-C7BE-0D3C-05AA-8B53B6F201EE}"/>
          </ac:graphicFrameMkLst>
        </pc:graphicFrameChg>
        <pc:graphicFrameChg chg="add del mod">
          <ac:chgData name="Rebecca Sanders (Astrea Central)" userId="e7f5d1b8-ecd1-4a1b-953d-aab670bc35bf" providerId="ADAL" clId="{CB1A5B23-5740-4835-ABD8-871AA0AE8B34}" dt="2025-06-27T13:17:43.531" v="790" actId="478"/>
          <ac:graphicFrameMkLst>
            <pc:docMk/>
            <pc:sldMk cId="2441751051" sldId="283"/>
            <ac:graphicFrameMk id="8" creationId="{5E780FC0-C6C3-2F34-485B-5335D0631708}"/>
          </ac:graphicFrameMkLst>
        </pc:graphicFrameChg>
        <pc:graphicFrameChg chg="add mod modGraphic">
          <ac:chgData name="Rebecca Sanders (Astrea Central)" userId="e7f5d1b8-ecd1-4a1b-953d-aab670bc35bf" providerId="ADAL" clId="{CB1A5B23-5740-4835-ABD8-871AA0AE8B34}" dt="2025-06-28T21:46:23.630" v="3242" actId="255"/>
          <ac:graphicFrameMkLst>
            <pc:docMk/>
            <pc:sldMk cId="2441751051" sldId="283"/>
            <ac:graphicFrameMk id="9" creationId="{7C391EE4-F504-7829-881A-049101E91549}"/>
          </ac:graphicFrameMkLst>
        </pc:graphicFrameChg>
        <pc:graphicFrameChg chg="add del mod">
          <ac:chgData name="Rebecca Sanders (Astrea Central)" userId="e7f5d1b8-ecd1-4a1b-953d-aab670bc35bf" providerId="ADAL" clId="{CB1A5B23-5740-4835-ABD8-871AA0AE8B34}" dt="2025-06-27T13:17:43.531" v="790" actId="478"/>
          <ac:graphicFrameMkLst>
            <pc:docMk/>
            <pc:sldMk cId="2441751051" sldId="283"/>
            <ac:graphicFrameMk id="10" creationId="{3B90E58E-6449-A85C-3B94-0A783C4844FD}"/>
          </ac:graphicFrameMkLst>
        </pc:graphicFrameChg>
        <pc:graphicFrameChg chg="add del mod">
          <ac:chgData name="Rebecca Sanders (Astrea Central)" userId="e7f5d1b8-ecd1-4a1b-953d-aab670bc35bf" providerId="ADAL" clId="{CB1A5B23-5740-4835-ABD8-871AA0AE8B34}" dt="2025-06-27T13:14:14.203" v="718" actId="478"/>
          <ac:graphicFrameMkLst>
            <pc:docMk/>
            <pc:sldMk cId="2441751051" sldId="283"/>
            <ac:graphicFrameMk id="11" creationId="{C7D3C90E-E44E-CE7E-93D5-0DD5E368DF9F}"/>
          </ac:graphicFrameMkLst>
        </pc:graphicFrameChg>
        <pc:graphicFrameChg chg="add del mod modGraphic">
          <ac:chgData name="Rebecca Sanders (Astrea Central)" userId="e7f5d1b8-ecd1-4a1b-953d-aab670bc35bf" providerId="ADAL" clId="{CB1A5B23-5740-4835-ABD8-871AA0AE8B34}" dt="2025-06-27T13:13:10.614" v="701" actId="478"/>
          <ac:graphicFrameMkLst>
            <pc:docMk/>
            <pc:sldMk cId="2441751051" sldId="283"/>
            <ac:graphicFrameMk id="12" creationId="{684F86C3-DB3C-4B6A-A05C-A2FBAB21B933}"/>
          </ac:graphicFrameMkLst>
        </pc:graphicFrameChg>
        <pc:graphicFrameChg chg="add del mod modGraphic">
          <ac:chgData name="Rebecca Sanders (Astrea Central)" userId="e7f5d1b8-ecd1-4a1b-953d-aab670bc35bf" providerId="ADAL" clId="{CB1A5B23-5740-4835-ABD8-871AA0AE8B34}" dt="2025-06-27T13:12:45.674" v="692" actId="478"/>
          <ac:graphicFrameMkLst>
            <pc:docMk/>
            <pc:sldMk cId="2441751051" sldId="283"/>
            <ac:graphicFrameMk id="13" creationId="{0DC2FEDD-2D39-D2CE-78D9-724ABB84C785}"/>
          </ac:graphicFrameMkLst>
        </pc:graphicFrameChg>
        <pc:graphicFrameChg chg="add del modGraphic">
          <ac:chgData name="Rebecca Sanders (Astrea Central)" userId="e7f5d1b8-ecd1-4a1b-953d-aab670bc35bf" providerId="ADAL" clId="{CB1A5B23-5740-4835-ABD8-871AA0AE8B34}" dt="2025-06-27T13:02:32.200" v="561" actId="21"/>
          <ac:graphicFrameMkLst>
            <pc:docMk/>
            <pc:sldMk cId="2441751051" sldId="283"/>
            <ac:graphicFrameMk id="14" creationId="{0C63E774-50B2-72F2-817A-5D927CC3F0B1}"/>
          </ac:graphicFrameMkLst>
        </pc:graphicFrameChg>
        <pc:graphicFrameChg chg="del mod modGraphic">
          <ac:chgData name="Rebecca Sanders (Astrea Central)" userId="e7f5d1b8-ecd1-4a1b-953d-aab670bc35bf" providerId="ADAL" clId="{CB1A5B23-5740-4835-ABD8-871AA0AE8B34}" dt="2025-06-27T13:12:22.777" v="684" actId="478"/>
          <ac:graphicFrameMkLst>
            <pc:docMk/>
            <pc:sldMk cId="2441751051" sldId="283"/>
            <ac:graphicFrameMk id="15" creationId="{F70E3203-C7F9-C0F7-3972-895914D0E073}"/>
          </ac:graphicFrameMkLst>
        </pc:graphicFrameChg>
        <pc:graphicFrameChg chg="del mod modGraphic">
          <ac:chgData name="Rebecca Sanders (Astrea Central)" userId="e7f5d1b8-ecd1-4a1b-953d-aab670bc35bf" providerId="ADAL" clId="{CB1A5B23-5740-4835-ABD8-871AA0AE8B34}" dt="2025-06-27T13:11:59.264" v="676" actId="478"/>
          <ac:graphicFrameMkLst>
            <pc:docMk/>
            <pc:sldMk cId="2441751051" sldId="283"/>
            <ac:graphicFrameMk id="16" creationId="{20E702F2-2696-17CA-C6FF-8CC43D8476B7}"/>
          </ac:graphicFrameMkLst>
        </pc:graphicFrameChg>
        <pc:graphicFrameChg chg="del mod">
          <ac:chgData name="Rebecca Sanders (Astrea Central)" userId="e7f5d1b8-ecd1-4a1b-953d-aab670bc35bf" providerId="ADAL" clId="{CB1A5B23-5740-4835-ABD8-871AA0AE8B34}" dt="2025-06-27T13:13:46.814" v="709" actId="478"/>
          <ac:graphicFrameMkLst>
            <pc:docMk/>
            <pc:sldMk cId="2441751051" sldId="283"/>
            <ac:graphicFrameMk id="17" creationId="{3BA759D4-BC60-33CA-9835-81F8107871BB}"/>
          </ac:graphicFrameMkLst>
        </pc:graphicFrameChg>
        <pc:graphicFrameChg chg="del">
          <ac:chgData name="Rebecca Sanders (Astrea Central)" userId="e7f5d1b8-ecd1-4a1b-953d-aab670bc35bf" providerId="ADAL" clId="{CB1A5B23-5740-4835-ABD8-871AA0AE8B34}" dt="2025-06-27T13:03:41.127" v="577" actId="21"/>
          <ac:graphicFrameMkLst>
            <pc:docMk/>
            <pc:sldMk cId="2441751051" sldId="283"/>
            <ac:graphicFrameMk id="18" creationId="{B1E0BFB5-E098-BB15-698B-4DB6D2CD3745}"/>
          </ac:graphicFrameMkLst>
        </pc:graphicFrameChg>
        <pc:graphicFrameChg chg="add mod modGraphic">
          <ac:chgData name="Rebecca Sanders (Astrea Central)" userId="e7f5d1b8-ecd1-4a1b-953d-aab670bc35bf" providerId="ADAL" clId="{CB1A5B23-5740-4835-ABD8-871AA0AE8B34}" dt="2025-06-28T21:46:39.164" v="3243" actId="798"/>
          <ac:graphicFrameMkLst>
            <pc:docMk/>
            <pc:sldMk cId="2441751051" sldId="283"/>
            <ac:graphicFrameMk id="20" creationId="{1CCE2E47-F90E-9D63-ABD7-4321501816BF}"/>
          </ac:graphicFrameMkLst>
        </pc:graphicFrameChg>
        <pc:graphicFrameChg chg="add mod modGraphic">
          <ac:chgData name="Rebecca Sanders (Astrea Central)" userId="e7f5d1b8-ecd1-4a1b-953d-aab670bc35bf" providerId="ADAL" clId="{CB1A5B23-5740-4835-ABD8-871AA0AE8B34}" dt="2025-06-28T21:44:13.622" v="3097"/>
          <ac:graphicFrameMkLst>
            <pc:docMk/>
            <pc:sldMk cId="2441751051" sldId="283"/>
            <ac:graphicFrameMk id="21" creationId="{4D631651-D02A-8627-749B-96D574214628}"/>
          </ac:graphicFrameMkLst>
        </pc:graphicFrameChg>
      </pc:sldChg>
      <pc:sldChg chg="addSp delSp modSp mod">
        <pc:chgData name="Rebecca Sanders (Astrea Central)" userId="e7f5d1b8-ecd1-4a1b-953d-aab670bc35bf" providerId="ADAL" clId="{CB1A5B23-5740-4835-ABD8-871AA0AE8B34}" dt="2025-06-28T21:25:35.097" v="2464" actId="21"/>
        <pc:sldMkLst>
          <pc:docMk/>
          <pc:sldMk cId="2738082090" sldId="284"/>
        </pc:sldMkLst>
        <pc:graphicFrameChg chg="add del mod">
          <ac:chgData name="Rebecca Sanders (Astrea Central)" userId="e7f5d1b8-ecd1-4a1b-953d-aab670bc35bf" providerId="ADAL" clId="{CB1A5B23-5740-4835-ABD8-871AA0AE8B34}" dt="2025-06-27T13:27:15.953" v="1028" actId="21"/>
          <ac:graphicFrameMkLst>
            <pc:docMk/>
            <pc:sldMk cId="2738082090" sldId="284"/>
            <ac:graphicFrameMk id="2" creationId="{0C63E774-50B2-72F2-817A-5D927CC3F0B1}"/>
          </ac:graphicFrameMkLst>
        </pc:graphicFrameChg>
        <pc:graphicFrameChg chg="add del mod modGraphic">
          <ac:chgData name="Rebecca Sanders (Astrea Central)" userId="e7f5d1b8-ecd1-4a1b-953d-aab670bc35bf" providerId="ADAL" clId="{CB1A5B23-5740-4835-ABD8-871AA0AE8B34}" dt="2025-06-27T13:25:49.634" v="988" actId="478"/>
          <ac:graphicFrameMkLst>
            <pc:docMk/>
            <pc:sldMk cId="2738082090" sldId="284"/>
            <ac:graphicFrameMk id="3" creationId="{00000000-0000-0000-0000-000000000000}"/>
          </ac:graphicFrameMkLst>
        </pc:graphicFrameChg>
        <pc:graphicFrameChg chg="add mod modGraphic">
          <ac:chgData name="Rebecca Sanders (Astrea Central)" userId="e7f5d1b8-ecd1-4a1b-953d-aab670bc35bf" providerId="ADAL" clId="{CB1A5B23-5740-4835-ABD8-871AA0AE8B34}" dt="2025-06-28T21:24:12.194" v="2424" actId="6549"/>
          <ac:graphicFrameMkLst>
            <pc:docMk/>
            <pc:sldMk cId="2738082090" sldId="284"/>
            <ac:graphicFrameMk id="4" creationId="{CCB2A874-6112-01FB-7E1B-4206B19064AE}"/>
          </ac:graphicFrameMkLst>
        </pc:graphicFrameChg>
        <pc:graphicFrameChg chg="add del mod modGraphic">
          <ac:chgData name="Rebecca Sanders (Astrea Central)" userId="e7f5d1b8-ecd1-4a1b-953d-aab670bc35bf" providerId="ADAL" clId="{CB1A5B23-5740-4835-ABD8-871AA0AE8B34}" dt="2025-06-28T21:23:12.216" v="2382" actId="21"/>
          <ac:graphicFrameMkLst>
            <pc:docMk/>
            <pc:sldMk cId="2738082090" sldId="284"/>
            <ac:graphicFrameMk id="5" creationId="{D0C4F232-00F1-D0ED-5099-232BE3F2BC97}"/>
          </ac:graphicFrameMkLst>
        </pc:graphicFrameChg>
        <pc:graphicFrameChg chg="add del mod modGraphic">
          <ac:chgData name="Rebecca Sanders (Astrea Central)" userId="e7f5d1b8-ecd1-4a1b-953d-aab670bc35bf" providerId="ADAL" clId="{CB1A5B23-5740-4835-ABD8-871AA0AE8B34}" dt="2025-06-28T21:23:12.216" v="2382" actId="21"/>
          <ac:graphicFrameMkLst>
            <pc:docMk/>
            <pc:sldMk cId="2738082090" sldId="284"/>
            <ac:graphicFrameMk id="6" creationId="{56F1D117-9846-320C-953F-EB1F9A926A5F}"/>
          </ac:graphicFrameMkLst>
        </pc:graphicFrameChg>
        <pc:graphicFrameChg chg="add del mod modGraphic">
          <ac:chgData name="Rebecca Sanders (Astrea Central)" userId="e7f5d1b8-ecd1-4a1b-953d-aab670bc35bf" providerId="ADAL" clId="{CB1A5B23-5740-4835-ABD8-871AA0AE8B34}" dt="2025-06-28T21:23:12.216" v="2382" actId="21"/>
          <ac:graphicFrameMkLst>
            <pc:docMk/>
            <pc:sldMk cId="2738082090" sldId="284"/>
            <ac:graphicFrameMk id="7" creationId="{3379C5A4-612F-C0D5-DF08-280C659F4C82}"/>
          </ac:graphicFrameMkLst>
        </pc:graphicFrameChg>
        <pc:graphicFrameChg chg="add del mod modGraphic">
          <ac:chgData name="Rebecca Sanders (Astrea Central)" userId="e7f5d1b8-ecd1-4a1b-953d-aab670bc35bf" providerId="ADAL" clId="{CB1A5B23-5740-4835-ABD8-871AA0AE8B34}" dt="2025-06-28T21:23:12.216" v="2382" actId="21"/>
          <ac:graphicFrameMkLst>
            <pc:docMk/>
            <pc:sldMk cId="2738082090" sldId="284"/>
            <ac:graphicFrameMk id="8" creationId="{41060B21-FC74-8205-FF74-A64660F45A51}"/>
          </ac:graphicFrameMkLst>
        </pc:graphicFrameChg>
        <pc:graphicFrameChg chg="del">
          <ac:chgData name="Rebecca Sanders (Astrea Central)" userId="e7f5d1b8-ecd1-4a1b-953d-aab670bc35bf" providerId="ADAL" clId="{CB1A5B23-5740-4835-ABD8-871AA0AE8B34}" dt="2025-06-27T13:07:19.870" v="620" actId="21"/>
          <ac:graphicFrameMkLst>
            <pc:docMk/>
            <pc:sldMk cId="2738082090" sldId="284"/>
            <ac:graphicFrameMk id="9" creationId="{C3CDAD99-56AA-A402-86E4-1FCA9B398D69}"/>
          </ac:graphicFrameMkLst>
        </pc:graphicFrameChg>
        <pc:graphicFrameChg chg="del">
          <ac:chgData name="Rebecca Sanders (Astrea Central)" userId="e7f5d1b8-ecd1-4a1b-953d-aab670bc35bf" providerId="ADAL" clId="{CB1A5B23-5740-4835-ABD8-871AA0AE8B34}" dt="2025-06-27T12:55:17.040" v="532" actId="478"/>
          <ac:graphicFrameMkLst>
            <pc:docMk/>
            <pc:sldMk cId="2738082090" sldId="284"/>
            <ac:graphicFrameMk id="10" creationId="{F7BC9796-023B-EFD5-E0E6-570349A0F117}"/>
          </ac:graphicFrameMkLst>
        </pc:graphicFrameChg>
        <pc:graphicFrameChg chg="add mod">
          <ac:chgData name="Rebecca Sanders (Astrea Central)" userId="e7f5d1b8-ecd1-4a1b-953d-aab670bc35bf" providerId="ADAL" clId="{CB1A5B23-5740-4835-ABD8-871AA0AE8B34}" dt="2025-06-27T13:27:26.779" v="1032" actId="1076"/>
          <ac:graphicFrameMkLst>
            <pc:docMk/>
            <pc:sldMk cId="2738082090" sldId="284"/>
            <ac:graphicFrameMk id="11" creationId="{DA2A4647-8D92-40D7-406B-B113CD51060E}"/>
          </ac:graphicFrameMkLst>
        </pc:graphicFrameChg>
        <pc:graphicFrameChg chg="del">
          <ac:chgData name="Rebecca Sanders (Astrea Central)" userId="e7f5d1b8-ecd1-4a1b-953d-aab670bc35bf" providerId="ADAL" clId="{CB1A5B23-5740-4835-ABD8-871AA0AE8B34}" dt="2025-06-27T13:09:25.326" v="646" actId="21"/>
          <ac:graphicFrameMkLst>
            <pc:docMk/>
            <pc:sldMk cId="2738082090" sldId="284"/>
            <ac:graphicFrameMk id="12" creationId="{684F86C3-DB3C-4B6A-A05C-A2FBAB21B933}"/>
          </ac:graphicFrameMkLst>
        </pc:graphicFrameChg>
        <pc:graphicFrameChg chg="del">
          <ac:chgData name="Rebecca Sanders (Astrea Central)" userId="e7f5d1b8-ecd1-4a1b-953d-aab670bc35bf" providerId="ADAL" clId="{CB1A5B23-5740-4835-ABD8-871AA0AE8B34}" dt="2025-06-27T13:08:52.798" v="640" actId="21"/>
          <ac:graphicFrameMkLst>
            <pc:docMk/>
            <pc:sldMk cId="2738082090" sldId="284"/>
            <ac:graphicFrameMk id="13" creationId="{0DC2FEDD-2D39-D2CE-78D9-724ABB84C785}"/>
          </ac:graphicFrameMkLst>
        </pc:graphicFrameChg>
        <pc:graphicFrameChg chg="add del mod modGraphic">
          <ac:chgData name="Rebecca Sanders (Astrea Central)" userId="e7f5d1b8-ecd1-4a1b-953d-aab670bc35bf" providerId="ADAL" clId="{CB1A5B23-5740-4835-ABD8-871AA0AE8B34}" dt="2025-06-28T21:23:12.216" v="2382" actId="21"/>
          <ac:graphicFrameMkLst>
            <pc:docMk/>
            <pc:sldMk cId="2738082090" sldId="284"/>
            <ac:graphicFrameMk id="14" creationId="{85654A48-8FDF-EE88-2B5D-B33C12C6CA3A}"/>
          </ac:graphicFrameMkLst>
        </pc:graphicFrameChg>
        <pc:graphicFrameChg chg="add del mod modGraphic">
          <ac:chgData name="Rebecca Sanders (Astrea Central)" userId="e7f5d1b8-ecd1-4a1b-953d-aab670bc35bf" providerId="ADAL" clId="{CB1A5B23-5740-4835-ABD8-871AA0AE8B34}" dt="2025-06-28T21:25:35.097" v="2464" actId="21"/>
          <ac:graphicFrameMkLst>
            <pc:docMk/>
            <pc:sldMk cId="2738082090" sldId="284"/>
            <ac:graphicFrameMk id="15" creationId="{939173D4-8752-A0D2-32FB-85989DA07304}"/>
          </ac:graphicFrameMkLst>
        </pc:graphicFrameChg>
        <pc:graphicFrameChg chg="add del mod">
          <ac:chgData name="Rebecca Sanders (Astrea Central)" userId="e7f5d1b8-ecd1-4a1b-953d-aab670bc35bf" providerId="ADAL" clId="{CB1A5B23-5740-4835-ABD8-871AA0AE8B34}" dt="2025-06-27T13:26:58.382" v="1024" actId="478"/>
          <ac:graphicFrameMkLst>
            <pc:docMk/>
            <pc:sldMk cId="2738082090" sldId="284"/>
            <ac:graphicFrameMk id="16" creationId="{D991FA71-2CD9-CC70-0248-2CE74D576783}"/>
          </ac:graphicFrameMkLst>
        </pc:graphicFrameChg>
        <pc:graphicFrameChg chg="add del mod">
          <ac:chgData name="Rebecca Sanders (Astrea Central)" userId="e7f5d1b8-ecd1-4a1b-953d-aab670bc35bf" providerId="ADAL" clId="{CB1A5B23-5740-4835-ABD8-871AA0AE8B34}" dt="2025-06-27T13:27:56.046" v="1040" actId="478"/>
          <ac:graphicFrameMkLst>
            <pc:docMk/>
            <pc:sldMk cId="2738082090" sldId="284"/>
            <ac:graphicFrameMk id="17" creationId="{EE06B4F3-9C5E-89EF-C064-7CD6355FC905}"/>
          </ac:graphicFrameMkLst>
        </pc:graphicFrameChg>
        <pc:graphicFrameChg chg="add del mod modGraphic">
          <ac:chgData name="Rebecca Sanders (Astrea Central)" userId="e7f5d1b8-ecd1-4a1b-953d-aab670bc35bf" providerId="ADAL" clId="{CB1A5B23-5740-4835-ABD8-871AA0AE8B34}" dt="2025-06-28T21:25:35.097" v="2464" actId="21"/>
          <ac:graphicFrameMkLst>
            <pc:docMk/>
            <pc:sldMk cId="2738082090" sldId="284"/>
            <ac:graphicFrameMk id="18" creationId="{E507EEF5-5C97-BE57-C901-42F832BFD743}"/>
          </ac:graphicFrameMkLst>
        </pc:graphicFrameChg>
        <pc:graphicFrameChg chg="add del mod modGraphic">
          <ac:chgData name="Rebecca Sanders (Astrea Central)" userId="e7f5d1b8-ecd1-4a1b-953d-aab670bc35bf" providerId="ADAL" clId="{CB1A5B23-5740-4835-ABD8-871AA0AE8B34}" dt="2025-06-28T21:25:35.097" v="2464" actId="21"/>
          <ac:graphicFrameMkLst>
            <pc:docMk/>
            <pc:sldMk cId="2738082090" sldId="284"/>
            <ac:graphicFrameMk id="19" creationId="{EB86B18C-22EE-E9AC-D642-52B673410D17}"/>
          </ac:graphicFrameMkLst>
        </pc:graphicFrameChg>
        <pc:graphicFrameChg chg="add del mod modGraphic">
          <ac:chgData name="Rebecca Sanders (Astrea Central)" userId="e7f5d1b8-ecd1-4a1b-953d-aab670bc35bf" providerId="ADAL" clId="{CB1A5B23-5740-4835-ABD8-871AA0AE8B34}" dt="2025-06-28T21:25:35.097" v="2464" actId="21"/>
          <ac:graphicFrameMkLst>
            <pc:docMk/>
            <pc:sldMk cId="2738082090" sldId="284"/>
            <ac:graphicFrameMk id="20" creationId="{4755C189-BD29-A3B4-556D-FDD1C5CE4C90}"/>
          </ac:graphicFrameMkLst>
        </pc:graphicFrameChg>
        <pc:graphicFrameChg chg="add del mod modGraphic">
          <ac:chgData name="Rebecca Sanders (Astrea Central)" userId="e7f5d1b8-ecd1-4a1b-953d-aab670bc35bf" providerId="ADAL" clId="{CB1A5B23-5740-4835-ABD8-871AA0AE8B34}" dt="2025-06-28T21:25:35.097" v="2464" actId="21"/>
          <ac:graphicFrameMkLst>
            <pc:docMk/>
            <pc:sldMk cId="2738082090" sldId="284"/>
            <ac:graphicFrameMk id="21" creationId="{BF61BFAF-A631-49F1-BB15-9F67D0C3B9CB}"/>
          </ac:graphicFrameMkLst>
        </pc:graphicFrameChg>
        <pc:graphicFrameChg chg="del mod">
          <ac:chgData name="Rebecca Sanders (Astrea Central)" userId="e7f5d1b8-ecd1-4a1b-953d-aab670bc35bf" providerId="ADAL" clId="{CB1A5B23-5740-4835-ABD8-871AA0AE8B34}" dt="2025-06-27T13:26:18.591" v="997" actId="478"/>
          <ac:graphicFrameMkLst>
            <pc:docMk/>
            <pc:sldMk cId="2738082090" sldId="284"/>
            <ac:graphicFrameMk id="22" creationId="{73E1F32B-70EF-CBEB-690A-D4A136FA7E38}"/>
          </ac:graphicFrameMkLst>
        </pc:graphicFrameChg>
        <pc:graphicFrameChg chg="add mod modGraphic">
          <ac:chgData name="Rebecca Sanders (Astrea Central)" userId="e7f5d1b8-ecd1-4a1b-953d-aab670bc35bf" providerId="ADAL" clId="{CB1A5B23-5740-4835-ABD8-871AA0AE8B34}" dt="2025-06-28T21:25:29.777" v="2461" actId="6549"/>
          <ac:graphicFrameMkLst>
            <pc:docMk/>
            <pc:sldMk cId="2738082090" sldId="284"/>
            <ac:graphicFrameMk id="23" creationId="{8A7BA3D6-6E06-3BB6-3254-7BB7B55670F4}"/>
          </ac:graphicFrameMkLst>
        </pc:graphicFrameChg>
        <pc:graphicFrameChg chg="add mod modGraphic">
          <ac:chgData name="Rebecca Sanders (Astrea Central)" userId="e7f5d1b8-ecd1-4a1b-953d-aab670bc35bf" providerId="ADAL" clId="{CB1A5B23-5740-4835-ABD8-871AA0AE8B34}" dt="2025-06-28T21:25:27.278" v="2459" actId="6549"/>
          <ac:graphicFrameMkLst>
            <pc:docMk/>
            <pc:sldMk cId="2738082090" sldId="284"/>
            <ac:graphicFrameMk id="24" creationId="{7FC47A53-BDA5-2867-C69F-88974E8D26B8}"/>
          </ac:graphicFrameMkLst>
        </pc:graphicFrameChg>
        <pc:graphicFrameChg chg="add mod modGraphic">
          <ac:chgData name="Rebecca Sanders (Astrea Central)" userId="e7f5d1b8-ecd1-4a1b-953d-aab670bc35bf" providerId="ADAL" clId="{CB1A5B23-5740-4835-ABD8-871AA0AE8B34}" dt="2025-06-28T21:25:24.701" v="2457" actId="20577"/>
          <ac:graphicFrameMkLst>
            <pc:docMk/>
            <pc:sldMk cId="2738082090" sldId="284"/>
            <ac:graphicFrameMk id="25" creationId="{32AB0A33-2517-785C-3C8F-2738B0A6989E}"/>
          </ac:graphicFrameMkLst>
        </pc:graphicFrameChg>
        <pc:graphicFrameChg chg="add mod modGraphic">
          <ac:chgData name="Rebecca Sanders (Astrea Central)" userId="e7f5d1b8-ecd1-4a1b-953d-aab670bc35bf" providerId="ADAL" clId="{CB1A5B23-5740-4835-ABD8-871AA0AE8B34}" dt="2025-06-28T21:25:21.172" v="2455" actId="20577"/>
          <ac:graphicFrameMkLst>
            <pc:docMk/>
            <pc:sldMk cId="2738082090" sldId="284"/>
            <ac:graphicFrameMk id="26" creationId="{66F59F03-567B-7D59-2DEE-7DDDD5E2100C}"/>
          </ac:graphicFrameMkLst>
        </pc:graphicFrameChg>
        <pc:graphicFrameChg chg="add mod modGraphic">
          <ac:chgData name="Rebecca Sanders (Astrea Central)" userId="e7f5d1b8-ecd1-4a1b-953d-aab670bc35bf" providerId="ADAL" clId="{CB1A5B23-5740-4835-ABD8-871AA0AE8B34}" dt="2025-06-28T21:25:32.272" v="2463" actId="20577"/>
          <ac:graphicFrameMkLst>
            <pc:docMk/>
            <pc:sldMk cId="2738082090" sldId="284"/>
            <ac:graphicFrameMk id="27" creationId="{702BAB75-16CB-0AB5-0BEA-E1BC0B085635}"/>
          </ac:graphicFrameMkLst>
        </pc:graphicFrameChg>
        <pc:picChg chg="del">
          <ac:chgData name="Rebecca Sanders (Astrea Central)" userId="e7f5d1b8-ecd1-4a1b-953d-aab670bc35bf" providerId="ADAL" clId="{CB1A5B23-5740-4835-ABD8-871AA0AE8B34}" dt="2025-06-27T12:55:17.040" v="532" actId="478"/>
          <ac:picMkLst>
            <pc:docMk/>
            <pc:sldMk cId="2738082090" sldId="284"/>
            <ac:picMk id="5124" creationId="{F61EC699-BE10-9B7D-8F26-DBE8F569E191}"/>
          </ac:picMkLst>
        </pc:picChg>
        <pc:picChg chg="del mod">
          <ac:chgData name="Rebecca Sanders (Astrea Central)" userId="e7f5d1b8-ecd1-4a1b-953d-aab670bc35bf" providerId="ADAL" clId="{CB1A5B23-5740-4835-ABD8-871AA0AE8B34}" dt="2025-06-28T21:23:12.216" v="2382" actId="21"/>
          <ac:picMkLst>
            <pc:docMk/>
            <pc:sldMk cId="2738082090" sldId="284"/>
            <ac:picMk id="6147" creationId="{335F9A0F-AF19-B3DE-513E-682C9D3F5975}"/>
          </ac:picMkLst>
        </pc:picChg>
      </pc:sldChg>
      <pc:sldChg chg="delSp del mod">
        <pc:chgData name="Rebecca Sanders (Astrea Central)" userId="e7f5d1b8-ecd1-4a1b-953d-aab670bc35bf" providerId="ADAL" clId="{CB1A5B23-5740-4835-ABD8-871AA0AE8B34}" dt="2025-06-27T13:16:07.238" v="770" actId="47"/>
        <pc:sldMkLst>
          <pc:docMk/>
          <pc:sldMk cId="2751156367" sldId="285"/>
        </pc:sldMkLst>
        <pc:graphicFrameChg chg="del">
          <ac:chgData name="Rebecca Sanders (Astrea Central)" userId="e7f5d1b8-ecd1-4a1b-953d-aab670bc35bf" providerId="ADAL" clId="{CB1A5B23-5740-4835-ABD8-871AA0AE8B34}" dt="2025-06-27T13:10:06.529" v="650" actId="21"/>
          <ac:graphicFrameMkLst>
            <pc:docMk/>
            <pc:sldMk cId="2751156367" sldId="285"/>
            <ac:graphicFrameMk id="10" creationId="{3B90E58E-6449-A85C-3B94-0A783C4844FD}"/>
          </ac:graphicFrameMkLst>
        </pc:graphicFrameChg>
        <pc:graphicFrameChg chg="del">
          <ac:chgData name="Rebecca Sanders (Astrea Central)" userId="e7f5d1b8-ecd1-4a1b-953d-aab670bc35bf" providerId="ADAL" clId="{CB1A5B23-5740-4835-ABD8-871AA0AE8B34}" dt="2025-06-27T13:10:06.529" v="650" actId="21"/>
          <ac:graphicFrameMkLst>
            <pc:docMk/>
            <pc:sldMk cId="2751156367" sldId="285"/>
            <ac:graphicFrameMk id="11" creationId="{C7D3C90E-E44E-CE7E-93D5-0DD5E368DF9F}"/>
          </ac:graphicFrameMkLst>
        </pc:graphicFrameChg>
        <pc:graphicFrameChg chg="del">
          <ac:chgData name="Rebecca Sanders (Astrea Central)" userId="e7f5d1b8-ecd1-4a1b-953d-aab670bc35bf" providerId="ADAL" clId="{CB1A5B23-5740-4835-ABD8-871AA0AE8B34}" dt="2025-06-27T13:10:45.348" v="657" actId="21"/>
          <ac:graphicFrameMkLst>
            <pc:docMk/>
            <pc:sldMk cId="2751156367" sldId="285"/>
            <ac:graphicFrameMk id="15" creationId="{B81A2E2B-4E17-7156-FCC8-CC61757FE249}"/>
          </ac:graphicFrameMkLst>
        </pc:graphicFrameChg>
        <pc:graphicFrameChg chg="del">
          <ac:chgData name="Rebecca Sanders (Astrea Central)" userId="e7f5d1b8-ecd1-4a1b-953d-aab670bc35bf" providerId="ADAL" clId="{CB1A5B23-5740-4835-ABD8-871AA0AE8B34}" dt="2025-06-27T13:16:02.226" v="767" actId="21"/>
          <ac:graphicFrameMkLst>
            <pc:docMk/>
            <pc:sldMk cId="2751156367" sldId="285"/>
            <ac:graphicFrameMk id="16" creationId="{D991FA71-2CD9-CC70-0248-2CE74D576783}"/>
          </ac:graphicFrameMkLst>
        </pc:graphicFrameChg>
        <pc:graphicFrameChg chg="del">
          <ac:chgData name="Rebecca Sanders (Astrea Central)" userId="e7f5d1b8-ecd1-4a1b-953d-aab670bc35bf" providerId="ADAL" clId="{CB1A5B23-5740-4835-ABD8-871AA0AE8B34}" dt="2025-06-27T13:16:02.226" v="767" actId="21"/>
          <ac:graphicFrameMkLst>
            <pc:docMk/>
            <pc:sldMk cId="2751156367" sldId="285"/>
            <ac:graphicFrameMk id="17" creationId="{EE06B4F3-9C5E-89EF-C064-7CD6355FC905}"/>
          </ac:graphicFrameMkLst>
        </pc:graphicFrameChg>
      </pc:sldChg>
      <pc:sldChg chg="addSp delSp modSp del mod">
        <pc:chgData name="Rebecca Sanders (Astrea Central)" userId="e7f5d1b8-ecd1-4a1b-953d-aab670bc35bf" providerId="ADAL" clId="{CB1A5B23-5740-4835-ABD8-871AA0AE8B34}" dt="2025-06-27T13:29:19.217" v="1066" actId="47"/>
        <pc:sldMkLst>
          <pc:docMk/>
          <pc:sldMk cId="1978727466" sldId="289"/>
        </pc:sldMkLst>
        <pc:graphicFrameChg chg="add del mod">
          <ac:chgData name="Rebecca Sanders (Astrea Central)" userId="e7f5d1b8-ecd1-4a1b-953d-aab670bc35bf" providerId="ADAL" clId="{CB1A5B23-5740-4835-ABD8-871AA0AE8B34}" dt="2025-06-27T13:29:16.104" v="1064" actId="21"/>
          <ac:graphicFrameMkLst>
            <pc:docMk/>
            <pc:sldMk cId="1978727466" sldId="289"/>
            <ac:graphicFrameMk id="2" creationId="{0C63E774-50B2-72F2-817A-5D927CC3F0B1}"/>
          </ac:graphicFrameMkLst>
        </pc:graphicFrameChg>
        <pc:graphicFrameChg chg="del">
          <ac:chgData name="Rebecca Sanders (Astrea Central)" userId="e7f5d1b8-ecd1-4a1b-953d-aab670bc35bf" providerId="ADAL" clId="{CB1A5B23-5740-4835-ABD8-871AA0AE8B34}" dt="2025-06-27T13:28:51.566" v="1060" actId="478"/>
          <ac:graphicFrameMkLst>
            <pc:docMk/>
            <pc:sldMk cId="1978727466" sldId="289"/>
            <ac:graphicFrameMk id="4" creationId="{99786FDE-AD41-136E-63D2-81566FB232F7}"/>
          </ac:graphicFrameMkLst>
        </pc:graphicFrameChg>
        <pc:graphicFrameChg chg="del mod">
          <ac:chgData name="Rebecca Sanders (Astrea Central)" userId="e7f5d1b8-ecd1-4a1b-953d-aab670bc35bf" providerId="ADAL" clId="{CB1A5B23-5740-4835-ABD8-871AA0AE8B34}" dt="2025-06-27T13:29:16.104" v="1064" actId="21"/>
          <ac:graphicFrameMkLst>
            <pc:docMk/>
            <pc:sldMk cId="1978727466" sldId="289"/>
            <ac:graphicFrameMk id="5" creationId="{8573EBF7-B514-AE31-A6FA-F38E29C8166C}"/>
          </ac:graphicFrameMkLst>
        </pc:graphicFrameChg>
        <pc:graphicFrameChg chg="del mod">
          <ac:chgData name="Rebecca Sanders (Astrea Central)" userId="e7f5d1b8-ecd1-4a1b-953d-aab670bc35bf" providerId="ADAL" clId="{CB1A5B23-5740-4835-ABD8-871AA0AE8B34}" dt="2025-06-27T13:29:16.104" v="1064" actId="21"/>
          <ac:graphicFrameMkLst>
            <pc:docMk/>
            <pc:sldMk cId="1978727466" sldId="289"/>
            <ac:graphicFrameMk id="6" creationId="{FB5032E8-752C-161A-2321-96EF97A1ED03}"/>
          </ac:graphicFrameMkLst>
        </pc:graphicFrameChg>
        <pc:graphicFrameChg chg="del mod">
          <ac:chgData name="Rebecca Sanders (Astrea Central)" userId="e7f5d1b8-ecd1-4a1b-953d-aab670bc35bf" providerId="ADAL" clId="{CB1A5B23-5740-4835-ABD8-871AA0AE8B34}" dt="2025-06-27T13:29:16.104" v="1064" actId="21"/>
          <ac:graphicFrameMkLst>
            <pc:docMk/>
            <pc:sldMk cId="1978727466" sldId="289"/>
            <ac:graphicFrameMk id="12" creationId="{DFBFAD9B-3D14-93C2-851C-E252C7D94220}"/>
          </ac:graphicFrameMkLst>
        </pc:graphicFrameChg>
        <pc:graphicFrameChg chg="del mod">
          <ac:chgData name="Rebecca Sanders (Astrea Central)" userId="e7f5d1b8-ecd1-4a1b-953d-aab670bc35bf" providerId="ADAL" clId="{CB1A5B23-5740-4835-ABD8-871AA0AE8B34}" dt="2025-06-27T13:29:16.104" v="1064" actId="21"/>
          <ac:graphicFrameMkLst>
            <pc:docMk/>
            <pc:sldMk cId="1978727466" sldId="289"/>
            <ac:graphicFrameMk id="13" creationId="{A2830A53-7FE7-E723-B898-8C8A0638E3F4}"/>
          </ac:graphicFrameMkLst>
        </pc:graphicFrameChg>
        <pc:picChg chg="del mod">
          <ac:chgData name="Rebecca Sanders (Astrea Central)" userId="e7f5d1b8-ecd1-4a1b-953d-aab670bc35bf" providerId="ADAL" clId="{CB1A5B23-5740-4835-ABD8-871AA0AE8B34}" dt="2025-06-27T13:29:16.104" v="1064" actId="21"/>
          <ac:picMkLst>
            <pc:docMk/>
            <pc:sldMk cId="1978727466" sldId="289"/>
            <ac:picMk id="10241" creationId="{F4F867B1-9B90-7DD6-EE77-1EDB9601FE89}"/>
          </ac:picMkLst>
        </pc:picChg>
        <pc:picChg chg="del mod">
          <ac:chgData name="Rebecca Sanders (Astrea Central)" userId="e7f5d1b8-ecd1-4a1b-953d-aab670bc35bf" providerId="ADAL" clId="{CB1A5B23-5740-4835-ABD8-871AA0AE8B34}" dt="2025-06-27T13:29:16.104" v="1064" actId="21"/>
          <ac:picMkLst>
            <pc:docMk/>
            <pc:sldMk cId="1978727466" sldId="289"/>
            <ac:picMk id="10242" creationId="{A6F2A5BB-1F57-8238-FB4D-1296F49456C8}"/>
          </ac:picMkLst>
        </pc:picChg>
        <pc:picChg chg="del mod">
          <ac:chgData name="Rebecca Sanders (Astrea Central)" userId="e7f5d1b8-ecd1-4a1b-953d-aab670bc35bf" providerId="ADAL" clId="{CB1A5B23-5740-4835-ABD8-871AA0AE8B34}" dt="2025-06-27T13:29:16.104" v="1064" actId="21"/>
          <ac:picMkLst>
            <pc:docMk/>
            <pc:sldMk cId="1978727466" sldId="289"/>
            <ac:picMk id="10243" creationId="{137069F0-F538-3E0D-D5AE-D83BD034C64D}"/>
          </ac:picMkLst>
        </pc:picChg>
        <pc:picChg chg="del mod">
          <ac:chgData name="Rebecca Sanders (Astrea Central)" userId="e7f5d1b8-ecd1-4a1b-953d-aab670bc35bf" providerId="ADAL" clId="{CB1A5B23-5740-4835-ABD8-871AA0AE8B34}" dt="2025-06-27T13:29:16.104" v="1064" actId="21"/>
          <ac:picMkLst>
            <pc:docMk/>
            <pc:sldMk cId="1978727466" sldId="289"/>
            <ac:picMk id="10244" creationId="{4EA10878-720A-0797-71B2-DDE036AF9793}"/>
          </ac:picMkLst>
        </pc:picChg>
        <pc:picChg chg="del mod">
          <ac:chgData name="Rebecca Sanders (Astrea Central)" userId="e7f5d1b8-ecd1-4a1b-953d-aab670bc35bf" providerId="ADAL" clId="{CB1A5B23-5740-4835-ABD8-871AA0AE8B34}" dt="2025-06-27T13:29:16.104" v="1064" actId="21"/>
          <ac:picMkLst>
            <pc:docMk/>
            <pc:sldMk cId="1978727466" sldId="289"/>
            <ac:picMk id="11269" creationId="{39BE22CB-CC14-7B45-E5C8-70A9E9F1667E}"/>
          </ac:picMkLst>
        </pc:picChg>
      </pc:sldChg>
      <pc:sldChg chg="delSp modSp del">
        <pc:chgData name="Rebecca Sanders (Astrea Central)" userId="e7f5d1b8-ecd1-4a1b-953d-aab670bc35bf" providerId="ADAL" clId="{CB1A5B23-5740-4835-ABD8-871AA0AE8B34}" dt="2025-06-27T13:36:26.119" v="1209" actId="47"/>
        <pc:sldMkLst>
          <pc:docMk/>
          <pc:sldMk cId="1045640203" sldId="290"/>
        </pc:sldMkLst>
        <pc:spChg chg="del">
          <ac:chgData name="Rebecca Sanders (Astrea Central)" userId="e7f5d1b8-ecd1-4a1b-953d-aab670bc35bf" providerId="ADAL" clId="{CB1A5B23-5740-4835-ABD8-871AA0AE8B34}" dt="2025-06-27T12:55:45.820" v="534" actId="478"/>
          <ac:spMkLst>
            <pc:docMk/>
            <pc:sldMk cId="1045640203" sldId="290"/>
            <ac:spMk id="11" creationId="{52F4ACA0-0FA3-2788-A6AF-6661D34CA2DE}"/>
          </ac:spMkLst>
        </pc:spChg>
        <pc:spChg chg="del">
          <ac:chgData name="Rebecca Sanders (Astrea Central)" userId="e7f5d1b8-ecd1-4a1b-953d-aab670bc35bf" providerId="ADAL" clId="{CB1A5B23-5740-4835-ABD8-871AA0AE8B34}" dt="2025-06-27T12:55:45.820" v="534" actId="478"/>
          <ac:spMkLst>
            <pc:docMk/>
            <pc:sldMk cId="1045640203" sldId="290"/>
            <ac:spMk id="12" creationId="{E58929D5-4C4F-AB5F-4959-DB106DA31FC6}"/>
          </ac:spMkLst>
        </pc:spChg>
        <pc:spChg chg="del">
          <ac:chgData name="Rebecca Sanders (Astrea Central)" userId="e7f5d1b8-ecd1-4a1b-953d-aab670bc35bf" providerId="ADAL" clId="{CB1A5B23-5740-4835-ABD8-871AA0AE8B34}" dt="2025-06-27T12:55:45.820" v="534" actId="478"/>
          <ac:spMkLst>
            <pc:docMk/>
            <pc:sldMk cId="1045640203" sldId="290"/>
            <ac:spMk id="14" creationId="{41A826D0-09C5-252F-74AE-CF20AAA43095}"/>
          </ac:spMkLst>
        </pc:spChg>
        <pc:graphicFrameChg chg="mod">
          <ac:chgData name="Rebecca Sanders (Astrea Central)" userId="e7f5d1b8-ecd1-4a1b-953d-aab670bc35bf" providerId="ADAL" clId="{CB1A5B23-5740-4835-ABD8-871AA0AE8B34}" dt="2025-06-27T13:36:13.390" v="1205" actId="21"/>
          <ac:graphicFrameMkLst>
            <pc:docMk/>
            <pc:sldMk cId="1045640203" sldId="290"/>
            <ac:graphicFrameMk id="4" creationId="{A53D1328-D218-C583-E91E-504D536C0026}"/>
          </ac:graphicFrameMkLst>
        </pc:graphicFrameChg>
        <pc:graphicFrameChg chg="del">
          <ac:chgData name="Rebecca Sanders (Astrea Central)" userId="e7f5d1b8-ecd1-4a1b-953d-aab670bc35bf" providerId="ADAL" clId="{CB1A5B23-5740-4835-ABD8-871AA0AE8B34}" dt="2025-06-27T12:55:43.814" v="533" actId="478"/>
          <ac:graphicFrameMkLst>
            <pc:docMk/>
            <pc:sldMk cId="1045640203" sldId="290"/>
            <ac:graphicFrameMk id="5" creationId="{7F862387-AB0F-B980-5874-639BB1D5A8C3}"/>
          </ac:graphicFrameMkLst>
        </pc:graphicFrameChg>
        <pc:graphicFrameChg chg="del">
          <ac:chgData name="Rebecca Sanders (Astrea Central)" userId="e7f5d1b8-ecd1-4a1b-953d-aab670bc35bf" providerId="ADAL" clId="{CB1A5B23-5740-4835-ABD8-871AA0AE8B34}" dt="2025-06-27T12:55:45.820" v="534" actId="478"/>
          <ac:graphicFrameMkLst>
            <pc:docMk/>
            <pc:sldMk cId="1045640203" sldId="290"/>
            <ac:graphicFrameMk id="6" creationId="{5B76DA74-DDE0-016B-ECFA-7A5C849F2B68}"/>
          </ac:graphicFrameMkLst>
        </pc:graphicFrameChg>
        <pc:graphicFrameChg chg="del">
          <ac:chgData name="Rebecca Sanders (Astrea Central)" userId="e7f5d1b8-ecd1-4a1b-953d-aab670bc35bf" providerId="ADAL" clId="{CB1A5B23-5740-4835-ABD8-871AA0AE8B34}" dt="2025-06-27T12:55:45.820" v="534" actId="478"/>
          <ac:graphicFrameMkLst>
            <pc:docMk/>
            <pc:sldMk cId="1045640203" sldId="290"/>
            <ac:graphicFrameMk id="15" creationId="{A4E0DC4A-EDF4-6CD0-3C26-F0E0BDD878AD}"/>
          </ac:graphicFrameMkLst>
        </pc:graphicFrameChg>
        <pc:graphicFrameChg chg="del">
          <ac:chgData name="Rebecca Sanders (Astrea Central)" userId="e7f5d1b8-ecd1-4a1b-953d-aab670bc35bf" providerId="ADAL" clId="{CB1A5B23-5740-4835-ABD8-871AA0AE8B34}" dt="2025-06-27T12:55:45.820" v="534" actId="478"/>
          <ac:graphicFrameMkLst>
            <pc:docMk/>
            <pc:sldMk cId="1045640203" sldId="290"/>
            <ac:graphicFrameMk id="16" creationId="{031769CB-E376-AEED-A3A1-CA0D097B2D09}"/>
          </ac:graphicFrameMkLst>
        </pc:graphicFrameChg>
        <pc:picChg chg="del">
          <ac:chgData name="Rebecca Sanders (Astrea Central)" userId="e7f5d1b8-ecd1-4a1b-953d-aab670bc35bf" providerId="ADAL" clId="{CB1A5B23-5740-4835-ABD8-871AA0AE8B34}" dt="2025-06-27T12:55:43.814" v="533" actId="478"/>
          <ac:picMkLst>
            <pc:docMk/>
            <pc:sldMk cId="1045640203" sldId="290"/>
            <ac:picMk id="11265" creationId="{C822AD9A-4BDB-2347-300C-BB2B8F1D5644}"/>
          </ac:picMkLst>
        </pc:picChg>
      </pc:sldChg>
      <pc:sldChg chg="delSp del">
        <pc:chgData name="Rebecca Sanders (Astrea Central)" userId="e7f5d1b8-ecd1-4a1b-953d-aab670bc35bf" providerId="ADAL" clId="{CB1A5B23-5740-4835-ABD8-871AA0AE8B34}" dt="2025-06-27T12:57:05.707" v="554" actId="47"/>
        <pc:sldMkLst>
          <pc:docMk/>
          <pc:sldMk cId="3213146259" sldId="291"/>
        </pc:sldMkLst>
        <pc:graphicFrameChg chg="del">
          <ac:chgData name="Rebecca Sanders (Astrea Central)" userId="e7f5d1b8-ecd1-4a1b-953d-aab670bc35bf" providerId="ADAL" clId="{CB1A5B23-5740-4835-ABD8-871AA0AE8B34}" dt="2025-06-27T12:55:52.515" v="535" actId="478"/>
          <ac:graphicFrameMkLst>
            <pc:docMk/>
            <pc:sldMk cId="3213146259" sldId="291"/>
            <ac:graphicFrameMk id="4" creationId="{720EA912-E200-8B09-71B6-200EF9BE4065}"/>
          </ac:graphicFrameMkLst>
        </pc:graphicFrameChg>
        <pc:graphicFrameChg chg="del">
          <ac:chgData name="Rebecca Sanders (Astrea Central)" userId="e7f5d1b8-ecd1-4a1b-953d-aab670bc35bf" providerId="ADAL" clId="{CB1A5B23-5740-4835-ABD8-871AA0AE8B34}" dt="2025-06-27T12:55:52.515" v="535" actId="478"/>
          <ac:graphicFrameMkLst>
            <pc:docMk/>
            <pc:sldMk cId="3213146259" sldId="291"/>
            <ac:graphicFrameMk id="5" creationId="{155CC070-14F1-B6EA-D843-EB057C39DDFF}"/>
          </ac:graphicFrameMkLst>
        </pc:graphicFrameChg>
        <pc:graphicFrameChg chg="del">
          <ac:chgData name="Rebecca Sanders (Astrea Central)" userId="e7f5d1b8-ecd1-4a1b-953d-aab670bc35bf" providerId="ADAL" clId="{CB1A5B23-5740-4835-ABD8-871AA0AE8B34}" dt="2025-06-27T12:55:52.515" v="535" actId="478"/>
          <ac:graphicFrameMkLst>
            <pc:docMk/>
            <pc:sldMk cId="3213146259" sldId="291"/>
            <ac:graphicFrameMk id="6" creationId="{793777DF-91B1-6066-8105-88A5D343F1A3}"/>
          </ac:graphicFrameMkLst>
        </pc:graphicFrameChg>
        <pc:graphicFrameChg chg="del">
          <ac:chgData name="Rebecca Sanders (Astrea Central)" userId="e7f5d1b8-ecd1-4a1b-953d-aab670bc35bf" providerId="ADAL" clId="{CB1A5B23-5740-4835-ABD8-871AA0AE8B34}" dt="2025-06-27T12:55:52.515" v="535" actId="478"/>
          <ac:graphicFrameMkLst>
            <pc:docMk/>
            <pc:sldMk cId="3213146259" sldId="291"/>
            <ac:graphicFrameMk id="8" creationId="{96D7128A-04EA-4961-561A-F3A86E8523F3}"/>
          </ac:graphicFrameMkLst>
        </pc:graphicFrameChg>
        <pc:graphicFrameChg chg="del">
          <ac:chgData name="Rebecca Sanders (Astrea Central)" userId="e7f5d1b8-ecd1-4a1b-953d-aab670bc35bf" providerId="ADAL" clId="{CB1A5B23-5740-4835-ABD8-871AA0AE8B34}" dt="2025-06-27T12:55:52.515" v="535" actId="478"/>
          <ac:graphicFrameMkLst>
            <pc:docMk/>
            <pc:sldMk cId="3213146259" sldId="291"/>
            <ac:graphicFrameMk id="9" creationId="{25D3110B-970B-A5E7-906D-7FC3CD42CAA7}"/>
          </ac:graphicFrameMkLst>
        </pc:graphicFrameChg>
        <pc:picChg chg="del">
          <ac:chgData name="Rebecca Sanders (Astrea Central)" userId="e7f5d1b8-ecd1-4a1b-953d-aab670bc35bf" providerId="ADAL" clId="{CB1A5B23-5740-4835-ABD8-871AA0AE8B34}" dt="2025-06-27T12:55:52.515" v="535" actId="478"/>
          <ac:picMkLst>
            <pc:docMk/>
            <pc:sldMk cId="3213146259" sldId="291"/>
            <ac:picMk id="13313" creationId="{16DE57E4-1AF5-7AE3-7EC5-F708A639FC66}"/>
          </ac:picMkLst>
        </pc:picChg>
        <pc:picChg chg="del">
          <ac:chgData name="Rebecca Sanders (Astrea Central)" userId="e7f5d1b8-ecd1-4a1b-953d-aab670bc35bf" providerId="ADAL" clId="{CB1A5B23-5740-4835-ABD8-871AA0AE8B34}" dt="2025-06-27T12:55:52.515" v="535" actId="478"/>
          <ac:picMkLst>
            <pc:docMk/>
            <pc:sldMk cId="3213146259" sldId="291"/>
            <ac:picMk id="13314" creationId="{887A02DB-7AD2-3489-47BA-B34F06CCF07A}"/>
          </ac:picMkLst>
        </pc:picChg>
      </pc:sldChg>
      <pc:sldChg chg="delSp del mod">
        <pc:chgData name="Rebecca Sanders (Astrea Central)" userId="e7f5d1b8-ecd1-4a1b-953d-aab670bc35bf" providerId="ADAL" clId="{CB1A5B23-5740-4835-ABD8-871AA0AE8B34}" dt="2025-06-27T12:57:06.390" v="555" actId="47"/>
        <pc:sldMkLst>
          <pc:docMk/>
          <pc:sldMk cId="3457942300" sldId="292"/>
        </pc:sldMkLst>
        <pc:graphicFrameChg chg="del">
          <ac:chgData name="Rebecca Sanders (Astrea Central)" userId="e7f5d1b8-ecd1-4a1b-953d-aab670bc35bf" providerId="ADAL" clId="{CB1A5B23-5740-4835-ABD8-871AA0AE8B34}" dt="2025-06-27T12:55:59.456" v="536" actId="478"/>
          <ac:graphicFrameMkLst>
            <pc:docMk/>
            <pc:sldMk cId="3457942300" sldId="292"/>
            <ac:graphicFrameMk id="4" creationId="{C3E211FC-765A-9C93-1F20-C1DBB02E677A}"/>
          </ac:graphicFrameMkLst>
        </pc:graphicFrameChg>
        <pc:graphicFrameChg chg="del">
          <ac:chgData name="Rebecca Sanders (Astrea Central)" userId="e7f5d1b8-ecd1-4a1b-953d-aab670bc35bf" providerId="ADAL" clId="{CB1A5B23-5740-4835-ABD8-871AA0AE8B34}" dt="2025-06-27T12:55:59.456" v="536" actId="478"/>
          <ac:graphicFrameMkLst>
            <pc:docMk/>
            <pc:sldMk cId="3457942300" sldId="292"/>
            <ac:graphicFrameMk id="5" creationId="{881EC828-C8EF-9F55-87B1-CA1D997D79CB}"/>
          </ac:graphicFrameMkLst>
        </pc:graphicFrameChg>
        <pc:graphicFrameChg chg="del">
          <ac:chgData name="Rebecca Sanders (Astrea Central)" userId="e7f5d1b8-ecd1-4a1b-953d-aab670bc35bf" providerId="ADAL" clId="{CB1A5B23-5740-4835-ABD8-871AA0AE8B34}" dt="2025-06-27T12:55:59.456" v="536" actId="478"/>
          <ac:graphicFrameMkLst>
            <pc:docMk/>
            <pc:sldMk cId="3457942300" sldId="292"/>
            <ac:graphicFrameMk id="6" creationId="{70A7DD93-12D8-8877-8EEB-9814B4BD9867}"/>
          </ac:graphicFrameMkLst>
        </pc:graphicFrameChg>
        <pc:graphicFrameChg chg="del">
          <ac:chgData name="Rebecca Sanders (Astrea Central)" userId="e7f5d1b8-ecd1-4a1b-953d-aab670bc35bf" providerId="ADAL" clId="{CB1A5B23-5740-4835-ABD8-871AA0AE8B34}" dt="2025-06-27T12:55:59.456" v="536" actId="478"/>
          <ac:graphicFrameMkLst>
            <pc:docMk/>
            <pc:sldMk cId="3457942300" sldId="292"/>
            <ac:graphicFrameMk id="9" creationId="{413E4200-C582-8D43-6749-C7A5651B1D09}"/>
          </ac:graphicFrameMkLst>
        </pc:graphicFrameChg>
        <pc:graphicFrameChg chg="del">
          <ac:chgData name="Rebecca Sanders (Astrea Central)" userId="e7f5d1b8-ecd1-4a1b-953d-aab670bc35bf" providerId="ADAL" clId="{CB1A5B23-5740-4835-ABD8-871AA0AE8B34}" dt="2025-06-27T12:55:59.456" v="536" actId="478"/>
          <ac:graphicFrameMkLst>
            <pc:docMk/>
            <pc:sldMk cId="3457942300" sldId="292"/>
            <ac:graphicFrameMk id="10" creationId="{0BB4C7CD-A1DC-8284-8DF7-C5AB7506468B}"/>
          </ac:graphicFrameMkLst>
        </pc:graphicFrameChg>
      </pc:sldChg>
      <pc:sldChg chg="delSp del mod">
        <pc:chgData name="Rebecca Sanders (Astrea Central)" userId="e7f5d1b8-ecd1-4a1b-953d-aab670bc35bf" providerId="ADAL" clId="{CB1A5B23-5740-4835-ABD8-871AA0AE8B34}" dt="2025-06-27T13:16:47.772" v="783" actId="47"/>
        <pc:sldMkLst>
          <pc:docMk/>
          <pc:sldMk cId="1691786234" sldId="293"/>
        </pc:sldMkLst>
        <pc:graphicFrameChg chg="del">
          <ac:chgData name="Rebecca Sanders (Astrea Central)" userId="e7f5d1b8-ecd1-4a1b-953d-aab670bc35bf" providerId="ADAL" clId="{CB1A5B23-5740-4835-ABD8-871AA0AE8B34}" dt="2025-06-27T12:56:04.256" v="537" actId="478"/>
          <ac:graphicFrameMkLst>
            <pc:docMk/>
            <pc:sldMk cId="1691786234" sldId="293"/>
            <ac:graphicFrameMk id="5" creationId="{71B0E09E-113A-9AEA-AB5A-130435D1B57A}"/>
          </ac:graphicFrameMkLst>
        </pc:graphicFrameChg>
        <pc:graphicFrameChg chg="del">
          <ac:chgData name="Rebecca Sanders (Astrea Central)" userId="e7f5d1b8-ecd1-4a1b-953d-aab670bc35bf" providerId="ADAL" clId="{CB1A5B23-5740-4835-ABD8-871AA0AE8B34}" dt="2025-06-27T12:56:04.256" v="537" actId="478"/>
          <ac:graphicFrameMkLst>
            <pc:docMk/>
            <pc:sldMk cId="1691786234" sldId="293"/>
            <ac:graphicFrameMk id="6" creationId="{F093DE2D-9610-4A00-6C85-3537808B5691}"/>
          </ac:graphicFrameMkLst>
        </pc:graphicFrameChg>
        <pc:graphicFrameChg chg="del">
          <ac:chgData name="Rebecca Sanders (Astrea Central)" userId="e7f5d1b8-ecd1-4a1b-953d-aab670bc35bf" providerId="ADAL" clId="{CB1A5B23-5740-4835-ABD8-871AA0AE8B34}" dt="2025-06-27T13:11:03.527" v="660" actId="21"/>
          <ac:graphicFrameMkLst>
            <pc:docMk/>
            <pc:sldMk cId="1691786234" sldId="293"/>
            <ac:graphicFrameMk id="8" creationId="{5E780FC0-C6C3-2F34-485B-5335D0631708}"/>
          </ac:graphicFrameMkLst>
        </pc:graphicFrameChg>
        <pc:graphicFrameChg chg="del">
          <ac:chgData name="Rebecca Sanders (Astrea Central)" userId="e7f5d1b8-ecd1-4a1b-953d-aab670bc35bf" providerId="ADAL" clId="{CB1A5B23-5740-4835-ABD8-871AA0AE8B34}" dt="2025-06-27T12:56:09.635" v="538" actId="478"/>
          <ac:graphicFrameMkLst>
            <pc:docMk/>
            <pc:sldMk cId="1691786234" sldId="293"/>
            <ac:graphicFrameMk id="9" creationId="{BF87ADA8-C0AE-87E0-B7DC-B79F6518A695}"/>
          </ac:graphicFrameMkLst>
        </pc:graphicFrameChg>
        <pc:graphicFrameChg chg="del">
          <ac:chgData name="Rebecca Sanders (Astrea Central)" userId="e7f5d1b8-ecd1-4a1b-953d-aab670bc35bf" providerId="ADAL" clId="{CB1A5B23-5740-4835-ABD8-871AA0AE8B34}" dt="2025-06-27T13:11:03.527" v="660" actId="21"/>
          <ac:graphicFrameMkLst>
            <pc:docMk/>
            <pc:sldMk cId="1691786234" sldId="293"/>
            <ac:graphicFrameMk id="10" creationId="{B717504D-D290-4827-9BB1-98AEF44A1121}"/>
          </ac:graphicFrameMkLst>
        </pc:graphicFrameChg>
      </pc:sldChg>
      <pc:sldChg chg="delSp del mod">
        <pc:chgData name="Rebecca Sanders (Astrea Central)" userId="e7f5d1b8-ecd1-4a1b-953d-aab670bc35bf" providerId="ADAL" clId="{CB1A5B23-5740-4835-ABD8-871AA0AE8B34}" dt="2025-06-27T13:16:48.272" v="784" actId="47"/>
        <pc:sldMkLst>
          <pc:docMk/>
          <pc:sldMk cId="10074506" sldId="294"/>
        </pc:sldMkLst>
        <pc:graphicFrameChg chg="del">
          <ac:chgData name="Rebecca Sanders (Astrea Central)" userId="e7f5d1b8-ecd1-4a1b-953d-aab670bc35bf" providerId="ADAL" clId="{CB1A5B23-5740-4835-ABD8-871AA0AE8B34}" dt="2025-06-27T13:16:14.775" v="771" actId="21"/>
          <ac:graphicFrameMkLst>
            <pc:docMk/>
            <pc:sldMk cId="10074506" sldId="294"/>
            <ac:graphicFrameMk id="5" creationId="{D7DCFB33-D1A7-E006-AAFF-376321CFFCFC}"/>
          </ac:graphicFrameMkLst>
        </pc:graphicFrameChg>
        <pc:graphicFrameChg chg="del">
          <ac:chgData name="Rebecca Sanders (Astrea Central)" userId="e7f5d1b8-ecd1-4a1b-953d-aab670bc35bf" providerId="ADAL" clId="{CB1A5B23-5740-4835-ABD8-871AA0AE8B34}" dt="2025-06-27T12:56:15.071" v="539" actId="478"/>
          <ac:graphicFrameMkLst>
            <pc:docMk/>
            <pc:sldMk cId="10074506" sldId="294"/>
            <ac:graphicFrameMk id="6" creationId="{DCEFC2B4-5769-ACBD-7E4D-65D07A9A2BBA}"/>
          </ac:graphicFrameMkLst>
        </pc:graphicFrameChg>
        <pc:graphicFrameChg chg="del">
          <ac:chgData name="Rebecca Sanders (Astrea Central)" userId="e7f5d1b8-ecd1-4a1b-953d-aab670bc35bf" providerId="ADAL" clId="{CB1A5B23-5740-4835-ABD8-871AA0AE8B34}" dt="2025-06-27T12:56:19.847" v="540" actId="478"/>
          <ac:graphicFrameMkLst>
            <pc:docMk/>
            <pc:sldMk cId="10074506" sldId="294"/>
            <ac:graphicFrameMk id="8" creationId="{6FF54F13-7FEE-3EAA-0A22-38A76BF87195}"/>
          </ac:graphicFrameMkLst>
        </pc:graphicFrameChg>
        <pc:graphicFrameChg chg="del">
          <ac:chgData name="Rebecca Sanders (Astrea Central)" userId="e7f5d1b8-ecd1-4a1b-953d-aab670bc35bf" providerId="ADAL" clId="{CB1A5B23-5740-4835-ABD8-871AA0AE8B34}" dt="2025-06-27T12:56:21.882" v="541" actId="478"/>
          <ac:graphicFrameMkLst>
            <pc:docMk/>
            <pc:sldMk cId="10074506" sldId="294"/>
            <ac:graphicFrameMk id="9" creationId="{A4D3F0A5-04C9-05EC-F989-A83AA3B00B13}"/>
          </ac:graphicFrameMkLst>
        </pc:graphicFrameChg>
        <pc:graphicFrameChg chg="del">
          <ac:chgData name="Rebecca Sanders (Astrea Central)" userId="e7f5d1b8-ecd1-4a1b-953d-aab670bc35bf" providerId="ADAL" clId="{CB1A5B23-5740-4835-ABD8-871AA0AE8B34}" dt="2025-06-27T12:56:21.882" v="541" actId="478"/>
          <ac:graphicFrameMkLst>
            <pc:docMk/>
            <pc:sldMk cId="10074506" sldId="294"/>
            <ac:graphicFrameMk id="10" creationId="{705582B6-F578-BF44-CF5D-070248A61462}"/>
          </ac:graphicFrameMkLst>
        </pc:graphicFrameChg>
        <pc:picChg chg="del">
          <ac:chgData name="Rebecca Sanders (Astrea Central)" userId="e7f5d1b8-ecd1-4a1b-953d-aab670bc35bf" providerId="ADAL" clId="{CB1A5B23-5740-4835-ABD8-871AA0AE8B34}" dt="2025-06-27T12:56:15.071" v="539" actId="478"/>
          <ac:picMkLst>
            <pc:docMk/>
            <pc:sldMk cId="10074506" sldId="294"/>
            <ac:picMk id="15361" creationId="{8EB34458-F984-9164-3A74-9C2F669FBF7F}"/>
          </ac:picMkLst>
        </pc:picChg>
        <pc:picChg chg="del">
          <ac:chgData name="Rebecca Sanders (Astrea Central)" userId="e7f5d1b8-ecd1-4a1b-953d-aab670bc35bf" providerId="ADAL" clId="{CB1A5B23-5740-4835-ABD8-871AA0AE8B34}" dt="2025-06-27T12:56:19.847" v="540" actId="478"/>
          <ac:picMkLst>
            <pc:docMk/>
            <pc:sldMk cId="10074506" sldId="294"/>
            <ac:picMk id="16385" creationId="{B272ABC5-A23E-25F9-76C0-79B753D3CA5D}"/>
          </ac:picMkLst>
        </pc:picChg>
        <pc:picChg chg="del">
          <ac:chgData name="Rebecca Sanders (Astrea Central)" userId="e7f5d1b8-ecd1-4a1b-953d-aab670bc35bf" providerId="ADAL" clId="{CB1A5B23-5740-4835-ABD8-871AA0AE8B34}" dt="2025-06-27T12:56:19.847" v="540" actId="478"/>
          <ac:picMkLst>
            <pc:docMk/>
            <pc:sldMk cId="10074506" sldId="294"/>
            <ac:picMk id="16386" creationId="{3862E07C-AED1-863F-2A91-A04C4E7C381B}"/>
          </ac:picMkLst>
        </pc:picChg>
        <pc:picChg chg="del">
          <ac:chgData name="Rebecca Sanders (Astrea Central)" userId="e7f5d1b8-ecd1-4a1b-953d-aab670bc35bf" providerId="ADAL" clId="{CB1A5B23-5740-4835-ABD8-871AA0AE8B34}" dt="2025-06-27T12:56:19.847" v="540" actId="478"/>
          <ac:picMkLst>
            <pc:docMk/>
            <pc:sldMk cId="10074506" sldId="294"/>
            <ac:picMk id="16387" creationId="{FA15C416-3016-AFDB-15B3-FD13284A16B4}"/>
          </ac:picMkLst>
        </pc:picChg>
        <pc:picChg chg="del">
          <ac:chgData name="Rebecca Sanders (Astrea Central)" userId="e7f5d1b8-ecd1-4a1b-953d-aab670bc35bf" providerId="ADAL" clId="{CB1A5B23-5740-4835-ABD8-871AA0AE8B34}" dt="2025-06-27T12:56:19.847" v="540" actId="478"/>
          <ac:picMkLst>
            <pc:docMk/>
            <pc:sldMk cId="10074506" sldId="294"/>
            <ac:picMk id="16388" creationId="{836A65EF-7902-D3AD-C333-049E18DC8371}"/>
          </ac:picMkLst>
        </pc:picChg>
      </pc:sldChg>
      <pc:sldChg chg="addSp delSp modSp add mod">
        <pc:chgData name="Rebecca Sanders (Astrea Central)" userId="e7f5d1b8-ecd1-4a1b-953d-aab670bc35bf" providerId="ADAL" clId="{CB1A5B23-5740-4835-ABD8-871AA0AE8B34}" dt="2025-06-28T21:40:48.328" v="3001" actId="255"/>
        <pc:sldMkLst>
          <pc:docMk/>
          <pc:sldMk cId="530947206" sldId="295"/>
        </pc:sldMkLst>
        <pc:spChg chg="add del mod">
          <ac:chgData name="Rebecca Sanders (Astrea Central)" userId="e7f5d1b8-ecd1-4a1b-953d-aab670bc35bf" providerId="ADAL" clId="{CB1A5B23-5740-4835-ABD8-871AA0AE8B34}" dt="2025-06-27T13:19:11.399" v="834" actId="478"/>
          <ac:spMkLst>
            <pc:docMk/>
            <pc:sldMk cId="530947206" sldId="295"/>
            <ac:spMk id="12" creationId="{C2FB8571-3B60-FDC4-2C92-E2DF14A946BE}"/>
          </ac:spMkLst>
        </pc:spChg>
        <pc:graphicFrameChg chg="add del mod">
          <ac:chgData name="Rebecca Sanders (Astrea Central)" userId="e7f5d1b8-ecd1-4a1b-953d-aab670bc35bf" providerId="ADAL" clId="{CB1A5B23-5740-4835-ABD8-871AA0AE8B34}" dt="2025-06-27T13:16:40.441" v="782" actId="478"/>
          <ac:graphicFrameMkLst>
            <pc:docMk/>
            <pc:sldMk cId="530947206" sldId="295"/>
            <ac:graphicFrameMk id="2" creationId="{D7DCFB33-D1A7-E006-AAFF-376321CFFCFC}"/>
          </ac:graphicFrameMkLst>
        </pc:graphicFrameChg>
        <pc:graphicFrameChg chg="del">
          <ac:chgData name="Rebecca Sanders (Astrea Central)" userId="e7f5d1b8-ecd1-4a1b-953d-aab670bc35bf" providerId="ADAL" clId="{CB1A5B23-5740-4835-ABD8-871AA0AE8B34}" dt="2025-06-27T13:15:24.501" v="755" actId="478"/>
          <ac:graphicFrameMkLst>
            <pc:docMk/>
            <pc:sldMk cId="530947206" sldId="295"/>
            <ac:graphicFrameMk id="3" creationId="{B4B29757-F56A-CF51-66C5-E9EE5393306C}"/>
          </ac:graphicFrameMkLst>
        </pc:graphicFrameChg>
        <pc:graphicFrameChg chg="del mod modGraphic">
          <ac:chgData name="Rebecca Sanders (Astrea Central)" userId="e7f5d1b8-ecd1-4a1b-953d-aab670bc35bf" providerId="ADAL" clId="{CB1A5B23-5740-4835-ABD8-871AA0AE8B34}" dt="2025-06-27T13:15:51.731" v="765" actId="478"/>
          <ac:graphicFrameMkLst>
            <pc:docMk/>
            <pc:sldMk cId="530947206" sldId="295"/>
            <ac:graphicFrameMk id="4" creationId="{BCCCD980-6903-2153-8708-C1F22E7BD328}"/>
          </ac:graphicFrameMkLst>
        </pc:graphicFrameChg>
        <pc:graphicFrameChg chg="mod modGraphic">
          <ac:chgData name="Rebecca Sanders (Astrea Central)" userId="e7f5d1b8-ecd1-4a1b-953d-aab670bc35bf" providerId="ADAL" clId="{CB1A5B23-5740-4835-ABD8-871AA0AE8B34}" dt="2025-06-28T21:29:02.360" v="2644" actId="1036"/>
          <ac:graphicFrameMkLst>
            <pc:docMk/>
            <pc:sldMk cId="530947206" sldId="295"/>
            <ac:graphicFrameMk id="5" creationId="{56B5A4EE-7A68-26B1-4697-779FB1352E7F}"/>
          </ac:graphicFrameMkLst>
        </pc:graphicFrameChg>
        <pc:graphicFrameChg chg="del mod modGraphic">
          <ac:chgData name="Rebecca Sanders (Astrea Central)" userId="e7f5d1b8-ecd1-4a1b-953d-aab670bc35bf" providerId="ADAL" clId="{CB1A5B23-5740-4835-ABD8-871AA0AE8B34}" dt="2025-06-28T21:24:51.977" v="2445" actId="21"/>
          <ac:graphicFrameMkLst>
            <pc:docMk/>
            <pc:sldMk cId="530947206" sldId="295"/>
            <ac:graphicFrameMk id="6" creationId="{8A7BA3D6-6E06-3BB6-3254-7BB7B55670F4}"/>
          </ac:graphicFrameMkLst>
        </pc:graphicFrameChg>
        <pc:graphicFrameChg chg="del mod modGraphic">
          <ac:chgData name="Rebecca Sanders (Astrea Central)" userId="e7f5d1b8-ecd1-4a1b-953d-aab670bc35bf" providerId="ADAL" clId="{CB1A5B23-5740-4835-ABD8-871AA0AE8B34}" dt="2025-06-28T21:24:51.977" v="2445" actId="21"/>
          <ac:graphicFrameMkLst>
            <pc:docMk/>
            <pc:sldMk cId="530947206" sldId="295"/>
            <ac:graphicFrameMk id="7" creationId="{7FC47A53-BDA5-2867-C69F-88974E8D26B8}"/>
          </ac:graphicFrameMkLst>
        </pc:graphicFrameChg>
        <pc:graphicFrameChg chg="del mod">
          <ac:chgData name="Rebecca Sanders (Astrea Central)" userId="e7f5d1b8-ecd1-4a1b-953d-aab670bc35bf" providerId="ADAL" clId="{CB1A5B23-5740-4835-ABD8-871AA0AE8B34}" dt="2025-06-27T13:15:00.922" v="750" actId="478"/>
          <ac:graphicFrameMkLst>
            <pc:docMk/>
            <pc:sldMk cId="530947206" sldId="295"/>
            <ac:graphicFrameMk id="8" creationId="{2D8F363B-1966-9670-7BA8-7DA8EB80CC55}"/>
          </ac:graphicFrameMkLst>
        </pc:graphicFrameChg>
        <pc:graphicFrameChg chg="del mod modGraphic">
          <ac:chgData name="Rebecca Sanders (Astrea Central)" userId="e7f5d1b8-ecd1-4a1b-953d-aab670bc35bf" providerId="ADAL" clId="{CB1A5B23-5740-4835-ABD8-871AA0AE8B34}" dt="2025-06-28T21:24:51.977" v="2445" actId="21"/>
          <ac:graphicFrameMkLst>
            <pc:docMk/>
            <pc:sldMk cId="530947206" sldId="295"/>
            <ac:graphicFrameMk id="9" creationId="{32AB0A33-2517-785C-3C8F-2738B0A6989E}"/>
          </ac:graphicFrameMkLst>
        </pc:graphicFrameChg>
        <pc:graphicFrameChg chg="del mod">
          <ac:chgData name="Rebecca Sanders (Astrea Central)" userId="e7f5d1b8-ecd1-4a1b-953d-aab670bc35bf" providerId="ADAL" clId="{CB1A5B23-5740-4835-ABD8-871AA0AE8B34}" dt="2025-06-27T13:14:48.841" v="745" actId="478"/>
          <ac:graphicFrameMkLst>
            <pc:docMk/>
            <pc:sldMk cId="530947206" sldId="295"/>
            <ac:graphicFrameMk id="10" creationId="{AD4173A4-FAD0-7C81-D6D8-AAC274DB691C}"/>
          </ac:graphicFrameMkLst>
        </pc:graphicFrameChg>
        <pc:graphicFrameChg chg="add del mod">
          <ac:chgData name="Rebecca Sanders (Astrea Central)" userId="e7f5d1b8-ecd1-4a1b-953d-aab670bc35bf" providerId="ADAL" clId="{CB1A5B23-5740-4835-ABD8-871AA0AE8B34}" dt="2025-06-28T21:25:10.207" v="2451" actId="21"/>
          <ac:graphicFrameMkLst>
            <pc:docMk/>
            <pc:sldMk cId="530947206" sldId="295"/>
            <ac:graphicFrameMk id="13" creationId="{8A7BA3D6-6E06-3BB6-3254-7BB7B55670F4}"/>
          </ac:graphicFrameMkLst>
        </pc:graphicFrameChg>
        <pc:graphicFrameChg chg="add del mod">
          <ac:chgData name="Rebecca Sanders (Astrea Central)" userId="e7f5d1b8-ecd1-4a1b-953d-aab670bc35bf" providerId="ADAL" clId="{CB1A5B23-5740-4835-ABD8-871AA0AE8B34}" dt="2025-06-28T21:25:10.207" v="2451" actId="21"/>
          <ac:graphicFrameMkLst>
            <pc:docMk/>
            <pc:sldMk cId="530947206" sldId="295"/>
            <ac:graphicFrameMk id="14" creationId="{7FC47A53-BDA5-2867-C69F-88974E8D26B8}"/>
          </ac:graphicFrameMkLst>
        </pc:graphicFrameChg>
        <pc:graphicFrameChg chg="add del mod">
          <ac:chgData name="Rebecca Sanders (Astrea Central)" userId="e7f5d1b8-ecd1-4a1b-953d-aab670bc35bf" providerId="ADAL" clId="{CB1A5B23-5740-4835-ABD8-871AA0AE8B34}" dt="2025-06-28T21:25:10.207" v="2451" actId="21"/>
          <ac:graphicFrameMkLst>
            <pc:docMk/>
            <pc:sldMk cId="530947206" sldId="295"/>
            <ac:graphicFrameMk id="15" creationId="{32AB0A33-2517-785C-3C8F-2738B0A6989E}"/>
          </ac:graphicFrameMkLst>
        </pc:graphicFrameChg>
        <pc:graphicFrameChg chg="add del mod">
          <ac:chgData name="Rebecca Sanders (Astrea Central)" userId="e7f5d1b8-ecd1-4a1b-953d-aab670bc35bf" providerId="ADAL" clId="{CB1A5B23-5740-4835-ABD8-871AA0AE8B34}" dt="2025-06-28T21:25:10.207" v="2451" actId="21"/>
          <ac:graphicFrameMkLst>
            <pc:docMk/>
            <pc:sldMk cId="530947206" sldId="295"/>
            <ac:graphicFrameMk id="16" creationId="{66F59F03-567B-7D59-2DEE-7DDDD5E2100C}"/>
          </ac:graphicFrameMkLst>
        </pc:graphicFrameChg>
        <pc:graphicFrameChg chg="add del mod">
          <ac:chgData name="Rebecca Sanders (Astrea Central)" userId="e7f5d1b8-ecd1-4a1b-953d-aab670bc35bf" providerId="ADAL" clId="{CB1A5B23-5740-4835-ABD8-871AA0AE8B34}" dt="2025-06-28T21:25:10.207" v="2451" actId="21"/>
          <ac:graphicFrameMkLst>
            <pc:docMk/>
            <pc:sldMk cId="530947206" sldId="295"/>
            <ac:graphicFrameMk id="17" creationId="{702BAB75-16CB-0AB5-0BEA-E1BC0B085635}"/>
          </ac:graphicFrameMkLst>
        </pc:graphicFrameChg>
        <pc:graphicFrameChg chg="add mod modGraphic">
          <ac:chgData name="Rebecca Sanders (Astrea Central)" userId="e7f5d1b8-ecd1-4a1b-953d-aab670bc35bf" providerId="ADAL" clId="{CB1A5B23-5740-4835-ABD8-871AA0AE8B34}" dt="2025-06-28T21:40:01.746" v="2817" actId="255"/>
          <ac:graphicFrameMkLst>
            <pc:docMk/>
            <pc:sldMk cId="530947206" sldId="295"/>
            <ac:graphicFrameMk id="18" creationId="{939173D4-8752-A0D2-32FB-85989DA07304}"/>
          </ac:graphicFrameMkLst>
        </pc:graphicFrameChg>
        <pc:graphicFrameChg chg="add mod modGraphic">
          <ac:chgData name="Rebecca Sanders (Astrea Central)" userId="e7f5d1b8-ecd1-4a1b-953d-aab670bc35bf" providerId="ADAL" clId="{CB1A5B23-5740-4835-ABD8-871AA0AE8B34}" dt="2025-06-28T21:40:48.328" v="3001" actId="255"/>
          <ac:graphicFrameMkLst>
            <pc:docMk/>
            <pc:sldMk cId="530947206" sldId="295"/>
            <ac:graphicFrameMk id="19" creationId="{E507EEF5-5C97-BE57-C901-42F832BFD743}"/>
          </ac:graphicFrameMkLst>
        </pc:graphicFrameChg>
        <pc:graphicFrameChg chg="del mod modGraphic">
          <ac:chgData name="Rebecca Sanders (Astrea Central)" userId="e7f5d1b8-ecd1-4a1b-953d-aab670bc35bf" providerId="ADAL" clId="{CB1A5B23-5740-4835-ABD8-871AA0AE8B34}" dt="2025-06-28T21:24:51.977" v="2445" actId="21"/>
          <ac:graphicFrameMkLst>
            <pc:docMk/>
            <pc:sldMk cId="530947206" sldId="295"/>
            <ac:graphicFrameMk id="20" creationId="{66F59F03-567B-7D59-2DEE-7DDDD5E2100C}"/>
          </ac:graphicFrameMkLst>
        </pc:graphicFrameChg>
        <pc:graphicFrameChg chg="del mod modGraphic">
          <ac:chgData name="Rebecca Sanders (Astrea Central)" userId="e7f5d1b8-ecd1-4a1b-953d-aab670bc35bf" providerId="ADAL" clId="{CB1A5B23-5740-4835-ABD8-871AA0AE8B34}" dt="2025-06-28T21:24:51.977" v="2445" actId="21"/>
          <ac:graphicFrameMkLst>
            <pc:docMk/>
            <pc:sldMk cId="530947206" sldId="295"/>
            <ac:graphicFrameMk id="21" creationId="{702BAB75-16CB-0AB5-0BEA-E1BC0B085635}"/>
          </ac:graphicFrameMkLst>
        </pc:graphicFrameChg>
        <pc:graphicFrameChg chg="add mod modGraphic">
          <ac:chgData name="Rebecca Sanders (Astrea Central)" userId="e7f5d1b8-ecd1-4a1b-953d-aab670bc35bf" providerId="ADAL" clId="{CB1A5B23-5740-4835-ABD8-871AA0AE8B34}" dt="2025-06-28T21:32:27.301" v="2749" actId="20577"/>
          <ac:graphicFrameMkLst>
            <pc:docMk/>
            <pc:sldMk cId="530947206" sldId="295"/>
            <ac:graphicFrameMk id="22" creationId="{EB86B18C-22EE-E9AC-D642-52B673410D17}"/>
          </ac:graphicFrameMkLst>
        </pc:graphicFrameChg>
        <pc:graphicFrameChg chg="add mod modGraphic">
          <ac:chgData name="Rebecca Sanders (Astrea Central)" userId="e7f5d1b8-ecd1-4a1b-953d-aab670bc35bf" providerId="ADAL" clId="{CB1A5B23-5740-4835-ABD8-871AA0AE8B34}" dt="2025-06-28T21:30:09.407" v="2706" actId="403"/>
          <ac:graphicFrameMkLst>
            <pc:docMk/>
            <pc:sldMk cId="530947206" sldId="295"/>
            <ac:graphicFrameMk id="23" creationId="{4755C189-BD29-A3B4-556D-FDD1C5CE4C90}"/>
          </ac:graphicFrameMkLst>
        </pc:graphicFrameChg>
        <pc:graphicFrameChg chg="add mod modGraphic">
          <ac:chgData name="Rebecca Sanders (Astrea Central)" userId="e7f5d1b8-ecd1-4a1b-953d-aab670bc35bf" providerId="ADAL" clId="{CB1A5B23-5740-4835-ABD8-871AA0AE8B34}" dt="2025-06-28T21:29:02.360" v="2644" actId="1036"/>
          <ac:graphicFrameMkLst>
            <pc:docMk/>
            <pc:sldMk cId="530947206" sldId="295"/>
            <ac:graphicFrameMk id="24" creationId="{BF61BFAF-A631-49F1-BB15-9F67D0C3B9CB}"/>
          </ac:graphicFrameMkLst>
        </pc:graphicFrameChg>
        <pc:picChg chg="add mod">
          <ac:chgData name="Rebecca Sanders (Astrea Central)" userId="e7f5d1b8-ecd1-4a1b-953d-aab670bc35bf" providerId="ADAL" clId="{CB1A5B23-5740-4835-ABD8-871AA0AE8B34}" dt="2025-06-28T21:29:38.108" v="2671" actId="1037"/>
          <ac:picMkLst>
            <pc:docMk/>
            <pc:sldMk cId="530947206" sldId="295"/>
            <ac:picMk id="26" creationId="{43C56BEF-A627-45B7-7AD7-7E47C109D2B9}"/>
          </ac:picMkLst>
        </pc:picChg>
        <pc:picChg chg="add mod">
          <ac:chgData name="Rebecca Sanders (Astrea Central)" userId="e7f5d1b8-ecd1-4a1b-953d-aab670bc35bf" providerId="ADAL" clId="{CB1A5B23-5740-4835-ABD8-871AA0AE8B34}" dt="2025-06-28T21:32:06.154" v="2731" actId="14100"/>
          <ac:picMkLst>
            <pc:docMk/>
            <pc:sldMk cId="530947206" sldId="295"/>
            <ac:picMk id="28" creationId="{7AC8AA38-7BC0-30AF-1348-97C371BE3C6D}"/>
          </ac:picMkLst>
        </pc:picChg>
      </pc:sldChg>
      <pc:sldChg chg="delSp del mod">
        <pc:chgData name="Rebecca Sanders (Astrea Central)" userId="e7f5d1b8-ecd1-4a1b-953d-aab670bc35bf" providerId="ADAL" clId="{CB1A5B23-5740-4835-ABD8-871AA0AE8B34}" dt="2025-06-27T12:57:02.642" v="553" actId="47"/>
        <pc:sldMkLst>
          <pc:docMk/>
          <pc:sldMk cId="1593978582" sldId="295"/>
        </pc:sldMkLst>
        <pc:graphicFrameChg chg="del">
          <ac:chgData name="Rebecca Sanders (Astrea Central)" userId="e7f5d1b8-ecd1-4a1b-953d-aab670bc35bf" providerId="ADAL" clId="{CB1A5B23-5740-4835-ABD8-871AA0AE8B34}" dt="2025-06-27T12:56:26.960" v="542" actId="478"/>
          <ac:graphicFrameMkLst>
            <pc:docMk/>
            <pc:sldMk cId="1593978582" sldId="295"/>
            <ac:graphicFrameMk id="5" creationId="{094FBFFE-2917-D9C5-9E44-60A566A963C7}"/>
          </ac:graphicFrameMkLst>
        </pc:graphicFrameChg>
        <pc:graphicFrameChg chg="del">
          <ac:chgData name="Rebecca Sanders (Astrea Central)" userId="e7f5d1b8-ecd1-4a1b-953d-aab670bc35bf" providerId="ADAL" clId="{CB1A5B23-5740-4835-ABD8-871AA0AE8B34}" dt="2025-06-27T12:56:26.960" v="542" actId="478"/>
          <ac:graphicFrameMkLst>
            <pc:docMk/>
            <pc:sldMk cId="1593978582" sldId="295"/>
            <ac:graphicFrameMk id="6" creationId="{74B4E159-AB7F-3BDA-2C08-B8A22C59B3C0}"/>
          </ac:graphicFrameMkLst>
        </pc:graphicFrameChg>
        <pc:graphicFrameChg chg="del">
          <ac:chgData name="Rebecca Sanders (Astrea Central)" userId="e7f5d1b8-ecd1-4a1b-953d-aab670bc35bf" providerId="ADAL" clId="{CB1A5B23-5740-4835-ABD8-871AA0AE8B34}" dt="2025-06-27T12:56:26.960" v="542" actId="478"/>
          <ac:graphicFrameMkLst>
            <pc:docMk/>
            <pc:sldMk cId="1593978582" sldId="295"/>
            <ac:graphicFrameMk id="8" creationId="{B020C058-91AC-F539-0760-2AA1A05D3A57}"/>
          </ac:graphicFrameMkLst>
        </pc:graphicFrameChg>
        <pc:graphicFrameChg chg="del">
          <ac:chgData name="Rebecca Sanders (Astrea Central)" userId="e7f5d1b8-ecd1-4a1b-953d-aab670bc35bf" providerId="ADAL" clId="{CB1A5B23-5740-4835-ABD8-871AA0AE8B34}" dt="2025-06-27T12:56:26.960" v="542" actId="478"/>
          <ac:graphicFrameMkLst>
            <pc:docMk/>
            <pc:sldMk cId="1593978582" sldId="295"/>
            <ac:graphicFrameMk id="9" creationId="{502F5A45-C891-4560-001B-3E7844E5B499}"/>
          </ac:graphicFrameMkLst>
        </pc:graphicFrameChg>
        <pc:graphicFrameChg chg="del">
          <ac:chgData name="Rebecca Sanders (Astrea Central)" userId="e7f5d1b8-ecd1-4a1b-953d-aab670bc35bf" providerId="ADAL" clId="{CB1A5B23-5740-4835-ABD8-871AA0AE8B34}" dt="2025-06-27T12:56:26.960" v="542" actId="478"/>
          <ac:graphicFrameMkLst>
            <pc:docMk/>
            <pc:sldMk cId="1593978582" sldId="295"/>
            <ac:graphicFrameMk id="10" creationId="{ED0A68C9-1ED0-25C8-6221-F43AC2DC5765}"/>
          </ac:graphicFrameMkLst>
        </pc:graphicFrameChg>
      </pc:sldChg>
      <pc:sldChg chg="add del">
        <pc:chgData name="Rebecca Sanders (Astrea Central)" userId="e7f5d1b8-ecd1-4a1b-953d-aab670bc35bf" providerId="ADAL" clId="{CB1A5B23-5740-4835-ABD8-871AA0AE8B34}" dt="2025-06-27T13:02:29.923" v="559"/>
        <pc:sldMkLst>
          <pc:docMk/>
          <pc:sldMk cId="3627060903" sldId="295"/>
        </pc:sldMkLst>
      </pc:sldChg>
      <pc:sldChg chg="delSp del mod">
        <pc:chgData name="Rebecca Sanders (Astrea Central)" userId="e7f5d1b8-ecd1-4a1b-953d-aab670bc35bf" providerId="ADAL" clId="{CB1A5B23-5740-4835-ABD8-871AA0AE8B34}" dt="2025-06-27T12:57:01.114" v="550" actId="47"/>
        <pc:sldMkLst>
          <pc:docMk/>
          <pc:sldMk cId="1639001063" sldId="296"/>
        </pc:sldMkLst>
        <pc:graphicFrameChg chg="del">
          <ac:chgData name="Rebecca Sanders (Astrea Central)" userId="e7f5d1b8-ecd1-4a1b-953d-aab670bc35bf" providerId="ADAL" clId="{CB1A5B23-5740-4835-ABD8-871AA0AE8B34}" dt="2025-06-27T12:56:32.292" v="543" actId="478"/>
          <ac:graphicFrameMkLst>
            <pc:docMk/>
            <pc:sldMk cId="1639001063" sldId="296"/>
            <ac:graphicFrameMk id="5" creationId="{696EA7BA-02D6-3C4C-BE55-74A80A2AB162}"/>
          </ac:graphicFrameMkLst>
        </pc:graphicFrameChg>
        <pc:graphicFrameChg chg="del">
          <ac:chgData name="Rebecca Sanders (Astrea Central)" userId="e7f5d1b8-ecd1-4a1b-953d-aab670bc35bf" providerId="ADAL" clId="{CB1A5B23-5740-4835-ABD8-871AA0AE8B34}" dt="2025-06-27T12:56:32.292" v="543" actId="478"/>
          <ac:graphicFrameMkLst>
            <pc:docMk/>
            <pc:sldMk cId="1639001063" sldId="296"/>
            <ac:graphicFrameMk id="6" creationId="{1B445F4E-95CC-0A9C-B5F8-E66C1D795F17}"/>
          </ac:graphicFrameMkLst>
        </pc:graphicFrameChg>
        <pc:graphicFrameChg chg="del">
          <ac:chgData name="Rebecca Sanders (Astrea Central)" userId="e7f5d1b8-ecd1-4a1b-953d-aab670bc35bf" providerId="ADAL" clId="{CB1A5B23-5740-4835-ABD8-871AA0AE8B34}" dt="2025-06-27T12:56:32.292" v="543" actId="478"/>
          <ac:graphicFrameMkLst>
            <pc:docMk/>
            <pc:sldMk cId="1639001063" sldId="296"/>
            <ac:graphicFrameMk id="8" creationId="{3260E51D-68D8-F0E8-B753-BF4A88F1784B}"/>
          </ac:graphicFrameMkLst>
        </pc:graphicFrameChg>
        <pc:graphicFrameChg chg="del">
          <ac:chgData name="Rebecca Sanders (Astrea Central)" userId="e7f5d1b8-ecd1-4a1b-953d-aab670bc35bf" providerId="ADAL" clId="{CB1A5B23-5740-4835-ABD8-871AA0AE8B34}" dt="2025-06-27T12:56:32.292" v="543" actId="478"/>
          <ac:graphicFrameMkLst>
            <pc:docMk/>
            <pc:sldMk cId="1639001063" sldId="296"/>
            <ac:graphicFrameMk id="9" creationId="{BCD73A69-13EF-65EA-2CE9-4BEC628FBDB8}"/>
          </ac:graphicFrameMkLst>
        </pc:graphicFrameChg>
        <pc:graphicFrameChg chg="del">
          <ac:chgData name="Rebecca Sanders (Astrea Central)" userId="e7f5d1b8-ecd1-4a1b-953d-aab670bc35bf" providerId="ADAL" clId="{CB1A5B23-5740-4835-ABD8-871AA0AE8B34}" dt="2025-06-27T12:56:32.292" v="543" actId="478"/>
          <ac:graphicFrameMkLst>
            <pc:docMk/>
            <pc:sldMk cId="1639001063" sldId="296"/>
            <ac:graphicFrameMk id="10" creationId="{F59E74DB-8905-92D7-AB08-95E312F6DFC1}"/>
          </ac:graphicFrameMkLst>
        </pc:graphicFrameChg>
      </pc:sldChg>
      <pc:sldChg chg="addSp delSp modSp add del mod">
        <pc:chgData name="Rebecca Sanders (Astrea Central)" userId="e7f5d1b8-ecd1-4a1b-953d-aab670bc35bf" providerId="ADAL" clId="{CB1A5B23-5740-4835-ABD8-871AA0AE8B34}" dt="2025-06-28T21:19:53.273" v="2307" actId="21"/>
        <pc:sldMkLst>
          <pc:docMk/>
          <pc:sldMk cId="4147046648" sldId="296"/>
        </pc:sldMkLst>
        <pc:graphicFrameChg chg="add del mod">
          <ac:chgData name="Rebecca Sanders (Astrea Central)" userId="e7f5d1b8-ecd1-4a1b-953d-aab670bc35bf" providerId="ADAL" clId="{CB1A5B23-5740-4835-ABD8-871AA0AE8B34}" dt="2025-06-27T13:30:52.109" v="1122" actId="478"/>
          <ac:graphicFrameMkLst>
            <pc:docMk/>
            <pc:sldMk cId="4147046648" sldId="296"/>
            <ac:graphicFrameMk id="2" creationId="{8573EBF7-B514-AE31-A6FA-F38E29C8166C}"/>
          </ac:graphicFrameMkLst>
        </pc:graphicFrameChg>
        <pc:graphicFrameChg chg="add del mod">
          <ac:chgData name="Rebecca Sanders (Astrea Central)" userId="e7f5d1b8-ecd1-4a1b-953d-aab670bc35bf" providerId="ADAL" clId="{CB1A5B23-5740-4835-ABD8-871AA0AE8B34}" dt="2025-06-27T13:33:46.854" v="1167" actId="478"/>
          <ac:graphicFrameMkLst>
            <pc:docMk/>
            <pc:sldMk cId="4147046648" sldId="296"/>
            <ac:graphicFrameMk id="3" creationId="{FB5032E8-752C-161A-2321-96EF97A1ED03}"/>
          </ac:graphicFrameMkLst>
        </pc:graphicFrameChg>
        <pc:graphicFrameChg chg="mod modGraphic">
          <ac:chgData name="Rebecca Sanders (Astrea Central)" userId="e7f5d1b8-ecd1-4a1b-953d-aab670bc35bf" providerId="ADAL" clId="{CB1A5B23-5740-4835-ABD8-871AA0AE8B34}" dt="2025-06-28T21:18:10.035" v="2273" actId="1076"/>
          <ac:graphicFrameMkLst>
            <pc:docMk/>
            <pc:sldMk cId="4147046648" sldId="296"/>
            <ac:graphicFrameMk id="4" creationId="{ED39C30D-B0C0-A69E-9A9B-1364DBD23D8E}"/>
          </ac:graphicFrameMkLst>
        </pc:graphicFrameChg>
        <pc:graphicFrameChg chg="del mod modGraphic">
          <ac:chgData name="Rebecca Sanders (Astrea Central)" userId="e7f5d1b8-ecd1-4a1b-953d-aab670bc35bf" providerId="ADAL" clId="{CB1A5B23-5740-4835-ABD8-871AA0AE8B34}" dt="2025-06-28T21:16:26.723" v="2223" actId="21"/>
          <ac:graphicFrameMkLst>
            <pc:docMk/>
            <pc:sldMk cId="4147046648" sldId="296"/>
            <ac:graphicFrameMk id="5" creationId="{59A84359-1F56-BC2F-3055-EAA35A6FA05D}"/>
          </ac:graphicFrameMkLst>
        </pc:graphicFrameChg>
        <pc:graphicFrameChg chg="del mod modGraphic">
          <ac:chgData name="Rebecca Sanders (Astrea Central)" userId="e7f5d1b8-ecd1-4a1b-953d-aab670bc35bf" providerId="ADAL" clId="{CB1A5B23-5740-4835-ABD8-871AA0AE8B34}" dt="2025-06-28T21:16:26.723" v="2223" actId="21"/>
          <ac:graphicFrameMkLst>
            <pc:docMk/>
            <pc:sldMk cId="4147046648" sldId="296"/>
            <ac:graphicFrameMk id="6" creationId="{864987CE-B12D-17CC-27C1-3B98A16DD1AD}"/>
          </ac:graphicFrameMkLst>
        </pc:graphicFrameChg>
        <pc:graphicFrameChg chg="del mod modGraphic">
          <ac:chgData name="Rebecca Sanders (Astrea Central)" userId="e7f5d1b8-ecd1-4a1b-953d-aab670bc35bf" providerId="ADAL" clId="{CB1A5B23-5740-4835-ABD8-871AA0AE8B34}" dt="2025-06-28T21:16:26.723" v="2223" actId="21"/>
          <ac:graphicFrameMkLst>
            <pc:docMk/>
            <pc:sldMk cId="4147046648" sldId="296"/>
            <ac:graphicFrameMk id="7" creationId="{92AFEAED-F851-34F7-5DF3-75CEBC5249C3}"/>
          </ac:graphicFrameMkLst>
        </pc:graphicFrameChg>
        <pc:graphicFrameChg chg="del mod modGraphic">
          <ac:chgData name="Rebecca Sanders (Astrea Central)" userId="e7f5d1b8-ecd1-4a1b-953d-aab670bc35bf" providerId="ADAL" clId="{CB1A5B23-5740-4835-ABD8-871AA0AE8B34}" dt="2025-06-28T21:16:26.723" v="2223" actId="21"/>
          <ac:graphicFrameMkLst>
            <pc:docMk/>
            <pc:sldMk cId="4147046648" sldId="296"/>
            <ac:graphicFrameMk id="8" creationId="{6D4D12E8-74ED-2EDC-0D66-B664E79F2407}"/>
          </ac:graphicFrameMkLst>
        </pc:graphicFrameChg>
        <pc:graphicFrameChg chg="add del mod">
          <ac:chgData name="Rebecca Sanders (Astrea Central)" userId="e7f5d1b8-ecd1-4a1b-953d-aab670bc35bf" providerId="ADAL" clId="{CB1A5B23-5740-4835-ABD8-871AA0AE8B34}" dt="2025-06-27T13:35:59.446" v="1203" actId="478"/>
          <ac:graphicFrameMkLst>
            <pc:docMk/>
            <pc:sldMk cId="4147046648" sldId="296"/>
            <ac:graphicFrameMk id="9" creationId="{0C63E774-50B2-72F2-817A-5D927CC3F0B1}"/>
          </ac:graphicFrameMkLst>
        </pc:graphicFrameChg>
        <pc:graphicFrameChg chg="add del mod">
          <ac:chgData name="Rebecca Sanders (Astrea Central)" userId="e7f5d1b8-ecd1-4a1b-953d-aab670bc35bf" providerId="ADAL" clId="{CB1A5B23-5740-4835-ABD8-871AA0AE8B34}" dt="2025-06-27T13:35:06.729" v="1188" actId="478"/>
          <ac:graphicFrameMkLst>
            <pc:docMk/>
            <pc:sldMk cId="4147046648" sldId="296"/>
            <ac:graphicFrameMk id="12" creationId="{DFBFAD9B-3D14-93C2-851C-E252C7D94220}"/>
          </ac:graphicFrameMkLst>
        </pc:graphicFrameChg>
        <pc:graphicFrameChg chg="add del mod">
          <ac:chgData name="Rebecca Sanders (Astrea Central)" userId="e7f5d1b8-ecd1-4a1b-953d-aab670bc35bf" providerId="ADAL" clId="{CB1A5B23-5740-4835-ABD8-871AA0AE8B34}" dt="2025-06-27T13:35:37.662" v="1194" actId="478"/>
          <ac:graphicFrameMkLst>
            <pc:docMk/>
            <pc:sldMk cId="4147046648" sldId="296"/>
            <ac:graphicFrameMk id="13" creationId="{A2830A53-7FE7-E723-B898-8C8A0638E3F4}"/>
          </ac:graphicFrameMkLst>
        </pc:graphicFrameChg>
        <pc:graphicFrameChg chg="del mod modGraphic">
          <ac:chgData name="Rebecca Sanders (Astrea Central)" userId="e7f5d1b8-ecd1-4a1b-953d-aab670bc35bf" providerId="ADAL" clId="{CB1A5B23-5740-4835-ABD8-871AA0AE8B34}" dt="2025-06-28T21:15:47.787" v="2209" actId="21"/>
          <ac:graphicFrameMkLst>
            <pc:docMk/>
            <pc:sldMk cId="4147046648" sldId="296"/>
            <ac:graphicFrameMk id="14" creationId="{557E9910-23C0-995F-10B3-D75B4C158AFA}"/>
          </ac:graphicFrameMkLst>
        </pc:graphicFrameChg>
        <pc:graphicFrameChg chg="add del mod modGraphic">
          <ac:chgData name="Rebecca Sanders (Astrea Central)" userId="e7f5d1b8-ecd1-4a1b-953d-aab670bc35bf" providerId="ADAL" clId="{CB1A5B23-5740-4835-ABD8-871AA0AE8B34}" dt="2025-06-28T21:19:53.273" v="2307" actId="21"/>
          <ac:graphicFrameMkLst>
            <pc:docMk/>
            <pc:sldMk cId="4147046648" sldId="296"/>
            <ac:graphicFrameMk id="17" creationId="{939173D4-8752-A0D2-32FB-85989DA07304}"/>
          </ac:graphicFrameMkLst>
        </pc:graphicFrameChg>
        <pc:graphicFrameChg chg="add del mod modGraphic">
          <ac:chgData name="Rebecca Sanders (Astrea Central)" userId="e7f5d1b8-ecd1-4a1b-953d-aab670bc35bf" providerId="ADAL" clId="{CB1A5B23-5740-4835-ABD8-871AA0AE8B34}" dt="2025-06-28T21:19:53.273" v="2307" actId="21"/>
          <ac:graphicFrameMkLst>
            <pc:docMk/>
            <pc:sldMk cId="4147046648" sldId="296"/>
            <ac:graphicFrameMk id="18" creationId="{E507EEF5-5C97-BE57-C901-42F832BFD743}"/>
          </ac:graphicFrameMkLst>
        </pc:graphicFrameChg>
        <pc:graphicFrameChg chg="add del mod modGraphic">
          <ac:chgData name="Rebecca Sanders (Astrea Central)" userId="e7f5d1b8-ecd1-4a1b-953d-aab670bc35bf" providerId="ADAL" clId="{CB1A5B23-5740-4835-ABD8-871AA0AE8B34}" dt="2025-06-28T21:19:53.273" v="2307" actId="21"/>
          <ac:graphicFrameMkLst>
            <pc:docMk/>
            <pc:sldMk cId="4147046648" sldId="296"/>
            <ac:graphicFrameMk id="19" creationId="{EB86B18C-22EE-E9AC-D642-52B673410D17}"/>
          </ac:graphicFrameMkLst>
        </pc:graphicFrameChg>
        <pc:graphicFrameChg chg="add del mod modGraphic">
          <ac:chgData name="Rebecca Sanders (Astrea Central)" userId="e7f5d1b8-ecd1-4a1b-953d-aab670bc35bf" providerId="ADAL" clId="{CB1A5B23-5740-4835-ABD8-871AA0AE8B34}" dt="2025-06-28T21:19:53.273" v="2307" actId="21"/>
          <ac:graphicFrameMkLst>
            <pc:docMk/>
            <pc:sldMk cId="4147046648" sldId="296"/>
            <ac:graphicFrameMk id="20" creationId="{4755C189-BD29-A3B4-556D-FDD1C5CE4C90}"/>
          </ac:graphicFrameMkLst>
        </pc:graphicFrameChg>
        <pc:graphicFrameChg chg="add del mod modGraphic">
          <ac:chgData name="Rebecca Sanders (Astrea Central)" userId="e7f5d1b8-ecd1-4a1b-953d-aab670bc35bf" providerId="ADAL" clId="{CB1A5B23-5740-4835-ABD8-871AA0AE8B34}" dt="2025-06-28T21:19:53.273" v="2307" actId="21"/>
          <ac:graphicFrameMkLst>
            <pc:docMk/>
            <pc:sldMk cId="4147046648" sldId="296"/>
            <ac:graphicFrameMk id="21" creationId="{BF61BFAF-A631-49F1-BB15-9F67D0C3B9CB}"/>
          </ac:graphicFrameMkLst>
        </pc:graphicFrameChg>
        <pc:graphicFrameChg chg="add mod modGraphic">
          <ac:chgData name="Rebecca Sanders (Astrea Central)" userId="e7f5d1b8-ecd1-4a1b-953d-aab670bc35bf" providerId="ADAL" clId="{CB1A5B23-5740-4835-ABD8-871AA0AE8B34}" dt="2025-06-28T21:19:49.623" v="2306" actId="20577"/>
          <ac:graphicFrameMkLst>
            <pc:docMk/>
            <pc:sldMk cId="4147046648" sldId="296"/>
            <ac:graphicFrameMk id="22" creationId="{D01A7552-5797-055E-E0B7-F6DD2CB6CB55}"/>
          </ac:graphicFrameMkLst>
        </pc:graphicFrameChg>
        <pc:graphicFrameChg chg="add mod modGraphic">
          <ac:chgData name="Rebecca Sanders (Astrea Central)" userId="e7f5d1b8-ecd1-4a1b-953d-aab670bc35bf" providerId="ADAL" clId="{CB1A5B23-5740-4835-ABD8-871AA0AE8B34}" dt="2025-06-28T21:19:47.013" v="2304" actId="20577"/>
          <ac:graphicFrameMkLst>
            <pc:docMk/>
            <pc:sldMk cId="4147046648" sldId="296"/>
            <ac:graphicFrameMk id="23" creationId="{A7E30D60-8986-9A82-F5EF-5585D7692E44}"/>
          </ac:graphicFrameMkLst>
        </pc:graphicFrameChg>
        <pc:graphicFrameChg chg="add mod modGraphic">
          <ac:chgData name="Rebecca Sanders (Astrea Central)" userId="e7f5d1b8-ecd1-4a1b-953d-aab670bc35bf" providerId="ADAL" clId="{CB1A5B23-5740-4835-ABD8-871AA0AE8B34}" dt="2025-06-28T21:19:44.306" v="2302" actId="20577"/>
          <ac:graphicFrameMkLst>
            <pc:docMk/>
            <pc:sldMk cId="4147046648" sldId="296"/>
            <ac:graphicFrameMk id="24" creationId="{79373139-6650-B502-1B3E-11FDFC575A3B}"/>
          </ac:graphicFrameMkLst>
        </pc:graphicFrameChg>
        <pc:graphicFrameChg chg="add mod modGraphic">
          <ac:chgData name="Rebecca Sanders (Astrea Central)" userId="e7f5d1b8-ecd1-4a1b-953d-aab670bc35bf" providerId="ADAL" clId="{CB1A5B23-5740-4835-ABD8-871AA0AE8B34}" dt="2025-06-28T21:19:39.084" v="2300" actId="20577"/>
          <ac:graphicFrameMkLst>
            <pc:docMk/>
            <pc:sldMk cId="4147046648" sldId="296"/>
            <ac:graphicFrameMk id="25" creationId="{0BD4212F-F7D7-D41B-C86D-6E5069704A31}"/>
          </ac:graphicFrameMkLst>
        </pc:graphicFrameChg>
        <pc:graphicFrameChg chg="add mod modGraphic">
          <ac:chgData name="Rebecca Sanders (Astrea Central)" userId="e7f5d1b8-ecd1-4a1b-953d-aab670bc35bf" providerId="ADAL" clId="{CB1A5B23-5740-4835-ABD8-871AA0AE8B34}" dt="2025-06-28T21:19:30.450" v="2296" actId="20577"/>
          <ac:graphicFrameMkLst>
            <pc:docMk/>
            <pc:sldMk cId="4147046648" sldId="296"/>
            <ac:graphicFrameMk id="26" creationId="{862D9E18-EAB4-F6CB-7A0D-813E029AAAD7}"/>
          </ac:graphicFrameMkLst>
        </pc:graphicFrameChg>
        <pc:picChg chg="add del mod">
          <ac:chgData name="Rebecca Sanders (Astrea Central)" userId="e7f5d1b8-ecd1-4a1b-953d-aab670bc35bf" providerId="ADAL" clId="{CB1A5B23-5740-4835-ABD8-871AA0AE8B34}" dt="2025-06-28T21:16:26.723" v="2223" actId="21"/>
          <ac:picMkLst>
            <pc:docMk/>
            <pc:sldMk cId="4147046648" sldId="296"/>
            <ac:picMk id="11" creationId="{5E1FFEC1-D70E-2AFF-2008-E891934C7471}"/>
          </ac:picMkLst>
        </pc:picChg>
        <pc:picChg chg="add del mod modCrop">
          <ac:chgData name="Rebecca Sanders (Astrea Central)" userId="e7f5d1b8-ecd1-4a1b-953d-aab670bc35bf" providerId="ADAL" clId="{CB1A5B23-5740-4835-ABD8-871AA0AE8B34}" dt="2025-06-28T21:15:47.787" v="2209" actId="21"/>
          <ac:picMkLst>
            <pc:docMk/>
            <pc:sldMk cId="4147046648" sldId="296"/>
            <ac:picMk id="16" creationId="{AAE52293-D717-ACDE-3F51-2732834EFB71}"/>
          </ac:picMkLst>
        </pc:picChg>
        <pc:picChg chg="del">
          <ac:chgData name="Rebecca Sanders (Astrea Central)" userId="e7f5d1b8-ecd1-4a1b-953d-aab670bc35bf" providerId="ADAL" clId="{CB1A5B23-5740-4835-ABD8-871AA0AE8B34}" dt="2025-06-27T13:30:55.013" v="1123" actId="478"/>
          <ac:picMkLst>
            <pc:docMk/>
            <pc:sldMk cId="4147046648" sldId="296"/>
            <ac:picMk id="6147" creationId="{114D3BA3-2BF9-D7C4-A780-2E1251A8E24C}"/>
          </ac:picMkLst>
        </pc:picChg>
        <pc:picChg chg="add del mod">
          <ac:chgData name="Rebecca Sanders (Astrea Central)" userId="e7f5d1b8-ecd1-4a1b-953d-aab670bc35bf" providerId="ADAL" clId="{CB1A5B23-5740-4835-ABD8-871AA0AE8B34}" dt="2025-06-28T21:16:26.723" v="2223" actId="21"/>
          <ac:picMkLst>
            <pc:docMk/>
            <pc:sldMk cId="4147046648" sldId="296"/>
            <ac:picMk id="10241" creationId="{F4F867B1-9B90-7DD6-EE77-1EDB9601FE89}"/>
          </ac:picMkLst>
        </pc:picChg>
        <pc:picChg chg="add del mod">
          <ac:chgData name="Rebecca Sanders (Astrea Central)" userId="e7f5d1b8-ecd1-4a1b-953d-aab670bc35bf" providerId="ADAL" clId="{CB1A5B23-5740-4835-ABD8-871AA0AE8B34}" dt="2025-06-28T21:16:26.723" v="2223" actId="21"/>
          <ac:picMkLst>
            <pc:docMk/>
            <pc:sldMk cId="4147046648" sldId="296"/>
            <ac:picMk id="10242" creationId="{A6F2A5BB-1F57-8238-FB4D-1296F49456C8}"/>
          </ac:picMkLst>
        </pc:picChg>
        <pc:picChg chg="add del mod">
          <ac:chgData name="Rebecca Sanders (Astrea Central)" userId="e7f5d1b8-ecd1-4a1b-953d-aab670bc35bf" providerId="ADAL" clId="{CB1A5B23-5740-4835-ABD8-871AA0AE8B34}" dt="2025-06-28T21:16:26.723" v="2223" actId="21"/>
          <ac:picMkLst>
            <pc:docMk/>
            <pc:sldMk cId="4147046648" sldId="296"/>
            <ac:picMk id="10243" creationId="{137069F0-F538-3E0D-D5AE-D83BD034C64D}"/>
          </ac:picMkLst>
        </pc:picChg>
        <pc:picChg chg="add mod">
          <ac:chgData name="Rebecca Sanders (Astrea Central)" userId="e7f5d1b8-ecd1-4a1b-953d-aab670bc35bf" providerId="ADAL" clId="{CB1A5B23-5740-4835-ABD8-871AA0AE8B34}" dt="2025-06-28T21:18:10.035" v="2273" actId="1076"/>
          <ac:picMkLst>
            <pc:docMk/>
            <pc:sldMk cId="4147046648" sldId="296"/>
            <ac:picMk id="10244" creationId="{4EA10878-720A-0797-71B2-DDE036AF9793}"/>
          </ac:picMkLst>
        </pc:picChg>
        <pc:picChg chg="add del mod">
          <ac:chgData name="Rebecca Sanders (Astrea Central)" userId="e7f5d1b8-ecd1-4a1b-953d-aab670bc35bf" providerId="ADAL" clId="{CB1A5B23-5740-4835-ABD8-871AA0AE8B34}" dt="2025-06-28T21:16:26.723" v="2223" actId="21"/>
          <ac:picMkLst>
            <pc:docMk/>
            <pc:sldMk cId="4147046648" sldId="296"/>
            <ac:picMk id="11269" creationId="{39BE22CB-CC14-7B45-E5C8-70A9E9F1667E}"/>
          </ac:picMkLst>
        </pc:picChg>
      </pc:sldChg>
      <pc:sldChg chg="delSp del">
        <pc:chgData name="Rebecca Sanders (Astrea Central)" userId="e7f5d1b8-ecd1-4a1b-953d-aab670bc35bf" providerId="ADAL" clId="{CB1A5B23-5740-4835-ABD8-871AA0AE8B34}" dt="2025-06-27T12:57:01.488" v="551" actId="47"/>
        <pc:sldMkLst>
          <pc:docMk/>
          <pc:sldMk cId="1128546655" sldId="297"/>
        </pc:sldMkLst>
        <pc:graphicFrameChg chg="del">
          <ac:chgData name="Rebecca Sanders (Astrea Central)" userId="e7f5d1b8-ecd1-4a1b-953d-aab670bc35bf" providerId="ADAL" clId="{CB1A5B23-5740-4835-ABD8-871AA0AE8B34}" dt="2025-06-27T12:56:37.438" v="544" actId="478"/>
          <ac:graphicFrameMkLst>
            <pc:docMk/>
            <pc:sldMk cId="1128546655" sldId="297"/>
            <ac:graphicFrameMk id="5" creationId="{0DF9DEDC-0901-5B6D-1098-AEEB8F3872B5}"/>
          </ac:graphicFrameMkLst>
        </pc:graphicFrameChg>
        <pc:graphicFrameChg chg="del">
          <ac:chgData name="Rebecca Sanders (Astrea Central)" userId="e7f5d1b8-ecd1-4a1b-953d-aab670bc35bf" providerId="ADAL" clId="{CB1A5B23-5740-4835-ABD8-871AA0AE8B34}" dt="2025-06-27T12:56:37.438" v="544" actId="478"/>
          <ac:graphicFrameMkLst>
            <pc:docMk/>
            <pc:sldMk cId="1128546655" sldId="297"/>
            <ac:graphicFrameMk id="6" creationId="{F0059714-595D-A8E3-C0CC-D667606450F8}"/>
          </ac:graphicFrameMkLst>
        </pc:graphicFrameChg>
        <pc:graphicFrameChg chg="del">
          <ac:chgData name="Rebecca Sanders (Astrea Central)" userId="e7f5d1b8-ecd1-4a1b-953d-aab670bc35bf" providerId="ADAL" clId="{CB1A5B23-5740-4835-ABD8-871AA0AE8B34}" dt="2025-06-27T12:56:37.438" v="544" actId="478"/>
          <ac:graphicFrameMkLst>
            <pc:docMk/>
            <pc:sldMk cId="1128546655" sldId="297"/>
            <ac:graphicFrameMk id="11" creationId="{37B4D76B-6746-3361-BB5F-7ED981794124}"/>
          </ac:graphicFrameMkLst>
        </pc:graphicFrameChg>
        <pc:graphicFrameChg chg="del">
          <ac:chgData name="Rebecca Sanders (Astrea Central)" userId="e7f5d1b8-ecd1-4a1b-953d-aab670bc35bf" providerId="ADAL" clId="{CB1A5B23-5740-4835-ABD8-871AA0AE8B34}" dt="2025-06-27T12:56:37.438" v="544" actId="478"/>
          <ac:graphicFrameMkLst>
            <pc:docMk/>
            <pc:sldMk cId="1128546655" sldId="297"/>
            <ac:graphicFrameMk id="12" creationId="{82C737FC-C95B-01AF-E49E-EDFE33DD0FC1}"/>
          </ac:graphicFrameMkLst>
        </pc:graphicFrameChg>
        <pc:picChg chg="del">
          <ac:chgData name="Rebecca Sanders (Astrea Central)" userId="e7f5d1b8-ecd1-4a1b-953d-aab670bc35bf" providerId="ADAL" clId="{CB1A5B23-5740-4835-ABD8-871AA0AE8B34}" dt="2025-06-27T12:56:37.438" v="544" actId="478"/>
          <ac:picMkLst>
            <pc:docMk/>
            <pc:sldMk cId="1128546655" sldId="297"/>
            <ac:picMk id="18434" creationId="{856E87BD-E360-BC69-2304-660AD551365E}"/>
          </ac:picMkLst>
        </pc:picChg>
        <pc:cxnChg chg="del">
          <ac:chgData name="Rebecca Sanders (Astrea Central)" userId="e7f5d1b8-ecd1-4a1b-953d-aab670bc35bf" providerId="ADAL" clId="{CB1A5B23-5740-4835-ABD8-871AA0AE8B34}" dt="2025-06-27T12:56:37.438" v="544" actId="478"/>
          <ac:cxnSpMkLst>
            <pc:docMk/>
            <pc:sldMk cId="1128546655" sldId="297"/>
            <ac:cxnSpMk id="10" creationId="{9B1AB180-A9E9-8AAE-D9F5-43E1F5D217BC}"/>
          </ac:cxnSpMkLst>
        </pc:cxnChg>
      </pc:sldChg>
      <pc:sldChg chg="addSp delSp modSp add mod ord">
        <pc:chgData name="Rebecca Sanders (Astrea Central)" userId="e7f5d1b8-ecd1-4a1b-953d-aab670bc35bf" providerId="ADAL" clId="{CB1A5B23-5740-4835-ABD8-871AA0AE8B34}" dt="2025-06-28T21:23:52.919" v="2417" actId="21"/>
        <pc:sldMkLst>
          <pc:docMk/>
          <pc:sldMk cId="1860716963" sldId="297"/>
        </pc:sldMkLst>
        <pc:graphicFrameChg chg="add del mod modGraphic">
          <ac:chgData name="Rebecca Sanders (Astrea Central)" userId="e7f5d1b8-ecd1-4a1b-953d-aab670bc35bf" providerId="ADAL" clId="{CB1A5B23-5740-4835-ABD8-871AA0AE8B34}" dt="2025-06-28T21:19:07.519" v="2283" actId="21"/>
          <ac:graphicFrameMkLst>
            <pc:docMk/>
            <pc:sldMk cId="1860716963" sldId="297"/>
            <ac:graphicFrameMk id="2" creationId="{0BD4212F-F7D7-D41B-C86D-6E5069704A31}"/>
          </ac:graphicFrameMkLst>
        </pc:graphicFrameChg>
        <pc:graphicFrameChg chg="add del mod modGraphic">
          <ac:chgData name="Rebecca Sanders (Astrea Central)" userId="e7f5d1b8-ecd1-4a1b-953d-aab670bc35bf" providerId="ADAL" clId="{CB1A5B23-5740-4835-ABD8-871AA0AE8B34}" dt="2025-06-28T19:27:19.020" v="1276" actId="478"/>
          <ac:graphicFrameMkLst>
            <pc:docMk/>
            <pc:sldMk cId="1860716963" sldId="297"/>
            <ac:graphicFrameMk id="3" creationId="{62EBBF63-CB1A-2E32-C113-857581E70F5E}"/>
          </ac:graphicFrameMkLst>
        </pc:graphicFrameChg>
        <pc:graphicFrameChg chg="mod modGraphic">
          <ac:chgData name="Rebecca Sanders (Astrea Central)" userId="e7f5d1b8-ecd1-4a1b-953d-aab670bc35bf" providerId="ADAL" clId="{CB1A5B23-5740-4835-ABD8-871AA0AE8B34}" dt="2025-06-28T21:23:28.033" v="2394" actId="1036"/>
          <ac:graphicFrameMkLst>
            <pc:docMk/>
            <pc:sldMk cId="1860716963" sldId="297"/>
            <ac:graphicFrameMk id="4" creationId="{95D1FC04-8E4D-F1EC-31D9-853508C9C125}"/>
          </ac:graphicFrameMkLst>
        </pc:graphicFrameChg>
        <pc:graphicFrameChg chg="del mod modGraphic">
          <ac:chgData name="Rebecca Sanders (Astrea Central)" userId="e7f5d1b8-ecd1-4a1b-953d-aab670bc35bf" providerId="ADAL" clId="{CB1A5B23-5740-4835-ABD8-871AA0AE8B34}" dt="2025-06-28T21:19:07.519" v="2283" actId="21"/>
          <ac:graphicFrameMkLst>
            <pc:docMk/>
            <pc:sldMk cId="1860716963" sldId="297"/>
            <ac:graphicFrameMk id="5" creationId="{D01A7552-5797-055E-E0B7-F6DD2CB6CB55}"/>
          </ac:graphicFrameMkLst>
        </pc:graphicFrameChg>
        <pc:graphicFrameChg chg="del modGraphic">
          <ac:chgData name="Rebecca Sanders (Astrea Central)" userId="e7f5d1b8-ecd1-4a1b-953d-aab670bc35bf" providerId="ADAL" clId="{CB1A5B23-5740-4835-ABD8-871AA0AE8B34}" dt="2025-06-28T21:19:07.519" v="2283" actId="21"/>
          <ac:graphicFrameMkLst>
            <pc:docMk/>
            <pc:sldMk cId="1860716963" sldId="297"/>
            <ac:graphicFrameMk id="6" creationId="{A7E30D60-8986-9A82-F5EF-5585D7692E44}"/>
          </ac:graphicFrameMkLst>
        </pc:graphicFrameChg>
        <pc:graphicFrameChg chg="del modGraphic">
          <ac:chgData name="Rebecca Sanders (Astrea Central)" userId="e7f5d1b8-ecd1-4a1b-953d-aab670bc35bf" providerId="ADAL" clId="{CB1A5B23-5740-4835-ABD8-871AA0AE8B34}" dt="2025-06-28T21:19:07.519" v="2283" actId="21"/>
          <ac:graphicFrameMkLst>
            <pc:docMk/>
            <pc:sldMk cId="1860716963" sldId="297"/>
            <ac:graphicFrameMk id="7" creationId="{79373139-6650-B502-1B3E-11FDFC575A3B}"/>
          </ac:graphicFrameMkLst>
        </pc:graphicFrameChg>
        <pc:graphicFrameChg chg="del">
          <ac:chgData name="Rebecca Sanders (Astrea Central)" userId="e7f5d1b8-ecd1-4a1b-953d-aab670bc35bf" providerId="ADAL" clId="{CB1A5B23-5740-4835-ABD8-871AA0AE8B34}" dt="2025-06-27T13:37:13.197" v="1221" actId="478"/>
          <ac:graphicFrameMkLst>
            <pc:docMk/>
            <pc:sldMk cId="1860716963" sldId="297"/>
            <ac:graphicFrameMk id="8" creationId="{744F1AF6-3658-1735-3928-514879606306}"/>
          </ac:graphicFrameMkLst>
        </pc:graphicFrameChg>
        <pc:graphicFrameChg chg="add del mod modGraphic">
          <ac:chgData name="Rebecca Sanders (Astrea Central)" userId="e7f5d1b8-ecd1-4a1b-953d-aab670bc35bf" providerId="ADAL" clId="{CB1A5B23-5740-4835-ABD8-871AA0AE8B34}" dt="2025-06-28T21:19:07.519" v="2283" actId="21"/>
          <ac:graphicFrameMkLst>
            <pc:docMk/>
            <pc:sldMk cId="1860716963" sldId="297"/>
            <ac:graphicFrameMk id="9" creationId="{862D9E18-EAB4-F6CB-7A0D-813E029AAAD7}"/>
          </ac:graphicFrameMkLst>
        </pc:graphicFrameChg>
        <pc:graphicFrameChg chg="add mod modGraphic">
          <ac:chgData name="Rebecca Sanders (Astrea Central)" userId="e7f5d1b8-ecd1-4a1b-953d-aab670bc35bf" providerId="ADAL" clId="{CB1A5B23-5740-4835-ABD8-871AA0AE8B34}" dt="2025-06-28T21:23:45.043" v="2416" actId="20577"/>
          <ac:graphicFrameMkLst>
            <pc:docMk/>
            <pc:sldMk cId="1860716963" sldId="297"/>
            <ac:graphicFrameMk id="10" creationId="{D0C4F232-00F1-D0ED-5099-232BE3F2BC97}"/>
          </ac:graphicFrameMkLst>
        </pc:graphicFrameChg>
        <pc:graphicFrameChg chg="add mod modGraphic">
          <ac:chgData name="Rebecca Sanders (Astrea Central)" userId="e7f5d1b8-ecd1-4a1b-953d-aab670bc35bf" providerId="ADAL" clId="{CB1A5B23-5740-4835-ABD8-871AA0AE8B34}" dt="2025-06-28T21:23:42.313" v="2412" actId="20577"/>
          <ac:graphicFrameMkLst>
            <pc:docMk/>
            <pc:sldMk cId="1860716963" sldId="297"/>
            <ac:graphicFrameMk id="12" creationId="{56F1D117-9846-320C-953F-EB1F9A926A5F}"/>
          </ac:graphicFrameMkLst>
        </pc:graphicFrameChg>
        <pc:graphicFrameChg chg="add mod modGraphic">
          <ac:chgData name="Rebecca Sanders (Astrea Central)" userId="e7f5d1b8-ecd1-4a1b-953d-aab670bc35bf" providerId="ADAL" clId="{CB1A5B23-5740-4835-ABD8-871AA0AE8B34}" dt="2025-06-28T21:23:39.497" v="2408" actId="20577"/>
          <ac:graphicFrameMkLst>
            <pc:docMk/>
            <pc:sldMk cId="1860716963" sldId="297"/>
            <ac:graphicFrameMk id="13" creationId="{3379C5A4-612F-C0D5-DF08-280C659F4C82}"/>
          </ac:graphicFrameMkLst>
        </pc:graphicFrameChg>
        <pc:graphicFrameChg chg="del">
          <ac:chgData name="Rebecca Sanders (Astrea Central)" userId="e7f5d1b8-ecd1-4a1b-953d-aab670bc35bf" providerId="ADAL" clId="{CB1A5B23-5740-4835-ABD8-871AA0AE8B34}" dt="2025-06-27T13:37:13.197" v="1221" actId="478"/>
          <ac:graphicFrameMkLst>
            <pc:docMk/>
            <pc:sldMk cId="1860716963" sldId="297"/>
            <ac:graphicFrameMk id="14" creationId="{BDFDFEC0-E2BB-A9C9-0311-5EE0189C53BE}"/>
          </ac:graphicFrameMkLst>
        </pc:graphicFrameChg>
        <pc:graphicFrameChg chg="add mod modGraphic">
          <ac:chgData name="Rebecca Sanders (Astrea Central)" userId="e7f5d1b8-ecd1-4a1b-953d-aab670bc35bf" providerId="ADAL" clId="{CB1A5B23-5740-4835-ABD8-871AA0AE8B34}" dt="2025-06-28T21:23:34.927" v="2400" actId="6549"/>
          <ac:graphicFrameMkLst>
            <pc:docMk/>
            <pc:sldMk cId="1860716963" sldId="297"/>
            <ac:graphicFrameMk id="15" creationId="{41060B21-FC74-8205-FF74-A64660F45A51}"/>
          </ac:graphicFrameMkLst>
        </pc:graphicFrameChg>
        <pc:graphicFrameChg chg="add mod modGraphic">
          <ac:chgData name="Rebecca Sanders (Astrea Central)" userId="e7f5d1b8-ecd1-4a1b-953d-aab670bc35bf" providerId="ADAL" clId="{CB1A5B23-5740-4835-ABD8-871AA0AE8B34}" dt="2025-06-28T21:23:31.775" v="2396" actId="6549"/>
          <ac:graphicFrameMkLst>
            <pc:docMk/>
            <pc:sldMk cId="1860716963" sldId="297"/>
            <ac:graphicFrameMk id="16" creationId="{85654A48-8FDF-EE88-2B5D-B33C12C6CA3A}"/>
          </ac:graphicFrameMkLst>
        </pc:graphicFrameChg>
        <pc:graphicFrameChg chg="add del mod modGraphic">
          <ac:chgData name="Rebecca Sanders (Astrea Central)" userId="e7f5d1b8-ecd1-4a1b-953d-aab670bc35bf" providerId="ADAL" clId="{CB1A5B23-5740-4835-ABD8-871AA0AE8B34}" dt="2025-06-28T21:23:52.919" v="2417" actId="21"/>
          <ac:graphicFrameMkLst>
            <pc:docMk/>
            <pc:sldMk cId="1860716963" sldId="297"/>
            <ac:graphicFrameMk id="17" creationId="{939173D4-8752-A0D2-32FB-85989DA07304}"/>
          </ac:graphicFrameMkLst>
        </pc:graphicFrameChg>
        <pc:graphicFrameChg chg="add del mod modGraphic">
          <ac:chgData name="Rebecca Sanders (Astrea Central)" userId="e7f5d1b8-ecd1-4a1b-953d-aab670bc35bf" providerId="ADAL" clId="{CB1A5B23-5740-4835-ABD8-871AA0AE8B34}" dt="2025-06-28T21:23:52.919" v="2417" actId="21"/>
          <ac:graphicFrameMkLst>
            <pc:docMk/>
            <pc:sldMk cId="1860716963" sldId="297"/>
            <ac:graphicFrameMk id="18" creationId="{E507EEF5-5C97-BE57-C901-42F832BFD743}"/>
          </ac:graphicFrameMkLst>
        </pc:graphicFrameChg>
        <pc:graphicFrameChg chg="add del mod modGraphic">
          <ac:chgData name="Rebecca Sanders (Astrea Central)" userId="e7f5d1b8-ecd1-4a1b-953d-aab670bc35bf" providerId="ADAL" clId="{CB1A5B23-5740-4835-ABD8-871AA0AE8B34}" dt="2025-06-28T21:23:52.919" v="2417" actId="21"/>
          <ac:graphicFrameMkLst>
            <pc:docMk/>
            <pc:sldMk cId="1860716963" sldId="297"/>
            <ac:graphicFrameMk id="19" creationId="{EB86B18C-22EE-E9AC-D642-52B673410D17}"/>
          </ac:graphicFrameMkLst>
        </pc:graphicFrameChg>
        <pc:graphicFrameChg chg="add del mod modGraphic">
          <ac:chgData name="Rebecca Sanders (Astrea Central)" userId="e7f5d1b8-ecd1-4a1b-953d-aab670bc35bf" providerId="ADAL" clId="{CB1A5B23-5740-4835-ABD8-871AA0AE8B34}" dt="2025-06-28T21:23:52.919" v="2417" actId="21"/>
          <ac:graphicFrameMkLst>
            <pc:docMk/>
            <pc:sldMk cId="1860716963" sldId="297"/>
            <ac:graphicFrameMk id="20" creationId="{4755C189-BD29-A3B4-556D-FDD1C5CE4C90}"/>
          </ac:graphicFrameMkLst>
        </pc:graphicFrameChg>
        <pc:graphicFrameChg chg="add del mod modGraphic">
          <ac:chgData name="Rebecca Sanders (Astrea Central)" userId="e7f5d1b8-ecd1-4a1b-953d-aab670bc35bf" providerId="ADAL" clId="{CB1A5B23-5740-4835-ABD8-871AA0AE8B34}" dt="2025-06-28T21:23:52.919" v="2417" actId="21"/>
          <ac:graphicFrameMkLst>
            <pc:docMk/>
            <pc:sldMk cId="1860716963" sldId="297"/>
            <ac:graphicFrameMk id="21" creationId="{BF61BFAF-A631-49F1-BB15-9F67D0C3B9CB}"/>
          </ac:graphicFrameMkLst>
        </pc:graphicFrameChg>
        <pc:picChg chg="add mod">
          <ac:chgData name="Rebecca Sanders (Astrea Central)" userId="e7f5d1b8-ecd1-4a1b-953d-aab670bc35bf" providerId="ADAL" clId="{CB1A5B23-5740-4835-ABD8-871AA0AE8B34}" dt="2025-06-28T21:23:28.033" v="2394" actId="1036"/>
          <ac:picMkLst>
            <pc:docMk/>
            <pc:sldMk cId="1860716963" sldId="297"/>
            <ac:picMk id="11" creationId="{335F9A0F-AF19-B3DE-513E-682C9D3F5975}"/>
          </ac:picMkLst>
        </pc:picChg>
        <pc:picChg chg="del">
          <ac:chgData name="Rebecca Sanders (Astrea Central)" userId="e7f5d1b8-ecd1-4a1b-953d-aab670bc35bf" providerId="ADAL" clId="{CB1A5B23-5740-4835-ABD8-871AA0AE8B34}" dt="2025-06-27T13:37:14.357" v="1222" actId="478"/>
          <ac:picMkLst>
            <pc:docMk/>
            <pc:sldMk cId="1860716963" sldId="297"/>
            <ac:picMk id="6147" creationId="{908BEAB2-B3F2-E4AE-F49B-52BD18B733EC}"/>
          </ac:picMkLst>
        </pc:picChg>
      </pc:sldChg>
      <pc:sldChg chg="addSp delSp modSp add mod">
        <pc:chgData name="Rebecca Sanders (Astrea Central)" userId="e7f5d1b8-ecd1-4a1b-953d-aab670bc35bf" providerId="ADAL" clId="{CB1A5B23-5740-4835-ABD8-871AA0AE8B34}" dt="2025-06-28T21:18:37.498" v="2282" actId="403"/>
        <pc:sldMkLst>
          <pc:docMk/>
          <pc:sldMk cId="823217948" sldId="298"/>
        </pc:sldMkLst>
        <pc:graphicFrameChg chg="del mod modGraphic">
          <ac:chgData name="Rebecca Sanders (Astrea Central)" userId="e7f5d1b8-ecd1-4a1b-953d-aab670bc35bf" providerId="ADAL" clId="{CB1A5B23-5740-4835-ABD8-871AA0AE8B34}" dt="2025-06-28T21:16:06.236" v="2215" actId="21"/>
          <ac:graphicFrameMkLst>
            <pc:docMk/>
            <pc:sldMk cId="823217948" sldId="298"/>
            <ac:graphicFrameMk id="2" creationId="{939173D4-8752-A0D2-32FB-85989DA07304}"/>
          </ac:graphicFrameMkLst>
        </pc:graphicFrameChg>
        <pc:graphicFrameChg chg="mod modGraphic">
          <ac:chgData name="Rebecca Sanders (Astrea Central)" userId="e7f5d1b8-ecd1-4a1b-953d-aab670bc35bf" providerId="ADAL" clId="{CB1A5B23-5740-4835-ABD8-871AA0AE8B34}" dt="2025-06-28T20:44:45.991" v="2017" actId="20577"/>
          <ac:graphicFrameMkLst>
            <pc:docMk/>
            <pc:sldMk cId="823217948" sldId="298"/>
            <ac:graphicFrameMk id="3" creationId="{A25B0F47-F5D2-4349-592B-CA4BD52E92CD}"/>
          </ac:graphicFrameMkLst>
        </pc:graphicFrameChg>
        <pc:graphicFrameChg chg="del mod modGraphic">
          <ac:chgData name="Rebecca Sanders (Astrea Central)" userId="e7f5d1b8-ecd1-4a1b-953d-aab670bc35bf" providerId="ADAL" clId="{CB1A5B23-5740-4835-ABD8-871AA0AE8B34}" dt="2025-06-28T21:17:28.938" v="2253" actId="21"/>
          <ac:graphicFrameMkLst>
            <pc:docMk/>
            <pc:sldMk cId="823217948" sldId="298"/>
            <ac:graphicFrameMk id="4" creationId="{E507EEF5-5C97-BE57-C901-42F832BFD743}"/>
          </ac:graphicFrameMkLst>
        </pc:graphicFrameChg>
        <pc:graphicFrameChg chg="del mod modGraphic">
          <ac:chgData name="Rebecca Sanders (Astrea Central)" userId="e7f5d1b8-ecd1-4a1b-953d-aab670bc35bf" providerId="ADAL" clId="{CB1A5B23-5740-4835-ABD8-871AA0AE8B34}" dt="2025-06-28T21:17:28.938" v="2253" actId="21"/>
          <ac:graphicFrameMkLst>
            <pc:docMk/>
            <pc:sldMk cId="823217948" sldId="298"/>
            <ac:graphicFrameMk id="5" creationId="{EB86B18C-22EE-E9AC-D642-52B673410D17}"/>
          </ac:graphicFrameMkLst>
        </pc:graphicFrameChg>
        <pc:graphicFrameChg chg="del mod modGraphic">
          <ac:chgData name="Rebecca Sanders (Astrea Central)" userId="e7f5d1b8-ecd1-4a1b-953d-aab670bc35bf" providerId="ADAL" clId="{CB1A5B23-5740-4835-ABD8-871AA0AE8B34}" dt="2025-06-28T21:17:28.938" v="2253" actId="21"/>
          <ac:graphicFrameMkLst>
            <pc:docMk/>
            <pc:sldMk cId="823217948" sldId="298"/>
            <ac:graphicFrameMk id="6" creationId="{4755C189-BD29-A3B4-556D-FDD1C5CE4C90}"/>
          </ac:graphicFrameMkLst>
        </pc:graphicFrameChg>
        <pc:graphicFrameChg chg="del mod modGraphic">
          <ac:chgData name="Rebecca Sanders (Astrea Central)" userId="e7f5d1b8-ecd1-4a1b-953d-aab670bc35bf" providerId="ADAL" clId="{CB1A5B23-5740-4835-ABD8-871AA0AE8B34}" dt="2025-06-28T21:17:28.938" v="2253" actId="21"/>
          <ac:graphicFrameMkLst>
            <pc:docMk/>
            <pc:sldMk cId="823217948" sldId="298"/>
            <ac:graphicFrameMk id="7" creationId="{BF61BFAF-A631-49F1-BB15-9F67D0C3B9CB}"/>
          </ac:graphicFrameMkLst>
        </pc:graphicFrameChg>
        <pc:graphicFrameChg chg="add mod modGraphic">
          <ac:chgData name="Rebecca Sanders (Astrea Central)" userId="e7f5d1b8-ecd1-4a1b-953d-aab670bc35bf" providerId="ADAL" clId="{CB1A5B23-5740-4835-ABD8-871AA0AE8B34}" dt="2025-06-28T21:16:56.404" v="2245" actId="20577"/>
          <ac:graphicFrameMkLst>
            <pc:docMk/>
            <pc:sldMk cId="823217948" sldId="298"/>
            <ac:graphicFrameMk id="8" creationId="{59A84359-1F56-BC2F-3055-EAA35A6FA05D}"/>
          </ac:graphicFrameMkLst>
        </pc:graphicFrameChg>
        <pc:graphicFrameChg chg="add mod modGraphic">
          <ac:chgData name="Rebecca Sanders (Astrea Central)" userId="e7f5d1b8-ecd1-4a1b-953d-aab670bc35bf" providerId="ADAL" clId="{CB1A5B23-5740-4835-ABD8-871AA0AE8B34}" dt="2025-06-28T21:17:12.679" v="2252" actId="403"/>
          <ac:graphicFrameMkLst>
            <pc:docMk/>
            <pc:sldMk cId="823217948" sldId="298"/>
            <ac:graphicFrameMk id="9" creationId="{864987CE-B12D-17CC-27C1-3B98A16DD1AD}"/>
          </ac:graphicFrameMkLst>
        </pc:graphicFrameChg>
        <pc:graphicFrameChg chg="add mod modGraphic">
          <ac:chgData name="Rebecca Sanders (Astrea Central)" userId="e7f5d1b8-ecd1-4a1b-953d-aab670bc35bf" providerId="ADAL" clId="{CB1A5B23-5740-4835-ABD8-871AA0AE8B34}" dt="2025-06-28T21:16:50.589" v="2237" actId="20577"/>
          <ac:graphicFrameMkLst>
            <pc:docMk/>
            <pc:sldMk cId="823217948" sldId="298"/>
            <ac:graphicFrameMk id="10" creationId="{92AFEAED-F851-34F7-5DF3-75CEBC5249C3}"/>
          </ac:graphicFrameMkLst>
        </pc:graphicFrameChg>
        <pc:graphicFrameChg chg="add mod modGraphic">
          <ac:chgData name="Rebecca Sanders (Astrea Central)" userId="e7f5d1b8-ecd1-4a1b-953d-aab670bc35bf" providerId="ADAL" clId="{CB1A5B23-5740-4835-ABD8-871AA0AE8B34}" dt="2025-06-28T21:18:30.578" v="2279" actId="255"/>
          <ac:graphicFrameMkLst>
            <pc:docMk/>
            <pc:sldMk cId="823217948" sldId="298"/>
            <ac:graphicFrameMk id="11" creationId="{6D4D12E8-74ED-2EDC-0D66-B664E79F2407}"/>
          </ac:graphicFrameMkLst>
        </pc:graphicFrameChg>
        <pc:graphicFrameChg chg="add mod modGraphic">
          <ac:chgData name="Rebecca Sanders (Astrea Central)" userId="e7f5d1b8-ecd1-4a1b-953d-aab670bc35bf" providerId="ADAL" clId="{CB1A5B23-5740-4835-ABD8-871AA0AE8B34}" dt="2025-06-28T21:18:37.498" v="2282" actId="403"/>
          <ac:graphicFrameMkLst>
            <pc:docMk/>
            <pc:sldMk cId="823217948" sldId="298"/>
            <ac:graphicFrameMk id="14" creationId="{557E9910-23C0-995F-10B3-D75B4C158AFA}"/>
          </ac:graphicFrameMkLst>
        </pc:graphicFrameChg>
        <pc:picChg chg="add mod">
          <ac:chgData name="Rebecca Sanders (Astrea Central)" userId="e7f5d1b8-ecd1-4a1b-953d-aab670bc35bf" providerId="ADAL" clId="{CB1A5B23-5740-4835-ABD8-871AA0AE8B34}" dt="2025-06-28T21:16:42.958" v="2233" actId="1036"/>
          <ac:picMkLst>
            <pc:docMk/>
            <pc:sldMk cId="823217948" sldId="298"/>
            <ac:picMk id="12" creationId="{5E1FFEC1-D70E-2AFF-2008-E891934C7471}"/>
          </ac:picMkLst>
        </pc:picChg>
        <pc:picChg chg="add mod">
          <ac:chgData name="Rebecca Sanders (Astrea Central)" userId="e7f5d1b8-ecd1-4a1b-953d-aab670bc35bf" providerId="ADAL" clId="{CB1A5B23-5740-4835-ABD8-871AA0AE8B34}" dt="2025-06-28T21:16:42.958" v="2233" actId="1036"/>
          <ac:picMkLst>
            <pc:docMk/>
            <pc:sldMk cId="823217948" sldId="298"/>
            <ac:picMk id="16" creationId="{AAE52293-D717-ACDE-3F51-2732834EFB71}"/>
          </ac:picMkLst>
        </pc:picChg>
        <pc:picChg chg="add mod">
          <ac:chgData name="Rebecca Sanders (Astrea Central)" userId="e7f5d1b8-ecd1-4a1b-953d-aab670bc35bf" providerId="ADAL" clId="{CB1A5B23-5740-4835-ABD8-871AA0AE8B34}" dt="2025-06-28T21:16:42.958" v="2233" actId="1036"/>
          <ac:picMkLst>
            <pc:docMk/>
            <pc:sldMk cId="823217948" sldId="298"/>
            <ac:picMk id="10241" creationId="{F4F867B1-9B90-7DD6-EE77-1EDB9601FE89}"/>
          </ac:picMkLst>
        </pc:picChg>
        <pc:picChg chg="add mod">
          <ac:chgData name="Rebecca Sanders (Astrea Central)" userId="e7f5d1b8-ecd1-4a1b-953d-aab670bc35bf" providerId="ADAL" clId="{CB1A5B23-5740-4835-ABD8-871AA0AE8B34}" dt="2025-06-28T21:16:42.958" v="2233" actId="1036"/>
          <ac:picMkLst>
            <pc:docMk/>
            <pc:sldMk cId="823217948" sldId="298"/>
            <ac:picMk id="10242" creationId="{A6F2A5BB-1F57-8238-FB4D-1296F49456C8}"/>
          </ac:picMkLst>
        </pc:picChg>
        <pc:picChg chg="add mod">
          <ac:chgData name="Rebecca Sanders (Astrea Central)" userId="e7f5d1b8-ecd1-4a1b-953d-aab670bc35bf" providerId="ADAL" clId="{CB1A5B23-5740-4835-ABD8-871AA0AE8B34}" dt="2025-06-28T21:16:42.958" v="2233" actId="1036"/>
          <ac:picMkLst>
            <pc:docMk/>
            <pc:sldMk cId="823217948" sldId="298"/>
            <ac:picMk id="10243" creationId="{137069F0-F538-3E0D-D5AE-D83BD034C64D}"/>
          </ac:picMkLst>
        </pc:picChg>
        <pc:picChg chg="add mod">
          <ac:chgData name="Rebecca Sanders (Astrea Central)" userId="e7f5d1b8-ecd1-4a1b-953d-aab670bc35bf" providerId="ADAL" clId="{CB1A5B23-5740-4835-ABD8-871AA0AE8B34}" dt="2025-06-28T21:16:42.958" v="2233" actId="1036"/>
          <ac:picMkLst>
            <pc:docMk/>
            <pc:sldMk cId="823217948" sldId="298"/>
            <ac:picMk id="11269" creationId="{39BE22CB-CC14-7B45-E5C8-70A9E9F1667E}"/>
          </ac:picMkLst>
        </pc:picChg>
      </pc:sldChg>
      <pc:sldChg chg="delSp del mod">
        <pc:chgData name="Rebecca Sanders (Astrea Central)" userId="e7f5d1b8-ecd1-4a1b-953d-aab670bc35bf" providerId="ADAL" clId="{CB1A5B23-5740-4835-ABD8-871AA0AE8B34}" dt="2025-06-27T12:57:01.937" v="552" actId="47"/>
        <pc:sldMkLst>
          <pc:docMk/>
          <pc:sldMk cId="2027012965" sldId="298"/>
        </pc:sldMkLst>
        <pc:graphicFrameChg chg="del">
          <ac:chgData name="Rebecca Sanders (Astrea Central)" userId="e7f5d1b8-ecd1-4a1b-953d-aab670bc35bf" providerId="ADAL" clId="{CB1A5B23-5740-4835-ABD8-871AA0AE8B34}" dt="2025-06-27T12:56:40.999" v="545" actId="478"/>
          <ac:graphicFrameMkLst>
            <pc:docMk/>
            <pc:sldMk cId="2027012965" sldId="298"/>
            <ac:graphicFrameMk id="5" creationId="{62183E9A-8525-5D57-1410-10DA7921B4A7}"/>
          </ac:graphicFrameMkLst>
        </pc:graphicFrameChg>
        <pc:graphicFrameChg chg="del">
          <ac:chgData name="Rebecca Sanders (Astrea Central)" userId="e7f5d1b8-ecd1-4a1b-953d-aab670bc35bf" providerId="ADAL" clId="{CB1A5B23-5740-4835-ABD8-871AA0AE8B34}" dt="2025-06-27T12:56:40.999" v="545" actId="478"/>
          <ac:graphicFrameMkLst>
            <pc:docMk/>
            <pc:sldMk cId="2027012965" sldId="298"/>
            <ac:graphicFrameMk id="6" creationId="{70154C76-323C-FE72-4D83-9590258C282D}"/>
          </ac:graphicFrameMkLst>
        </pc:graphicFrameChg>
        <pc:graphicFrameChg chg="del">
          <ac:chgData name="Rebecca Sanders (Astrea Central)" userId="e7f5d1b8-ecd1-4a1b-953d-aab670bc35bf" providerId="ADAL" clId="{CB1A5B23-5740-4835-ABD8-871AA0AE8B34}" dt="2025-06-27T12:56:40.999" v="545" actId="478"/>
          <ac:graphicFrameMkLst>
            <pc:docMk/>
            <pc:sldMk cId="2027012965" sldId="298"/>
            <ac:graphicFrameMk id="13" creationId="{862453E7-7671-5D41-B62E-BDA80FAC3B9E}"/>
          </ac:graphicFrameMkLst>
        </pc:graphicFrameChg>
      </pc:sldChg>
      <pc:sldChg chg="delSp modSp add mod">
        <pc:chgData name="Rebecca Sanders (Astrea Central)" userId="e7f5d1b8-ecd1-4a1b-953d-aab670bc35bf" providerId="ADAL" clId="{CB1A5B23-5740-4835-ABD8-871AA0AE8B34}" dt="2025-06-28T19:39:17.053" v="1633"/>
        <pc:sldMkLst>
          <pc:docMk/>
          <pc:sldMk cId="3216946113" sldId="299"/>
        </pc:sldMkLst>
        <pc:graphicFrameChg chg="del">
          <ac:chgData name="Rebecca Sanders (Astrea Central)" userId="e7f5d1b8-ecd1-4a1b-953d-aab670bc35bf" providerId="ADAL" clId="{CB1A5B23-5740-4835-ABD8-871AA0AE8B34}" dt="2025-06-27T13:38:28.622" v="1273" actId="478"/>
          <ac:graphicFrameMkLst>
            <pc:docMk/>
            <pc:sldMk cId="3216946113" sldId="299"/>
            <ac:graphicFrameMk id="2" creationId="{9E7ACC90-4A7A-EB54-CB6B-71432EEDFF8E}"/>
          </ac:graphicFrameMkLst>
        </pc:graphicFrameChg>
        <pc:graphicFrameChg chg="del">
          <ac:chgData name="Rebecca Sanders (Astrea Central)" userId="e7f5d1b8-ecd1-4a1b-953d-aab670bc35bf" providerId="ADAL" clId="{CB1A5B23-5740-4835-ABD8-871AA0AE8B34}" dt="2025-06-27T13:38:28.622" v="1273" actId="478"/>
          <ac:graphicFrameMkLst>
            <pc:docMk/>
            <pc:sldMk cId="3216946113" sldId="299"/>
            <ac:graphicFrameMk id="3" creationId="{7F446A2B-C325-536C-4749-75A57333F4CE}"/>
          </ac:graphicFrameMkLst>
        </pc:graphicFrameChg>
        <pc:graphicFrameChg chg="mod modGraphic">
          <ac:chgData name="Rebecca Sanders (Astrea Central)" userId="e7f5d1b8-ecd1-4a1b-953d-aab670bc35bf" providerId="ADAL" clId="{CB1A5B23-5740-4835-ABD8-871AA0AE8B34}" dt="2025-06-28T19:39:17.053" v="1633"/>
          <ac:graphicFrameMkLst>
            <pc:docMk/>
            <pc:sldMk cId="3216946113" sldId="299"/>
            <ac:graphicFrameMk id="4" creationId="{381B399E-82DE-6DA6-6BD3-D30BD24ECDD7}"/>
          </ac:graphicFrameMkLst>
        </pc:graphicFrameChg>
        <pc:graphicFrameChg chg="mod modGraphic">
          <ac:chgData name="Rebecca Sanders (Astrea Central)" userId="e7f5d1b8-ecd1-4a1b-953d-aab670bc35bf" providerId="ADAL" clId="{CB1A5B23-5740-4835-ABD8-871AA0AE8B34}" dt="2025-06-28T19:38:46.267" v="1627" actId="20577"/>
          <ac:graphicFrameMkLst>
            <pc:docMk/>
            <pc:sldMk cId="3216946113" sldId="299"/>
            <ac:graphicFrameMk id="5" creationId="{12DF4DDC-12D4-C7BE-C124-C423742C0A53}"/>
          </ac:graphicFrameMkLst>
        </pc:graphicFrameChg>
        <pc:graphicFrameChg chg="del">
          <ac:chgData name="Rebecca Sanders (Astrea Central)" userId="e7f5d1b8-ecd1-4a1b-953d-aab670bc35bf" providerId="ADAL" clId="{CB1A5B23-5740-4835-ABD8-871AA0AE8B34}" dt="2025-06-27T13:38:28.622" v="1273" actId="478"/>
          <ac:graphicFrameMkLst>
            <pc:docMk/>
            <pc:sldMk cId="3216946113" sldId="299"/>
            <ac:graphicFrameMk id="6" creationId="{0D7D8576-7A69-15F0-B604-F1C60EA5A6B7}"/>
          </ac:graphicFrameMkLst>
        </pc:graphicFrameChg>
        <pc:graphicFrameChg chg="del">
          <ac:chgData name="Rebecca Sanders (Astrea Central)" userId="e7f5d1b8-ecd1-4a1b-953d-aab670bc35bf" providerId="ADAL" clId="{CB1A5B23-5740-4835-ABD8-871AA0AE8B34}" dt="2025-06-27T13:38:28.622" v="1273" actId="478"/>
          <ac:graphicFrameMkLst>
            <pc:docMk/>
            <pc:sldMk cId="3216946113" sldId="299"/>
            <ac:graphicFrameMk id="7" creationId="{4D385068-1D7F-5834-B53B-7529B1D13FF7}"/>
          </ac:graphicFrameMkLst>
        </pc:graphicFrameChg>
      </pc:sldChg>
    </pc:docChg>
  </pc:docChgLst>
  <pc:docChgLst>
    <pc:chgData name="Rebecca Sanders (Astrea Central)" userId="e7f5d1b8-ecd1-4a1b-953d-aab670bc35bf" providerId="ADAL" clId="{5E019FEC-80F0-40D7-9B66-1CA768E1E6D4}"/>
    <pc:docChg chg="custSel modSld">
      <pc:chgData name="Rebecca Sanders (Astrea Central)" userId="e7f5d1b8-ecd1-4a1b-953d-aab670bc35bf" providerId="ADAL" clId="{5E019FEC-80F0-40D7-9B66-1CA768E1E6D4}" dt="2025-06-28T21:57:57.929" v="2" actId="255"/>
      <pc:docMkLst>
        <pc:docMk/>
      </pc:docMkLst>
      <pc:sldChg chg="modSp mod">
        <pc:chgData name="Rebecca Sanders (Astrea Central)" userId="e7f5d1b8-ecd1-4a1b-953d-aab670bc35bf" providerId="ADAL" clId="{5E019FEC-80F0-40D7-9B66-1CA768E1E6D4}" dt="2025-06-28T21:57:57.929" v="2" actId="255"/>
        <pc:sldMkLst>
          <pc:docMk/>
          <pc:sldMk cId="1860716963" sldId="297"/>
        </pc:sldMkLst>
        <pc:graphicFrameChg chg="mod modGraphic">
          <ac:chgData name="Rebecca Sanders (Astrea Central)" userId="e7f5d1b8-ecd1-4a1b-953d-aab670bc35bf" providerId="ADAL" clId="{5E019FEC-80F0-40D7-9B66-1CA768E1E6D4}" dt="2025-06-28T21:57:38.624" v="1" actId="798"/>
          <ac:graphicFrameMkLst>
            <pc:docMk/>
            <pc:sldMk cId="1860716963" sldId="297"/>
            <ac:graphicFrameMk id="13" creationId="{3379C5A4-612F-C0D5-DF08-280C659F4C82}"/>
          </ac:graphicFrameMkLst>
        </pc:graphicFrameChg>
        <pc:graphicFrameChg chg="modGraphic">
          <ac:chgData name="Rebecca Sanders (Astrea Central)" userId="e7f5d1b8-ecd1-4a1b-953d-aab670bc35bf" providerId="ADAL" clId="{5E019FEC-80F0-40D7-9B66-1CA768E1E6D4}" dt="2025-06-28T21:57:57.929" v="2" actId="255"/>
          <ac:graphicFrameMkLst>
            <pc:docMk/>
            <pc:sldMk cId="1860716963" sldId="297"/>
            <ac:graphicFrameMk id="16" creationId="{85654A48-8FDF-EE88-2B5D-B33C12C6CA3A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09D424-F97F-4FEC-9C5B-E05015714A42}" type="datetimeFigureOut">
              <a:rPr lang="en-GB" smtClean="0"/>
              <a:t>15/09/2025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4F318E-449F-400E-B093-1E8CCC4A1DD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25322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DDC86A-97BA-4481-BA9F-F959D780CDA1}" type="datetimeFigureOut">
              <a:rPr lang="en-GB" smtClean="0"/>
              <a:t>15/09/2025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3D9D7-AA1D-4C21-893F-446CEC1C7A9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392708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DDC86A-97BA-4481-BA9F-F959D780CDA1}" type="datetimeFigureOut">
              <a:rPr lang="en-GB" smtClean="0"/>
              <a:t>15/09/2025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3D9D7-AA1D-4C21-893F-446CEC1C7A9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449150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DDC86A-97BA-4481-BA9F-F959D780CDA1}" type="datetimeFigureOut">
              <a:rPr lang="en-GB" smtClean="0"/>
              <a:t>15/09/2025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3D9D7-AA1D-4C21-893F-446CEC1C7A9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811087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DDC86A-97BA-4481-BA9F-F959D780CDA1}" type="datetimeFigureOut">
              <a:rPr lang="en-GB" smtClean="0"/>
              <a:t>15/09/2025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3D9D7-AA1D-4C21-893F-446CEC1C7A9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10378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DDC86A-97BA-4481-BA9F-F959D780CDA1}" type="datetimeFigureOut">
              <a:rPr lang="en-GB" smtClean="0"/>
              <a:t>15/09/2025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3D9D7-AA1D-4C21-893F-446CEC1C7A9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676964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DDC86A-97BA-4481-BA9F-F959D780CDA1}" type="datetimeFigureOut">
              <a:rPr lang="en-GB" smtClean="0"/>
              <a:t>15/09/2025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3D9D7-AA1D-4C21-893F-446CEC1C7A9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22637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DDC86A-97BA-4481-BA9F-F959D780CDA1}" type="datetimeFigureOut">
              <a:rPr lang="en-GB" smtClean="0"/>
              <a:t>15/09/2025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3D9D7-AA1D-4C21-893F-446CEC1C7A9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55778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DDC86A-97BA-4481-BA9F-F959D780CDA1}" type="datetimeFigureOut">
              <a:rPr lang="en-GB" smtClean="0"/>
              <a:t>15/09/2025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3D9D7-AA1D-4C21-893F-446CEC1C7A9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162896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DDC86A-97BA-4481-BA9F-F959D780CDA1}" type="datetimeFigureOut">
              <a:rPr lang="en-GB" smtClean="0"/>
              <a:t>15/09/2025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3D9D7-AA1D-4C21-893F-446CEC1C7A9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176043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DDC86A-97BA-4481-BA9F-F959D780CDA1}" type="datetimeFigureOut">
              <a:rPr lang="en-GB" smtClean="0"/>
              <a:t>15/09/2025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3D9D7-AA1D-4C21-893F-446CEC1C7A9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009105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DDC86A-97BA-4481-BA9F-F959D780CDA1}" type="datetimeFigureOut">
              <a:rPr lang="en-GB" smtClean="0"/>
              <a:t>15/09/2025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3D9D7-AA1D-4C21-893F-446CEC1C7A9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685566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EDDC86A-97BA-4481-BA9F-F959D780CDA1}" type="datetimeFigureOut">
              <a:rPr lang="en-GB" smtClean="0"/>
              <a:t>15/09/2025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AC3D9D7-AA1D-4C21-893F-446CEC1C7A9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18403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Box 3">
            <a:extLst>
              <a:ext uri="{FF2B5EF4-FFF2-40B4-BE49-F238E27FC236}">
                <a16:creationId xmlns:a16="http://schemas.microsoft.com/office/drawing/2014/main" id="{450C674C-91E2-CD99-AF05-D3FBF7CF42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8125" y="7206202"/>
            <a:ext cx="6338137" cy="2263987"/>
          </a:xfrm>
          <a:prstGeom prst="rect">
            <a:avLst/>
          </a:prstGeom>
          <a:noFill/>
          <a:ln w="9525" algn="in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EEECE1"/>
                  </a:outerShdw>
                </a:effectLst>
              </a14:hiddenEffects>
            </a:ext>
          </a:extLst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sng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Equipment and Instructions</a:t>
            </a:r>
            <a:endParaRPr kumimoji="0" lang="en-US" altLang="en-US" sz="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ymbol" panose="05050102010706020507" pitchFamily="18" charset="2"/>
                <a:ea typeface="Times New Roman" panose="02020603050405020304" pitchFamily="18" charset="0"/>
                <a:cs typeface="Calibri" panose="020F0502020204030204" pitchFamily="34" charset="0"/>
              </a:rPr>
              <a:t>·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 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Complete all information on the front cover</a:t>
            </a:r>
            <a:endParaRPr kumimoji="0" lang="en-US" altLang="en-US" sz="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ymbol" panose="05050102010706020507" pitchFamily="18" charset="2"/>
                <a:ea typeface="Times New Roman" panose="02020603050405020304" pitchFamily="18" charset="0"/>
                <a:cs typeface="Calibri" panose="020F0502020204030204" pitchFamily="34" charset="0"/>
              </a:rPr>
              <a:t>·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 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Answer all questions</a:t>
            </a:r>
            <a:endParaRPr kumimoji="0" lang="en-US" altLang="en-US" sz="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ymbol" panose="05050102010706020507" pitchFamily="18" charset="2"/>
                <a:ea typeface="Times New Roman" panose="02020603050405020304" pitchFamily="18" charset="0"/>
                <a:cs typeface="Calibri" panose="020F0502020204030204" pitchFamily="34" charset="0"/>
              </a:rPr>
              <a:t>·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 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Cross through any work you do not want to be marked</a:t>
            </a:r>
            <a:endParaRPr kumimoji="0" lang="en-US" altLang="en-US" sz="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ymbol" panose="05050102010706020507" pitchFamily="18" charset="2"/>
                <a:ea typeface="Times New Roman" panose="02020603050405020304" pitchFamily="18" charset="0"/>
                <a:cs typeface="Calibri" panose="020F0502020204030204" pitchFamily="34" charset="0"/>
              </a:rPr>
              <a:t>·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 </a:t>
            </a:r>
            <a:r>
              <a:rPr kumimoji="0" lang="en-US" altLang="en-US" sz="12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You may NOT use a calculator</a:t>
            </a:r>
            <a:endParaRPr kumimoji="0" lang="en-US" altLang="en-US" sz="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ymbol" panose="05050102010706020507" pitchFamily="18" charset="2"/>
                <a:ea typeface="Times New Roman" panose="02020603050405020304" pitchFamily="18" charset="0"/>
                <a:cs typeface="Calibri" panose="020F0502020204030204" pitchFamily="34" charset="0"/>
              </a:rPr>
              <a:t>·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 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Use the space provided to show clear working</a:t>
            </a:r>
            <a:endParaRPr kumimoji="0" lang="en-US" altLang="en-US" sz="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 </a:t>
            </a:r>
            <a:endParaRPr kumimoji="0" lang="en-US" altLang="en-US" sz="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Rounded Rectangle 4">
            <a:extLst>
              <a:ext uri="{FF2B5EF4-FFF2-40B4-BE49-F238E27FC236}">
                <a16:creationId xmlns:a16="http://schemas.microsoft.com/office/drawing/2014/main" id="{DABF0F86-F1E2-8634-A913-10EDA5F7D9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6734" y="1122634"/>
            <a:ext cx="6454775" cy="787957"/>
          </a:xfrm>
          <a:prstGeom prst="roundRect">
            <a:avLst>
              <a:gd name="adj" fmla="val 16667"/>
            </a:avLst>
          </a:prstGeom>
          <a:solidFill>
            <a:srgbClr val="8E3232"/>
          </a:solidFill>
          <a:ln w="9525" algn="in">
            <a:solidFill>
              <a:schemeClr val="tx1"/>
            </a:solidFill>
            <a:round/>
            <a:headEnd/>
            <a:tailEnd/>
          </a:ln>
          <a:effectLst/>
        </p:spPr>
        <p:txBody>
          <a:bodyPr vert="horz" wrap="square" lIns="36576" tIns="36576" rIns="36576" bIns="36576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48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Y7 Mathematics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Rounded Rectangle 5">
            <a:extLst>
              <a:ext uri="{FF2B5EF4-FFF2-40B4-BE49-F238E27FC236}">
                <a16:creationId xmlns:a16="http://schemas.microsoft.com/office/drawing/2014/main" id="{10E3C1E9-0C67-2727-8B66-8CB3DB9145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9909" y="281259"/>
            <a:ext cx="6454775" cy="765175"/>
          </a:xfrm>
          <a:prstGeom prst="roundRect">
            <a:avLst>
              <a:gd name="adj" fmla="val 16667"/>
            </a:avLst>
          </a:prstGeom>
          <a:solidFill>
            <a:srgbClr val="002060"/>
          </a:solidFill>
          <a:ln w="9525" algn="in">
            <a:solidFill>
              <a:schemeClr val="tx1"/>
            </a:solidFill>
            <a:round/>
            <a:headEnd/>
            <a:tailEnd/>
          </a:ln>
          <a:effectLst/>
        </p:spPr>
        <p:txBody>
          <a:bodyPr vert="horz" wrap="square" lIns="36576" tIns="36576" rIns="36576" bIns="36576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Fluency Quiz HT1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929A1AD-9CBC-E83A-C8EE-503E626221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144" y="98213"/>
            <a:ext cx="6646862" cy="9605346"/>
          </a:xfrm>
          <a:prstGeom prst="rect">
            <a:avLst/>
          </a:prstGeom>
          <a:noFill/>
          <a:ln w="38100" algn="in">
            <a:solidFill>
              <a:schemeClr val="dk1">
                <a:lumMod val="0"/>
                <a:lumOff val="0"/>
              </a:schemeClr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EEECE1"/>
                  </a:outerShdw>
                </a:effectLst>
              </a14:hiddenEffects>
            </a:ext>
          </a:extLst>
        </p:spPr>
        <p:txBody>
          <a:bodyPr rot="0" vert="horz" wrap="square" lIns="36576" tIns="36576" rIns="36576" bIns="36576" anchor="t" anchorCtr="0" upright="1">
            <a:noAutofit/>
          </a:bodyPr>
          <a:lstStyle/>
          <a:p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2DDF129-7C06-3392-E9DF-9AE74E238B21}"/>
              </a:ext>
            </a:extLst>
          </p:cNvPr>
          <p:cNvSpPr>
            <a:spLocks noChangeArrowheads="1" noChangeShapeType="1"/>
          </p:cNvSpPr>
          <p:nvPr/>
        </p:nvSpPr>
        <p:spPr bwMode="auto">
          <a:xfrm>
            <a:off x="3914184" y="9094787"/>
            <a:ext cx="2754312" cy="881063"/>
          </a:xfrm>
          <a:prstGeom prst="rect">
            <a:avLst/>
          </a:prstGeom>
          <a:noFill/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in">
                <a:noFill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EEECE1"/>
                  </a:outerShdw>
                </a:effectLst>
              </a14:hiddenEffects>
            </a:ext>
          </a:extLst>
        </p:spPr>
        <p:txBody>
          <a:bodyPr rot="0" vert="horz" wrap="square" lIns="0" tIns="0" rIns="0" bIns="0" anchor="t" anchorCtr="0" upright="1">
            <a:noAutofit/>
          </a:bodyPr>
          <a:lstStyle/>
          <a:p>
            <a:endParaRPr lang="en-GB"/>
          </a:p>
        </p:txBody>
      </p:sp>
      <p:sp>
        <p:nvSpPr>
          <p:cNvPr id="13" name="Text Box 2">
            <a:extLst>
              <a:ext uri="{FF2B5EF4-FFF2-40B4-BE49-F238E27FC236}">
                <a16:creationId xmlns:a16="http://schemas.microsoft.com/office/drawing/2014/main" id="{85A86B49-D5F7-2357-D197-CD28E60D3A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0262" y="6188731"/>
            <a:ext cx="6336000" cy="919259"/>
          </a:xfrm>
          <a:prstGeom prst="rect">
            <a:avLst/>
          </a:prstGeom>
          <a:noFill/>
          <a:ln w="9525" algn="in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EEECE1"/>
                  </a:outerShdw>
                </a:effectLst>
              </a14:hiddenEffects>
            </a:ext>
          </a:extLst>
        </p:spPr>
        <p:txBody>
          <a:bodyPr vert="horz" wrap="square" lIns="36576" tIns="36576" rIns="36576" bIns="36576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sng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Information and Advice</a:t>
            </a:r>
            <a:endParaRPr kumimoji="0" lang="en-US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· This quiz must be completed under exam conditions</a:t>
            </a:r>
            <a:endParaRPr kumimoji="0" lang="en-US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· </a:t>
            </a:r>
            <a:r>
              <a:rPr kumimoji="0" lang="en-US" altLang="en-US" sz="12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100% of the content in this quiz has been taught in lessons up to this point</a:t>
            </a:r>
            <a:endParaRPr kumimoji="0" lang="en-US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· The maximum number of marks for this quiz is </a:t>
            </a:r>
            <a:r>
              <a:rPr kumimoji="0" lang="en-US" altLang="en-US" sz="1200" b="1" i="0" u="sng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50 marks</a:t>
            </a:r>
            <a:endParaRPr kumimoji="0" lang="en-US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15" name="Control 13">
            <a:extLst>
              <a:ext uri="{FF2B5EF4-FFF2-40B4-BE49-F238E27FC236}">
                <a16:creationId xmlns:a16="http://schemas.microsoft.com/office/drawing/2014/main" id="{BAD7C7B7-0718-B2BF-D62A-60191E160429}"/>
              </a:ext>
            </a:extLst>
          </p:cNvPr>
          <p:cNvSpPr>
            <a:spLocks noChangeArrowheads="1" noChangeShapeType="1"/>
          </p:cNvSpPr>
          <p:nvPr/>
        </p:nvSpPr>
        <p:spPr bwMode="auto">
          <a:xfrm>
            <a:off x="5992221" y="18053050"/>
            <a:ext cx="2754313" cy="439737"/>
          </a:xfrm>
          <a:prstGeom prst="rect">
            <a:avLst/>
          </a:prstGeom>
          <a:noFill/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in">
                <a:noFill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EEECE1"/>
                  </a:outerShdw>
                </a:effectLst>
              </a14:hiddenEffects>
            </a:ext>
          </a:extLst>
        </p:spPr>
        <p:txBody>
          <a:bodyPr rot="0" vert="horz" wrap="square" lIns="0" tIns="0" rIns="0" bIns="0" anchor="t" anchorCtr="0" upright="1">
            <a:noAutofit/>
          </a:bodyPr>
          <a:lstStyle/>
          <a:p>
            <a:endParaRPr lang="en-GB"/>
          </a:p>
        </p:txBody>
      </p:sp>
      <p:sp>
        <p:nvSpPr>
          <p:cNvPr id="16" name="Rectangle 13">
            <a:extLst>
              <a:ext uri="{FF2B5EF4-FFF2-40B4-BE49-F238E27FC236}">
                <a16:creationId xmlns:a16="http://schemas.microsoft.com/office/drawing/2014/main" id="{DF8CBEAB-2183-BA20-5E8B-3119BE0386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1709" y="0"/>
            <a:ext cx="6858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p:sp>
        <p:nvSpPr>
          <p:cNvPr id="17" name="Rectangle 22">
            <a:extLst>
              <a:ext uri="{FF2B5EF4-FFF2-40B4-BE49-F238E27FC236}">
                <a16:creationId xmlns:a16="http://schemas.microsoft.com/office/drawing/2014/main" id="{47945CAB-27EA-5D4B-6A57-C7C8BFCF39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1709" y="197891"/>
            <a:ext cx="685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GB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GB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0A90098F-FFAD-FD1E-C564-09F06B2A25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7578190"/>
              </p:ext>
            </p:extLst>
          </p:nvPr>
        </p:nvGraphicFramePr>
        <p:xfrm>
          <a:off x="2743774" y="8583254"/>
          <a:ext cx="1618102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8102">
                  <a:extLst>
                    <a:ext uri="{9D8B030D-6E8A-4147-A177-3AD203B41FA5}">
                      <a16:colId xmlns:a16="http://schemas.microsoft.com/office/drawing/2014/main" val="7965557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>
                          <a:solidFill>
                            <a:sysClr val="windowText" lastClr="0000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Total Score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88312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GB"/>
                        <a:t>/50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9278507"/>
                  </a:ext>
                </a:extLst>
              </a:tr>
            </a:tbl>
          </a:graphicData>
        </a:graphic>
      </p:graphicFrame>
      <p:pic>
        <p:nvPicPr>
          <p:cNvPr id="2" name="Picture 4" descr="Astrea Academy Trust">
            <a:extLst>
              <a:ext uri="{FF2B5EF4-FFF2-40B4-BE49-F238E27FC236}">
                <a16:creationId xmlns:a16="http://schemas.microsoft.com/office/drawing/2014/main" id="{F7BB8FCE-33CD-B7A0-63F1-656484F5F18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030" t="10183" r="18353" b="17160"/>
          <a:stretch/>
        </p:blipFill>
        <p:spPr bwMode="auto">
          <a:xfrm>
            <a:off x="2130307" y="4265273"/>
            <a:ext cx="2597386" cy="15569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56130DEF-D1B6-6748-0CD2-E6C0C6947E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209766"/>
              </p:ext>
            </p:extLst>
          </p:nvPr>
        </p:nvGraphicFramePr>
        <p:xfrm>
          <a:off x="543343" y="2086477"/>
          <a:ext cx="5727700" cy="172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27700">
                  <a:extLst>
                    <a:ext uri="{9D8B030D-6E8A-4147-A177-3AD203B41FA5}">
                      <a16:colId xmlns:a16="http://schemas.microsoft.com/office/drawing/2014/main" val="2140911311"/>
                    </a:ext>
                  </a:extLst>
                </a:gridCol>
              </a:tblGrid>
              <a:tr h="576000">
                <a:tc>
                  <a:txBody>
                    <a:bodyPr/>
                    <a:lstStyle/>
                    <a:p>
                      <a:r>
                        <a:rPr lang="en-GB" sz="1600" b="1">
                          <a:solidFill>
                            <a:schemeClr val="tx1"/>
                          </a:solidFill>
                          <a:latin typeface="Calibri Light" panose="020F0302020204030204" pitchFamily="34" charset="0"/>
                          <a:ea typeface="Calibri Light" panose="020F0302020204030204" pitchFamily="34" charset="0"/>
                          <a:cs typeface="Calibri Light" panose="020F0302020204030204" pitchFamily="34" charset="0"/>
                        </a:rPr>
                        <a:t>Forename: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5928086"/>
                  </a:ext>
                </a:extLst>
              </a:tr>
              <a:tr h="576000">
                <a:tc>
                  <a:txBody>
                    <a:bodyPr/>
                    <a:lstStyle/>
                    <a:p>
                      <a:r>
                        <a:rPr lang="en-GB" sz="1600" b="1">
                          <a:solidFill>
                            <a:schemeClr val="tx1"/>
                          </a:solidFill>
                          <a:latin typeface="Calibri Light" panose="020F0302020204030204" pitchFamily="34" charset="0"/>
                          <a:ea typeface="Calibri Light" panose="020F0302020204030204" pitchFamily="34" charset="0"/>
                          <a:cs typeface="Calibri Light" panose="020F0302020204030204" pitchFamily="34" charset="0"/>
                        </a:rPr>
                        <a:t>Surname: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2843241"/>
                  </a:ext>
                </a:extLst>
              </a:tr>
              <a:tr h="576000">
                <a:tc>
                  <a:txBody>
                    <a:bodyPr/>
                    <a:lstStyle/>
                    <a:p>
                      <a:r>
                        <a:rPr lang="en-GB" sz="1600" b="1">
                          <a:solidFill>
                            <a:schemeClr val="tx1"/>
                          </a:solidFill>
                          <a:latin typeface="Calibri Light" panose="020F0302020204030204" pitchFamily="34" charset="0"/>
                          <a:ea typeface="Calibri Light" panose="020F0302020204030204" pitchFamily="34" charset="0"/>
                          <a:cs typeface="Calibri Light" panose="020F0302020204030204" pitchFamily="34" charset="0"/>
                        </a:rPr>
                        <a:t>Class code: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63837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819926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1397447"/>
              </p:ext>
            </p:extLst>
          </p:nvPr>
        </p:nvGraphicFramePr>
        <p:xfrm>
          <a:off x="79512" y="165412"/>
          <a:ext cx="6693865" cy="247320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338773">
                  <a:extLst>
                    <a:ext uri="{9D8B030D-6E8A-4147-A177-3AD203B41FA5}">
                      <a16:colId xmlns:a16="http://schemas.microsoft.com/office/drawing/2014/main" val="3563799444"/>
                    </a:ext>
                  </a:extLst>
                </a:gridCol>
                <a:gridCol w="1338773">
                  <a:extLst>
                    <a:ext uri="{9D8B030D-6E8A-4147-A177-3AD203B41FA5}">
                      <a16:colId xmlns:a16="http://schemas.microsoft.com/office/drawing/2014/main" val="2581643566"/>
                    </a:ext>
                  </a:extLst>
                </a:gridCol>
                <a:gridCol w="1338773">
                  <a:extLst>
                    <a:ext uri="{9D8B030D-6E8A-4147-A177-3AD203B41FA5}">
                      <a16:colId xmlns:a16="http://schemas.microsoft.com/office/drawing/2014/main" val="3331132831"/>
                    </a:ext>
                  </a:extLst>
                </a:gridCol>
                <a:gridCol w="1338773">
                  <a:extLst>
                    <a:ext uri="{9D8B030D-6E8A-4147-A177-3AD203B41FA5}">
                      <a16:colId xmlns:a16="http://schemas.microsoft.com/office/drawing/2014/main" val="830320128"/>
                    </a:ext>
                  </a:extLst>
                </a:gridCol>
                <a:gridCol w="1338773">
                  <a:extLst>
                    <a:ext uri="{9D8B030D-6E8A-4147-A177-3AD203B41FA5}">
                      <a16:colId xmlns:a16="http://schemas.microsoft.com/office/drawing/2014/main" val="128386473"/>
                    </a:ext>
                  </a:extLst>
                </a:gridCol>
              </a:tblGrid>
              <a:tr h="433719">
                <a:tc gridSpan="5"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Section A: Key Definitions (10 marks)</a:t>
                      </a:r>
                    </a:p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Match the words up to each definition. Write the letter of the correct definition.</a:t>
                      </a:r>
                      <a:endParaRPr lang="en-GB" sz="1200" b="1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rgbClr val="7E234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826269"/>
                  </a:ext>
                </a:extLst>
              </a:tr>
              <a:tr h="1008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Q1</a:t>
                      </a:r>
                      <a:r>
                        <a:rPr lang="en-US" sz="1200" b="1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br>
                        <a:rPr lang="en-US" sz="1200" b="1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</a:br>
                      <a:r>
                        <a:rPr lang="en-US" sz="1200" b="1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Integer</a:t>
                      </a:r>
                      <a:endParaRPr lang="en-GB" sz="1200" b="1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Q2</a:t>
                      </a:r>
                      <a:br>
                        <a:rPr lang="en-US" sz="1200" b="1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</a:br>
                      <a:r>
                        <a:rPr lang="en-US" sz="1200" b="1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Perimeter</a:t>
                      </a:r>
                      <a:endParaRPr lang="en-GB" sz="1200" b="1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endParaRPr lang="en-US" sz="1200" b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Q3</a:t>
                      </a:r>
                      <a:br>
                        <a:rPr lang="en-US" sz="1200" b="1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</a:br>
                      <a:r>
                        <a:rPr lang="en-US" sz="1200" b="1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Commutative</a:t>
                      </a:r>
                      <a:endParaRPr lang="en-GB" sz="1200" b="1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endParaRPr lang="en-US" sz="1200" b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Q4</a:t>
                      </a:r>
                      <a:br>
                        <a:rPr lang="en-US" sz="1200" b="1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</a:br>
                      <a:r>
                        <a:rPr lang="en-US" sz="1200" b="1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Median</a:t>
                      </a:r>
                      <a:endParaRPr lang="en-GB" sz="1200" b="1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endParaRPr lang="en-US" sz="1200" b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Q5</a:t>
                      </a:r>
                      <a:br>
                        <a:rPr lang="en-US" sz="1200" b="1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</a:br>
                      <a:r>
                        <a:rPr lang="en-US" sz="1200" b="1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Rounding</a:t>
                      </a:r>
                      <a:endParaRPr lang="en-GB" sz="1200" b="1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endParaRPr lang="en-US" sz="1200" b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94320498"/>
                  </a:ext>
                </a:extLst>
              </a:tr>
              <a:tr h="1008000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Q6</a:t>
                      </a:r>
                      <a:r>
                        <a:rPr lang="en-US" sz="1200" b="1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br>
                        <a:rPr lang="en-US" sz="1200" b="1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</a:br>
                      <a:r>
                        <a:rPr lang="en-US" sz="1200" b="1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Negative</a:t>
                      </a:r>
                      <a:endParaRPr lang="en-GB" sz="1200" b="1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algn="l"/>
                      <a:endParaRPr lang="en-GB" sz="1200" b="1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Q7</a:t>
                      </a:r>
                      <a:br>
                        <a:rPr lang="en-US" sz="1200" b="1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</a:br>
                      <a:r>
                        <a:rPr lang="en-US" sz="1200" b="1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Ascending</a:t>
                      </a:r>
                      <a:endParaRPr lang="en-GB" sz="1200" b="1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endParaRPr lang="en-US" sz="1200" b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Q8</a:t>
                      </a:r>
                      <a:br>
                        <a:rPr lang="en-US" sz="1200" b="1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</a:br>
                      <a:r>
                        <a:rPr lang="en-US" sz="1200" b="1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Descending</a:t>
                      </a:r>
                      <a:endParaRPr lang="en-GB" sz="1200" b="1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endParaRPr lang="en-US" sz="1200" b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Q9 </a:t>
                      </a:r>
                      <a:br>
                        <a:rPr lang="en-US" sz="1200" b="1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</a:br>
                      <a:r>
                        <a:rPr lang="en-US" sz="1200" b="1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Decimal</a:t>
                      </a:r>
                      <a:endParaRPr lang="en-US" sz="1200" b="1" baseline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endParaRPr lang="en-US" sz="1200" b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Q10 </a:t>
                      </a:r>
                      <a:br>
                        <a:rPr lang="en-US" sz="1200" b="1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</a:br>
                      <a:r>
                        <a:rPr lang="en-US" sz="1200" b="1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Subtraction</a:t>
                      </a:r>
                      <a:endParaRPr lang="en-GB" sz="1200" b="1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endParaRPr lang="en-US" sz="1200" b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96966739"/>
                  </a:ext>
                </a:extLst>
              </a:tr>
            </a:tbl>
          </a:graphicData>
        </a:graphic>
      </p:graphicFrame>
      <p:graphicFrame>
        <p:nvGraphicFramePr>
          <p:cNvPr id="15" name="Table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1465664"/>
              </p:ext>
            </p:extLst>
          </p:nvPr>
        </p:nvGraphicFramePr>
        <p:xfrm>
          <a:off x="79512" y="2652292"/>
          <a:ext cx="6693864" cy="3101637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6693864">
                  <a:extLst>
                    <a:ext uri="{9D8B030D-6E8A-4147-A177-3AD203B41FA5}">
                      <a16:colId xmlns:a16="http://schemas.microsoft.com/office/drawing/2014/main" val="2581643566"/>
                    </a:ext>
                  </a:extLst>
                </a:gridCol>
              </a:tblGrid>
              <a:tr h="281967"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Definitions</a:t>
                      </a:r>
                      <a:endParaRPr lang="en-GB" sz="1200" b="1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826269"/>
                  </a:ext>
                </a:extLst>
              </a:tr>
              <a:tr h="281967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A)</a:t>
                      </a:r>
                      <a:r>
                        <a:rPr lang="en-US" sz="1200" b="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1200" b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Changes</a:t>
                      </a:r>
                      <a:r>
                        <a:rPr lang="en-US" sz="1200" b="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the value of the number but keeps it close to its original value.</a:t>
                      </a:r>
                      <a:endParaRPr lang="en-GB" sz="1200" b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94320498"/>
                  </a:ext>
                </a:extLst>
              </a:tr>
              <a:tr h="281967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B) </a:t>
                      </a:r>
                      <a:r>
                        <a:rPr lang="en-US" sz="1200" b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The total distance around a 2D shape.</a:t>
                      </a:r>
                      <a:endParaRPr lang="en-GB" sz="1200" b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96966739"/>
                  </a:ext>
                </a:extLst>
              </a:tr>
              <a:tr h="281967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C) Any number less than zero.</a:t>
                      </a:r>
                      <a:endParaRPr lang="en-GB" sz="1200" b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14212402"/>
                  </a:ext>
                </a:extLst>
              </a:tr>
              <a:tr h="281967">
                <a:tc>
                  <a:txBody>
                    <a:bodyPr/>
                    <a:lstStyle/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2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D)</a:t>
                      </a:r>
                      <a:r>
                        <a:rPr lang="en-US" sz="1200" baseline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1200" b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Numbers that have been arranged from smallest to largest.</a:t>
                      </a:r>
                      <a:endParaRPr lang="en-GB" sz="120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19036820"/>
                  </a:ext>
                </a:extLst>
              </a:tr>
              <a:tr h="281967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E) The order of numbers in an operation does not change the result.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84574894"/>
                  </a:ext>
                </a:extLst>
              </a:tr>
              <a:tr h="281967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F) A whole number</a:t>
                      </a:r>
                      <a:r>
                        <a:rPr lang="en-US" sz="1200" baseline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which can be positive or negative.</a:t>
                      </a:r>
                      <a:endParaRPr lang="en-US" sz="120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1974422"/>
                  </a:ext>
                </a:extLst>
              </a:tr>
              <a:tr h="281967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G) </a:t>
                      </a:r>
                      <a:r>
                        <a:rPr lang="en-GB" sz="1200" b="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The value at the centre of a numerically ordered list of values.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68140599"/>
                  </a:ext>
                </a:extLst>
              </a:tr>
              <a:tr h="281967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H) </a:t>
                      </a:r>
                      <a:r>
                        <a:rPr lang="en-US" sz="1200" b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Finding the difference between two numbers.</a:t>
                      </a:r>
                      <a:endParaRPr lang="en-GB" sz="1200" b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24713055"/>
                  </a:ext>
                </a:extLst>
              </a:tr>
              <a:tr h="281967">
                <a:tc>
                  <a:txBody>
                    <a:bodyPr/>
                    <a:lstStyle/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2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I) </a:t>
                      </a:r>
                      <a:r>
                        <a:rPr lang="en-US" sz="1200" b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Numbers that have been arranged</a:t>
                      </a:r>
                      <a:r>
                        <a:rPr lang="en-US" sz="1200" b="0" baseline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from largest to smallest.</a:t>
                      </a:r>
                      <a:endParaRPr lang="en-US" sz="1200" b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27147892"/>
                  </a:ext>
                </a:extLst>
              </a:tr>
              <a:tr h="281967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J) A way of representing a number that is not whole.</a:t>
                      </a:r>
                      <a:endParaRPr lang="en-GB" sz="120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27807590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D1BAFAF-D9D5-DF7F-B912-75C00F288C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1065888"/>
              </p:ext>
            </p:extLst>
          </p:nvPr>
        </p:nvGraphicFramePr>
        <p:xfrm>
          <a:off x="79511" y="5957897"/>
          <a:ext cx="6693865" cy="45720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6693865">
                  <a:extLst>
                    <a:ext uri="{9D8B030D-6E8A-4147-A177-3AD203B41FA5}">
                      <a16:colId xmlns:a16="http://schemas.microsoft.com/office/drawing/2014/main" val="3563799444"/>
                    </a:ext>
                  </a:extLst>
                </a:gridCol>
              </a:tblGrid>
              <a:tr h="433719"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Section B: Fluency Questions (40 marks)</a:t>
                      </a:r>
                    </a:p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Choose the correct answer for each question.</a:t>
                      </a:r>
                      <a:endParaRPr lang="en-GB" sz="1200" b="1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826269"/>
                  </a:ext>
                </a:extLst>
              </a:tr>
            </a:tbl>
          </a:graphicData>
        </a:graphic>
      </p:graphicFrame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B1E0BFB5-E098-BB15-698B-4DB6D2CD37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8856496"/>
              </p:ext>
            </p:extLst>
          </p:nvPr>
        </p:nvGraphicFramePr>
        <p:xfrm>
          <a:off x="79511" y="6491297"/>
          <a:ext cx="6693864" cy="1557415"/>
        </p:xfrm>
        <a:graphic>
          <a:graphicData uri="http://schemas.openxmlformats.org/drawingml/2006/table">
            <a:tbl>
              <a:tblPr firstRow="1" firstCol="1" bandRow="1"/>
              <a:tblGrid>
                <a:gridCol w="577714">
                  <a:extLst>
                    <a:ext uri="{9D8B030D-6E8A-4147-A177-3AD203B41FA5}">
                      <a16:colId xmlns:a16="http://schemas.microsoft.com/office/drawing/2014/main" val="2144504208"/>
                    </a:ext>
                  </a:extLst>
                </a:gridCol>
                <a:gridCol w="5602276">
                  <a:extLst>
                    <a:ext uri="{9D8B030D-6E8A-4147-A177-3AD203B41FA5}">
                      <a16:colId xmlns:a16="http://schemas.microsoft.com/office/drawing/2014/main" val="1689880693"/>
                    </a:ext>
                  </a:extLst>
                </a:gridCol>
                <a:gridCol w="513874">
                  <a:extLst>
                    <a:ext uri="{9D8B030D-6E8A-4147-A177-3AD203B41FA5}">
                      <a16:colId xmlns:a16="http://schemas.microsoft.com/office/drawing/2014/main" val="2347844128"/>
                    </a:ext>
                  </a:extLst>
                </a:gridCol>
              </a:tblGrid>
              <a:tr h="311483">
                <a:tc>
                  <a:txBody>
                    <a:bodyPr/>
                    <a:lstStyle/>
                    <a:p>
                      <a:pPr algn="ctr"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b="1" kern="0">
                          <a:solidFill>
                            <a:srgbClr val="000000"/>
                          </a:solidFill>
                          <a:effectLst/>
                          <a:highlight>
                            <a:srgbClr val="D9D9D9"/>
                          </a:highlight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Q11</a:t>
                      </a:r>
                      <a:endParaRPr lang="en-GB" sz="1200" kern="1400">
                        <a:solidFill>
                          <a:srgbClr val="000000"/>
                        </a:solidFill>
                        <a:effectLst/>
                        <a:highlight>
                          <a:srgbClr val="D9D9D9"/>
                        </a:highlight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gridSpan="2">
                  <a:txBody>
                    <a:bodyPr/>
                    <a:lstStyle/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US" sz="1200" kern="14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Write the following number in words: 1,602 </a:t>
                      </a:r>
                      <a:endParaRPr lang="en-GB" sz="1200" kern="1400">
                        <a:solidFill>
                          <a:srgbClr val="000000"/>
                        </a:solidFill>
                        <a:effectLst/>
                        <a:highlight>
                          <a:srgbClr val="D9D9D9"/>
                        </a:highlight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99609"/>
                  </a:ext>
                </a:extLst>
              </a:tr>
              <a:tr h="311483">
                <a:tc>
                  <a:txBody>
                    <a:bodyPr/>
                    <a:lstStyle/>
                    <a:p>
                      <a:pPr algn="ctr"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b="1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</a:t>
                      </a:r>
                      <a:endParaRPr lang="en-GB" sz="12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 Six hundred and two</a:t>
                      </a:r>
                      <a:endParaRPr lang="en-GB" sz="12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GB" sz="12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27476181"/>
                  </a:ext>
                </a:extLst>
              </a:tr>
              <a:tr h="311483">
                <a:tc>
                  <a:txBody>
                    <a:bodyPr/>
                    <a:lstStyle/>
                    <a:p>
                      <a:pPr algn="ctr"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b="1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B</a:t>
                      </a:r>
                      <a:endParaRPr lang="en-GB" sz="12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 One thousand six hundred and twenty</a:t>
                      </a:r>
                      <a:endParaRPr lang="en-GB" sz="12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GB" sz="12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6190759"/>
                  </a:ext>
                </a:extLst>
              </a:tr>
              <a:tr h="311483">
                <a:tc>
                  <a:txBody>
                    <a:bodyPr/>
                    <a:lstStyle/>
                    <a:p>
                      <a:pPr algn="ctr"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b="1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C</a:t>
                      </a:r>
                      <a:endParaRPr lang="en-GB" sz="12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 One thousand six hundred and two</a:t>
                      </a:r>
                      <a:endParaRPr lang="en-GB" sz="12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GB" sz="12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0794773"/>
                  </a:ext>
                </a:extLst>
              </a:tr>
              <a:tr h="311483">
                <a:tc>
                  <a:txBody>
                    <a:bodyPr/>
                    <a:lstStyle/>
                    <a:p>
                      <a:pPr algn="ctr"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b="1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D</a:t>
                      </a:r>
                      <a:endParaRPr lang="en-GB" sz="12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 One thousand and sixty-two</a:t>
                      </a:r>
                      <a:endParaRPr lang="en-GB" sz="12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GB" sz="12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2219128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C3CDAD99-56AA-A402-86E4-1FCA9B398D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5825684"/>
              </p:ext>
            </p:extLst>
          </p:nvPr>
        </p:nvGraphicFramePr>
        <p:xfrm>
          <a:off x="79511" y="8167920"/>
          <a:ext cx="6693864" cy="1499200"/>
        </p:xfrm>
        <a:graphic>
          <a:graphicData uri="http://schemas.openxmlformats.org/drawingml/2006/table">
            <a:tbl>
              <a:tblPr firstRow="1" firstCol="1" bandRow="1"/>
              <a:tblGrid>
                <a:gridCol w="558664">
                  <a:extLst>
                    <a:ext uri="{9D8B030D-6E8A-4147-A177-3AD203B41FA5}">
                      <a16:colId xmlns:a16="http://schemas.microsoft.com/office/drawing/2014/main" val="1494969303"/>
                    </a:ext>
                  </a:extLst>
                </a:gridCol>
                <a:gridCol w="5621078">
                  <a:extLst>
                    <a:ext uri="{9D8B030D-6E8A-4147-A177-3AD203B41FA5}">
                      <a16:colId xmlns:a16="http://schemas.microsoft.com/office/drawing/2014/main" val="4193660500"/>
                    </a:ext>
                  </a:extLst>
                </a:gridCol>
                <a:gridCol w="514122">
                  <a:extLst>
                    <a:ext uri="{9D8B030D-6E8A-4147-A177-3AD203B41FA5}">
                      <a16:colId xmlns:a16="http://schemas.microsoft.com/office/drawing/2014/main" val="3760224888"/>
                    </a:ext>
                  </a:extLst>
                </a:gridCol>
              </a:tblGrid>
              <a:tr h="299840">
                <a:tc>
                  <a:txBody>
                    <a:bodyPr/>
                    <a:lstStyle/>
                    <a:p>
                      <a:pPr algn="ctr"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b="1" kern="0">
                          <a:solidFill>
                            <a:srgbClr val="000000"/>
                          </a:solidFill>
                          <a:effectLst/>
                          <a:highlight>
                            <a:srgbClr val="D9D9D9"/>
                          </a:highlight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Q12</a:t>
                      </a:r>
                      <a:endParaRPr lang="en-GB" sz="1200" kern="1400">
                        <a:solidFill>
                          <a:srgbClr val="000000"/>
                        </a:solidFill>
                        <a:effectLst/>
                        <a:highlight>
                          <a:srgbClr val="D9D9D9"/>
                        </a:highlight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gridSpan="2">
                  <a:txBody>
                    <a:bodyPr/>
                    <a:lstStyle/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US" sz="1200" kern="14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Write the number twelve thousand and thirty-one in figures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4943493"/>
                  </a:ext>
                </a:extLst>
              </a:tr>
              <a:tr h="299840">
                <a:tc>
                  <a:txBody>
                    <a:bodyPr/>
                    <a:lstStyle/>
                    <a:p>
                      <a:pPr algn="ctr"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b="1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</a:t>
                      </a:r>
                      <a:endParaRPr lang="en-GB" sz="12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 1,231</a:t>
                      </a:r>
                      <a:endParaRPr lang="en-GB" sz="12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GB" sz="12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5876997"/>
                  </a:ext>
                </a:extLst>
              </a:tr>
              <a:tr h="299840">
                <a:tc>
                  <a:txBody>
                    <a:bodyPr/>
                    <a:lstStyle/>
                    <a:p>
                      <a:pPr algn="ctr"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b="1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B</a:t>
                      </a:r>
                      <a:endParaRPr lang="en-GB" sz="12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 12,031</a:t>
                      </a:r>
                      <a:endParaRPr lang="en-GB" sz="12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GB" sz="12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4542749"/>
                  </a:ext>
                </a:extLst>
              </a:tr>
              <a:tr h="299840">
                <a:tc>
                  <a:txBody>
                    <a:bodyPr/>
                    <a:lstStyle/>
                    <a:p>
                      <a:pPr algn="ctr"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b="1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C</a:t>
                      </a:r>
                      <a:endParaRPr lang="en-GB" sz="12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 12,0031</a:t>
                      </a:r>
                      <a:endParaRPr lang="en-GB" sz="12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GB" sz="12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3831881"/>
                  </a:ext>
                </a:extLst>
              </a:tr>
              <a:tr h="299840">
                <a:tc>
                  <a:txBody>
                    <a:bodyPr/>
                    <a:lstStyle/>
                    <a:p>
                      <a:pPr algn="ctr"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b="1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D</a:t>
                      </a:r>
                      <a:endParaRPr lang="en-GB" sz="12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 560,013</a:t>
                      </a:r>
                      <a:endParaRPr lang="en-GB" sz="12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GB" sz="12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6167589"/>
                  </a:ext>
                </a:extLst>
              </a:tr>
            </a:tbl>
          </a:graphicData>
        </a:graphic>
      </p:graphicFrame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F2AD95-C703-AE9A-869B-111D496342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117783" y="9522626"/>
            <a:ext cx="1543050" cy="527403"/>
          </a:xfrm>
        </p:spPr>
        <p:txBody>
          <a:bodyPr/>
          <a:lstStyle/>
          <a:p>
            <a:fld id="{5AC3D9D7-AA1D-4C21-893F-446CEC1C7A9C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960914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56779C7-A4A0-D2E5-9A5F-2437F45A8F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0456308"/>
              </p:ext>
            </p:extLst>
          </p:nvPr>
        </p:nvGraphicFramePr>
        <p:xfrm>
          <a:off x="82068" y="319364"/>
          <a:ext cx="6693864" cy="1499200"/>
        </p:xfrm>
        <a:graphic>
          <a:graphicData uri="http://schemas.openxmlformats.org/drawingml/2006/table">
            <a:tbl>
              <a:tblPr firstRow="1" firstCol="1" bandRow="1"/>
              <a:tblGrid>
                <a:gridCol w="558664">
                  <a:extLst>
                    <a:ext uri="{9D8B030D-6E8A-4147-A177-3AD203B41FA5}">
                      <a16:colId xmlns:a16="http://schemas.microsoft.com/office/drawing/2014/main" val="1494969303"/>
                    </a:ext>
                  </a:extLst>
                </a:gridCol>
                <a:gridCol w="5621078">
                  <a:extLst>
                    <a:ext uri="{9D8B030D-6E8A-4147-A177-3AD203B41FA5}">
                      <a16:colId xmlns:a16="http://schemas.microsoft.com/office/drawing/2014/main" val="4193660500"/>
                    </a:ext>
                  </a:extLst>
                </a:gridCol>
                <a:gridCol w="514122">
                  <a:extLst>
                    <a:ext uri="{9D8B030D-6E8A-4147-A177-3AD203B41FA5}">
                      <a16:colId xmlns:a16="http://schemas.microsoft.com/office/drawing/2014/main" val="3760224888"/>
                    </a:ext>
                  </a:extLst>
                </a:gridCol>
              </a:tblGrid>
              <a:tr h="299840">
                <a:tc>
                  <a:txBody>
                    <a:bodyPr/>
                    <a:lstStyle/>
                    <a:p>
                      <a:pPr algn="ctr"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b="1" kern="0">
                          <a:solidFill>
                            <a:srgbClr val="000000"/>
                          </a:solidFill>
                          <a:effectLst/>
                          <a:highlight>
                            <a:srgbClr val="D9D9D9"/>
                          </a:highlight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Q13</a:t>
                      </a:r>
                      <a:endParaRPr lang="en-GB" sz="1200" kern="1400">
                        <a:solidFill>
                          <a:srgbClr val="000000"/>
                        </a:solidFill>
                        <a:effectLst/>
                        <a:highlight>
                          <a:srgbClr val="D9D9D9"/>
                        </a:highlight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gridSpan="2">
                  <a:txBody>
                    <a:bodyPr/>
                    <a:lstStyle/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US" sz="1200" kern="14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What is the value of the underlined digit in the number 7,</a:t>
                      </a:r>
                      <a:r>
                        <a:rPr lang="en-US" sz="1200" u="sng" kern="14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r>
                        <a:rPr lang="en-US" sz="1200" kern="14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4943493"/>
                  </a:ext>
                </a:extLst>
              </a:tr>
              <a:tr h="299840">
                <a:tc>
                  <a:txBody>
                    <a:bodyPr/>
                    <a:lstStyle/>
                    <a:p>
                      <a:pPr algn="ctr"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b="1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</a:t>
                      </a:r>
                      <a:endParaRPr lang="en-GB" sz="12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 5 ones</a:t>
                      </a:r>
                      <a:endParaRPr lang="en-GB" sz="12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GB" sz="12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5876997"/>
                  </a:ext>
                </a:extLst>
              </a:tr>
              <a:tr h="299840">
                <a:tc>
                  <a:txBody>
                    <a:bodyPr/>
                    <a:lstStyle/>
                    <a:p>
                      <a:pPr algn="ctr"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b="1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B</a:t>
                      </a:r>
                      <a:endParaRPr lang="en-GB" sz="12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 5 tens</a:t>
                      </a:r>
                      <a:endParaRPr lang="en-GB" sz="12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GB" sz="12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4542749"/>
                  </a:ext>
                </a:extLst>
              </a:tr>
              <a:tr h="299840">
                <a:tc>
                  <a:txBody>
                    <a:bodyPr/>
                    <a:lstStyle/>
                    <a:p>
                      <a:pPr algn="ctr"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b="1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C</a:t>
                      </a:r>
                      <a:endParaRPr lang="en-GB" sz="12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 5 hundreds</a:t>
                      </a:r>
                      <a:endParaRPr lang="en-GB" sz="12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GB" sz="12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3831881"/>
                  </a:ext>
                </a:extLst>
              </a:tr>
              <a:tr h="299840">
                <a:tc>
                  <a:txBody>
                    <a:bodyPr/>
                    <a:lstStyle/>
                    <a:p>
                      <a:pPr algn="ctr"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b="1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D</a:t>
                      </a:r>
                      <a:endParaRPr lang="en-GB" sz="12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 5 thousands</a:t>
                      </a:r>
                      <a:endParaRPr lang="en-GB" sz="12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GB" sz="12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616758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B358FFF-7779-EC35-CEBA-C7F6D53679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3863565"/>
              </p:ext>
            </p:extLst>
          </p:nvPr>
        </p:nvGraphicFramePr>
        <p:xfrm>
          <a:off x="82068" y="1884448"/>
          <a:ext cx="6693864" cy="1499200"/>
        </p:xfrm>
        <a:graphic>
          <a:graphicData uri="http://schemas.openxmlformats.org/drawingml/2006/table">
            <a:tbl>
              <a:tblPr firstRow="1" firstCol="1" bandRow="1"/>
              <a:tblGrid>
                <a:gridCol w="558664">
                  <a:extLst>
                    <a:ext uri="{9D8B030D-6E8A-4147-A177-3AD203B41FA5}">
                      <a16:colId xmlns:a16="http://schemas.microsoft.com/office/drawing/2014/main" val="1494969303"/>
                    </a:ext>
                  </a:extLst>
                </a:gridCol>
                <a:gridCol w="5621078">
                  <a:extLst>
                    <a:ext uri="{9D8B030D-6E8A-4147-A177-3AD203B41FA5}">
                      <a16:colId xmlns:a16="http://schemas.microsoft.com/office/drawing/2014/main" val="4193660500"/>
                    </a:ext>
                  </a:extLst>
                </a:gridCol>
                <a:gridCol w="514122">
                  <a:extLst>
                    <a:ext uri="{9D8B030D-6E8A-4147-A177-3AD203B41FA5}">
                      <a16:colId xmlns:a16="http://schemas.microsoft.com/office/drawing/2014/main" val="3760224888"/>
                    </a:ext>
                  </a:extLst>
                </a:gridCol>
              </a:tblGrid>
              <a:tr h="299840">
                <a:tc>
                  <a:txBody>
                    <a:bodyPr/>
                    <a:lstStyle/>
                    <a:p>
                      <a:pPr algn="ctr"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b="1" kern="0">
                          <a:solidFill>
                            <a:srgbClr val="000000"/>
                          </a:solidFill>
                          <a:effectLst/>
                          <a:highlight>
                            <a:srgbClr val="D9D9D9"/>
                          </a:highlight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Q14</a:t>
                      </a:r>
                      <a:endParaRPr lang="en-GB" sz="1200" kern="1400">
                        <a:solidFill>
                          <a:srgbClr val="000000"/>
                        </a:solidFill>
                        <a:effectLst/>
                        <a:highlight>
                          <a:srgbClr val="D9D9D9"/>
                        </a:highlight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gridSpan="2">
                  <a:txBody>
                    <a:bodyPr/>
                    <a:lstStyle/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US" sz="1200" kern="14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What does the 7 represent in the number 32.73?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4943493"/>
                  </a:ext>
                </a:extLst>
              </a:tr>
              <a:tr h="299840">
                <a:tc>
                  <a:txBody>
                    <a:bodyPr/>
                    <a:lstStyle/>
                    <a:p>
                      <a:pPr algn="ctr"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b="1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</a:t>
                      </a:r>
                      <a:endParaRPr lang="en-GB" sz="12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 Ones</a:t>
                      </a:r>
                      <a:endParaRPr lang="en-GB" sz="10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GB" sz="12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5876997"/>
                  </a:ext>
                </a:extLst>
              </a:tr>
              <a:tr h="299840">
                <a:tc>
                  <a:txBody>
                    <a:bodyPr/>
                    <a:lstStyle/>
                    <a:p>
                      <a:pPr algn="ctr"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b="1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B</a:t>
                      </a:r>
                      <a:endParaRPr lang="en-GB" sz="12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 Tens</a:t>
                      </a:r>
                      <a:endParaRPr lang="en-GB" sz="10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GB" sz="12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4542749"/>
                  </a:ext>
                </a:extLst>
              </a:tr>
              <a:tr h="299840">
                <a:tc>
                  <a:txBody>
                    <a:bodyPr/>
                    <a:lstStyle/>
                    <a:p>
                      <a:pPr algn="ctr"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b="1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C</a:t>
                      </a:r>
                      <a:endParaRPr lang="en-GB" sz="12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 Hundredths</a:t>
                      </a:r>
                      <a:endParaRPr lang="en-GB" sz="10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GB" sz="12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3831881"/>
                  </a:ext>
                </a:extLst>
              </a:tr>
              <a:tr h="299840">
                <a:tc>
                  <a:txBody>
                    <a:bodyPr/>
                    <a:lstStyle/>
                    <a:p>
                      <a:pPr algn="ctr"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b="1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D</a:t>
                      </a:r>
                      <a:endParaRPr lang="en-GB" sz="12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 Tenths</a:t>
                      </a:r>
                      <a:endParaRPr lang="en-GB" sz="10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GB" sz="12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6167589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46D78C99-C7BE-0D3C-05AA-8B53B6F201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9203490"/>
              </p:ext>
            </p:extLst>
          </p:nvPr>
        </p:nvGraphicFramePr>
        <p:xfrm>
          <a:off x="82068" y="3453800"/>
          <a:ext cx="6693864" cy="1499200"/>
        </p:xfrm>
        <a:graphic>
          <a:graphicData uri="http://schemas.openxmlformats.org/drawingml/2006/table">
            <a:tbl>
              <a:tblPr firstRow="1" firstCol="1" bandRow="1"/>
              <a:tblGrid>
                <a:gridCol w="558664">
                  <a:extLst>
                    <a:ext uri="{9D8B030D-6E8A-4147-A177-3AD203B41FA5}">
                      <a16:colId xmlns:a16="http://schemas.microsoft.com/office/drawing/2014/main" val="1494969303"/>
                    </a:ext>
                  </a:extLst>
                </a:gridCol>
                <a:gridCol w="5621078">
                  <a:extLst>
                    <a:ext uri="{9D8B030D-6E8A-4147-A177-3AD203B41FA5}">
                      <a16:colId xmlns:a16="http://schemas.microsoft.com/office/drawing/2014/main" val="4193660500"/>
                    </a:ext>
                  </a:extLst>
                </a:gridCol>
                <a:gridCol w="514122">
                  <a:extLst>
                    <a:ext uri="{9D8B030D-6E8A-4147-A177-3AD203B41FA5}">
                      <a16:colId xmlns:a16="http://schemas.microsoft.com/office/drawing/2014/main" val="3760224888"/>
                    </a:ext>
                  </a:extLst>
                </a:gridCol>
              </a:tblGrid>
              <a:tr h="299840">
                <a:tc>
                  <a:txBody>
                    <a:bodyPr/>
                    <a:lstStyle/>
                    <a:p>
                      <a:pPr algn="ctr"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b="1" kern="0">
                          <a:solidFill>
                            <a:srgbClr val="000000"/>
                          </a:solidFill>
                          <a:effectLst/>
                          <a:highlight>
                            <a:srgbClr val="D9D9D9"/>
                          </a:highlight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Q15</a:t>
                      </a:r>
                      <a:endParaRPr lang="en-GB" sz="1200" kern="1400">
                        <a:solidFill>
                          <a:srgbClr val="000000"/>
                        </a:solidFill>
                        <a:effectLst/>
                        <a:highlight>
                          <a:srgbClr val="D9D9D9"/>
                        </a:highlight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gridSpan="2">
                  <a:txBody>
                    <a:bodyPr/>
                    <a:lstStyle/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US" sz="1200" kern="14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Write eight hundred and four in digits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4943493"/>
                  </a:ext>
                </a:extLst>
              </a:tr>
              <a:tr h="299840">
                <a:tc>
                  <a:txBody>
                    <a:bodyPr/>
                    <a:lstStyle/>
                    <a:p>
                      <a:pPr algn="ctr"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b="1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</a:t>
                      </a:r>
                      <a:endParaRPr lang="en-GB" sz="12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kern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84</a:t>
                      </a:r>
                      <a:endParaRPr lang="en-GB" sz="1000" kern="14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GB" sz="12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5876997"/>
                  </a:ext>
                </a:extLst>
              </a:tr>
              <a:tr h="299840">
                <a:tc>
                  <a:txBody>
                    <a:bodyPr/>
                    <a:lstStyle/>
                    <a:p>
                      <a:pPr algn="ctr"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b="1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B</a:t>
                      </a:r>
                      <a:endParaRPr lang="en-GB" sz="12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kern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 8004</a:t>
                      </a:r>
                      <a:endParaRPr lang="en-GB" sz="1000" kern="14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GB" sz="12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4542749"/>
                  </a:ext>
                </a:extLst>
              </a:tr>
              <a:tr h="299840">
                <a:tc>
                  <a:txBody>
                    <a:bodyPr/>
                    <a:lstStyle/>
                    <a:p>
                      <a:pPr algn="ctr"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b="1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C</a:t>
                      </a:r>
                      <a:endParaRPr lang="en-GB" sz="12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kern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840</a:t>
                      </a:r>
                      <a:endParaRPr lang="en-GB" sz="1000" kern="14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GB" sz="12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3831881"/>
                  </a:ext>
                </a:extLst>
              </a:tr>
              <a:tr h="299840">
                <a:tc>
                  <a:txBody>
                    <a:bodyPr/>
                    <a:lstStyle/>
                    <a:p>
                      <a:pPr algn="ctr"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b="1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D</a:t>
                      </a:r>
                      <a:endParaRPr lang="en-GB" sz="12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kern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 804</a:t>
                      </a:r>
                      <a:endParaRPr lang="en-GB" sz="1000" kern="14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GB" sz="12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6167589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7C391EE4-F504-7829-881A-049101E915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449902"/>
              </p:ext>
            </p:extLst>
          </p:nvPr>
        </p:nvGraphicFramePr>
        <p:xfrm>
          <a:off x="82068" y="5023152"/>
          <a:ext cx="6693864" cy="1499200"/>
        </p:xfrm>
        <a:graphic>
          <a:graphicData uri="http://schemas.openxmlformats.org/drawingml/2006/table">
            <a:tbl>
              <a:tblPr firstRow="1" firstCol="1" bandRow="1"/>
              <a:tblGrid>
                <a:gridCol w="558664">
                  <a:extLst>
                    <a:ext uri="{9D8B030D-6E8A-4147-A177-3AD203B41FA5}">
                      <a16:colId xmlns:a16="http://schemas.microsoft.com/office/drawing/2014/main" val="1494969303"/>
                    </a:ext>
                  </a:extLst>
                </a:gridCol>
                <a:gridCol w="5621078">
                  <a:extLst>
                    <a:ext uri="{9D8B030D-6E8A-4147-A177-3AD203B41FA5}">
                      <a16:colId xmlns:a16="http://schemas.microsoft.com/office/drawing/2014/main" val="4193660500"/>
                    </a:ext>
                  </a:extLst>
                </a:gridCol>
                <a:gridCol w="514122">
                  <a:extLst>
                    <a:ext uri="{9D8B030D-6E8A-4147-A177-3AD203B41FA5}">
                      <a16:colId xmlns:a16="http://schemas.microsoft.com/office/drawing/2014/main" val="3760224888"/>
                    </a:ext>
                  </a:extLst>
                </a:gridCol>
              </a:tblGrid>
              <a:tr h="299840">
                <a:tc>
                  <a:txBody>
                    <a:bodyPr/>
                    <a:lstStyle/>
                    <a:p>
                      <a:pPr algn="ctr"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b="1" kern="0">
                          <a:solidFill>
                            <a:srgbClr val="000000"/>
                          </a:solidFill>
                          <a:effectLst/>
                          <a:highlight>
                            <a:srgbClr val="D9D9D9"/>
                          </a:highlight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Q16</a:t>
                      </a:r>
                      <a:endParaRPr lang="en-GB" sz="1200" kern="1400">
                        <a:solidFill>
                          <a:srgbClr val="000000"/>
                        </a:solidFill>
                        <a:effectLst/>
                        <a:highlight>
                          <a:srgbClr val="D9D9D9"/>
                        </a:highlight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gridSpan="2">
                  <a:txBody>
                    <a:bodyPr/>
                    <a:lstStyle/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US" sz="1200" kern="14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What number is 60900?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4943493"/>
                  </a:ext>
                </a:extLst>
              </a:tr>
              <a:tr h="299840">
                <a:tc>
                  <a:txBody>
                    <a:bodyPr/>
                    <a:lstStyle/>
                    <a:p>
                      <a:pPr algn="ctr"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b="1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</a:t>
                      </a:r>
                      <a:endParaRPr lang="en-GB" sz="12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kern="14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Six hundred and nine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GB" sz="12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5876997"/>
                  </a:ext>
                </a:extLst>
              </a:tr>
              <a:tr h="299840">
                <a:tc>
                  <a:txBody>
                    <a:bodyPr/>
                    <a:lstStyle/>
                    <a:p>
                      <a:pPr algn="ctr"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b="1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B</a:t>
                      </a:r>
                      <a:endParaRPr lang="en-GB" sz="12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kern="14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Six thousand nine hundred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GB" sz="12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4542749"/>
                  </a:ext>
                </a:extLst>
              </a:tr>
              <a:tr h="299840">
                <a:tc>
                  <a:txBody>
                    <a:bodyPr/>
                    <a:lstStyle/>
                    <a:p>
                      <a:pPr algn="ctr"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b="1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C</a:t>
                      </a:r>
                      <a:endParaRPr lang="en-GB" sz="12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kern="14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Sixty thousand nine hundred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GB" sz="12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3831881"/>
                  </a:ext>
                </a:extLst>
              </a:tr>
              <a:tr h="299840">
                <a:tc>
                  <a:txBody>
                    <a:bodyPr/>
                    <a:lstStyle/>
                    <a:p>
                      <a:pPr algn="ctr"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b="1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D</a:t>
                      </a:r>
                      <a:endParaRPr lang="en-GB" sz="12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kern="14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Six hundred and nine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GB" sz="12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6167589"/>
                  </a:ext>
                </a:extLst>
              </a:tr>
            </a:tbl>
          </a:graphicData>
        </a:graphic>
      </p:graphicFrame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1CCE2E47-F90E-9D63-ABD7-4321501816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9581274"/>
              </p:ext>
            </p:extLst>
          </p:nvPr>
        </p:nvGraphicFramePr>
        <p:xfrm>
          <a:off x="82068" y="6592504"/>
          <a:ext cx="6693864" cy="1499200"/>
        </p:xfrm>
        <a:graphic>
          <a:graphicData uri="http://schemas.openxmlformats.org/drawingml/2006/table">
            <a:tbl>
              <a:tblPr firstRow="1" firstCol="1" bandRow="1"/>
              <a:tblGrid>
                <a:gridCol w="558664">
                  <a:extLst>
                    <a:ext uri="{9D8B030D-6E8A-4147-A177-3AD203B41FA5}">
                      <a16:colId xmlns:a16="http://schemas.microsoft.com/office/drawing/2014/main" val="1494969303"/>
                    </a:ext>
                  </a:extLst>
                </a:gridCol>
                <a:gridCol w="5621078">
                  <a:extLst>
                    <a:ext uri="{9D8B030D-6E8A-4147-A177-3AD203B41FA5}">
                      <a16:colId xmlns:a16="http://schemas.microsoft.com/office/drawing/2014/main" val="4193660500"/>
                    </a:ext>
                  </a:extLst>
                </a:gridCol>
                <a:gridCol w="514122">
                  <a:extLst>
                    <a:ext uri="{9D8B030D-6E8A-4147-A177-3AD203B41FA5}">
                      <a16:colId xmlns:a16="http://schemas.microsoft.com/office/drawing/2014/main" val="3760224888"/>
                    </a:ext>
                  </a:extLst>
                </a:gridCol>
              </a:tblGrid>
              <a:tr h="299840">
                <a:tc>
                  <a:txBody>
                    <a:bodyPr/>
                    <a:lstStyle/>
                    <a:p>
                      <a:pPr algn="ctr"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b="1" kern="0">
                          <a:solidFill>
                            <a:srgbClr val="000000"/>
                          </a:solidFill>
                          <a:effectLst/>
                          <a:highlight>
                            <a:srgbClr val="D9D9D9"/>
                          </a:highlight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Q17</a:t>
                      </a:r>
                      <a:endParaRPr lang="en-GB" sz="1200" kern="1400">
                        <a:solidFill>
                          <a:srgbClr val="000000"/>
                        </a:solidFill>
                        <a:effectLst/>
                        <a:highlight>
                          <a:srgbClr val="D9D9D9"/>
                        </a:highlight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gridSpan="2">
                  <a:txBody>
                    <a:bodyPr/>
                    <a:lstStyle/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US" sz="1200" kern="14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List the first 5 integers that satisfy     ___ ≥ 12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664943493"/>
                  </a:ext>
                </a:extLst>
              </a:tr>
              <a:tr h="299840">
                <a:tc>
                  <a:txBody>
                    <a:bodyPr/>
                    <a:lstStyle/>
                    <a:p>
                      <a:pPr algn="ctr"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b="1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</a:t>
                      </a:r>
                      <a:endParaRPr lang="en-GB" sz="12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11, 10, 9, 8, 7</a:t>
                      </a:r>
                      <a:endParaRPr lang="en-GB" sz="10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GB" sz="12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5876997"/>
                  </a:ext>
                </a:extLst>
              </a:tr>
              <a:tr h="299840">
                <a:tc>
                  <a:txBody>
                    <a:bodyPr/>
                    <a:lstStyle/>
                    <a:p>
                      <a:pPr algn="ctr"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b="1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B</a:t>
                      </a:r>
                      <a:endParaRPr lang="en-GB" sz="12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 13, 14, 15, 16, 17</a:t>
                      </a:r>
                      <a:endParaRPr lang="en-GB" sz="10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GB" sz="12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4542749"/>
                  </a:ext>
                </a:extLst>
              </a:tr>
              <a:tr h="299840">
                <a:tc>
                  <a:txBody>
                    <a:bodyPr/>
                    <a:lstStyle/>
                    <a:p>
                      <a:pPr algn="ctr"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b="1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C</a:t>
                      </a:r>
                      <a:endParaRPr lang="en-GB" sz="12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12, 13, 14, 15</a:t>
                      </a:r>
                      <a:endParaRPr lang="en-GB" sz="10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GB" sz="12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3831881"/>
                  </a:ext>
                </a:extLst>
              </a:tr>
              <a:tr h="299840">
                <a:tc>
                  <a:txBody>
                    <a:bodyPr/>
                    <a:lstStyle/>
                    <a:p>
                      <a:pPr algn="ctr"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b="1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D</a:t>
                      </a:r>
                      <a:endParaRPr lang="en-GB" sz="12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 12, 13, 14, 15, 16</a:t>
                      </a:r>
                      <a:endParaRPr lang="en-GB" sz="10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GB" sz="12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6167589"/>
                  </a:ext>
                </a:extLst>
              </a:tr>
            </a:tbl>
          </a:graphicData>
        </a:graphic>
      </p:graphicFrame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4D631651-D02A-8627-749B-96D5742146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2415800"/>
              </p:ext>
            </p:extLst>
          </p:nvPr>
        </p:nvGraphicFramePr>
        <p:xfrm>
          <a:off x="82068" y="8161856"/>
          <a:ext cx="6693864" cy="1499200"/>
        </p:xfrm>
        <a:graphic>
          <a:graphicData uri="http://schemas.openxmlformats.org/drawingml/2006/table">
            <a:tbl>
              <a:tblPr firstRow="1" firstCol="1" bandRow="1"/>
              <a:tblGrid>
                <a:gridCol w="558664">
                  <a:extLst>
                    <a:ext uri="{9D8B030D-6E8A-4147-A177-3AD203B41FA5}">
                      <a16:colId xmlns:a16="http://schemas.microsoft.com/office/drawing/2014/main" val="1494969303"/>
                    </a:ext>
                  </a:extLst>
                </a:gridCol>
                <a:gridCol w="5621078">
                  <a:extLst>
                    <a:ext uri="{9D8B030D-6E8A-4147-A177-3AD203B41FA5}">
                      <a16:colId xmlns:a16="http://schemas.microsoft.com/office/drawing/2014/main" val="4193660500"/>
                    </a:ext>
                  </a:extLst>
                </a:gridCol>
                <a:gridCol w="514122">
                  <a:extLst>
                    <a:ext uri="{9D8B030D-6E8A-4147-A177-3AD203B41FA5}">
                      <a16:colId xmlns:a16="http://schemas.microsoft.com/office/drawing/2014/main" val="3760224888"/>
                    </a:ext>
                  </a:extLst>
                </a:gridCol>
              </a:tblGrid>
              <a:tr h="299840">
                <a:tc>
                  <a:txBody>
                    <a:bodyPr/>
                    <a:lstStyle/>
                    <a:p>
                      <a:pPr algn="ctr"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b="1" kern="0">
                          <a:solidFill>
                            <a:srgbClr val="000000"/>
                          </a:solidFill>
                          <a:effectLst/>
                          <a:highlight>
                            <a:srgbClr val="D9D9D9"/>
                          </a:highlight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Q18</a:t>
                      </a:r>
                      <a:endParaRPr lang="en-GB" sz="1200" kern="1400">
                        <a:solidFill>
                          <a:srgbClr val="000000"/>
                        </a:solidFill>
                        <a:effectLst/>
                        <a:highlight>
                          <a:srgbClr val="D9D9D9"/>
                        </a:highlight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gridSpan="2">
                  <a:txBody>
                    <a:bodyPr/>
                    <a:lstStyle/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US" sz="1200" kern="14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What is the smallest four-digit number you can make using the digits: 6, 5, 1, 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664943493"/>
                  </a:ext>
                </a:extLst>
              </a:tr>
              <a:tr h="299840">
                <a:tc>
                  <a:txBody>
                    <a:bodyPr/>
                    <a:lstStyle/>
                    <a:p>
                      <a:pPr algn="ctr"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b="1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</a:t>
                      </a:r>
                      <a:endParaRPr lang="en-GB" sz="12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 1,956</a:t>
                      </a:r>
                      <a:endParaRPr lang="en-GB" sz="12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5876997"/>
                  </a:ext>
                </a:extLst>
              </a:tr>
              <a:tr h="299840">
                <a:tc>
                  <a:txBody>
                    <a:bodyPr/>
                    <a:lstStyle/>
                    <a:p>
                      <a:pPr algn="ctr"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b="1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B</a:t>
                      </a:r>
                      <a:endParaRPr lang="en-GB" sz="12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 9,651</a:t>
                      </a:r>
                      <a:endParaRPr lang="en-GB" sz="12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4542749"/>
                  </a:ext>
                </a:extLst>
              </a:tr>
              <a:tr h="299840">
                <a:tc>
                  <a:txBody>
                    <a:bodyPr/>
                    <a:lstStyle/>
                    <a:p>
                      <a:pPr algn="ctr"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b="1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C</a:t>
                      </a:r>
                      <a:endParaRPr lang="en-GB" sz="12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 1,569</a:t>
                      </a:r>
                      <a:endParaRPr lang="en-GB" sz="12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3831881"/>
                  </a:ext>
                </a:extLst>
              </a:tr>
              <a:tr h="299840">
                <a:tc>
                  <a:txBody>
                    <a:bodyPr/>
                    <a:lstStyle/>
                    <a:p>
                      <a:pPr algn="ctr"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b="1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D</a:t>
                      </a:r>
                      <a:endParaRPr lang="en-GB" sz="12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 9,651</a:t>
                      </a:r>
                      <a:endParaRPr lang="en-GB" sz="12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61675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417510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851D5E-089B-5DD1-532A-022DE4BDFB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56B5A4EE-7A68-26B1-4697-779FB1352E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3183815"/>
              </p:ext>
            </p:extLst>
          </p:nvPr>
        </p:nvGraphicFramePr>
        <p:xfrm>
          <a:off x="82068" y="8152724"/>
          <a:ext cx="6693864" cy="1499200"/>
        </p:xfrm>
        <a:graphic>
          <a:graphicData uri="http://schemas.openxmlformats.org/drawingml/2006/table">
            <a:tbl>
              <a:tblPr firstRow="1" firstCol="1" bandRow="1"/>
              <a:tblGrid>
                <a:gridCol w="558664">
                  <a:extLst>
                    <a:ext uri="{9D8B030D-6E8A-4147-A177-3AD203B41FA5}">
                      <a16:colId xmlns:a16="http://schemas.microsoft.com/office/drawing/2014/main" val="1494969303"/>
                    </a:ext>
                  </a:extLst>
                </a:gridCol>
                <a:gridCol w="5621078">
                  <a:extLst>
                    <a:ext uri="{9D8B030D-6E8A-4147-A177-3AD203B41FA5}">
                      <a16:colId xmlns:a16="http://schemas.microsoft.com/office/drawing/2014/main" val="4193660500"/>
                    </a:ext>
                  </a:extLst>
                </a:gridCol>
                <a:gridCol w="514122">
                  <a:extLst>
                    <a:ext uri="{9D8B030D-6E8A-4147-A177-3AD203B41FA5}">
                      <a16:colId xmlns:a16="http://schemas.microsoft.com/office/drawing/2014/main" val="3760224888"/>
                    </a:ext>
                  </a:extLst>
                </a:gridCol>
              </a:tblGrid>
              <a:tr h="299840">
                <a:tc>
                  <a:txBody>
                    <a:bodyPr/>
                    <a:lstStyle/>
                    <a:p>
                      <a:pPr algn="ctr"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b="1" kern="0">
                          <a:solidFill>
                            <a:srgbClr val="000000"/>
                          </a:solidFill>
                          <a:effectLst/>
                          <a:highlight>
                            <a:srgbClr val="D9D9D9"/>
                          </a:highlight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Q24</a:t>
                      </a:r>
                      <a:endParaRPr lang="en-GB" sz="1200" kern="1400">
                        <a:solidFill>
                          <a:srgbClr val="000000"/>
                        </a:solidFill>
                        <a:effectLst/>
                        <a:highlight>
                          <a:srgbClr val="D9D9D9"/>
                        </a:highlight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gridSpan="2">
                  <a:txBody>
                    <a:bodyPr/>
                    <a:lstStyle/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US" sz="1200" kern="14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List the first 5 integers that satisfy ___ ≥ 18.015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4943493"/>
                  </a:ext>
                </a:extLst>
              </a:tr>
              <a:tr h="299840">
                <a:tc>
                  <a:txBody>
                    <a:bodyPr/>
                    <a:lstStyle/>
                    <a:p>
                      <a:pPr algn="ctr"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b="1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</a:t>
                      </a:r>
                      <a:endParaRPr lang="en-GB" sz="12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18, 17, 16, 15, 14</a:t>
                      </a:r>
                      <a:endParaRPr lang="en-GB" sz="10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GB" sz="12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5876997"/>
                  </a:ext>
                </a:extLst>
              </a:tr>
              <a:tr h="299840">
                <a:tc>
                  <a:txBody>
                    <a:bodyPr/>
                    <a:lstStyle/>
                    <a:p>
                      <a:pPr algn="ctr"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b="1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B</a:t>
                      </a:r>
                      <a:endParaRPr lang="en-GB" sz="12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 18, 19, 20, 21, 22</a:t>
                      </a:r>
                      <a:endParaRPr lang="en-GB" sz="10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GB" sz="12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4542749"/>
                  </a:ext>
                </a:extLst>
              </a:tr>
              <a:tr h="299840">
                <a:tc>
                  <a:txBody>
                    <a:bodyPr/>
                    <a:lstStyle/>
                    <a:p>
                      <a:pPr algn="ctr"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b="1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C</a:t>
                      </a:r>
                      <a:endParaRPr lang="en-GB" sz="12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 17, 16, 15, 14, 13</a:t>
                      </a:r>
                      <a:endParaRPr lang="en-GB" sz="10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GB" sz="12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3831881"/>
                  </a:ext>
                </a:extLst>
              </a:tr>
              <a:tr h="299840">
                <a:tc>
                  <a:txBody>
                    <a:bodyPr/>
                    <a:lstStyle/>
                    <a:p>
                      <a:pPr algn="ctr"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b="1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D</a:t>
                      </a:r>
                      <a:endParaRPr lang="en-GB" sz="12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 19, 20, 21, 22, 23</a:t>
                      </a:r>
                      <a:endParaRPr lang="en-GB" sz="10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GB" sz="12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6167589"/>
                  </a:ext>
                </a:extLst>
              </a:tr>
            </a:tbl>
          </a:graphicData>
        </a:graphic>
      </p:graphicFrame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939173D4-8752-A0D2-32FB-85989DA073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6519115"/>
              </p:ext>
            </p:extLst>
          </p:nvPr>
        </p:nvGraphicFramePr>
        <p:xfrm>
          <a:off x="82068" y="132504"/>
          <a:ext cx="6693864" cy="1499200"/>
        </p:xfrm>
        <a:graphic>
          <a:graphicData uri="http://schemas.openxmlformats.org/drawingml/2006/table">
            <a:tbl>
              <a:tblPr firstRow="1" firstCol="1" bandRow="1"/>
              <a:tblGrid>
                <a:gridCol w="558664">
                  <a:extLst>
                    <a:ext uri="{9D8B030D-6E8A-4147-A177-3AD203B41FA5}">
                      <a16:colId xmlns:a16="http://schemas.microsoft.com/office/drawing/2014/main" val="1494969303"/>
                    </a:ext>
                  </a:extLst>
                </a:gridCol>
                <a:gridCol w="5621078">
                  <a:extLst>
                    <a:ext uri="{9D8B030D-6E8A-4147-A177-3AD203B41FA5}">
                      <a16:colId xmlns:a16="http://schemas.microsoft.com/office/drawing/2014/main" val="4193660500"/>
                    </a:ext>
                  </a:extLst>
                </a:gridCol>
                <a:gridCol w="514122">
                  <a:extLst>
                    <a:ext uri="{9D8B030D-6E8A-4147-A177-3AD203B41FA5}">
                      <a16:colId xmlns:a16="http://schemas.microsoft.com/office/drawing/2014/main" val="3760224888"/>
                    </a:ext>
                  </a:extLst>
                </a:gridCol>
              </a:tblGrid>
              <a:tr h="299840">
                <a:tc>
                  <a:txBody>
                    <a:bodyPr/>
                    <a:lstStyle/>
                    <a:p>
                      <a:pPr algn="ctr"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b="1" kern="0">
                          <a:solidFill>
                            <a:srgbClr val="000000"/>
                          </a:solidFill>
                          <a:effectLst/>
                          <a:highlight>
                            <a:srgbClr val="D9D9D9"/>
                          </a:highlight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Q19</a:t>
                      </a:r>
                      <a:endParaRPr lang="en-GB" sz="1200" kern="1400">
                        <a:solidFill>
                          <a:srgbClr val="000000"/>
                        </a:solidFill>
                        <a:effectLst/>
                        <a:highlight>
                          <a:srgbClr val="D9D9D9"/>
                        </a:highlight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gridSpan="2">
                  <a:txBody>
                    <a:bodyPr/>
                    <a:lstStyle/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US" sz="1200" kern="14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Write nineteen hundredths in digits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4943493"/>
                  </a:ext>
                </a:extLst>
              </a:tr>
              <a:tr h="299840">
                <a:tc>
                  <a:txBody>
                    <a:bodyPr/>
                    <a:lstStyle/>
                    <a:p>
                      <a:pPr algn="ctr"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b="1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</a:t>
                      </a:r>
                      <a:endParaRPr lang="en-GB" sz="12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kern="14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0.019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GB" sz="12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5876997"/>
                  </a:ext>
                </a:extLst>
              </a:tr>
              <a:tr h="299840">
                <a:tc>
                  <a:txBody>
                    <a:bodyPr/>
                    <a:lstStyle/>
                    <a:p>
                      <a:pPr algn="ctr"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b="1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B</a:t>
                      </a:r>
                      <a:endParaRPr lang="en-GB" sz="12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kern="14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0.0019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GB" sz="12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4542749"/>
                  </a:ext>
                </a:extLst>
              </a:tr>
              <a:tr h="299840">
                <a:tc>
                  <a:txBody>
                    <a:bodyPr/>
                    <a:lstStyle/>
                    <a:p>
                      <a:pPr algn="ctr"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b="1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C</a:t>
                      </a:r>
                      <a:endParaRPr lang="en-GB" sz="12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kern="14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1900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GB" sz="12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3831881"/>
                  </a:ext>
                </a:extLst>
              </a:tr>
              <a:tr h="299840">
                <a:tc>
                  <a:txBody>
                    <a:bodyPr/>
                    <a:lstStyle/>
                    <a:p>
                      <a:pPr algn="ctr"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b="1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D</a:t>
                      </a:r>
                      <a:endParaRPr lang="en-GB" sz="12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kern="14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0.19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GB" sz="12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6167589"/>
                  </a:ext>
                </a:extLst>
              </a:tr>
            </a:tbl>
          </a:graphicData>
        </a:graphic>
      </p:graphicFrame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E507EEF5-5C97-BE57-C901-42F832BFD7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2110008"/>
              </p:ext>
            </p:extLst>
          </p:nvPr>
        </p:nvGraphicFramePr>
        <p:xfrm>
          <a:off x="82068" y="1701060"/>
          <a:ext cx="6693864" cy="1499200"/>
        </p:xfrm>
        <a:graphic>
          <a:graphicData uri="http://schemas.openxmlformats.org/drawingml/2006/table">
            <a:tbl>
              <a:tblPr firstRow="1" firstCol="1" bandRow="1"/>
              <a:tblGrid>
                <a:gridCol w="558664">
                  <a:extLst>
                    <a:ext uri="{9D8B030D-6E8A-4147-A177-3AD203B41FA5}">
                      <a16:colId xmlns:a16="http://schemas.microsoft.com/office/drawing/2014/main" val="1494969303"/>
                    </a:ext>
                  </a:extLst>
                </a:gridCol>
                <a:gridCol w="5621078">
                  <a:extLst>
                    <a:ext uri="{9D8B030D-6E8A-4147-A177-3AD203B41FA5}">
                      <a16:colId xmlns:a16="http://schemas.microsoft.com/office/drawing/2014/main" val="4193660500"/>
                    </a:ext>
                  </a:extLst>
                </a:gridCol>
                <a:gridCol w="514122">
                  <a:extLst>
                    <a:ext uri="{9D8B030D-6E8A-4147-A177-3AD203B41FA5}">
                      <a16:colId xmlns:a16="http://schemas.microsoft.com/office/drawing/2014/main" val="3760224888"/>
                    </a:ext>
                  </a:extLst>
                </a:gridCol>
              </a:tblGrid>
              <a:tr h="299840">
                <a:tc>
                  <a:txBody>
                    <a:bodyPr/>
                    <a:lstStyle/>
                    <a:p>
                      <a:pPr algn="ctr"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b="1" kern="0">
                          <a:solidFill>
                            <a:srgbClr val="000000"/>
                          </a:solidFill>
                          <a:effectLst/>
                          <a:highlight>
                            <a:srgbClr val="D9D9D9"/>
                          </a:highlight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Q20</a:t>
                      </a:r>
                      <a:endParaRPr lang="en-GB" sz="1200" kern="1400">
                        <a:solidFill>
                          <a:srgbClr val="000000"/>
                        </a:solidFill>
                        <a:effectLst/>
                        <a:highlight>
                          <a:srgbClr val="D9D9D9"/>
                        </a:highlight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gridSpan="2">
                  <a:txBody>
                    <a:bodyPr/>
                    <a:lstStyle/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US" sz="1200" kern="14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What is 0.374 in words?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4943493"/>
                  </a:ext>
                </a:extLst>
              </a:tr>
              <a:tr h="299840">
                <a:tc>
                  <a:txBody>
                    <a:bodyPr/>
                    <a:lstStyle/>
                    <a:p>
                      <a:pPr algn="ctr"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b="1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</a:t>
                      </a:r>
                      <a:endParaRPr lang="en-GB" sz="12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kern="14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Three hundred and seventy-four hundredths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GB" sz="12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5876997"/>
                  </a:ext>
                </a:extLst>
              </a:tr>
              <a:tr h="299840">
                <a:tc>
                  <a:txBody>
                    <a:bodyPr/>
                    <a:lstStyle/>
                    <a:p>
                      <a:pPr algn="ctr"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b="1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B</a:t>
                      </a:r>
                      <a:endParaRPr lang="en-GB" sz="12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kern="14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Three hundred and seventy-four tenths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GB" sz="12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4542749"/>
                  </a:ext>
                </a:extLst>
              </a:tr>
              <a:tr h="299840">
                <a:tc>
                  <a:txBody>
                    <a:bodyPr/>
                    <a:lstStyle/>
                    <a:p>
                      <a:pPr algn="ctr"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b="1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C</a:t>
                      </a:r>
                      <a:endParaRPr lang="en-GB" sz="12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kern="14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Three hundred and seventy-four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GB" sz="12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3831881"/>
                  </a:ext>
                </a:extLst>
              </a:tr>
              <a:tr h="299840">
                <a:tc>
                  <a:txBody>
                    <a:bodyPr/>
                    <a:lstStyle/>
                    <a:p>
                      <a:pPr algn="ctr"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b="1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D</a:t>
                      </a:r>
                      <a:endParaRPr lang="en-GB" sz="12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kern="14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Three hundred and seventy-four thousandths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GB" sz="12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6167589"/>
                  </a:ext>
                </a:extLst>
              </a:tr>
            </a:tbl>
          </a:graphicData>
        </a:graphic>
      </p:graphicFrame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EB86B18C-22EE-E9AC-D642-52B673410D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612112"/>
              </p:ext>
            </p:extLst>
          </p:nvPr>
        </p:nvGraphicFramePr>
        <p:xfrm>
          <a:off x="82068" y="3254376"/>
          <a:ext cx="6693864" cy="1617254"/>
        </p:xfrm>
        <a:graphic>
          <a:graphicData uri="http://schemas.openxmlformats.org/drawingml/2006/table">
            <a:tbl>
              <a:tblPr firstRow="1" firstCol="1" bandRow="1"/>
              <a:tblGrid>
                <a:gridCol w="558664">
                  <a:extLst>
                    <a:ext uri="{9D8B030D-6E8A-4147-A177-3AD203B41FA5}">
                      <a16:colId xmlns:a16="http://schemas.microsoft.com/office/drawing/2014/main" val="1494969303"/>
                    </a:ext>
                  </a:extLst>
                </a:gridCol>
                <a:gridCol w="2810539">
                  <a:extLst>
                    <a:ext uri="{9D8B030D-6E8A-4147-A177-3AD203B41FA5}">
                      <a16:colId xmlns:a16="http://schemas.microsoft.com/office/drawing/2014/main" val="4193660500"/>
                    </a:ext>
                  </a:extLst>
                </a:gridCol>
                <a:gridCol w="2810539">
                  <a:extLst>
                    <a:ext uri="{9D8B030D-6E8A-4147-A177-3AD203B41FA5}">
                      <a16:colId xmlns:a16="http://schemas.microsoft.com/office/drawing/2014/main" val="295463004"/>
                    </a:ext>
                  </a:extLst>
                </a:gridCol>
                <a:gridCol w="514122">
                  <a:extLst>
                    <a:ext uri="{9D8B030D-6E8A-4147-A177-3AD203B41FA5}">
                      <a16:colId xmlns:a16="http://schemas.microsoft.com/office/drawing/2014/main" val="3760224888"/>
                    </a:ext>
                  </a:extLst>
                </a:gridCol>
              </a:tblGrid>
              <a:tr h="298800">
                <a:tc>
                  <a:txBody>
                    <a:bodyPr/>
                    <a:lstStyle/>
                    <a:p>
                      <a:pPr algn="ctr"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b="1" kern="0">
                          <a:solidFill>
                            <a:srgbClr val="000000"/>
                          </a:solidFill>
                          <a:effectLst/>
                          <a:highlight>
                            <a:srgbClr val="D9D9D9"/>
                          </a:highlight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Q21</a:t>
                      </a:r>
                      <a:endParaRPr lang="en-GB" sz="1200" kern="1400">
                        <a:solidFill>
                          <a:srgbClr val="000000"/>
                        </a:solidFill>
                        <a:effectLst/>
                        <a:highlight>
                          <a:srgbClr val="D9D9D9"/>
                        </a:highlight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gridSpan="3">
                  <a:txBody>
                    <a:bodyPr/>
                    <a:lstStyle/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US" sz="1200" kern="14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Tom plots a point on a number line. The point is more than halfway between 300 and 400. Which   </a:t>
                      </a:r>
                      <a:br>
                        <a:rPr lang="en-US" sz="1200" kern="14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1200" kern="14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number could Tom’s point represent?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4943493"/>
                  </a:ext>
                </a:extLst>
              </a:tr>
              <a:tr h="299840">
                <a:tc>
                  <a:txBody>
                    <a:bodyPr/>
                    <a:lstStyle/>
                    <a:p>
                      <a:pPr algn="ctr"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b="1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</a:t>
                      </a:r>
                      <a:endParaRPr lang="en-GB" sz="12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kern="14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350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4">
                  <a:txBody>
                    <a:bodyPr/>
                    <a:lstStyle/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endParaRPr lang="en-GB" sz="10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GB" sz="12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5876997"/>
                  </a:ext>
                </a:extLst>
              </a:tr>
              <a:tr h="299840">
                <a:tc>
                  <a:txBody>
                    <a:bodyPr/>
                    <a:lstStyle/>
                    <a:p>
                      <a:pPr algn="ctr"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b="1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B</a:t>
                      </a:r>
                      <a:endParaRPr lang="en-GB" sz="12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kern="14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333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endParaRPr lang="en-GB" sz="10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GB" sz="12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4542749"/>
                  </a:ext>
                </a:extLst>
              </a:tr>
              <a:tr h="299840">
                <a:tc>
                  <a:txBody>
                    <a:bodyPr/>
                    <a:lstStyle/>
                    <a:p>
                      <a:pPr algn="ctr"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b="1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C</a:t>
                      </a:r>
                      <a:endParaRPr lang="en-GB" sz="12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kern="14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383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endParaRPr lang="en-GB" sz="10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GB" sz="12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3831881"/>
                  </a:ext>
                </a:extLst>
              </a:tr>
              <a:tr h="299840">
                <a:tc>
                  <a:txBody>
                    <a:bodyPr/>
                    <a:lstStyle/>
                    <a:p>
                      <a:pPr algn="ctr"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b="1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D</a:t>
                      </a:r>
                      <a:endParaRPr lang="en-GB" sz="12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kern="14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308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endParaRPr lang="en-GB" sz="10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GB" sz="12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6167589"/>
                  </a:ext>
                </a:extLst>
              </a:tr>
            </a:tbl>
          </a:graphicData>
        </a:graphic>
      </p:graphicFrame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4755C189-BD29-A3B4-556D-FDD1C5CE4C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0357948"/>
              </p:ext>
            </p:extLst>
          </p:nvPr>
        </p:nvGraphicFramePr>
        <p:xfrm>
          <a:off x="82068" y="4932568"/>
          <a:ext cx="6693864" cy="1617254"/>
        </p:xfrm>
        <a:graphic>
          <a:graphicData uri="http://schemas.openxmlformats.org/drawingml/2006/table">
            <a:tbl>
              <a:tblPr firstRow="1" firstCol="1" bandRow="1"/>
              <a:tblGrid>
                <a:gridCol w="558664">
                  <a:extLst>
                    <a:ext uri="{9D8B030D-6E8A-4147-A177-3AD203B41FA5}">
                      <a16:colId xmlns:a16="http://schemas.microsoft.com/office/drawing/2014/main" val="1494969303"/>
                    </a:ext>
                  </a:extLst>
                </a:gridCol>
                <a:gridCol w="2810539">
                  <a:extLst>
                    <a:ext uri="{9D8B030D-6E8A-4147-A177-3AD203B41FA5}">
                      <a16:colId xmlns:a16="http://schemas.microsoft.com/office/drawing/2014/main" val="4193660500"/>
                    </a:ext>
                  </a:extLst>
                </a:gridCol>
                <a:gridCol w="2810539">
                  <a:extLst>
                    <a:ext uri="{9D8B030D-6E8A-4147-A177-3AD203B41FA5}">
                      <a16:colId xmlns:a16="http://schemas.microsoft.com/office/drawing/2014/main" val="2990000981"/>
                    </a:ext>
                  </a:extLst>
                </a:gridCol>
                <a:gridCol w="514122">
                  <a:extLst>
                    <a:ext uri="{9D8B030D-6E8A-4147-A177-3AD203B41FA5}">
                      <a16:colId xmlns:a16="http://schemas.microsoft.com/office/drawing/2014/main" val="3760224888"/>
                    </a:ext>
                  </a:extLst>
                </a:gridCol>
              </a:tblGrid>
              <a:tr h="299840">
                <a:tc>
                  <a:txBody>
                    <a:bodyPr/>
                    <a:lstStyle/>
                    <a:p>
                      <a:pPr algn="ctr"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b="1" kern="0">
                          <a:solidFill>
                            <a:srgbClr val="000000"/>
                          </a:solidFill>
                          <a:effectLst/>
                          <a:highlight>
                            <a:srgbClr val="D9D9D9"/>
                          </a:highlight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Q22</a:t>
                      </a:r>
                      <a:endParaRPr lang="en-GB" sz="1200" kern="1400">
                        <a:solidFill>
                          <a:srgbClr val="000000"/>
                        </a:solidFill>
                        <a:effectLst/>
                        <a:highlight>
                          <a:srgbClr val="D9D9D9"/>
                        </a:highlight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gridSpan="3">
                  <a:txBody>
                    <a:bodyPr/>
                    <a:lstStyle/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US" sz="1200" kern="14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Tom plots a point on a number line. The point is less than halfway between 2000 and 3000. Which   </a:t>
                      </a:r>
                      <a:br>
                        <a:rPr lang="en-US" sz="1200" kern="14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1200" kern="14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number could Tom’s point represent?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4943493"/>
                  </a:ext>
                </a:extLst>
              </a:tr>
              <a:tr h="299840">
                <a:tc>
                  <a:txBody>
                    <a:bodyPr/>
                    <a:lstStyle/>
                    <a:p>
                      <a:pPr algn="ctr"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b="1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</a:t>
                      </a:r>
                      <a:endParaRPr lang="en-GB" sz="12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kern="14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210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4">
                  <a:txBody>
                    <a:bodyPr/>
                    <a:lstStyle/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endParaRPr lang="en-GB" sz="10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GB" sz="12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5876997"/>
                  </a:ext>
                </a:extLst>
              </a:tr>
              <a:tr h="299840">
                <a:tc>
                  <a:txBody>
                    <a:bodyPr/>
                    <a:lstStyle/>
                    <a:p>
                      <a:pPr algn="ctr"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b="1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B</a:t>
                      </a:r>
                      <a:endParaRPr lang="en-GB" sz="12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kern="14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2500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endParaRPr lang="en-GB" sz="10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GB" sz="12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4542749"/>
                  </a:ext>
                </a:extLst>
              </a:tr>
              <a:tr h="299840">
                <a:tc>
                  <a:txBody>
                    <a:bodyPr/>
                    <a:lstStyle/>
                    <a:p>
                      <a:pPr algn="ctr"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b="1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C</a:t>
                      </a:r>
                      <a:endParaRPr lang="en-GB" sz="12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kern="14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2751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endParaRPr lang="en-GB" sz="10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GB" sz="12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3831881"/>
                  </a:ext>
                </a:extLst>
              </a:tr>
              <a:tr h="299840">
                <a:tc>
                  <a:txBody>
                    <a:bodyPr/>
                    <a:lstStyle/>
                    <a:p>
                      <a:pPr algn="ctr"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b="1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D</a:t>
                      </a:r>
                      <a:endParaRPr lang="en-GB" sz="12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kern="14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2175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endParaRPr lang="en-GB" sz="10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GB" sz="12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6167589"/>
                  </a:ext>
                </a:extLst>
              </a:tr>
            </a:tbl>
          </a:graphicData>
        </a:graphic>
      </p:graphicFrame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BF61BFAF-A631-49F1-BB15-9F67D0C3B9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4872294"/>
              </p:ext>
            </p:extLst>
          </p:nvPr>
        </p:nvGraphicFramePr>
        <p:xfrm>
          <a:off x="82068" y="6607804"/>
          <a:ext cx="6693864" cy="1499200"/>
        </p:xfrm>
        <a:graphic>
          <a:graphicData uri="http://schemas.openxmlformats.org/drawingml/2006/table">
            <a:tbl>
              <a:tblPr firstRow="1" firstCol="1" bandRow="1"/>
              <a:tblGrid>
                <a:gridCol w="558664">
                  <a:extLst>
                    <a:ext uri="{9D8B030D-6E8A-4147-A177-3AD203B41FA5}">
                      <a16:colId xmlns:a16="http://schemas.microsoft.com/office/drawing/2014/main" val="1494969303"/>
                    </a:ext>
                  </a:extLst>
                </a:gridCol>
                <a:gridCol w="5621078">
                  <a:extLst>
                    <a:ext uri="{9D8B030D-6E8A-4147-A177-3AD203B41FA5}">
                      <a16:colId xmlns:a16="http://schemas.microsoft.com/office/drawing/2014/main" val="4193660500"/>
                    </a:ext>
                  </a:extLst>
                </a:gridCol>
                <a:gridCol w="514122">
                  <a:extLst>
                    <a:ext uri="{9D8B030D-6E8A-4147-A177-3AD203B41FA5}">
                      <a16:colId xmlns:a16="http://schemas.microsoft.com/office/drawing/2014/main" val="3760224888"/>
                    </a:ext>
                  </a:extLst>
                </a:gridCol>
              </a:tblGrid>
              <a:tr h="299840">
                <a:tc>
                  <a:txBody>
                    <a:bodyPr/>
                    <a:lstStyle/>
                    <a:p>
                      <a:pPr algn="ctr"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b="1" kern="0">
                          <a:solidFill>
                            <a:srgbClr val="000000"/>
                          </a:solidFill>
                          <a:effectLst/>
                          <a:highlight>
                            <a:srgbClr val="D9D9D9"/>
                          </a:highlight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Q23</a:t>
                      </a:r>
                      <a:endParaRPr lang="en-GB" sz="1200" kern="1400">
                        <a:solidFill>
                          <a:srgbClr val="000000"/>
                        </a:solidFill>
                        <a:effectLst/>
                        <a:highlight>
                          <a:srgbClr val="D9D9D9"/>
                        </a:highlight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gridSpan="2">
                  <a:txBody>
                    <a:bodyPr/>
                    <a:lstStyle/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US" sz="1200" kern="14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Put these numbers in order, starting with the smallest:     7.2, 7.1, 7.01, 7.015, 7.11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4943493"/>
                  </a:ext>
                </a:extLst>
              </a:tr>
              <a:tr h="299840">
                <a:tc>
                  <a:txBody>
                    <a:bodyPr/>
                    <a:lstStyle/>
                    <a:p>
                      <a:pPr algn="ctr"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b="1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</a:t>
                      </a:r>
                      <a:endParaRPr lang="en-GB" sz="12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7.1, 7.2, 7.01, 7.11, 7.015</a:t>
                      </a:r>
                      <a:endParaRPr lang="en-GB" sz="10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5876997"/>
                  </a:ext>
                </a:extLst>
              </a:tr>
              <a:tr h="299840">
                <a:tc>
                  <a:txBody>
                    <a:bodyPr/>
                    <a:lstStyle/>
                    <a:p>
                      <a:pPr algn="ctr"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b="1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B</a:t>
                      </a:r>
                      <a:endParaRPr lang="en-GB" sz="12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 7.01, 7.015, 7.1, 7.2, 7.11</a:t>
                      </a:r>
                      <a:endParaRPr lang="en-GB" sz="10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4542749"/>
                  </a:ext>
                </a:extLst>
              </a:tr>
              <a:tr h="299840">
                <a:tc>
                  <a:txBody>
                    <a:bodyPr/>
                    <a:lstStyle/>
                    <a:p>
                      <a:pPr algn="ctr"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b="1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C</a:t>
                      </a:r>
                      <a:endParaRPr lang="en-GB" sz="12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 7.01, 7.1, 7.11, 7.2, 7.015</a:t>
                      </a:r>
                      <a:endParaRPr lang="en-GB" sz="10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3831881"/>
                  </a:ext>
                </a:extLst>
              </a:tr>
              <a:tr h="299840">
                <a:tc>
                  <a:txBody>
                    <a:bodyPr/>
                    <a:lstStyle/>
                    <a:p>
                      <a:pPr algn="ctr"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b="1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D</a:t>
                      </a:r>
                      <a:endParaRPr lang="en-GB" sz="12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 7.01, 7.015, 7.1, 7.11, 7.2</a:t>
                      </a:r>
                      <a:endParaRPr lang="en-GB" sz="10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6167589"/>
                  </a:ext>
                </a:extLst>
              </a:tr>
            </a:tbl>
          </a:graphicData>
        </a:graphic>
      </p:graphicFrame>
      <p:pic>
        <p:nvPicPr>
          <p:cNvPr id="26" name="Picture 25">
            <a:extLst>
              <a:ext uri="{FF2B5EF4-FFF2-40B4-BE49-F238E27FC236}">
                <a16:creationId xmlns:a16="http://schemas.microsoft.com/office/drawing/2014/main" id="{43C56BEF-A627-45B7-7AD7-7E47C109D2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9480" y="5420161"/>
            <a:ext cx="2772000" cy="520148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7AC8AA38-7BC0-30AF-1348-97C371BE3C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5200" y="3687853"/>
            <a:ext cx="2726280" cy="464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09472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CB2A874-6112-01FB-7E1B-4206B19064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3459559"/>
              </p:ext>
            </p:extLst>
          </p:nvPr>
        </p:nvGraphicFramePr>
        <p:xfrm>
          <a:off x="82068" y="8202288"/>
          <a:ext cx="6693864" cy="1499200"/>
        </p:xfrm>
        <a:graphic>
          <a:graphicData uri="http://schemas.openxmlformats.org/drawingml/2006/table">
            <a:tbl>
              <a:tblPr firstRow="1" firstCol="1" bandRow="1"/>
              <a:tblGrid>
                <a:gridCol w="558664">
                  <a:extLst>
                    <a:ext uri="{9D8B030D-6E8A-4147-A177-3AD203B41FA5}">
                      <a16:colId xmlns:a16="http://schemas.microsoft.com/office/drawing/2014/main" val="1494969303"/>
                    </a:ext>
                  </a:extLst>
                </a:gridCol>
                <a:gridCol w="5621078">
                  <a:extLst>
                    <a:ext uri="{9D8B030D-6E8A-4147-A177-3AD203B41FA5}">
                      <a16:colId xmlns:a16="http://schemas.microsoft.com/office/drawing/2014/main" val="4193660500"/>
                    </a:ext>
                  </a:extLst>
                </a:gridCol>
                <a:gridCol w="514122">
                  <a:extLst>
                    <a:ext uri="{9D8B030D-6E8A-4147-A177-3AD203B41FA5}">
                      <a16:colId xmlns:a16="http://schemas.microsoft.com/office/drawing/2014/main" val="3760224888"/>
                    </a:ext>
                  </a:extLst>
                </a:gridCol>
              </a:tblGrid>
              <a:tr h="299840">
                <a:tc>
                  <a:txBody>
                    <a:bodyPr/>
                    <a:lstStyle/>
                    <a:p>
                      <a:pPr algn="ctr"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b="1" kern="0">
                          <a:solidFill>
                            <a:srgbClr val="000000"/>
                          </a:solidFill>
                          <a:effectLst/>
                          <a:highlight>
                            <a:srgbClr val="D9D9D9"/>
                          </a:highlight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Q30</a:t>
                      </a:r>
                      <a:endParaRPr lang="en-GB" sz="1200" kern="1400">
                        <a:solidFill>
                          <a:srgbClr val="000000"/>
                        </a:solidFill>
                        <a:effectLst/>
                        <a:highlight>
                          <a:srgbClr val="D9D9D9"/>
                        </a:highlight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gridSpan="2">
                  <a:txBody>
                    <a:bodyPr/>
                    <a:lstStyle/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US" sz="1200" kern="14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Round 93462 to the nearest 100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4943493"/>
                  </a:ext>
                </a:extLst>
              </a:tr>
              <a:tr h="299840">
                <a:tc>
                  <a:txBody>
                    <a:bodyPr/>
                    <a:lstStyle/>
                    <a:p>
                      <a:pPr algn="ctr"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b="1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</a:t>
                      </a:r>
                      <a:endParaRPr lang="en-GB" sz="12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 93500</a:t>
                      </a:r>
                      <a:endParaRPr lang="en-GB" sz="10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GB" sz="12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5876997"/>
                  </a:ext>
                </a:extLst>
              </a:tr>
              <a:tr h="299840">
                <a:tc>
                  <a:txBody>
                    <a:bodyPr/>
                    <a:lstStyle/>
                    <a:p>
                      <a:pPr algn="ctr"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b="1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B</a:t>
                      </a:r>
                      <a:endParaRPr lang="en-GB" sz="12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 93400</a:t>
                      </a:r>
                      <a:endParaRPr lang="en-GB" sz="10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GB" sz="12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4542749"/>
                  </a:ext>
                </a:extLst>
              </a:tr>
              <a:tr h="299840">
                <a:tc>
                  <a:txBody>
                    <a:bodyPr/>
                    <a:lstStyle/>
                    <a:p>
                      <a:pPr algn="ctr"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b="1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C</a:t>
                      </a:r>
                      <a:endParaRPr lang="en-GB" sz="12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 935</a:t>
                      </a:r>
                      <a:endParaRPr lang="en-GB" sz="10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GB" sz="12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3831881"/>
                  </a:ext>
                </a:extLst>
              </a:tr>
              <a:tr h="299840">
                <a:tc>
                  <a:txBody>
                    <a:bodyPr/>
                    <a:lstStyle/>
                    <a:p>
                      <a:pPr algn="ctr"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b="1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D</a:t>
                      </a:r>
                      <a:endParaRPr lang="en-GB" sz="12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 93460</a:t>
                      </a:r>
                      <a:endParaRPr lang="en-GB" sz="10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GB" sz="12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6167589"/>
                  </a:ext>
                </a:extLst>
              </a:tr>
            </a:tbl>
          </a:graphicData>
        </a:graphic>
      </p:graphicFrame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8A7BA3D6-6E06-3BB6-3254-7BB7B55670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9562937"/>
              </p:ext>
            </p:extLst>
          </p:nvPr>
        </p:nvGraphicFramePr>
        <p:xfrm>
          <a:off x="82068" y="1851420"/>
          <a:ext cx="6693864" cy="1499200"/>
        </p:xfrm>
        <a:graphic>
          <a:graphicData uri="http://schemas.openxmlformats.org/drawingml/2006/table">
            <a:tbl>
              <a:tblPr firstRow="1" firstCol="1" bandRow="1"/>
              <a:tblGrid>
                <a:gridCol w="558664">
                  <a:extLst>
                    <a:ext uri="{9D8B030D-6E8A-4147-A177-3AD203B41FA5}">
                      <a16:colId xmlns:a16="http://schemas.microsoft.com/office/drawing/2014/main" val="1494969303"/>
                    </a:ext>
                  </a:extLst>
                </a:gridCol>
                <a:gridCol w="5621078">
                  <a:extLst>
                    <a:ext uri="{9D8B030D-6E8A-4147-A177-3AD203B41FA5}">
                      <a16:colId xmlns:a16="http://schemas.microsoft.com/office/drawing/2014/main" val="4193660500"/>
                    </a:ext>
                  </a:extLst>
                </a:gridCol>
                <a:gridCol w="514122">
                  <a:extLst>
                    <a:ext uri="{9D8B030D-6E8A-4147-A177-3AD203B41FA5}">
                      <a16:colId xmlns:a16="http://schemas.microsoft.com/office/drawing/2014/main" val="3760224888"/>
                    </a:ext>
                  </a:extLst>
                </a:gridCol>
              </a:tblGrid>
              <a:tr h="299840">
                <a:tc>
                  <a:txBody>
                    <a:bodyPr/>
                    <a:lstStyle/>
                    <a:p>
                      <a:pPr algn="ctr"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b="1" kern="0">
                          <a:solidFill>
                            <a:srgbClr val="000000"/>
                          </a:solidFill>
                          <a:effectLst/>
                          <a:highlight>
                            <a:srgbClr val="D9D9D9"/>
                          </a:highlight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Q26</a:t>
                      </a:r>
                      <a:endParaRPr lang="en-GB" sz="1200" kern="1400">
                        <a:solidFill>
                          <a:srgbClr val="000000"/>
                        </a:solidFill>
                        <a:effectLst/>
                        <a:highlight>
                          <a:srgbClr val="D9D9D9"/>
                        </a:highlight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gridSpan="2">
                  <a:txBody>
                    <a:bodyPr/>
                    <a:lstStyle/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US" sz="1200" kern="14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All numbers which appear to the left of the 0 on a number line are called…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4943493"/>
                  </a:ext>
                </a:extLst>
              </a:tr>
              <a:tr h="299840">
                <a:tc>
                  <a:txBody>
                    <a:bodyPr/>
                    <a:lstStyle/>
                    <a:p>
                      <a:pPr algn="ctr"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b="1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</a:t>
                      </a:r>
                      <a:endParaRPr lang="en-GB" sz="12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 Decimal numbers</a:t>
                      </a:r>
                      <a:endParaRPr lang="en-GB" sz="10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GB" sz="12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5876997"/>
                  </a:ext>
                </a:extLst>
              </a:tr>
              <a:tr h="299840">
                <a:tc>
                  <a:txBody>
                    <a:bodyPr/>
                    <a:lstStyle/>
                    <a:p>
                      <a:pPr algn="ctr"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b="1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B</a:t>
                      </a:r>
                      <a:endParaRPr lang="en-GB" sz="12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 Positive numbers</a:t>
                      </a:r>
                      <a:endParaRPr lang="en-GB" sz="10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GB" sz="12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4542749"/>
                  </a:ext>
                </a:extLst>
              </a:tr>
              <a:tr h="299840">
                <a:tc>
                  <a:txBody>
                    <a:bodyPr/>
                    <a:lstStyle/>
                    <a:p>
                      <a:pPr algn="ctr"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b="1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C</a:t>
                      </a:r>
                      <a:endParaRPr lang="en-GB" sz="12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 Negative numbers</a:t>
                      </a:r>
                      <a:endParaRPr lang="en-GB" sz="10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GB" sz="12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3831881"/>
                  </a:ext>
                </a:extLst>
              </a:tr>
              <a:tr h="299840">
                <a:tc>
                  <a:txBody>
                    <a:bodyPr/>
                    <a:lstStyle/>
                    <a:p>
                      <a:pPr algn="ctr"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b="1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D</a:t>
                      </a:r>
                      <a:endParaRPr lang="en-GB" sz="12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 Zero pairs</a:t>
                      </a:r>
                      <a:endParaRPr lang="en-GB" sz="10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GB" sz="12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6167589"/>
                  </a:ext>
                </a:extLst>
              </a:tr>
            </a:tbl>
          </a:graphicData>
        </a:graphic>
      </p:graphicFrame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7FC47A53-BDA5-2867-C69F-88974E8D26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6527167"/>
              </p:ext>
            </p:extLst>
          </p:nvPr>
        </p:nvGraphicFramePr>
        <p:xfrm>
          <a:off x="82068" y="3420772"/>
          <a:ext cx="6693864" cy="1499200"/>
        </p:xfrm>
        <a:graphic>
          <a:graphicData uri="http://schemas.openxmlformats.org/drawingml/2006/table">
            <a:tbl>
              <a:tblPr firstRow="1" firstCol="1" bandRow="1"/>
              <a:tblGrid>
                <a:gridCol w="558664">
                  <a:extLst>
                    <a:ext uri="{9D8B030D-6E8A-4147-A177-3AD203B41FA5}">
                      <a16:colId xmlns:a16="http://schemas.microsoft.com/office/drawing/2014/main" val="1494969303"/>
                    </a:ext>
                  </a:extLst>
                </a:gridCol>
                <a:gridCol w="5621078">
                  <a:extLst>
                    <a:ext uri="{9D8B030D-6E8A-4147-A177-3AD203B41FA5}">
                      <a16:colId xmlns:a16="http://schemas.microsoft.com/office/drawing/2014/main" val="4193660500"/>
                    </a:ext>
                  </a:extLst>
                </a:gridCol>
                <a:gridCol w="514122">
                  <a:extLst>
                    <a:ext uri="{9D8B030D-6E8A-4147-A177-3AD203B41FA5}">
                      <a16:colId xmlns:a16="http://schemas.microsoft.com/office/drawing/2014/main" val="3760224888"/>
                    </a:ext>
                  </a:extLst>
                </a:gridCol>
              </a:tblGrid>
              <a:tr h="299840">
                <a:tc>
                  <a:txBody>
                    <a:bodyPr/>
                    <a:lstStyle/>
                    <a:p>
                      <a:pPr algn="ctr"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b="1" kern="0">
                          <a:solidFill>
                            <a:srgbClr val="000000"/>
                          </a:solidFill>
                          <a:effectLst/>
                          <a:highlight>
                            <a:srgbClr val="D9D9D9"/>
                          </a:highlight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Q27</a:t>
                      </a:r>
                      <a:endParaRPr lang="en-GB" sz="1200" kern="1400">
                        <a:solidFill>
                          <a:srgbClr val="000000"/>
                        </a:solidFill>
                        <a:effectLst/>
                        <a:highlight>
                          <a:srgbClr val="D9D9D9"/>
                        </a:highlight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gridSpan="2">
                  <a:txBody>
                    <a:bodyPr/>
                    <a:lstStyle/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US" sz="1200" kern="14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List the following numbers, starting with the smallest:    -3, -1, 3, -7, 0, 14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4943493"/>
                  </a:ext>
                </a:extLst>
              </a:tr>
              <a:tr h="299840">
                <a:tc>
                  <a:txBody>
                    <a:bodyPr/>
                    <a:lstStyle/>
                    <a:p>
                      <a:pPr algn="ctr"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b="1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</a:t>
                      </a:r>
                      <a:endParaRPr lang="en-GB" sz="12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 0, -1, -3, -7, 3, 14</a:t>
                      </a:r>
                      <a:endParaRPr lang="en-GB" sz="105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GB" sz="12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5876997"/>
                  </a:ext>
                </a:extLst>
              </a:tr>
              <a:tr h="299840">
                <a:tc>
                  <a:txBody>
                    <a:bodyPr/>
                    <a:lstStyle/>
                    <a:p>
                      <a:pPr algn="ctr"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b="1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B</a:t>
                      </a:r>
                      <a:endParaRPr lang="en-GB" sz="12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 -7, -3, -1, 0, 3, 14</a:t>
                      </a:r>
                      <a:endParaRPr lang="en-GB" sz="105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GB" sz="12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4542749"/>
                  </a:ext>
                </a:extLst>
              </a:tr>
              <a:tr h="299840">
                <a:tc>
                  <a:txBody>
                    <a:bodyPr/>
                    <a:lstStyle/>
                    <a:p>
                      <a:pPr algn="ctr"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b="1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C</a:t>
                      </a:r>
                      <a:endParaRPr lang="en-GB" sz="12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 0, -1, -3, 3, -7, 14</a:t>
                      </a:r>
                      <a:endParaRPr lang="en-GB" sz="105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GB" sz="12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3831881"/>
                  </a:ext>
                </a:extLst>
              </a:tr>
              <a:tr h="299840">
                <a:tc>
                  <a:txBody>
                    <a:bodyPr/>
                    <a:lstStyle/>
                    <a:p>
                      <a:pPr algn="ctr"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b="1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D</a:t>
                      </a:r>
                      <a:endParaRPr lang="en-GB" sz="12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 -7, 0, -1, -3, 3, 14</a:t>
                      </a:r>
                      <a:endParaRPr lang="en-GB" sz="105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GB" sz="12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6167589"/>
                  </a:ext>
                </a:extLst>
              </a:tr>
            </a:tbl>
          </a:graphicData>
        </a:graphic>
      </p:graphicFrame>
      <p:graphicFrame>
        <p:nvGraphicFramePr>
          <p:cNvPr id="25" name="Table 24">
            <a:extLst>
              <a:ext uri="{FF2B5EF4-FFF2-40B4-BE49-F238E27FC236}">
                <a16:creationId xmlns:a16="http://schemas.microsoft.com/office/drawing/2014/main" id="{32AB0A33-2517-785C-3C8F-2738B0A698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5770630"/>
              </p:ext>
            </p:extLst>
          </p:nvPr>
        </p:nvGraphicFramePr>
        <p:xfrm>
          <a:off x="82068" y="4990124"/>
          <a:ext cx="6693864" cy="1499200"/>
        </p:xfrm>
        <a:graphic>
          <a:graphicData uri="http://schemas.openxmlformats.org/drawingml/2006/table">
            <a:tbl>
              <a:tblPr firstRow="1" firstCol="1" bandRow="1"/>
              <a:tblGrid>
                <a:gridCol w="558664">
                  <a:extLst>
                    <a:ext uri="{9D8B030D-6E8A-4147-A177-3AD203B41FA5}">
                      <a16:colId xmlns:a16="http://schemas.microsoft.com/office/drawing/2014/main" val="1494969303"/>
                    </a:ext>
                  </a:extLst>
                </a:gridCol>
                <a:gridCol w="5621078">
                  <a:extLst>
                    <a:ext uri="{9D8B030D-6E8A-4147-A177-3AD203B41FA5}">
                      <a16:colId xmlns:a16="http://schemas.microsoft.com/office/drawing/2014/main" val="4193660500"/>
                    </a:ext>
                  </a:extLst>
                </a:gridCol>
                <a:gridCol w="514122">
                  <a:extLst>
                    <a:ext uri="{9D8B030D-6E8A-4147-A177-3AD203B41FA5}">
                      <a16:colId xmlns:a16="http://schemas.microsoft.com/office/drawing/2014/main" val="3760224888"/>
                    </a:ext>
                  </a:extLst>
                </a:gridCol>
              </a:tblGrid>
              <a:tr h="299840">
                <a:tc>
                  <a:txBody>
                    <a:bodyPr/>
                    <a:lstStyle/>
                    <a:p>
                      <a:pPr algn="ctr"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b="1" kern="0">
                          <a:solidFill>
                            <a:srgbClr val="000000"/>
                          </a:solidFill>
                          <a:effectLst/>
                          <a:highlight>
                            <a:srgbClr val="D9D9D9"/>
                          </a:highlight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Q28</a:t>
                      </a:r>
                      <a:endParaRPr lang="en-GB" sz="1200" kern="1400">
                        <a:solidFill>
                          <a:srgbClr val="000000"/>
                        </a:solidFill>
                        <a:effectLst/>
                        <a:highlight>
                          <a:srgbClr val="D9D9D9"/>
                        </a:highlight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gridSpan="2">
                  <a:txBody>
                    <a:bodyPr/>
                    <a:lstStyle/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US" sz="1200" kern="14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Which of the following shows that -3 is greater than -6 ?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4943493"/>
                  </a:ext>
                </a:extLst>
              </a:tr>
              <a:tr h="299840">
                <a:tc>
                  <a:txBody>
                    <a:bodyPr/>
                    <a:lstStyle/>
                    <a:p>
                      <a:pPr algn="ctr"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b="1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</a:t>
                      </a:r>
                      <a:endParaRPr lang="en-GB" sz="12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 -3 &lt; -6</a:t>
                      </a:r>
                      <a:endParaRPr lang="en-GB" sz="10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GB" sz="12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5876997"/>
                  </a:ext>
                </a:extLst>
              </a:tr>
              <a:tr h="299840">
                <a:tc>
                  <a:txBody>
                    <a:bodyPr/>
                    <a:lstStyle/>
                    <a:p>
                      <a:pPr algn="ctr"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b="1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B</a:t>
                      </a:r>
                      <a:endParaRPr lang="en-GB" sz="12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 -6 &gt; -3</a:t>
                      </a:r>
                      <a:endParaRPr lang="en-GB" sz="10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GB" sz="12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4542749"/>
                  </a:ext>
                </a:extLst>
              </a:tr>
              <a:tr h="299840">
                <a:tc>
                  <a:txBody>
                    <a:bodyPr/>
                    <a:lstStyle/>
                    <a:p>
                      <a:pPr algn="ctr"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b="1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C</a:t>
                      </a:r>
                      <a:endParaRPr lang="en-GB" sz="12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 -3 &gt; -6</a:t>
                      </a:r>
                      <a:endParaRPr lang="en-GB" sz="10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GB" sz="12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3831881"/>
                  </a:ext>
                </a:extLst>
              </a:tr>
              <a:tr h="299840">
                <a:tc>
                  <a:txBody>
                    <a:bodyPr/>
                    <a:lstStyle/>
                    <a:p>
                      <a:pPr algn="ctr"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b="1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D</a:t>
                      </a:r>
                      <a:endParaRPr lang="en-GB" sz="12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 -6 ≥ -3</a:t>
                      </a:r>
                      <a:endParaRPr lang="en-GB" sz="10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GB" sz="12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6167589"/>
                  </a:ext>
                </a:extLst>
              </a:tr>
            </a:tbl>
          </a:graphicData>
        </a:graphic>
      </p:graphicFrame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66F59F03-567B-7D59-2DEE-7DDDD5E210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5561651"/>
              </p:ext>
            </p:extLst>
          </p:nvPr>
        </p:nvGraphicFramePr>
        <p:xfrm>
          <a:off x="82068" y="6559476"/>
          <a:ext cx="6693864" cy="1499200"/>
        </p:xfrm>
        <a:graphic>
          <a:graphicData uri="http://schemas.openxmlformats.org/drawingml/2006/table">
            <a:tbl>
              <a:tblPr firstRow="1" firstCol="1" bandRow="1"/>
              <a:tblGrid>
                <a:gridCol w="558664">
                  <a:extLst>
                    <a:ext uri="{9D8B030D-6E8A-4147-A177-3AD203B41FA5}">
                      <a16:colId xmlns:a16="http://schemas.microsoft.com/office/drawing/2014/main" val="1494969303"/>
                    </a:ext>
                  </a:extLst>
                </a:gridCol>
                <a:gridCol w="5621078">
                  <a:extLst>
                    <a:ext uri="{9D8B030D-6E8A-4147-A177-3AD203B41FA5}">
                      <a16:colId xmlns:a16="http://schemas.microsoft.com/office/drawing/2014/main" val="4193660500"/>
                    </a:ext>
                  </a:extLst>
                </a:gridCol>
                <a:gridCol w="514122">
                  <a:extLst>
                    <a:ext uri="{9D8B030D-6E8A-4147-A177-3AD203B41FA5}">
                      <a16:colId xmlns:a16="http://schemas.microsoft.com/office/drawing/2014/main" val="3760224888"/>
                    </a:ext>
                  </a:extLst>
                </a:gridCol>
              </a:tblGrid>
              <a:tr h="299840">
                <a:tc>
                  <a:txBody>
                    <a:bodyPr/>
                    <a:lstStyle/>
                    <a:p>
                      <a:pPr algn="ctr"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b="1" kern="0">
                          <a:solidFill>
                            <a:srgbClr val="000000"/>
                          </a:solidFill>
                          <a:effectLst/>
                          <a:highlight>
                            <a:srgbClr val="D9D9D9"/>
                          </a:highlight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Q29</a:t>
                      </a:r>
                      <a:endParaRPr lang="en-GB" sz="1200" kern="1400">
                        <a:solidFill>
                          <a:srgbClr val="000000"/>
                        </a:solidFill>
                        <a:effectLst/>
                        <a:highlight>
                          <a:srgbClr val="D9D9D9"/>
                        </a:highlight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gridSpan="2">
                  <a:txBody>
                    <a:bodyPr/>
                    <a:lstStyle/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US" sz="1200" kern="14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Which is the correct symbol to write on the line:    -4.5   ____   -4.4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4943493"/>
                  </a:ext>
                </a:extLst>
              </a:tr>
              <a:tr h="299840">
                <a:tc>
                  <a:txBody>
                    <a:bodyPr/>
                    <a:lstStyle/>
                    <a:p>
                      <a:pPr algn="ctr"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b="1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</a:t>
                      </a:r>
                      <a:endParaRPr lang="en-GB" sz="12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 =</a:t>
                      </a:r>
                      <a:endParaRPr lang="en-GB" sz="10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GB" sz="12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5876997"/>
                  </a:ext>
                </a:extLst>
              </a:tr>
              <a:tr h="299840">
                <a:tc>
                  <a:txBody>
                    <a:bodyPr/>
                    <a:lstStyle/>
                    <a:p>
                      <a:pPr algn="ctr"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b="1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B</a:t>
                      </a:r>
                      <a:endParaRPr lang="en-GB" sz="12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 &lt;</a:t>
                      </a:r>
                      <a:endParaRPr lang="en-GB" sz="10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GB" sz="12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4542749"/>
                  </a:ext>
                </a:extLst>
              </a:tr>
              <a:tr h="299840">
                <a:tc>
                  <a:txBody>
                    <a:bodyPr/>
                    <a:lstStyle/>
                    <a:p>
                      <a:pPr algn="ctr"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b="1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C</a:t>
                      </a:r>
                      <a:endParaRPr lang="en-GB" sz="12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 &gt;</a:t>
                      </a:r>
                      <a:endParaRPr lang="en-GB" sz="10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GB" sz="12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3831881"/>
                  </a:ext>
                </a:extLst>
              </a:tr>
              <a:tr h="299840">
                <a:tc>
                  <a:txBody>
                    <a:bodyPr/>
                    <a:lstStyle/>
                    <a:p>
                      <a:pPr algn="ctr"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b="1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D</a:t>
                      </a:r>
                      <a:endParaRPr lang="en-GB" sz="12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 None of these</a:t>
                      </a:r>
                      <a:endParaRPr lang="en-GB" sz="10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GB" sz="12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6167589"/>
                  </a:ext>
                </a:extLst>
              </a:tr>
            </a:tbl>
          </a:graphicData>
        </a:graphic>
      </p:graphicFrame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702BAB75-16CB-0AB5-0BEA-E1BC0B0856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0430897"/>
              </p:ext>
            </p:extLst>
          </p:nvPr>
        </p:nvGraphicFramePr>
        <p:xfrm>
          <a:off x="82068" y="284556"/>
          <a:ext cx="6693864" cy="1499200"/>
        </p:xfrm>
        <a:graphic>
          <a:graphicData uri="http://schemas.openxmlformats.org/drawingml/2006/table">
            <a:tbl>
              <a:tblPr firstRow="1" firstCol="1" bandRow="1"/>
              <a:tblGrid>
                <a:gridCol w="558664">
                  <a:extLst>
                    <a:ext uri="{9D8B030D-6E8A-4147-A177-3AD203B41FA5}">
                      <a16:colId xmlns:a16="http://schemas.microsoft.com/office/drawing/2014/main" val="1494969303"/>
                    </a:ext>
                  </a:extLst>
                </a:gridCol>
                <a:gridCol w="5621078">
                  <a:extLst>
                    <a:ext uri="{9D8B030D-6E8A-4147-A177-3AD203B41FA5}">
                      <a16:colId xmlns:a16="http://schemas.microsoft.com/office/drawing/2014/main" val="4193660500"/>
                    </a:ext>
                  </a:extLst>
                </a:gridCol>
                <a:gridCol w="514122">
                  <a:extLst>
                    <a:ext uri="{9D8B030D-6E8A-4147-A177-3AD203B41FA5}">
                      <a16:colId xmlns:a16="http://schemas.microsoft.com/office/drawing/2014/main" val="3760224888"/>
                    </a:ext>
                  </a:extLst>
                </a:gridCol>
              </a:tblGrid>
              <a:tr h="299840">
                <a:tc>
                  <a:txBody>
                    <a:bodyPr/>
                    <a:lstStyle/>
                    <a:p>
                      <a:pPr algn="ctr"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b="1" kern="0">
                          <a:solidFill>
                            <a:srgbClr val="000000"/>
                          </a:solidFill>
                          <a:effectLst/>
                          <a:highlight>
                            <a:srgbClr val="D9D9D9"/>
                          </a:highlight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Q25</a:t>
                      </a:r>
                      <a:endParaRPr lang="en-GB" sz="1200" kern="1400">
                        <a:solidFill>
                          <a:srgbClr val="000000"/>
                        </a:solidFill>
                        <a:effectLst/>
                        <a:highlight>
                          <a:srgbClr val="D9D9D9"/>
                        </a:highlight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685800" rtl="0" eaLnBrk="1" fontAlgn="base" latinLnBrk="0" hangingPunct="1">
                        <a:lnSpc>
                          <a:spcPct val="118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4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Which is the correct symbol to write on the line:    0.5____   0.45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4943493"/>
                  </a:ext>
                </a:extLst>
              </a:tr>
              <a:tr h="299840">
                <a:tc>
                  <a:txBody>
                    <a:bodyPr/>
                    <a:lstStyle/>
                    <a:p>
                      <a:pPr algn="ctr"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b="1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</a:t>
                      </a:r>
                      <a:endParaRPr lang="en-GB" sz="12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 =</a:t>
                      </a:r>
                      <a:endParaRPr lang="en-GB" sz="10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GB" sz="12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5876997"/>
                  </a:ext>
                </a:extLst>
              </a:tr>
              <a:tr h="299840">
                <a:tc>
                  <a:txBody>
                    <a:bodyPr/>
                    <a:lstStyle/>
                    <a:p>
                      <a:pPr algn="ctr"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b="1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B</a:t>
                      </a:r>
                      <a:endParaRPr lang="en-GB" sz="12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 &lt;</a:t>
                      </a:r>
                      <a:endParaRPr lang="en-GB" sz="10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GB" sz="12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4542749"/>
                  </a:ext>
                </a:extLst>
              </a:tr>
              <a:tr h="299840">
                <a:tc>
                  <a:txBody>
                    <a:bodyPr/>
                    <a:lstStyle/>
                    <a:p>
                      <a:pPr algn="ctr"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b="1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C</a:t>
                      </a:r>
                      <a:endParaRPr lang="en-GB" sz="12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 &gt;</a:t>
                      </a:r>
                      <a:endParaRPr lang="en-GB" sz="10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GB" sz="12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3831881"/>
                  </a:ext>
                </a:extLst>
              </a:tr>
              <a:tr h="299840">
                <a:tc>
                  <a:txBody>
                    <a:bodyPr/>
                    <a:lstStyle/>
                    <a:p>
                      <a:pPr algn="ctr"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b="1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D</a:t>
                      </a:r>
                      <a:endParaRPr lang="en-GB" sz="12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 None of these</a:t>
                      </a:r>
                      <a:endParaRPr lang="en-GB" sz="10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GB" sz="12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61675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380820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B3E73F-D944-5290-B39E-192E6E433F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5D1FC04-8E4D-F1EC-31D9-853508C9C1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3900702"/>
              </p:ext>
            </p:extLst>
          </p:nvPr>
        </p:nvGraphicFramePr>
        <p:xfrm>
          <a:off x="82068" y="8110848"/>
          <a:ext cx="6693864" cy="1499200"/>
        </p:xfrm>
        <a:graphic>
          <a:graphicData uri="http://schemas.openxmlformats.org/drawingml/2006/table">
            <a:tbl>
              <a:tblPr firstRow="1" firstCol="1" bandRow="1"/>
              <a:tblGrid>
                <a:gridCol w="558664">
                  <a:extLst>
                    <a:ext uri="{9D8B030D-6E8A-4147-A177-3AD203B41FA5}">
                      <a16:colId xmlns:a16="http://schemas.microsoft.com/office/drawing/2014/main" val="1494969303"/>
                    </a:ext>
                  </a:extLst>
                </a:gridCol>
                <a:gridCol w="5621078">
                  <a:extLst>
                    <a:ext uri="{9D8B030D-6E8A-4147-A177-3AD203B41FA5}">
                      <a16:colId xmlns:a16="http://schemas.microsoft.com/office/drawing/2014/main" val="4193660500"/>
                    </a:ext>
                  </a:extLst>
                </a:gridCol>
                <a:gridCol w="514122">
                  <a:extLst>
                    <a:ext uri="{9D8B030D-6E8A-4147-A177-3AD203B41FA5}">
                      <a16:colId xmlns:a16="http://schemas.microsoft.com/office/drawing/2014/main" val="3760224888"/>
                    </a:ext>
                  </a:extLst>
                </a:gridCol>
              </a:tblGrid>
              <a:tr h="299840">
                <a:tc>
                  <a:txBody>
                    <a:bodyPr/>
                    <a:lstStyle/>
                    <a:p>
                      <a:pPr algn="ctr"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b="1" kern="0">
                          <a:solidFill>
                            <a:srgbClr val="000000"/>
                          </a:solidFill>
                          <a:effectLst/>
                          <a:highlight>
                            <a:srgbClr val="D9D9D9"/>
                          </a:highlight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Q36</a:t>
                      </a:r>
                      <a:endParaRPr lang="en-GB" sz="1200" kern="1400">
                        <a:solidFill>
                          <a:srgbClr val="000000"/>
                        </a:solidFill>
                        <a:effectLst/>
                        <a:highlight>
                          <a:srgbClr val="D9D9D9"/>
                        </a:highlight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gridSpan="2">
                  <a:txBody>
                    <a:bodyPr/>
                    <a:lstStyle/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US" sz="1200" kern="14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Work out 53 + 49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4943493"/>
                  </a:ext>
                </a:extLst>
              </a:tr>
              <a:tr h="299840">
                <a:tc>
                  <a:txBody>
                    <a:bodyPr/>
                    <a:lstStyle/>
                    <a:p>
                      <a:pPr algn="ctr"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b="1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</a:t>
                      </a:r>
                      <a:endParaRPr lang="en-GB" sz="12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kern="14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92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GB" sz="12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5876997"/>
                  </a:ext>
                </a:extLst>
              </a:tr>
              <a:tr h="299840">
                <a:tc>
                  <a:txBody>
                    <a:bodyPr/>
                    <a:lstStyle/>
                    <a:p>
                      <a:pPr algn="ctr"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b="1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B</a:t>
                      </a:r>
                      <a:endParaRPr lang="en-GB" sz="12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kern="14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102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GB" sz="12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4542749"/>
                  </a:ext>
                </a:extLst>
              </a:tr>
              <a:tr h="299840">
                <a:tc>
                  <a:txBody>
                    <a:bodyPr/>
                    <a:lstStyle/>
                    <a:p>
                      <a:pPr algn="ctr"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b="1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C</a:t>
                      </a:r>
                      <a:endParaRPr lang="en-GB" sz="12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kern="14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912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GB" sz="12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3831881"/>
                  </a:ext>
                </a:extLst>
              </a:tr>
              <a:tr h="299840">
                <a:tc>
                  <a:txBody>
                    <a:bodyPr/>
                    <a:lstStyle/>
                    <a:p>
                      <a:pPr algn="ctr"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b="1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D</a:t>
                      </a:r>
                      <a:endParaRPr lang="en-GB" sz="12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kern="14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GB" sz="12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6167589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D0C4F232-00F1-D0ED-5099-232BE3F2BC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8607965"/>
              </p:ext>
            </p:extLst>
          </p:nvPr>
        </p:nvGraphicFramePr>
        <p:xfrm>
          <a:off x="82068" y="137160"/>
          <a:ext cx="6693864" cy="1639316"/>
        </p:xfrm>
        <a:graphic>
          <a:graphicData uri="http://schemas.openxmlformats.org/drawingml/2006/table">
            <a:tbl>
              <a:tblPr firstRow="1" firstCol="1" bandRow="1"/>
              <a:tblGrid>
                <a:gridCol w="558664">
                  <a:extLst>
                    <a:ext uri="{9D8B030D-6E8A-4147-A177-3AD203B41FA5}">
                      <a16:colId xmlns:a16="http://schemas.microsoft.com/office/drawing/2014/main" val="1494969303"/>
                    </a:ext>
                  </a:extLst>
                </a:gridCol>
                <a:gridCol w="5621078">
                  <a:extLst>
                    <a:ext uri="{9D8B030D-6E8A-4147-A177-3AD203B41FA5}">
                      <a16:colId xmlns:a16="http://schemas.microsoft.com/office/drawing/2014/main" val="4193660500"/>
                    </a:ext>
                  </a:extLst>
                </a:gridCol>
                <a:gridCol w="514122">
                  <a:extLst>
                    <a:ext uri="{9D8B030D-6E8A-4147-A177-3AD203B41FA5}">
                      <a16:colId xmlns:a16="http://schemas.microsoft.com/office/drawing/2014/main" val="3760224888"/>
                    </a:ext>
                  </a:extLst>
                </a:gridCol>
              </a:tblGrid>
              <a:tr h="439956">
                <a:tc>
                  <a:txBody>
                    <a:bodyPr/>
                    <a:lstStyle/>
                    <a:p>
                      <a:pPr algn="ctr"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b="1" kern="0">
                          <a:solidFill>
                            <a:srgbClr val="000000"/>
                          </a:solidFill>
                          <a:effectLst/>
                          <a:highlight>
                            <a:srgbClr val="D9D9D9"/>
                          </a:highlight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Q31</a:t>
                      </a:r>
                      <a:endParaRPr lang="en-GB" sz="1200" kern="1400">
                        <a:solidFill>
                          <a:srgbClr val="000000"/>
                        </a:solidFill>
                        <a:effectLst/>
                        <a:highlight>
                          <a:srgbClr val="D9D9D9"/>
                        </a:highlight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gridSpan="2">
                  <a:txBody>
                    <a:bodyPr/>
                    <a:lstStyle/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US" sz="1200" kern="14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What is the number marked with the arrow?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4943493"/>
                  </a:ext>
                </a:extLst>
              </a:tr>
              <a:tr h="299840">
                <a:tc>
                  <a:txBody>
                    <a:bodyPr/>
                    <a:lstStyle/>
                    <a:p>
                      <a:pPr algn="ctr"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b="1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</a:t>
                      </a:r>
                      <a:endParaRPr lang="en-GB" sz="12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1</a:t>
                      </a:r>
                      <a:endParaRPr lang="en-GB" sz="10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GB" sz="12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5876997"/>
                  </a:ext>
                </a:extLst>
              </a:tr>
              <a:tr h="299840">
                <a:tc>
                  <a:txBody>
                    <a:bodyPr/>
                    <a:lstStyle/>
                    <a:p>
                      <a:pPr algn="ctr"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b="1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B</a:t>
                      </a:r>
                      <a:endParaRPr lang="en-GB" sz="12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 1.2</a:t>
                      </a:r>
                      <a:endParaRPr lang="en-GB" sz="10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GB" sz="12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4542749"/>
                  </a:ext>
                </a:extLst>
              </a:tr>
              <a:tr h="299840">
                <a:tc>
                  <a:txBody>
                    <a:bodyPr/>
                    <a:lstStyle/>
                    <a:p>
                      <a:pPr algn="ctr"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b="1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C</a:t>
                      </a:r>
                      <a:endParaRPr lang="en-GB" sz="12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1.4</a:t>
                      </a:r>
                      <a:endParaRPr lang="en-GB" sz="10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GB" sz="12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3831881"/>
                  </a:ext>
                </a:extLst>
              </a:tr>
              <a:tr h="299840">
                <a:tc>
                  <a:txBody>
                    <a:bodyPr/>
                    <a:lstStyle/>
                    <a:p>
                      <a:pPr algn="ctr"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b="1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D</a:t>
                      </a:r>
                      <a:endParaRPr lang="en-GB" sz="12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 1.3</a:t>
                      </a:r>
                      <a:endParaRPr lang="en-GB" sz="10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GB" sz="12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6167589"/>
                  </a:ext>
                </a:extLst>
              </a:tr>
            </a:tbl>
          </a:graphicData>
        </a:graphic>
      </p:graphicFrame>
      <p:pic>
        <p:nvPicPr>
          <p:cNvPr id="11" name="Picture 1">
            <a:extLst>
              <a:ext uri="{FF2B5EF4-FFF2-40B4-BE49-F238E27FC236}">
                <a16:creationId xmlns:a16="http://schemas.microsoft.com/office/drawing/2014/main" id="{335F9A0F-AF19-B3DE-513E-682C9D3F597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982" b="22724"/>
          <a:stretch/>
        </p:blipFill>
        <p:spPr bwMode="auto">
          <a:xfrm>
            <a:off x="4092432" y="196892"/>
            <a:ext cx="2597150" cy="3200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56F1D117-9846-320C-953F-EB1F9A926A5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2769851"/>
              </p:ext>
            </p:extLst>
          </p:nvPr>
        </p:nvGraphicFramePr>
        <p:xfrm>
          <a:off x="82068" y="1845832"/>
          <a:ext cx="6693864" cy="1499200"/>
        </p:xfrm>
        <a:graphic>
          <a:graphicData uri="http://schemas.openxmlformats.org/drawingml/2006/table">
            <a:tbl>
              <a:tblPr firstRow="1" firstCol="1" bandRow="1"/>
              <a:tblGrid>
                <a:gridCol w="558664">
                  <a:extLst>
                    <a:ext uri="{9D8B030D-6E8A-4147-A177-3AD203B41FA5}">
                      <a16:colId xmlns:a16="http://schemas.microsoft.com/office/drawing/2014/main" val="1494969303"/>
                    </a:ext>
                  </a:extLst>
                </a:gridCol>
                <a:gridCol w="5621078">
                  <a:extLst>
                    <a:ext uri="{9D8B030D-6E8A-4147-A177-3AD203B41FA5}">
                      <a16:colId xmlns:a16="http://schemas.microsoft.com/office/drawing/2014/main" val="4193660500"/>
                    </a:ext>
                  </a:extLst>
                </a:gridCol>
                <a:gridCol w="514122">
                  <a:extLst>
                    <a:ext uri="{9D8B030D-6E8A-4147-A177-3AD203B41FA5}">
                      <a16:colId xmlns:a16="http://schemas.microsoft.com/office/drawing/2014/main" val="3760224888"/>
                    </a:ext>
                  </a:extLst>
                </a:gridCol>
              </a:tblGrid>
              <a:tr h="299840">
                <a:tc>
                  <a:txBody>
                    <a:bodyPr/>
                    <a:lstStyle/>
                    <a:p>
                      <a:pPr algn="ctr"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b="1" kern="0">
                          <a:solidFill>
                            <a:srgbClr val="000000"/>
                          </a:solidFill>
                          <a:effectLst/>
                          <a:highlight>
                            <a:srgbClr val="D9D9D9"/>
                          </a:highlight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Q32</a:t>
                      </a:r>
                      <a:endParaRPr lang="en-GB" sz="1200" kern="1400">
                        <a:solidFill>
                          <a:srgbClr val="000000"/>
                        </a:solidFill>
                        <a:effectLst/>
                        <a:highlight>
                          <a:srgbClr val="D9D9D9"/>
                        </a:highlight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gridSpan="2">
                  <a:txBody>
                    <a:bodyPr/>
                    <a:lstStyle/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US" sz="1200" kern="14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Round 82.5823 to the nearest integer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4943493"/>
                  </a:ext>
                </a:extLst>
              </a:tr>
              <a:tr h="299840">
                <a:tc>
                  <a:txBody>
                    <a:bodyPr/>
                    <a:lstStyle/>
                    <a:p>
                      <a:pPr algn="ctr"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b="1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</a:t>
                      </a:r>
                      <a:endParaRPr lang="en-GB" sz="12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 82.6</a:t>
                      </a:r>
                      <a:endParaRPr lang="en-GB" sz="10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GB" sz="12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5876997"/>
                  </a:ext>
                </a:extLst>
              </a:tr>
              <a:tr h="299840">
                <a:tc>
                  <a:txBody>
                    <a:bodyPr/>
                    <a:lstStyle/>
                    <a:p>
                      <a:pPr algn="ctr"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b="1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B</a:t>
                      </a:r>
                      <a:endParaRPr lang="en-GB" sz="12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 82</a:t>
                      </a:r>
                      <a:endParaRPr lang="en-GB" sz="10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GB" sz="12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4542749"/>
                  </a:ext>
                </a:extLst>
              </a:tr>
              <a:tr h="299840">
                <a:tc>
                  <a:txBody>
                    <a:bodyPr/>
                    <a:lstStyle/>
                    <a:p>
                      <a:pPr algn="ctr"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b="1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C</a:t>
                      </a:r>
                      <a:endParaRPr lang="en-GB" sz="12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 83</a:t>
                      </a:r>
                      <a:endParaRPr lang="en-GB" sz="10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GB" sz="12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3831881"/>
                  </a:ext>
                </a:extLst>
              </a:tr>
              <a:tr h="299840">
                <a:tc>
                  <a:txBody>
                    <a:bodyPr/>
                    <a:lstStyle/>
                    <a:p>
                      <a:pPr algn="ctr"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b="1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D</a:t>
                      </a:r>
                      <a:endParaRPr lang="en-GB" sz="12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 80</a:t>
                      </a:r>
                      <a:endParaRPr lang="en-GB" sz="10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GB" sz="12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6167589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3379C5A4-612F-C0D5-DF08-280C659F4C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5788702"/>
              </p:ext>
            </p:extLst>
          </p:nvPr>
        </p:nvGraphicFramePr>
        <p:xfrm>
          <a:off x="82068" y="3414388"/>
          <a:ext cx="6693864" cy="1499200"/>
        </p:xfrm>
        <a:graphic>
          <a:graphicData uri="http://schemas.openxmlformats.org/drawingml/2006/table">
            <a:tbl>
              <a:tblPr firstRow="1" firstCol="1" bandRow="1"/>
              <a:tblGrid>
                <a:gridCol w="558664">
                  <a:extLst>
                    <a:ext uri="{9D8B030D-6E8A-4147-A177-3AD203B41FA5}">
                      <a16:colId xmlns:a16="http://schemas.microsoft.com/office/drawing/2014/main" val="1494969303"/>
                    </a:ext>
                  </a:extLst>
                </a:gridCol>
                <a:gridCol w="5621078">
                  <a:extLst>
                    <a:ext uri="{9D8B030D-6E8A-4147-A177-3AD203B41FA5}">
                      <a16:colId xmlns:a16="http://schemas.microsoft.com/office/drawing/2014/main" val="4193660500"/>
                    </a:ext>
                  </a:extLst>
                </a:gridCol>
                <a:gridCol w="514122">
                  <a:extLst>
                    <a:ext uri="{9D8B030D-6E8A-4147-A177-3AD203B41FA5}">
                      <a16:colId xmlns:a16="http://schemas.microsoft.com/office/drawing/2014/main" val="3760224888"/>
                    </a:ext>
                  </a:extLst>
                </a:gridCol>
              </a:tblGrid>
              <a:tr h="299840">
                <a:tc>
                  <a:txBody>
                    <a:bodyPr/>
                    <a:lstStyle/>
                    <a:p>
                      <a:pPr algn="ctr"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b="1" kern="0">
                          <a:solidFill>
                            <a:srgbClr val="000000"/>
                          </a:solidFill>
                          <a:effectLst/>
                          <a:highlight>
                            <a:srgbClr val="D9D9D9"/>
                          </a:highlight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Q33</a:t>
                      </a:r>
                      <a:endParaRPr lang="en-GB" sz="1200" kern="1400">
                        <a:solidFill>
                          <a:srgbClr val="000000"/>
                        </a:solidFill>
                        <a:effectLst/>
                        <a:highlight>
                          <a:srgbClr val="D9D9D9"/>
                        </a:highlight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gridSpan="2">
                  <a:txBody>
                    <a:bodyPr/>
                    <a:lstStyle/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US" sz="1200" kern="14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Round 4.7861 to 1 decimal place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664943493"/>
                  </a:ext>
                </a:extLst>
              </a:tr>
              <a:tr h="299840">
                <a:tc>
                  <a:txBody>
                    <a:bodyPr/>
                    <a:lstStyle/>
                    <a:p>
                      <a:pPr algn="ctr"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b="1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</a:t>
                      </a:r>
                      <a:endParaRPr lang="en-GB" sz="12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 5.7861</a:t>
                      </a:r>
                      <a:endParaRPr lang="en-GB" sz="105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GB" sz="12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5876997"/>
                  </a:ext>
                </a:extLst>
              </a:tr>
              <a:tr h="299840">
                <a:tc>
                  <a:txBody>
                    <a:bodyPr/>
                    <a:lstStyle/>
                    <a:p>
                      <a:pPr algn="ctr"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b="1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B</a:t>
                      </a:r>
                      <a:endParaRPr lang="en-GB" sz="12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 4.7</a:t>
                      </a:r>
                      <a:endParaRPr lang="en-GB" sz="105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GB" sz="12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4542749"/>
                  </a:ext>
                </a:extLst>
              </a:tr>
              <a:tr h="299840">
                <a:tc>
                  <a:txBody>
                    <a:bodyPr/>
                    <a:lstStyle/>
                    <a:p>
                      <a:pPr algn="ctr"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b="1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C</a:t>
                      </a:r>
                      <a:endParaRPr lang="en-GB" sz="12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 4.8</a:t>
                      </a:r>
                      <a:endParaRPr lang="en-GB" sz="105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GB" sz="12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3831881"/>
                  </a:ext>
                </a:extLst>
              </a:tr>
              <a:tr h="299840">
                <a:tc>
                  <a:txBody>
                    <a:bodyPr/>
                    <a:lstStyle/>
                    <a:p>
                      <a:pPr algn="ctr"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b="1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D</a:t>
                      </a:r>
                      <a:endParaRPr lang="en-GB" sz="12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 4.786</a:t>
                      </a:r>
                      <a:endParaRPr lang="en-GB" sz="105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GB" sz="12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6167589"/>
                  </a:ext>
                </a:extLst>
              </a:tr>
            </a:tbl>
          </a:graphicData>
        </a:graphic>
      </p:graphicFrame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41060B21-FC74-8205-FF74-A64660F45A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0775395"/>
              </p:ext>
            </p:extLst>
          </p:nvPr>
        </p:nvGraphicFramePr>
        <p:xfrm>
          <a:off x="82068" y="4982944"/>
          <a:ext cx="6693864" cy="1499200"/>
        </p:xfrm>
        <a:graphic>
          <a:graphicData uri="http://schemas.openxmlformats.org/drawingml/2006/table">
            <a:tbl>
              <a:tblPr firstRow="1" firstCol="1" bandRow="1"/>
              <a:tblGrid>
                <a:gridCol w="558664">
                  <a:extLst>
                    <a:ext uri="{9D8B030D-6E8A-4147-A177-3AD203B41FA5}">
                      <a16:colId xmlns:a16="http://schemas.microsoft.com/office/drawing/2014/main" val="1494969303"/>
                    </a:ext>
                  </a:extLst>
                </a:gridCol>
                <a:gridCol w="5621078">
                  <a:extLst>
                    <a:ext uri="{9D8B030D-6E8A-4147-A177-3AD203B41FA5}">
                      <a16:colId xmlns:a16="http://schemas.microsoft.com/office/drawing/2014/main" val="4193660500"/>
                    </a:ext>
                  </a:extLst>
                </a:gridCol>
                <a:gridCol w="514122">
                  <a:extLst>
                    <a:ext uri="{9D8B030D-6E8A-4147-A177-3AD203B41FA5}">
                      <a16:colId xmlns:a16="http://schemas.microsoft.com/office/drawing/2014/main" val="3760224888"/>
                    </a:ext>
                  </a:extLst>
                </a:gridCol>
              </a:tblGrid>
              <a:tr h="299840">
                <a:tc>
                  <a:txBody>
                    <a:bodyPr/>
                    <a:lstStyle/>
                    <a:p>
                      <a:pPr algn="ctr"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b="1" kern="0">
                          <a:solidFill>
                            <a:srgbClr val="000000"/>
                          </a:solidFill>
                          <a:effectLst/>
                          <a:highlight>
                            <a:srgbClr val="D9D9D9"/>
                          </a:highlight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Q34</a:t>
                      </a:r>
                      <a:endParaRPr lang="en-GB" sz="1200" kern="1400">
                        <a:solidFill>
                          <a:srgbClr val="000000"/>
                        </a:solidFill>
                        <a:effectLst/>
                        <a:highlight>
                          <a:srgbClr val="D9D9D9"/>
                        </a:highlight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gridSpan="2">
                  <a:txBody>
                    <a:bodyPr/>
                    <a:lstStyle/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US" sz="1200" kern="14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 What is the median for this set of data:   7, 12, 11, 6, 2 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4943493"/>
                  </a:ext>
                </a:extLst>
              </a:tr>
              <a:tr h="299840">
                <a:tc>
                  <a:txBody>
                    <a:bodyPr/>
                    <a:lstStyle/>
                    <a:p>
                      <a:pPr algn="ctr"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b="1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</a:t>
                      </a:r>
                      <a:endParaRPr lang="en-GB" sz="12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 7</a:t>
                      </a:r>
                      <a:endParaRPr lang="en-GB" sz="105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GB" sz="12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5876997"/>
                  </a:ext>
                </a:extLst>
              </a:tr>
              <a:tr h="299840">
                <a:tc>
                  <a:txBody>
                    <a:bodyPr/>
                    <a:lstStyle/>
                    <a:p>
                      <a:pPr algn="ctr"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b="1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B</a:t>
                      </a:r>
                      <a:endParaRPr lang="en-GB" sz="12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 7.5</a:t>
                      </a:r>
                      <a:endParaRPr lang="en-GB" sz="105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GB" sz="12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4542749"/>
                  </a:ext>
                </a:extLst>
              </a:tr>
              <a:tr h="299840">
                <a:tc>
                  <a:txBody>
                    <a:bodyPr/>
                    <a:lstStyle/>
                    <a:p>
                      <a:pPr algn="ctr"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b="1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C</a:t>
                      </a:r>
                      <a:endParaRPr lang="en-GB" sz="12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 6</a:t>
                      </a:r>
                      <a:endParaRPr lang="en-GB" sz="105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GB" sz="12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3831881"/>
                  </a:ext>
                </a:extLst>
              </a:tr>
              <a:tr h="299840">
                <a:tc>
                  <a:txBody>
                    <a:bodyPr/>
                    <a:lstStyle/>
                    <a:p>
                      <a:pPr algn="ctr"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b="1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D</a:t>
                      </a:r>
                      <a:endParaRPr lang="en-GB" sz="12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 11</a:t>
                      </a:r>
                      <a:endParaRPr lang="en-GB" sz="105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GB" sz="12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6167589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85654A48-8FDF-EE88-2B5D-B33C12C6CA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1884904"/>
              </p:ext>
            </p:extLst>
          </p:nvPr>
        </p:nvGraphicFramePr>
        <p:xfrm>
          <a:off x="82068" y="6551500"/>
          <a:ext cx="6693864" cy="1499200"/>
        </p:xfrm>
        <a:graphic>
          <a:graphicData uri="http://schemas.openxmlformats.org/drawingml/2006/table">
            <a:tbl>
              <a:tblPr firstRow="1" firstCol="1" bandRow="1"/>
              <a:tblGrid>
                <a:gridCol w="558664">
                  <a:extLst>
                    <a:ext uri="{9D8B030D-6E8A-4147-A177-3AD203B41FA5}">
                      <a16:colId xmlns:a16="http://schemas.microsoft.com/office/drawing/2014/main" val="1494969303"/>
                    </a:ext>
                  </a:extLst>
                </a:gridCol>
                <a:gridCol w="5621078">
                  <a:extLst>
                    <a:ext uri="{9D8B030D-6E8A-4147-A177-3AD203B41FA5}">
                      <a16:colId xmlns:a16="http://schemas.microsoft.com/office/drawing/2014/main" val="4193660500"/>
                    </a:ext>
                  </a:extLst>
                </a:gridCol>
                <a:gridCol w="514122">
                  <a:extLst>
                    <a:ext uri="{9D8B030D-6E8A-4147-A177-3AD203B41FA5}">
                      <a16:colId xmlns:a16="http://schemas.microsoft.com/office/drawing/2014/main" val="3760224888"/>
                    </a:ext>
                  </a:extLst>
                </a:gridCol>
              </a:tblGrid>
              <a:tr h="299840">
                <a:tc>
                  <a:txBody>
                    <a:bodyPr/>
                    <a:lstStyle/>
                    <a:p>
                      <a:pPr algn="ctr"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b="1" kern="0">
                          <a:solidFill>
                            <a:srgbClr val="000000"/>
                          </a:solidFill>
                          <a:effectLst/>
                          <a:highlight>
                            <a:srgbClr val="D9D9D9"/>
                          </a:highlight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Q35</a:t>
                      </a:r>
                      <a:endParaRPr lang="en-GB" sz="1200" kern="1400">
                        <a:solidFill>
                          <a:srgbClr val="000000"/>
                        </a:solidFill>
                        <a:effectLst/>
                        <a:highlight>
                          <a:srgbClr val="D9D9D9"/>
                        </a:highlight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gridSpan="2">
                  <a:txBody>
                    <a:bodyPr/>
                    <a:lstStyle/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US" sz="1200" kern="14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What is the median for this set of data: 8, 4, 5, 3, 10, 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4943493"/>
                  </a:ext>
                </a:extLst>
              </a:tr>
              <a:tr h="299840">
                <a:tc>
                  <a:txBody>
                    <a:bodyPr/>
                    <a:lstStyle/>
                    <a:p>
                      <a:pPr algn="ctr"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b="1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</a:t>
                      </a:r>
                      <a:endParaRPr lang="en-GB" sz="12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kern="14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 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GB" sz="12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5876997"/>
                  </a:ext>
                </a:extLst>
              </a:tr>
              <a:tr h="299840">
                <a:tc>
                  <a:txBody>
                    <a:bodyPr/>
                    <a:lstStyle/>
                    <a:p>
                      <a:pPr algn="ctr"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b="1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B</a:t>
                      </a:r>
                      <a:endParaRPr lang="en-GB" sz="12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kern="14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 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GB" sz="12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4542749"/>
                  </a:ext>
                </a:extLst>
              </a:tr>
              <a:tr h="299840">
                <a:tc>
                  <a:txBody>
                    <a:bodyPr/>
                    <a:lstStyle/>
                    <a:p>
                      <a:pPr algn="ctr"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b="1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C</a:t>
                      </a:r>
                      <a:endParaRPr lang="en-GB" sz="12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kern="14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 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GB" sz="12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3831881"/>
                  </a:ext>
                </a:extLst>
              </a:tr>
              <a:tr h="299840">
                <a:tc>
                  <a:txBody>
                    <a:bodyPr/>
                    <a:lstStyle/>
                    <a:p>
                      <a:pPr algn="ctr"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b="1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D</a:t>
                      </a:r>
                      <a:endParaRPr lang="en-GB" sz="12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kern="14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5.5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GB" sz="12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61675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607169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F499A8-00D6-75B1-02F0-C047C56272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D39C30D-B0C0-A69E-9A9B-1364DBD23D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0550125"/>
              </p:ext>
            </p:extLst>
          </p:nvPr>
        </p:nvGraphicFramePr>
        <p:xfrm>
          <a:off x="82068" y="8125157"/>
          <a:ext cx="6693864" cy="1499200"/>
        </p:xfrm>
        <a:graphic>
          <a:graphicData uri="http://schemas.openxmlformats.org/drawingml/2006/table">
            <a:tbl>
              <a:tblPr firstRow="1" firstCol="1" bandRow="1"/>
              <a:tblGrid>
                <a:gridCol w="558664">
                  <a:extLst>
                    <a:ext uri="{9D8B030D-6E8A-4147-A177-3AD203B41FA5}">
                      <a16:colId xmlns:a16="http://schemas.microsoft.com/office/drawing/2014/main" val="1494969303"/>
                    </a:ext>
                  </a:extLst>
                </a:gridCol>
                <a:gridCol w="2810539">
                  <a:extLst>
                    <a:ext uri="{9D8B030D-6E8A-4147-A177-3AD203B41FA5}">
                      <a16:colId xmlns:a16="http://schemas.microsoft.com/office/drawing/2014/main" val="4193660500"/>
                    </a:ext>
                  </a:extLst>
                </a:gridCol>
                <a:gridCol w="2810539">
                  <a:extLst>
                    <a:ext uri="{9D8B030D-6E8A-4147-A177-3AD203B41FA5}">
                      <a16:colId xmlns:a16="http://schemas.microsoft.com/office/drawing/2014/main" val="364836852"/>
                    </a:ext>
                  </a:extLst>
                </a:gridCol>
                <a:gridCol w="514122">
                  <a:extLst>
                    <a:ext uri="{9D8B030D-6E8A-4147-A177-3AD203B41FA5}">
                      <a16:colId xmlns:a16="http://schemas.microsoft.com/office/drawing/2014/main" val="3760224888"/>
                    </a:ext>
                  </a:extLst>
                </a:gridCol>
              </a:tblGrid>
              <a:tr h="299840">
                <a:tc>
                  <a:txBody>
                    <a:bodyPr/>
                    <a:lstStyle/>
                    <a:p>
                      <a:pPr algn="ctr"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b="1" kern="0">
                          <a:solidFill>
                            <a:srgbClr val="000000"/>
                          </a:solidFill>
                          <a:effectLst/>
                          <a:highlight>
                            <a:srgbClr val="D9D9D9"/>
                          </a:highlight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Q42</a:t>
                      </a:r>
                      <a:endParaRPr lang="en-GB" sz="1200" kern="1400">
                        <a:solidFill>
                          <a:srgbClr val="000000"/>
                        </a:solidFill>
                        <a:effectLst/>
                        <a:highlight>
                          <a:srgbClr val="D9D9D9"/>
                        </a:highlight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gridSpan="3">
                  <a:txBody>
                    <a:bodyPr/>
                    <a:lstStyle/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US" sz="1200" kern="14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What is the perimeter of this rectangle?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4943493"/>
                  </a:ext>
                </a:extLst>
              </a:tr>
              <a:tr h="299840">
                <a:tc>
                  <a:txBody>
                    <a:bodyPr/>
                    <a:lstStyle/>
                    <a:p>
                      <a:pPr algn="ctr"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b="1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</a:t>
                      </a:r>
                      <a:endParaRPr lang="en-GB" sz="12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 26cm</a:t>
                      </a:r>
                      <a:endParaRPr lang="en-GB" sz="10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4">
                  <a:txBody>
                    <a:bodyPr/>
                    <a:lstStyle/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100" u="none" kern="14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1100" u="sng" kern="14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Space for working out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GB" sz="12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5876997"/>
                  </a:ext>
                </a:extLst>
              </a:tr>
              <a:tr h="299840">
                <a:tc>
                  <a:txBody>
                    <a:bodyPr/>
                    <a:lstStyle/>
                    <a:p>
                      <a:pPr algn="ctr"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b="1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B</a:t>
                      </a:r>
                      <a:endParaRPr lang="en-GB" sz="12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 13cm</a:t>
                      </a:r>
                      <a:endParaRPr lang="en-GB" sz="10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endParaRPr lang="en-GB" sz="10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GB" sz="12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4542749"/>
                  </a:ext>
                </a:extLst>
              </a:tr>
              <a:tr h="299840">
                <a:tc>
                  <a:txBody>
                    <a:bodyPr/>
                    <a:lstStyle/>
                    <a:p>
                      <a:pPr algn="ctr"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b="1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C</a:t>
                      </a:r>
                      <a:endParaRPr lang="en-GB" sz="12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 40cm</a:t>
                      </a:r>
                      <a:endParaRPr lang="en-GB" sz="10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endParaRPr lang="en-GB" sz="10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GB" sz="12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3831881"/>
                  </a:ext>
                </a:extLst>
              </a:tr>
              <a:tr h="299840">
                <a:tc>
                  <a:txBody>
                    <a:bodyPr/>
                    <a:lstStyle/>
                    <a:p>
                      <a:pPr algn="ctr"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b="1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D</a:t>
                      </a:r>
                      <a:endParaRPr lang="en-GB" sz="12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 Not enough information on the diagram </a:t>
                      </a:r>
                      <a:endParaRPr lang="en-GB" sz="10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endParaRPr lang="en-GB" sz="10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GB" sz="12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6167589"/>
                  </a:ext>
                </a:extLst>
              </a:tr>
            </a:tbl>
          </a:graphicData>
        </a:graphic>
      </p:graphicFrame>
      <p:pic>
        <p:nvPicPr>
          <p:cNvPr id="10244" name="Picture 1">
            <a:extLst>
              <a:ext uri="{FF2B5EF4-FFF2-40B4-BE49-F238E27FC236}">
                <a16:creationId xmlns:a16="http://schemas.microsoft.com/office/drawing/2014/main" id="{4EA10878-720A-0797-71B2-DDE036AF97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7211" y="8625773"/>
            <a:ext cx="1535113" cy="7286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D01A7552-5797-055E-E0B7-F6DD2CB6CB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0725778"/>
              </p:ext>
            </p:extLst>
          </p:nvPr>
        </p:nvGraphicFramePr>
        <p:xfrm>
          <a:off x="89319" y="169644"/>
          <a:ext cx="6693864" cy="1498160"/>
        </p:xfrm>
        <a:graphic>
          <a:graphicData uri="http://schemas.openxmlformats.org/drawingml/2006/table">
            <a:tbl>
              <a:tblPr firstRow="1" firstCol="1" bandRow="1"/>
              <a:tblGrid>
                <a:gridCol w="558664">
                  <a:extLst>
                    <a:ext uri="{9D8B030D-6E8A-4147-A177-3AD203B41FA5}">
                      <a16:colId xmlns:a16="http://schemas.microsoft.com/office/drawing/2014/main" val="1494969303"/>
                    </a:ext>
                  </a:extLst>
                </a:gridCol>
                <a:gridCol w="5621078">
                  <a:extLst>
                    <a:ext uri="{9D8B030D-6E8A-4147-A177-3AD203B41FA5}">
                      <a16:colId xmlns:a16="http://schemas.microsoft.com/office/drawing/2014/main" val="4193660500"/>
                    </a:ext>
                  </a:extLst>
                </a:gridCol>
                <a:gridCol w="514122">
                  <a:extLst>
                    <a:ext uri="{9D8B030D-6E8A-4147-A177-3AD203B41FA5}">
                      <a16:colId xmlns:a16="http://schemas.microsoft.com/office/drawing/2014/main" val="3760224888"/>
                    </a:ext>
                  </a:extLst>
                </a:gridCol>
              </a:tblGrid>
              <a:tr h="298800">
                <a:tc>
                  <a:txBody>
                    <a:bodyPr/>
                    <a:lstStyle/>
                    <a:p>
                      <a:pPr algn="ctr"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b="1" kern="0">
                          <a:solidFill>
                            <a:srgbClr val="000000"/>
                          </a:solidFill>
                          <a:effectLst/>
                          <a:highlight>
                            <a:srgbClr val="D9D9D9"/>
                          </a:highlight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Q37</a:t>
                      </a:r>
                      <a:endParaRPr lang="en-GB" sz="1200" kern="1400">
                        <a:solidFill>
                          <a:srgbClr val="000000"/>
                        </a:solidFill>
                        <a:effectLst/>
                        <a:highlight>
                          <a:srgbClr val="D9D9D9"/>
                        </a:highlight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gridSpan="2">
                  <a:txBody>
                    <a:bodyPr/>
                    <a:lstStyle/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US" sz="1200" kern="14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Work out 30.5 + 12.7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4943493"/>
                  </a:ext>
                </a:extLst>
              </a:tr>
              <a:tr h="299840">
                <a:tc>
                  <a:txBody>
                    <a:bodyPr/>
                    <a:lstStyle/>
                    <a:p>
                      <a:pPr algn="ctr"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b="1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</a:t>
                      </a:r>
                      <a:endParaRPr lang="en-GB" sz="12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kern="14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42.12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GB" sz="12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5876997"/>
                  </a:ext>
                </a:extLst>
              </a:tr>
              <a:tr h="299840">
                <a:tc>
                  <a:txBody>
                    <a:bodyPr/>
                    <a:lstStyle/>
                    <a:p>
                      <a:pPr algn="ctr"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b="1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B</a:t>
                      </a:r>
                      <a:endParaRPr lang="en-GB" sz="12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kern="14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42.2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GB" sz="12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4542749"/>
                  </a:ext>
                </a:extLst>
              </a:tr>
              <a:tr h="299840">
                <a:tc>
                  <a:txBody>
                    <a:bodyPr/>
                    <a:lstStyle/>
                    <a:p>
                      <a:pPr algn="ctr"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b="1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C</a:t>
                      </a:r>
                      <a:endParaRPr lang="en-GB" sz="12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kern="14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52.2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GB" sz="12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3831881"/>
                  </a:ext>
                </a:extLst>
              </a:tr>
              <a:tr h="299840">
                <a:tc>
                  <a:txBody>
                    <a:bodyPr/>
                    <a:lstStyle/>
                    <a:p>
                      <a:pPr algn="ctr"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b="1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D</a:t>
                      </a:r>
                      <a:endParaRPr lang="en-GB" sz="12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kern="14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43.2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GB" sz="12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6167589"/>
                  </a:ext>
                </a:extLst>
              </a:tr>
            </a:tbl>
          </a:graphicData>
        </a:graphic>
      </p:graphicFrame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A7E30D60-8986-9A82-F5EF-5585D7692E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2613331"/>
              </p:ext>
            </p:extLst>
          </p:nvPr>
        </p:nvGraphicFramePr>
        <p:xfrm>
          <a:off x="89319" y="1817356"/>
          <a:ext cx="6693864" cy="1499200"/>
        </p:xfrm>
        <a:graphic>
          <a:graphicData uri="http://schemas.openxmlformats.org/drawingml/2006/table">
            <a:tbl>
              <a:tblPr firstRow="1" firstCol="1" bandRow="1"/>
              <a:tblGrid>
                <a:gridCol w="558664">
                  <a:extLst>
                    <a:ext uri="{9D8B030D-6E8A-4147-A177-3AD203B41FA5}">
                      <a16:colId xmlns:a16="http://schemas.microsoft.com/office/drawing/2014/main" val="1494969303"/>
                    </a:ext>
                  </a:extLst>
                </a:gridCol>
                <a:gridCol w="5621078">
                  <a:extLst>
                    <a:ext uri="{9D8B030D-6E8A-4147-A177-3AD203B41FA5}">
                      <a16:colId xmlns:a16="http://schemas.microsoft.com/office/drawing/2014/main" val="4193660500"/>
                    </a:ext>
                  </a:extLst>
                </a:gridCol>
                <a:gridCol w="514122">
                  <a:extLst>
                    <a:ext uri="{9D8B030D-6E8A-4147-A177-3AD203B41FA5}">
                      <a16:colId xmlns:a16="http://schemas.microsoft.com/office/drawing/2014/main" val="3760224888"/>
                    </a:ext>
                  </a:extLst>
                </a:gridCol>
              </a:tblGrid>
              <a:tr h="299840">
                <a:tc>
                  <a:txBody>
                    <a:bodyPr/>
                    <a:lstStyle/>
                    <a:p>
                      <a:pPr algn="ctr"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b="1" kern="0">
                          <a:solidFill>
                            <a:srgbClr val="000000"/>
                          </a:solidFill>
                          <a:effectLst/>
                          <a:highlight>
                            <a:srgbClr val="D9D9D9"/>
                          </a:highlight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Q38</a:t>
                      </a:r>
                      <a:endParaRPr lang="en-GB" sz="1200" kern="1400">
                        <a:solidFill>
                          <a:srgbClr val="000000"/>
                        </a:solidFill>
                        <a:effectLst/>
                        <a:highlight>
                          <a:srgbClr val="D9D9D9"/>
                        </a:highlight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gridSpan="2">
                  <a:txBody>
                    <a:bodyPr/>
                    <a:lstStyle/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US" sz="1200" kern="14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Work out 472 - 31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4943493"/>
                  </a:ext>
                </a:extLst>
              </a:tr>
              <a:tr h="299840">
                <a:tc>
                  <a:txBody>
                    <a:bodyPr/>
                    <a:lstStyle/>
                    <a:p>
                      <a:pPr algn="ctr"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b="1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</a:t>
                      </a:r>
                      <a:endParaRPr lang="en-GB" sz="12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kern="14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441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GB" sz="12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5876997"/>
                  </a:ext>
                </a:extLst>
              </a:tr>
              <a:tr h="299840">
                <a:tc>
                  <a:txBody>
                    <a:bodyPr/>
                    <a:lstStyle/>
                    <a:p>
                      <a:pPr algn="ctr"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b="1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B</a:t>
                      </a:r>
                      <a:endParaRPr lang="en-GB" sz="12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kern="14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162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GB" sz="12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4542749"/>
                  </a:ext>
                </a:extLst>
              </a:tr>
              <a:tr h="299840">
                <a:tc>
                  <a:txBody>
                    <a:bodyPr/>
                    <a:lstStyle/>
                    <a:p>
                      <a:pPr algn="ctr"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b="1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C</a:t>
                      </a:r>
                      <a:endParaRPr lang="en-GB" sz="12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kern="14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503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GB" sz="12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3831881"/>
                  </a:ext>
                </a:extLst>
              </a:tr>
              <a:tr h="299840">
                <a:tc>
                  <a:txBody>
                    <a:bodyPr/>
                    <a:lstStyle/>
                    <a:p>
                      <a:pPr algn="ctr"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b="1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D</a:t>
                      </a:r>
                      <a:endParaRPr lang="en-GB" sz="12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kern="14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171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GB" sz="12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6167589"/>
                  </a:ext>
                </a:extLst>
              </a:tr>
            </a:tbl>
          </a:graphicData>
        </a:graphic>
      </p:graphicFrame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79373139-6650-B502-1B3E-11FDFC575A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5455095"/>
              </p:ext>
            </p:extLst>
          </p:nvPr>
        </p:nvGraphicFramePr>
        <p:xfrm>
          <a:off x="89319" y="3385912"/>
          <a:ext cx="6693864" cy="1499200"/>
        </p:xfrm>
        <a:graphic>
          <a:graphicData uri="http://schemas.openxmlformats.org/drawingml/2006/table">
            <a:tbl>
              <a:tblPr firstRow="1" firstCol="1" bandRow="1"/>
              <a:tblGrid>
                <a:gridCol w="558664">
                  <a:extLst>
                    <a:ext uri="{9D8B030D-6E8A-4147-A177-3AD203B41FA5}">
                      <a16:colId xmlns:a16="http://schemas.microsoft.com/office/drawing/2014/main" val="1494969303"/>
                    </a:ext>
                  </a:extLst>
                </a:gridCol>
                <a:gridCol w="5621078">
                  <a:extLst>
                    <a:ext uri="{9D8B030D-6E8A-4147-A177-3AD203B41FA5}">
                      <a16:colId xmlns:a16="http://schemas.microsoft.com/office/drawing/2014/main" val="4193660500"/>
                    </a:ext>
                  </a:extLst>
                </a:gridCol>
                <a:gridCol w="514122">
                  <a:extLst>
                    <a:ext uri="{9D8B030D-6E8A-4147-A177-3AD203B41FA5}">
                      <a16:colId xmlns:a16="http://schemas.microsoft.com/office/drawing/2014/main" val="3760224888"/>
                    </a:ext>
                  </a:extLst>
                </a:gridCol>
              </a:tblGrid>
              <a:tr h="299840">
                <a:tc>
                  <a:txBody>
                    <a:bodyPr/>
                    <a:lstStyle/>
                    <a:p>
                      <a:pPr algn="ctr"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b="1" kern="0">
                          <a:solidFill>
                            <a:srgbClr val="000000"/>
                          </a:solidFill>
                          <a:effectLst/>
                          <a:highlight>
                            <a:srgbClr val="D9D9D9"/>
                          </a:highlight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Q39</a:t>
                      </a:r>
                      <a:endParaRPr lang="en-GB" sz="1200" kern="1400">
                        <a:solidFill>
                          <a:srgbClr val="000000"/>
                        </a:solidFill>
                        <a:effectLst/>
                        <a:highlight>
                          <a:srgbClr val="D9D9D9"/>
                        </a:highlight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gridSpan="2">
                  <a:txBody>
                    <a:bodyPr/>
                    <a:lstStyle/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US" sz="1200" kern="14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Work out 4.358 – 1.129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4943493"/>
                  </a:ext>
                </a:extLst>
              </a:tr>
              <a:tr h="299840">
                <a:tc>
                  <a:txBody>
                    <a:bodyPr/>
                    <a:lstStyle/>
                    <a:p>
                      <a:pPr algn="ctr"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b="1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</a:t>
                      </a:r>
                      <a:endParaRPr lang="en-GB" sz="12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kern="14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3.231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GB" sz="12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5876997"/>
                  </a:ext>
                </a:extLst>
              </a:tr>
              <a:tr h="299840">
                <a:tc>
                  <a:txBody>
                    <a:bodyPr/>
                    <a:lstStyle/>
                    <a:p>
                      <a:pPr algn="ctr"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b="1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B</a:t>
                      </a:r>
                      <a:endParaRPr lang="en-GB" sz="12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kern="14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3.229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GB" sz="12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4542749"/>
                  </a:ext>
                </a:extLst>
              </a:tr>
              <a:tr h="299840">
                <a:tc>
                  <a:txBody>
                    <a:bodyPr/>
                    <a:lstStyle/>
                    <a:p>
                      <a:pPr algn="ctr"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b="1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C</a:t>
                      </a:r>
                      <a:endParaRPr lang="en-GB" sz="12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kern="14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3.239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GB" sz="12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3831881"/>
                  </a:ext>
                </a:extLst>
              </a:tr>
              <a:tr h="299840">
                <a:tc>
                  <a:txBody>
                    <a:bodyPr/>
                    <a:lstStyle/>
                    <a:p>
                      <a:pPr algn="ctr"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b="1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D</a:t>
                      </a:r>
                      <a:endParaRPr lang="en-GB" sz="12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kern="14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3.23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GB" sz="12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6167589"/>
                  </a:ext>
                </a:extLst>
              </a:tr>
            </a:tbl>
          </a:graphicData>
        </a:graphic>
      </p:graphicFrame>
      <p:graphicFrame>
        <p:nvGraphicFramePr>
          <p:cNvPr id="25" name="Table 24">
            <a:extLst>
              <a:ext uri="{FF2B5EF4-FFF2-40B4-BE49-F238E27FC236}">
                <a16:creationId xmlns:a16="http://schemas.microsoft.com/office/drawing/2014/main" id="{0BD4212F-F7D7-D41B-C86D-6E5069704A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4039468"/>
              </p:ext>
            </p:extLst>
          </p:nvPr>
        </p:nvGraphicFramePr>
        <p:xfrm>
          <a:off x="89319" y="4954468"/>
          <a:ext cx="6693864" cy="1499200"/>
        </p:xfrm>
        <a:graphic>
          <a:graphicData uri="http://schemas.openxmlformats.org/drawingml/2006/table">
            <a:tbl>
              <a:tblPr firstRow="1" firstCol="1" bandRow="1"/>
              <a:tblGrid>
                <a:gridCol w="558664">
                  <a:extLst>
                    <a:ext uri="{9D8B030D-6E8A-4147-A177-3AD203B41FA5}">
                      <a16:colId xmlns:a16="http://schemas.microsoft.com/office/drawing/2014/main" val="1494969303"/>
                    </a:ext>
                  </a:extLst>
                </a:gridCol>
                <a:gridCol w="5621078">
                  <a:extLst>
                    <a:ext uri="{9D8B030D-6E8A-4147-A177-3AD203B41FA5}">
                      <a16:colId xmlns:a16="http://schemas.microsoft.com/office/drawing/2014/main" val="4193660500"/>
                    </a:ext>
                  </a:extLst>
                </a:gridCol>
                <a:gridCol w="514122">
                  <a:extLst>
                    <a:ext uri="{9D8B030D-6E8A-4147-A177-3AD203B41FA5}">
                      <a16:colId xmlns:a16="http://schemas.microsoft.com/office/drawing/2014/main" val="3760224888"/>
                    </a:ext>
                  </a:extLst>
                </a:gridCol>
              </a:tblGrid>
              <a:tr h="299840">
                <a:tc>
                  <a:txBody>
                    <a:bodyPr/>
                    <a:lstStyle/>
                    <a:p>
                      <a:pPr algn="ctr"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b="1" kern="0">
                          <a:solidFill>
                            <a:srgbClr val="000000"/>
                          </a:solidFill>
                          <a:effectLst/>
                          <a:highlight>
                            <a:srgbClr val="D9D9D9"/>
                          </a:highlight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Q40</a:t>
                      </a:r>
                      <a:endParaRPr lang="en-GB" sz="1200" kern="1400">
                        <a:solidFill>
                          <a:srgbClr val="000000"/>
                        </a:solidFill>
                        <a:effectLst/>
                        <a:highlight>
                          <a:srgbClr val="D9D9D9"/>
                        </a:highlight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gridSpan="2">
                  <a:txBody>
                    <a:bodyPr/>
                    <a:lstStyle/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US" sz="1200" kern="14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 Which of the following is the definition of a polygon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4943493"/>
                  </a:ext>
                </a:extLst>
              </a:tr>
              <a:tr h="299840">
                <a:tc>
                  <a:txBody>
                    <a:bodyPr/>
                    <a:lstStyle/>
                    <a:p>
                      <a:pPr algn="ctr"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b="1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</a:t>
                      </a:r>
                      <a:endParaRPr lang="en-GB" sz="12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 A shape made up of two or more basic shapes</a:t>
                      </a:r>
                      <a:endParaRPr lang="en-GB" sz="105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5876997"/>
                  </a:ext>
                </a:extLst>
              </a:tr>
              <a:tr h="299840">
                <a:tc>
                  <a:txBody>
                    <a:bodyPr/>
                    <a:lstStyle/>
                    <a:p>
                      <a:pPr algn="ctr"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b="1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B</a:t>
                      </a:r>
                      <a:endParaRPr lang="en-GB" sz="12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 Shapes with all sides of equal length and all angles of equal measure</a:t>
                      </a:r>
                      <a:endParaRPr lang="en-GB" sz="105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4542749"/>
                  </a:ext>
                </a:extLst>
              </a:tr>
              <a:tr h="299840">
                <a:tc>
                  <a:txBody>
                    <a:bodyPr/>
                    <a:lstStyle/>
                    <a:p>
                      <a:pPr algn="ctr"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b="1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C</a:t>
                      </a:r>
                      <a:endParaRPr lang="en-GB" sz="12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 A quadrilateral with both pairs of opposite sides parallel to each other</a:t>
                      </a:r>
                      <a:endParaRPr lang="en-GB" sz="105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3831881"/>
                  </a:ext>
                </a:extLst>
              </a:tr>
              <a:tr h="299840">
                <a:tc>
                  <a:txBody>
                    <a:bodyPr/>
                    <a:lstStyle/>
                    <a:p>
                      <a:pPr algn="ctr"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b="1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D</a:t>
                      </a:r>
                      <a:endParaRPr lang="en-GB" sz="12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12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 closed 2D shape where all edges are straight lines</a:t>
                      </a:r>
                      <a:endParaRPr lang="en-GB" sz="105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6167589"/>
                  </a:ext>
                </a:extLst>
              </a:tr>
            </a:tbl>
          </a:graphicData>
        </a:graphic>
      </p:graphicFrame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862D9E18-EAB4-F6CB-7A0D-813E029AAA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9506773"/>
              </p:ext>
            </p:extLst>
          </p:nvPr>
        </p:nvGraphicFramePr>
        <p:xfrm>
          <a:off x="89319" y="6523024"/>
          <a:ext cx="6693864" cy="1499200"/>
        </p:xfrm>
        <a:graphic>
          <a:graphicData uri="http://schemas.openxmlformats.org/drawingml/2006/table">
            <a:tbl>
              <a:tblPr firstRow="1" firstCol="1" bandRow="1"/>
              <a:tblGrid>
                <a:gridCol w="558664">
                  <a:extLst>
                    <a:ext uri="{9D8B030D-6E8A-4147-A177-3AD203B41FA5}">
                      <a16:colId xmlns:a16="http://schemas.microsoft.com/office/drawing/2014/main" val="1494969303"/>
                    </a:ext>
                  </a:extLst>
                </a:gridCol>
                <a:gridCol w="5621078">
                  <a:extLst>
                    <a:ext uri="{9D8B030D-6E8A-4147-A177-3AD203B41FA5}">
                      <a16:colId xmlns:a16="http://schemas.microsoft.com/office/drawing/2014/main" val="4193660500"/>
                    </a:ext>
                  </a:extLst>
                </a:gridCol>
                <a:gridCol w="514122">
                  <a:extLst>
                    <a:ext uri="{9D8B030D-6E8A-4147-A177-3AD203B41FA5}">
                      <a16:colId xmlns:a16="http://schemas.microsoft.com/office/drawing/2014/main" val="3760224888"/>
                    </a:ext>
                  </a:extLst>
                </a:gridCol>
              </a:tblGrid>
              <a:tr h="299840">
                <a:tc>
                  <a:txBody>
                    <a:bodyPr/>
                    <a:lstStyle/>
                    <a:p>
                      <a:pPr algn="ctr"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b="1" kern="0">
                          <a:solidFill>
                            <a:srgbClr val="000000"/>
                          </a:solidFill>
                          <a:effectLst/>
                          <a:highlight>
                            <a:srgbClr val="D9D9D9"/>
                          </a:highlight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Q41</a:t>
                      </a:r>
                      <a:endParaRPr lang="en-GB" sz="1200" kern="1400">
                        <a:solidFill>
                          <a:srgbClr val="000000"/>
                        </a:solidFill>
                        <a:effectLst/>
                        <a:highlight>
                          <a:srgbClr val="D9D9D9"/>
                        </a:highlight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gridSpan="2">
                  <a:txBody>
                    <a:bodyPr/>
                    <a:lstStyle/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US" sz="1200" kern="14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Write down the name of the triangle that has two equal angles and two equal sides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4943493"/>
                  </a:ext>
                </a:extLst>
              </a:tr>
              <a:tr h="299840">
                <a:tc>
                  <a:txBody>
                    <a:bodyPr/>
                    <a:lstStyle/>
                    <a:p>
                      <a:pPr algn="ctr"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b="1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</a:t>
                      </a:r>
                      <a:endParaRPr lang="en-GB" sz="12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kern="14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Acute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GB" sz="12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5876997"/>
                  </a:ext>
                </a:extLst>
              </a:tr>
              <a:tr h="299840">
                <a:tc>
                  <a:txBody>
                    <a:bodyPr/>
                    <a:lstStyle/>
                    <a:p>
                      <a:pPr algn="ctr"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b="1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B</a:t>
                      </a:r>
                      <a:endParaRPr lang="en-GB" sz="12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kern="14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Equilateral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GB" sz="12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4542749"/>
                  </a:ext>
                </a:extLst>
              </a:tr>
              <a:tr h="299840">
                <a:tc>
                  <a:txBody>
                    <a:bodyPr/>
                    <a:lstStyle/>
                    <a:p>
                      <a:pPr algn="ctr"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b="1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C</a:t>
                      </a:r>
                      <a:endParaRPr lang="en-GB" sz="12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kern="14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Scalene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GB" sz="12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3831881"/>
                  </a:ext>
                </a:extLst>
              </a:tr>
              <a:tr h="299840">
                <a:tc>
                  <a:txBody>
                    <a:bodyPr/>
                    <a:lstStyle/>
                    <a:p>
                      <a:pPr algn="ctr"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b="1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D</a:t>
                      </a:r>
                      <a:endParaRPr lang="en-GB" sz="12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kern="14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Isosceles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GB" sz="12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61675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470466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47806A-BD70-C94A-CC79-965A700991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25B0F47-F5D2-4349-592B-CA4BD52E92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2779131"/>
              </p:ext>
            </p:extLst>
          </p:nvPr>
        </p:nvGraphicFramePr>
        <p:xfrm>
          <a:off x="82068" y="8214664"/>
          <a:ext cx="6693864" cy="1499200"/>
        </p:xfrm>
        <a:graphic>
          <a:graphicData uri="http://schemas.openxmlformats.org/drawingml/2006/table">
            <a:tbl>
              <a:tblPr firstRow="1" firstCol="1" bandRow="1"/>
              <a:tblGrid>
                <a:gridCol w="558664">
                  <a:extLst>
                    <a:ext uri="{9D8B030D-6E8A-4147-A177-3AD203B41FA5}">
                      <a16:colId xmlns:a16="http://schemas.microsoft.com/office/drawing/2014/main" val="1494969303"/>
                    </a:ext>
                  </a:extLst>
                </a:gridCol>
                <a:gridCol w="5621078">
                  <a:extLst>
                    <a:ext uri="{9D8B030D-6E8A-4147-A177-3AD203B41FA5}">
                      <a16:colId xmlns:a16="http://schemas.microsoft.com/office/drawing/2014/main" val="4193660500"/>
                    </a:ext>
                  </a:extLst>
                </a:gridCol>
                <a:gridCol w="514122">
                  <a:extLst>
                    <a:ext uri="{9D8B030D-6E8A-4147-A177-3AD203B41FA5}">
                      <a16:colId xmlns:a16="http://schemas.microsoft.com/office/drawing/2014/main" val="3760224888"/>
                    </a:ext>
                  </a:extLst>
                </a:gridCol>
              </a:tblGrid>
              <a:tr h="299840">
                <a:tc>
                  <a:txBody>
                    <a:bodyPr/>
                    <a:lstStyle/>
                    <a:p>
                      <a:pPr algn="ctr"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b="1" kern="0">
                          <a:solidFill>
                            <a:srgbClr val="000000"/>
                          </a:solidFill>
                          <a:effectLst/>
                          <a:highlight>
                            <a:srgbClr val="D9D9D9"/>
                          </a:highlight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Q48</a:t>
                      </a:r>
                      <a:endParaRPr lang="en-GB" sz="1200" kern="1400">
                        <a:solidFill>
                          <a:srgbClr val="000000"/>
                        </a:solidFill>
                        <a:effectLst/>
                        <a:highlight>
                          <a:srgbClr val="D9D9D9"/>
                        </a:highlight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685800" rtl="0" eaLnBrk="1" fontAlgn="base" latinLnBrk="0" hangingPunct="1">
                        <a:lnSpc>
                          <a:spcPct val="118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4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 Convert 3 hours to minutes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4943493"/>
                  </a:ext>
                </a:extLst>
              </a:tr>
              <a:tr h="299840">
                <a:tc>
                  <a:txBody>
                    <a:bodyPr/>
                    <a:lstStyle/>
                    <a:p>
                      <a:pPr algn="ctr"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b="1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</a:t>
                      </a:r>
                      <a:endParaRPr lang="en-GB" sz="12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 300 minutes</a:t>
                      </a:r>
                      <a:endParaRPr lang="en-GB" sz="10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GB" sz="12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5876997"/>
                  </a:ext>
                </a:extLst>
              </a:tr>
              <a:tr h="299840">
                <a:tc>
                  <a:txBody>
                    <a:bodyPr/>
                    <a:lstStyle/>
                    <a:p>
                      <a:pPr algn="ctr"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b="1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B</a:t>
                      </a:r>
                      <a:endParaRPr lang="en-GB" sz="12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 3 minutes</a:t>
                      </a:r>
                      <a:endParaRPr lang="en-GB" sz="10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GB" sz="12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4542749"/>
                  </a:ext>
                </a:extLst>
              </a:tr>
              <a:tr h="299840">
                <a:tc>
                  <a:txBody>
                    <a:bodyPr/>
                    <a:lstStyle/>
                    <a:p>
                      <a:pPr algn="ctr"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b="1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C</a:t>
                      </a:r>
                      <a:endParaRPr lang="en-GB" sz="12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 60 minutes</a:t>
                      </a:r>
                      <a:endParaRPr lang="en-GB" sz="10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GB" sz="12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3831881"/>
                  </a:ext>
                </a:extLst>
              </a:tr>
              <a:tr h="299840">
                <a:tc>
                  <a:txBody>
                    <a:bodyPr/>
                    <a:lstStyle/>
                    <a:p>
                      <a:pPr algn="ctr"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b="1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D</a:t>
                      </a:r>
                      <a:endParaRPr lang="en-GB" sz="12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 180 minutes</a:t>
                      </a:r>
                      <a:endParaRPr lang="en-GB" sz="10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GB" sz="12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6167589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557E9910-23C0-995F-10B3-D75B4C158A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4305456"/>
              </p:ext>
            </p:extLst>
          </p:nvPr>
        </p:nvGraphicFramePr>
        <p:xfrm>
          <a:off x="82068" y="6646108"/>
          <a:ext cx="6693864" cy="1499200"/>
        </p:xfrm>
        <a:graphic>
          <a:graphicData uri="http://schemas.openxmlformats.org/drawingml/2006/table">
            <a:tbl>
              <a:tblPr firstRow="1" firstCol="1" bandRow="1"/>
              <a:tblGrid>
                <a:gridCol w="558664">
                  <a:extLst>
                    <a:ext uri="{9D8B030D-6E8A-4147-A177-3AD203B41FA5}">
                      <a16:colId xmlns:a16="http://schemas.microsoft.com/office/drawing/2014/main" val="1494969303"/>
                    </a:ext>
                  </a:extLst>
                </a:gridCol>
                <a:gridCol w="2810539">
                  <a:extLst>
                    <a:ext uri="{9D8B030D-6E8A-4147-A177-3AD203B41FA5}">
                      <a16:colId xmlns:a16="http://schemas.microsoft.com/office/drawing/2014/main" val="4193660500"/>
                    </a:ext>
                  </a:extLst>
                </a:gridCol>
                <a:gridCol w="2810539">
                  <a:extLst>
                    <a:ext uri="{9D8B030D-6E8A-4147-A177-3AD203B41FA5}">
                      <a16:colId xmlns:a16="http://schemas.microsoft.com/office/drawing/2014/main" val="1214501968"/>
                    </a:ext>
                  </a:extLst>
                </a:gridCol>
                <a:gridCol w="514122">
                  <a:extLst>
                    <a:ext uri="{9D8B030D-6E8A-4147-A177-3AD203B41FA5}">
                      <a16:colId xmlns:a16="http://schemas.microsoft.com/office/drawing/2014/main" val="3760224888"/>
                    </a:ext>
                  </a:extLst>
                </a:gridCol>
              </a:tblGrid>
              <a:tr h="299840">
                <a:tc>
                  <a:txBody>
                    <a:bodyPr/>
                    <a:lstStyle/>
                    <a:p>
                      <a:pPr algn="ctr"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b="1" kern="0">
                          <a:solidFill>
                            <a:srgbClr val="000000"/>
                          </a:solidFill>
                          <a:effectLst/>
                          <a:highlight>
                            <a:srgbClr val="D9D9D9"/>
                          </a:highlight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Q47</a:t>
                      </a:r>
                      <a:endParaRPr lang="en-GB" sz="1200" kern="1400">
                        <a:solidFill>
                          <a:srgbClr val="000000"/>
                        </a:solidFill>
                        <a:effectLst/>
                        <a:highlight>
                          <a:srgbClr val="D9D9D9"/>
                        </a:highlight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gridSpan="3">
                  <a:txBody>
                    <a:bodyPr/>
                    <a:lstStyle/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US" sz="1200" kern="14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Calculate the perimeter of this compound shape: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4943493"/>
                  </a:ext>
                </a:extLst>
              </a:tr>
              <a:tr h="299840">
                <a:tc>
                  <a:txBody>
                    <a:bodyPr/>
                    <a:lstStyle/>
                    <a:p>
                      <a:pPr algn="ctr"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b="1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</a:t>
                      </a:r>
                      <a:endParaRPr lang="en-GB" sz="12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kern="14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54m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4">
                  <a:txBody>
                    <a:bodyPr/>
                    <a:lstStyle/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000" u="sng" kern="14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Space for working out</a:t>
                      </a:r>
                      <a:endParaRPr lang="en-GB" sz="10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GB" sz="12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5876997"/>
                  </a:ext>
                </a:extLst>
              </a:tr>
              <a:tr h="299840">
                <a:tc>
                  <a:txBody>
                    <a:bodyPr/>
                    <a:lstStyle/>
                    <a:p>
                      <a:pPr algn="ctr"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b="1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B</a:t>
                      </a:r>
                      <a:endParaRPr lang="en-GB" sz="12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kern="14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32m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endParaRPr lang="en-GB" sz="10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GB" sz="12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4542749"/>
                  </a:ext>
                </a:extLst>
              </a:tr>
              <a:tr h="299840">
                <a:tc>
                  <a:txBody>
                    <a:bodyPr/>
                    <a:lstStyle/>
                    <a:p>
                      <a:pPr algn="ctr"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b="1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C</a:t>
                      </a:r>
                      <a:endParaRPr lang="en-GB" sz="12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kern="14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47m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endParaRPr lang="en-GB" sz="10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GB" sz="12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3831881"/>
                  </a:ext>
                </a:extLst>
              </a:tr>
              <a:tr h="299840">
                <a:tc>
                  <a:txBody>
                    <a:bodyPr/>
                    <a:lstStyle/>
                    <a:p>
                      <a:pPr algn="ctr"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b="1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D</a:t>
                      </a:r>
                      <a:endParaRPr lang="en-GB" sz="12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kern="14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39m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endParaRPr lang="en-GB" sz="10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GB" sz="12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6167589"/>
                  </a:ext>
                </a:extLst>
              </a:tr>
            </a:tbl>
          </a:graphicData>
        </a:graphic>
      </p:graphicFrame>
      <p:pic>
        <p:nvPicPr>
          <p:cNvPr id="16" name="Picture 15">
            <a:extLst>
              <a:ext uri="{FF2B5EF4-FFF2-40B4-BE49-F238E27FC236}">
                <a16:creationId xmlns:a16="http://schemas.microsoft.com/office/drawing/2014/main" id="{AAE52293-D717-ACDE-3F51-2732834EFB7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584" t="5963" b="8964"/>
          <a:stretch/>
        </p:blipFill>
        <p:spPr>
          <a:xfrm>
            <a:off x="3497211" y="7119535"/>
            <a:ext cx="954103" cy="996930"/>
          </a:xfrm>
          <a:prstGeom prst="rect">
            <a:avLst/>
          </a:prstGeom>
        </p:spPr>
      </p:pic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59A84359-1F56-BC2F-3055-EAA35A6FA0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149446"/>
              </p:ext>
            </p:extLst>
          </p:nvPr>
        </p:nvGraphicFramePr>
        <p:xfrm>
          <a:off x="82069" y="154404"/>
          <a:ext cx="6693865" cy="1611966"/>
        </p:xfrm>
        <a:graphic>
          <a:graphicData uri="http://schemas.openxmlformats.org/drawingml/2006/table">
            <a:tbl>
              <a:tblPr firstRow="1" firstCol="1" bandRow="1"/>
              <a:tblGrid>
                <a:gridCol w="550893">
                  <a:extLst>
                    <a:ext uri="{9D8B030D-6E8A-4147-A177-3AD203B41FA5}">
                      <a16:colId xmlns:a16="http://schemas.microsoft.com/office/drawing/2014/main" val="1494969303"/>
                    </a:ext>
                  </a:extLst>
                </a:gridCol>
                <a:gridCol w="2161038">
                  <a:extLst>
                    <a:ext uri="{9D8B030D-6E8A-4147-A177-3AD203B41FA5}">
                      <a16:colId xmlns:a16="http://schemas.microsoft.com/office/drawing/2014/main" val="4193660500"/>
                    </a:ext>
                  </a:extLst>
                </a:gridCol>
                <a:gridCol w="438166">
                  <a:extLst>
                    <a:ext uri="{9D8B030D-6E8A-4147-A177-3AD203B41FA5}">
                      <a16:colId xmlns:a16="http://schemas.microsoft.com/office/drawing/2014/main" val="3537541410"/>
                    </a:ext>
                  </a:extLst>
                </a:gridCol>
                <a:gridCol w="496989">
                  <a:extLst>
                    <a:ext uri="{9D8B030D-6E8A-4147-A177-3AD203B41FA5}">
                      <a16:colId xmlns:a16="http://schemas.microsoft.com/office/drawing/2014/main" val="1398377654"/>
                    </a:ext>
                  </a:extLst>
                </a:gridCol>
                <a:gridCol w="2049345">
                  <a:extLst>
                    <a:ext uri="{9D8B030D-6E8A-4147-A177-3AD203B41FA5}">
                      <a16:colId xmlns:a16="http://schemas.microsoft.com/office/drawing/2014/main" val="3065518176"/>
                    </a:ext>
                  </a:extLst>
                </a:gridCol>
                <a:gridCol w="490463">
                  <a:extLst>
                    <a:ext uri="{9D8B030D-6E8A-4147-A177-3AD203B41FA5}">
                      <a16:colId xmlns:a16="http://schemas.microsoft.com/office/drawing/2014/main" val="622996041"/>
                    </a:ext>
                  </a:extLst>
                </a:gridCol>
                <a:gridCol w="506971">
                  <a:extLst>
                    <a:ext uri="{9D8B030D-6E8A-4147-A177-3AD203B41FA5}">
                      <a16:colId xmlns:a16="http://schemas.microsoft.com/office/drawing/2014/main" val="3760224888"/>
                    </a:ext>
                  </a:extLst>
                </a:gridCol>
              </a:tblGrid>
              <a:tr h="321498">
                <a:tc>
                  <a:txBody>
                    <a:bodyPr/>
                    <a:lstStyle/>
                    <a:p>
                      <a:pPr algn="ctr"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b="1" kern="0">
                          <a:solidFill>
                            <a:srgbClr val="000000"/>
                          </a:solidFill>
                          <a:effectLst/>
                          <a:highlight>
                            <a:srgbClr val="D9D9D9"/>
                          </a:highlight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Q43</a:t>
                      </a:r>
                      <a:endParaRPr lang="en-GB" sz="1200" kern="1400">
                        <a:solidFill>
                          <a:srgbClr val="000000"/>
                        </a:solidFill>
                        <a:effectLst/>
                        <a:highlight>
                          <a:srgbClr val="D9D9D9"/>
                        </a:highlight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gridSpan="6">
                  <a:txBody>
                    <a:bodyPr/>
                    <a:lstStyle/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US" sz="1200" kern="14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 Which of the following shows an isosceles triangle?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4943493"/>
                  </a:ext>
                </a:extLst>
              </a:tr>
              <a:tr h="645234">
                <a:tc>
                  <a:txBody>
                    <a:bodyPr/>
                    <a:lstStyle/>
                    <a:p>
                      <a:pPr algn="ctr"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b="1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endParaRPr lang="en-GB" sz="12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endParaRPr lang="en-GB" sz="12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base" latinLnBrk="0" hangingPunct="1">
                        <a:lnSpc>
                          <a:spcPct val="118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B</a:t>
                      </a:r>
                      <a:endParaRPr lang="en-GB" sz="12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endParaRPr lang="en-GB" sz="12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endParaRPr lang="en-GB" sz="12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</a:p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GB" sz="12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5876997"/>
                  </a:ext>
                </a:extLst>
              </a:tr>
              <a:tr h="645234">
                <a:tc>
                  <a:txBody>
                    <a:bodyPr/>
                    <a:lstStyle/>
                    <a:p>
                      <a:pPr algn="ctr"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b="1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C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endParaRPr lang="en-GB" sz="12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endParaRPr lang="en-GB" sz="12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base" latinLnBrk="0" hangingPunct="1">
                        <a:lnSpc>
                          <a:spcPct val="118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1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</a:t>
                      </a:r>
                      <a:endParaRPr lang="en-GB" sz="12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kern="14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None of these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endParaRPr lang="en-GB" sz="12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</a:p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GB" sz="12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3831881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864987CE-B12D-17CC-27C1-3B98A16DD1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4815260"/>
              </p:ext>
            </p:extLst>
          </p:nvPr>
        </p:nvGraphicFramePr>
        <p:xfrm>
          <a:off x="82068" y="1832596"/>
          <a:ext cx="6693864" cy="1499200"/>
        </p:xfrm>
        <a:graphic>
          <a:graphicData uri="http://schemas.openxmlformats.org/drawingml/2006/table">
            <a:tbl>
              <a:tblPr firstRow="1" firstCol="1" bandRow="1"/>
              <a:tblGrid>
                <a:gridCol w="558664">
                  <a:extLst>
                    <a:ext uri="{9D8B030D-6E8A-4147-A177-3AD203B41FA5}">
                      <a16:colId xmlns:a16="http://schemas.microsoft.com/office/drawing/2014/main" val="1494969303"/>
                    </a:ext>
                  </a:extLst>
                </a:gridCol>
                <a:gridCol w="2810539">
                  <a:extLst>
                    <a:ext uri="{9D8B030D-6E8A-4147-A177-3AD203B41FA5}">
                      <a16:colId xmlns:a16="http://schemas.microsoft.com/office/drawing/2014/main" val="4193660500"/>
                    </a:ext>
                  </a:extLst>
                </a:gridCol>
                <a:gridCol w="2810539">
                  <a:extLst>
                    <a:ext uri="{9D8B030D-6E8A-4147-A177-3AD203B41FA5}">
                      <a16:colId xmlns:a16="http://schemas.microsoft.com/office/drawing/2014/main" val="1916244129"/>
                    </a:ext>
                  </a:extLst>
                </a:gridCol>
                <a:gridCol w="514122">
                  <a:extLst>
                    <a:ext uri="{9D8B030D-6E8A-4147-A177-3AD203B41FA5}">
                      <a16:colId xmlns:a16="http://schemas.microsoft.com/office/drawing/2014/main" val="3760224888"/>
                    </a:ext>
                  </a:extLst>
                </a:gridCol>
              </a:tblGrid>
              <a:tr h="299840">
                <a:tc>
                  <a:txBody>
                    <a:bodyPr/>
                    <a:lstStyle/>
                    <a:p>
                      <a:pPr algn="ctr"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b="1" kern="0">
                          <a:solidFill>
                            <a:srgbClr val="000000"/>
                          </a:solidFill>
                          <a:effectLst/>
                          <a:highlight>
                            <a:srgbClr val="D9D9D9"/>
                          </a:highlight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Q44</a:t>
                      </a:r>
                      <a:endParaRPr lang="en-GB" sz="1200" kern="1400">
                        <a:solidFill>
                          <a:srgbClr val="000000"/>
                        </a:solidFill>
                        <a:effectLst/>
                        <a:highlight>
                          <a:srgbClr val="D9D9D9"/>
                        </a:highlight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gridSpan="3">
                  <a:txBody>
                    <a:bodyPr/>
                    <a:lstStyle/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US" sz="1200" kern="14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Calculate the perimeter of the following triangle:  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4943493"/>
                  </a:ext>
                </a:extLst>
              </a:tr>
              <a:tr h="299840">
                <a:tc>
                  <a:txBody>
                    <a:bodyPr/>
                    <a:lstStyle/>
                    <a:p>
                      <a:pPr algn="ctr"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b="1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</a:t>
                      </a:r>
                      <a:endParaRPr lang="en-GB" sz="12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 14cm</a:t>
                      </a:r>
                      <a:endParaRPr lang="en-GB" sz="10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4">
                  <a:txBody>
                    <a:bodyPr/>
                    <a:lstStyle/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000" u="sng" kern="14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Space for working out</a:t>
                      </a:r>
                      <a:endParaRPr lang="en-GB" sz="10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GB" sz="12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5876997"/>
                  </a:ext>
                </a:extLst>
              </a:tr>
              <a:tr h="299840">
                <a:tc>
                  <a:txBody>
                    <a:bodyPr/>
                    <a:lstStyle/>
                    <a:p>
                      <a:pPr algn="ctr"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b="1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B</a:t>
                      </a:r>
                      <a:endParaRPr lang="en-GB" sz="12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 17cm</a:t>
                      </a:r>
                      <a:endParaRPr lang="en-GB" sz="10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endParaRPr lang="en-GB" sz="10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GB" sz="12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4542749"/>
                  </a:ext>
                </a:extLst>
              </a:tr>
              <a:tr h="299840">
                <a:tc>
                  <a:txBody>
                    <a:bodyPr/>
                    <a:lstStyle/>
                    <a:p>
                      <a:pPr algn="ctr"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b="1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C</a:t>
                      </a:r>
                      <a:endParaRPr lang="en-GB" sz="12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 22.5cm</a:t>
                      </a:r>
                      <a:endParaRPr lang="en-GB" sz="10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endParaRPr lang="en-GB" sz="10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GB" sz="12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3831881"/>
                  </a:ext>
                </a:extLst>
              </a:tr>
              <a:tr h="299840">
                <a:tc>
                  <a:txBody>
                    <a:bodyPr/>
                    <a:lstStyle/>
                    <a:p>
                      <a:pPr algn="ctr"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b="1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D</a:t>
                      </a:r>
                      <a:endParaRPr lang="en-GB" sz="12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 28cm</a:t>
                      </a:r>
                      <a:endParaRPr lang="en-GB" sz="10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endParaRPr lang="en-GB" sz="10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GB" sz="12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6167589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92AFEAED-F851-34F7-5DF3-75CEBC5249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1428712"/>
              </p:ext>
            </p:extLst>
          </p:nvPr>
        </p:nvGraphicFramePr>
        <p:xfrm>
          <a:off x="82068" y="3401152"/>
          <a:ext cx="6693864" cy="1617254"/>
        </p:xfrm>
        <a:graphic>
          <a:graphicData uri="http://schemas.openxmlformats.org/drawingml/2006/table">
            <a:tbl>
              <a:tblPr firstRow="1" firstCol="1" bandRow="1"/>
              <a:tblGrid>
                <a:gridCol w="558664">
                  <a:extLst>
                    <a:ext uri="{9D8B030D-6E8A-4147-A177-3AD203B41FA5}">
                      <a16:colId xmlns:a16="http://schemas.microsoft.com/office/drawing/2014/main" val="1494969303"/>
                    </a:ext>
                  </a:extLst>
                </a:gridCol>
                <a:gridCol w="5621078">
                  <a:extLst>
                    <a:ext uri="{9D8B030D-6E8A-4147-A177-3AD203B41FA5}">
                      <a16:colId xmlns:a16="http://schemas.microsoft.com/office/drawing/2014/main" val="4193660500"/>
                    </a:ext>
                  </a:extLst>
                </a:gridCol>
                <a:gridCol w="514122">
                  <a:extLst>
                    <a:ext uri="{9D8B030D-6E8A-4147-A177-3AD203B41FA5}">
                      <a16:colId xmlns:a16="http://schemas.microsoft.com/office/drawing/2014/main" val="3760224888"/>
                    </a:ext>
                  </a:extLst>
                </a:gridCol>
              </a:tblGrid>
              <a:tr h="299840">
                <a:tc>
                  <a:txBody>
                    <a:bodyPr/>
                    <a:lstStyle/>
                    <a:p>
                      <a:pPr algn="ctr"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b="1" kern="0">
                          <a:solidFill>
                            <a:srgbClr val="000000"/>
                          </a:solidFill>
                          <a:effectLst/>
                          <a:highlight>
                            <a:srgbClr val="D9D9D9"/>
                          </a:highlight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Q45</a:t>
                      </a:r>
                      <a:endParaRPr lang="en-GB" sz="1200" kern="1400">
                        <a:solidFill>
                          <a:srgbClr val="000000"/>
                        </a:solidFill>
                        <a:effectLst/>
                        <a:highlight>
                          <a:srgbClr val="D9D9D9"/>
                        </a:highlight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gridSpan="2">
                  <a:txBody>
                    <a:bodyPr/>
                    <a:lstStyle/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US" sz="1200" kern="14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A triangle has a perimeter of 20cm. If the lengths of two of the sides are 3cm and 8cm, what is the   </a:t>
                      </a:r>
                      <a:br>
                        <a:rPr lang="en-US" sz="1200" kern="14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1200" kern="14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length of the third side?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4943493"/>
                  </a:ext>
                </a:extLst>
              </a:tr>
              <a:tr h="299840">
                <a:tc>
                  <a:txBody>
                    <a:bodyPr/>
                    <a:lstStyle/>
                    <a:p>
                      <a:pPr algn="ctr"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b="1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</a:t>
                      </a:r>
                      <a:endParaRPr lang="en-GB" sz="12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kern="14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30cm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GB" sz="12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5876997"/>
                  </a:ext>
                </a:extLst>
              </a:tr>
              <a:tr h="299840">
                <a:tc>
                  <a:txBody>
                    <a:bodyPr/>
                    <a:lstStyle/>
                    <a:p>
                      <a:pPr algn="ctr"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b="1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B</a:t>
                      </a:r>
                      <a:endParaRPr lang="en-GB" sz="12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kern="14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3cm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GB" sz="12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4542749"/>
                  </a:ext>
                </a:extLst>
              </a:tr>
              <a:tr h="299840">
                <a:tc>
                  <a:txBody>
                    <a:bodyPr/>
                    <a:lstStyle/>
                    <a:p>
                      <a:pPr algn="ctr"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b="1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C</a:t>
                      </a:r>
                      <a:endParaRPr lang="en-GB" sz="12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kern="14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9cm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GB" sz="12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3831881"/>
                  </a:ext>
                </a:extLst>
              </a:tr>
              <a:tr h="299840">
                <a:tc>
                  <a:txBody>
                    <a:bodyPr/>
                    <a:lstStyle/>
                    <a:p>
                      <a:pPr algn="ctr"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b="1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D</a:t>
                      </a:r>
                      <a:endParaRPr lang="en-GB" sz="12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kern="14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8cm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GB" sz="12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6167589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6D4D12E8-74ED-2EDC-0D66-B664E79F24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4196562"/>
              </p:ext>
            </p:extLst>
          </p:nvPr>
        </p:nvGraphicFramePr>
        <p:xfrm>
          <a:off x="82068" y="5091628"/>
          <a:ext cx="6693864" cy="1499200"/>
        </p:xfrm>
        <a:graphic>
          <a:graphicData uri="http://schemas.openxmlformats.org/drawingml/2006/table">
            <a:tbl>
              <a:tblPr firstRow="1" firstCol="1" bandRow="1"/>
              <a:tblGrid>
                <a:gridCol w="558664">
                  <a:extLst>
                    <a:ext uri="{9D8B030D-6E8A-4147-A177-3AD203B41FA5}">
                      <a16:colId xmlns:a16="http://schemas.microsoft.com/office/drawing/2014/main" val="1494969303"/>
                    </a:ext>
                  </a:extLst>
                </a:gridCol>
                <a:gridCol w="2810539">
                  <a:extLst>
                    <a:ext uri="{9D8B030D-6E8A-4147-A177-3AD203B41FA5}">
                      <a16:colId xmlns:a16="http://schemas.microsoft.com/office/drawing/2014/main" val="4193660500"/>
                    </a:ext>
                  </a:extLst>
                </a:gridCol>
                <a:gridCol w="2810539">
                  <a:extLst>
                    <a:ext uri="{9D8B030D-6E8A-4147-A177-3AD203B41FA5}">
                      <a16:colId xmlns:a16="http://schemas.microsoft.com/office/drawing/2014/main" val="2373760471"/>
                    </a:ext>
                  </a:extLst>
                </a:gridCol>
                <a:gridCol w="514122">
                  <a:extLst>
                    <a:ext uri="{9D8B030D-6E8A-4147-A177-3AD203B41FA5}">
                      <a16:colId xmlns:a16="http://schemas.microsoft.com/office/drawing/2014/main" val="3760224888"/>
                    </a:ext>
                  </a:extLst>
                </a:gridCol>
              </a:tblGrid>
              <a:tr h="299840">
                <a:tc>
                  <a:txBody>
                    <a:bodyPr/>
                    <a:lstStyle/>
                    <a:p>
                      <a:pPr algn="ctr"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b="1" kern="0">
                          <a:solidFill>
                            <a:srgbClr val="000000"/>
                          </a:solidFill>
                          <a:effectLst/>
                          <a:highlight>
                            <a:srgbClr val="D9D9D9"/>
                          </a:highlight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Q46</a:t>
                      </a:r>
                      <a:endParaRPr lang="en-GB" sz="1200" kern="1400">
                        <a:solidFill>
                          <a:srgbClr val="000000"/>
                        </a:solidFill>
                        <a:effectLst/>
                        <a:highlight>
                          <a:srgbClr val="D9D9D9"/>
                        </a:highlight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gridSpan="3">
                  <a:txBody>
                    <a:bodyPr/>
                    <a:lstStyle/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US" sz="1200" kern="14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Calculate the perimeter of this regular hexagon: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4943493"/>
                  </a:ext>
                </a:extLst>
              </a:tr>
              <a:tr h="299840">
                <a:tc>
                  <a:txBody>
                    <a:bodyPr/>
                    <a:lstStyle/>
                    <a:p>
                      <a:pPr algn="ctr"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b="1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</a:t>
                      </a:r>
                      <a:endParaRPr lang="en-GB" sz="12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kern="14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7cm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4">
                  <a:txBody>
                    <a:bodyPr/>
                    <a:lstStyle/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000" u="sng" kern="14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Space for working out</a:t>
                      </a:r>
                      <a:endParaRPr lang="en-GB" sz="10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GB" sz="12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5876997"/>
                  </a:ext>
                </a:extLst>
              </a:tr>
              <a:tr h="299840">
                <a:tc>
                  <a:txBody>
                    <a:bodyPr/>
                    <a:lstStyle/>
                    <a:p>
                      <a:pPr algn="ctr"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b="1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B</a:t>
                      </a:r>
                      <a:endParaRPr lang="en-GB" sz="12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kern="14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13cm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endParaRPr lang="en-GB" sz="10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GB" sz="12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4542749"/>
                  </a:ext>
                </a:extLst>
              </a:tr>
              <a:tr h="299840">
                <a:tc>
                  <a:txBody>
                    <a:bodyPr/>
                    <a:lstStyle/>
                    <a:p>
                      <a:pPr algn="ctr"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b="1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C</a:t>
                      </a:r>
                      <a:endParaRPr lang="en-GB" sz="12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kern="14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35cm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endParaRPr lang="en-GB" sz="10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GB" sz="12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3831881"/>
                  </a:ext>
                </a:extLst>
              </a:tr>
              <a:tr h="299840">
                <a:tc>
                  <a:txBody>
                    <a:bodyPr/>
                    <a:lstStyle/>
                    <a:p>
                      <a:pPr algn="ctr"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b="1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D</a:t>
                      </a:r>
                      <a:endParaRPr lang="en-GB" sz="12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kern="14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42cm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endParaRPr lang="en-GB" sz="10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GB" sz="12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6167589"/>
                  </a:ext>
                </a:extLst>
              </a:tr>
            </a:tbl>
          </a:graphicData>
        </a:graphic>
      </p:graphicFrame>
      <p:pic>
        <p:nvPicPr>
          <p:cNvPr id="10243" name="Picture 3">
            <a:extLst>
              <a:ext uri="{FF2B5EF4-FFF2-40B4-BE49-F238E27FC236}">
                <a16:creationId xmlns:a16="http://schemas.microsoft.com/office/drawing/2014/main" id="{137069F0-F538-3E0D-D5AE-D83BD034C6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7059" y="492803"/>
            <a:ext cx="712999" cy="6191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2" name="Picture 2">
            <a:extLst>
              <a:ext uri="{FF2B5EF4-FFF2-40B4-BE49-F238E27FC236}">
                <a16:creationId xmlns:a16="http://schemas.microsoft.com/office/drawing/2014/main" id="{A6F2A5BB-1F57-8238-FB4D-1296F49456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0142" y="1152745"/>
            <a:ext cx="549916" cy="5728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1" name="Picture 1">
            <a:extLst>
              <a:ext uri="{FF2B5EF4-FFF2-40B4-BE49-F238E27FC236}">
                <a16:creationId xmlns:a16="http://schemas.microsoft.com/office/drawing/2014/main" id="{F4F867B1-9B90-7DD6-EE77-1EDB9601FE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5442" y="492803"/>
            <a:ext cx="459501" cy="6191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69" name="Picture 1" descr="A triangle with black text&#10;&#10;Description automatically generated">
            <a:extLst>
              <a:ext uri="{FF2B5EF4-FFF2-40B4-BE49-F238E27FC236}">
                <a16:creationId xmlns:a16="http://schemas.microsoft.com/office/drawing/2014/main" id="{39BE22CB-CC14-7B45-E5C8-70A9E9F166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64944" y="2365586"/>
            <a:ext cx="860049" cy="8933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E1FFEC1-D70E-2AFF-2008-E891934C747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89222" y="5573450"/>
            <a:ext cx="935771" cy="1002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32179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B9B27D-5DD2-3B00-5E68-3B8B262311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81B399E-82DE-6DA6-6BD3-D30BD24ECD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7499607"/>
              </p:ext>
            </p:extLst>
          </p:nvPr>
        </p:nvGraphicFramePr>
        <p:xfrm>
          <a:off x="82068" y="155568"/>
          <a:ext cx="6693864" cy="1499200"/>
        </p:xfrm>
        <a:graphic>
          <a:graphicData uri="http://schemas.openxmlformats.org/drawingml/2006/table">
            <a:tbl>
              <a:tblPr firstRow="1" firstCol="1" bandRow="1"/>
              <a:tblGrid>
                <a:gridCol w="558664">
                  <a:extLst>
                    <a:ext uri="{9D8B030D-6E8A-4147-A177-3AD203B41FA5}">
                      <a16:colId xmlns:a16="http://schemas.microsoft.com/office/drawing/2014/main" val="1494969303"/>
                    </a:ext>
                  </a:extLst>
                </a:gridCol>
                <a:gridCol w="5621078">
                  <a:extLst>
                    <a:ext uri="{9D8B030D-6E8A-4147-A177-3AD203B41FA5}">
                      <a16:colId xmlns:a16="http://schemas.microsoft.com/office/drawing/2014/main" val="4193660500"/>
                    </a:ext>
                  </a:extLst>
                </a:gridCol>
                <a:gridCol w="514122">
                  <a:extLst>
                    <a:ext uri="{9D8B030D-6E8A-4147-A177-3AD203B41FA5}">
                      <a16:colId xmlns:a16="http://schemas.microsoft.com/office/drawing/2014/main" val="3760224888"/>
                    </a:ext>
                  </a:extLst>
                </a:gridCol>
              </a:tblGrid>
              <a:tr h="299840">
                <a:tc>
                  <a:txBody>
                    <a:bodyPr/>
                    <a:lstStyle/>
                    <a:p>
                      <a:pPr algn="ctr"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b="1" kern="0">
                          <a:solidFill>
                            <a:srgbClr val="000000"/>
                          </a:solidFill>
                          <a:effectLst/>
                          <a:highlight>
                            <a:srgbClr val="D9D9D9"/>
                          </a:highlight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Q49</a:t>
                      </a:r>
                      <a:endParaRPr lang="en-GB" sz="1200" kern="1400">
                        <a:solidFill>
                          <a:srgbClr val="000000"/>
                        </a:solidFill>
                        <a:effectLst/>
                        <a:highlight>
                          <a:srgbClr val="D9D9D9"/>
                        </a:highlight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685800" rtl="0" eaLnBrk="1" fontAlgn="base" latinLnBrk="0" hangingPunct="1">
                        <a:lnSpc>
                          <a:spcPct val="118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4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 How many minutes in half an hour?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4943493"/>
                  </a:ext>
                </a:extLst>
              </a:tr>
              <a:tr h="299840">
                <a:tc>
                  <a:txBody>
                    <a:bodyPr/>
                    <a:lstStyle/>
                    <a:p>
                      <a:pPr algn="ctr"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b="1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</a:t>
                      </a:r>
                      <a:endParaRPr lang="en-GB" sz="12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 30</a:t>
                      </a:r>
                      <a:endParaRPr lang="en-GB" sz="10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GB" sz="12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5876997"/>
                  </a:ext>
                </a:extLst>
              </a:tr>
              <a:tr h="299840">
                <a:tc>
                  <a:txBody>
                    <a:bodyPr/>
                    <a:lstStyle/>
                    <a:p>
                      <a:pPr algn="ctr"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b="1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B</a:t>
                      </a:r>
                      <a:endParaRPr lang="en-GB" sz="12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 50 </a:t>
                      </a:r>
                      <a:endParaRPr lang="en-GB" sz="10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GB" sz="12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4542749"/>
                  </a:ext>
                </a:extLst>
              </a:tr>
              <a:tr h="299840">
                <a:tc>
                  <a:txBody>
                    <a:bodyPr/>
                    <a:lstStyle/>
                    <a:p>
                      <a:pPr algn="ctr"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b="1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C</a:t>
                      </a:r>
                      <a:endParaRPr lang="en-GB" sz="12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 60 </a:t>
                      </a:r>
                      <a:endParaRPr lang="en-GB" sz="10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GB" sz="12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3831881"/>
                  </a:ext>
                </a:extLst>
              </a:tr>
              <a:tr h="299840">
                <a:tc>
                  <a:txBody>
                    <a:bodyPr/>
                    <a:lstStyle/>
                    <a:p>
                      <a:pPr algn="ctr"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b="1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D</a:t>
                      </a:r>
                      <a:endParaRPr lang="en-GB" sz="12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 100 </a:t>
                      </a:r>
                      <a:endParaRPr lang="en-GB" sz="10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GB" sz="12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6167589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2DF4DDC-12D4-C7BE-C124-C423742C0A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1723285"/>
              </p:ext>
            </p:extLst>
          </p:nvPr>
        </p:nvGraphicFramePr>
        <p:xfrm>
          <a:off x="82068" y="1785084"/>
          <a:ext cx="6693864" cy="1498160"/>
        </p:xfrm>
        <a:graphic>
          <a:graphicData uri="http://schemas.openxmlformats.org/drawingml/2006/table">
            <a:tbl>
              <a:tblPr firstRow="1" firstCol="1" bandRow="1"/>
              <a:tblGrid>
                <a:gridCol w="558664">
                  <a:extLst>
                    <a:ext uri="{9D8B030D-6E8A-4147-A177-3AD203B41FA5}">
                      <a16:colId xmlns:a16="http://schemas.microsoft.com/office/drawing/2014/main" val="1494969303"/>
                    </a:ext>
                  </a:extLst>
                </a:gridCol>
                <a:gridCol w="5621078">
                  <a:extLst>
                    <a:ext uri="{9D8B030D-6E8A-4147-A177-3AD203B41FA5}">
                      <a16:colId xmlns:a16="http://schemas.microsoft.com/office/drawing/2014/main" val="4193660500"/>
                    </a:ext>
                  </a:extLst>
                </a:gridCol>
                <a:gridCol w="514122">
                  <a:extLst>
                    <a:ext uri="{9D8B030D-6E8A-4147-A177-3AD203B41FA5}">
                      <a16:colId xmlns:a16="http://schemas.microsoft.com/office/drawing/2014/main" val="3760224888"/>
                    </a:ext>
                  </a:extLst>
                </a:gridCol>
              </a:tblGrid>
              <a:tr h="298800">
                <a:tc>
                  <a:txBody>
                    <a:bodyPr/>
                    <a:lstStyle/>
                    <a:p>
                      <a:pPr algn="ctr"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b="1" kern="0">
                          <a:solidFill>
                            <a:srgbClr val="000000"/>
                          </a:solidFill>
                          <a:effectLst/>
                          <a:highlight>
                            <a:srgbClr val="D9D9D9"/>
                          </a:highlight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Q50</a:t>
                      </a:r>
                      <a:endParaRPr lang="en-GB" sz="1200" kern="1400">
                        <a:solidFill>
                          <a:srgbClr val="000000"/>
                        </a:solidFill>
                        <a:effectLst/>
                        <a:highlight>
                          <a:srgbClr val="D9D9D9"/>
                        </a:highlight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685800" rtl="0" eaLnBrk="1" fontAlgn="base" latinLnBrk="0" hangingPunct="1">
                        <a:lnSpc>
                          <a:spcPct val="118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4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 What time is 1 hour and 30 minutes after 8:50am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4943493"/>
                  </a:ext>
                </a:extLst>
              </a:tr>
              <a:tr h="299840">
                <a:tc>
                  <a:txBody>
                    <a:bodyPr/>
                    <a:lstStyle/>
                    <a:p>
                      <a:pPr algn="ctr"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b="1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</a:t>
                      </a:r>
                      <a:endParaRPr lang="en-GB" sz="12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 9:80am</a:t>
                      </a:r>
                      <a:endParaRPr lang="en-GB" sz="10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GB" sz="12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5876997"/>
                  </a:ext>
                </a:extLst>
              </a:tr>
              <a:tr h="299840">
                <a:tc>
                  <a:txBody>
                    <a:bodyPr/>
                    <a:lstStyle/>
                    <a:p>
                      <a:pPr algn="ctr"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b="1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B</a:t>
                      </a:r>
                      <a:endParaRPr lang="en-GB" sz="12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 9:53am</a:t>
                      </a:r>
                      <a:endParaRPr lang="en-GB" sz="10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GB" sz="12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4542749"/>
                  </a:ext>
                </a:extLst>
              </a:tr>
              <a:tr h="299840">
                <a:tc>
                  <a:txBody>
                    <a:bodyPr/>
                    <a:lstStyle/>
                    <a:p>
                      <a:pPr algn="ctr"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b="1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C</a:t>
                      </a:r>
                      <a:endParaRPr lang="en-GB" sz="12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 9:20am</a:t>
                      </a:r>
                      <a:endParaRPr lang="en-GB" sz="10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GB" sz="12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3831881"/>
                  </a:ext>
                </a:extLst>
              </a:tr>
              <a:tr h="299840">
                <a:tc>
                  <a:txBody>
                    <a:bodyPr/>
                    <a:lstStyle/>
                    <a:p>
                      <a:pPr algn="ctr"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b="1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D</a:t>
                      </a:r>
                      <a:endParaRPr lang="en-GB" sz="12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 10:20am</a:t>
                      </a:r>
                      <a:endParaRPr lang="en-GB" sz="10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18000"/>
                        </a:lnSpc>
                        <a:spcAft>
                          <a:spcPts val="600"/>
                        </a:spcAft>
                      </a:pPr>
                      <a:r>
                        <a:rPr lang="en-GB" sz="12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GB" sz="12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61675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169461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AAB6388F5B3DD48A4F5524A84895604" ma:contentTypeVersion="15" ma:contentTypeDescription="Create a new document." ma:contentTypeScope="" ma:versionID="c36092110cefcca6e5858c535339940c">
  <xsd:schema xmlns:xsd="http://www.w3.org/2001/XMLSchema" xmlns:xs="http://www.w3.org/2001/XMLSchema" xmlns:p="http://schemas.microsoft.com/office/2006/metadata/properties" xmlns:ns2="e30b71df-48f4-4db7-95c3-a9033c265cb9" xmlns:ns3="608ebbb4-e88b-4c99-b506-21d9362781c6" targetNamespace="http://schemas.microsoft.com/office/2006/metadata/properties" ma:root="true" ma:fieldsID="3c7dc145ce5e2630103f335797796874" ns2:_="" ns3:_="">
    <xsd:import namespace="e30b71df-48f4-4db7-95c3-a9033c265cb9"/>
    <xsd:import namespace="608ebbb4-e88b-4c99-b506-21d9362781c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AutoTags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  <xsd:element ref="ns2:MediaServiceGenerationTime" minOccurs="0"/>
                <xsd:element ref="ns2:MediaServiceEventHashCode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30b71df-48f4-4db7-95c3-a9033c265cb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17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8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BillingMetadata" ma:index="21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08ebbb4-e88b-4c99-b506-21d9362781c6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3192588-2024-4D86-AEBA-0E9C662643B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885DC8A-E21E-40E1-A0DB-04C6901CEB0A}">
  <ds:schemaRefs>
    <ds:schemaRef ds:uri="608ebbb4-e88b-4c99-b506-21d9362781c6"/>
    <ds:schemaRef ds:uri="e30b71df-48f4-4db7-95c3-a9033c265cb9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AB9DD580-8EA9-434F-AE14-D515DC0A0220}"/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Application>Microsoft Office PowerPoint</Application>
  <PresentationFormat>A4 Paper (210x297 mm)</PresentationFormat>
  <Slides>9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Astrea Academy Trust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Jelena Chodnicka (Staff, Dearne)</dc:creator>
  <cp:revision>1</cp:revision>
  <dcterms:created xsi:type="dcterms:W3CDTF">2025-01-25T08:31:23Z</dcterms:created>
  <dcterms:modified xsi:type="dcterms:W3CDTF">2025-09-15T13:48:57Z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0x010100CAAB6388F5B3DD48A4F5524A84895604</vt:lpwstr>
  </property>
</Properties>
</file>