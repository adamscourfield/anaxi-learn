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7"/>
  </p:notesMasterIdLst>
  <p:sldIdLst>
    <p:sldId id="257" r:id="rId5"/>
    <p:sldId id="368" r:id="rId6"/>
    <p:sldId id="415" r:id="rId7"/>
    <p:sldId id="416" r:id="rId8"/>
    <p:sldId id="417" r:id="rId9"/>
    <p:sldId id="418" r:id="rId10"/>
    <p:sldId id="337" r:id="rId11"/>
    <p:sldId id="338" r:id="rId12"/>
    <p:sldId id="321" r:id="rId13"/>
    <p:sldId id="322" r:id="rId14"/>
    <p:sldId id="323" r:id="rId15"/>
    <p:sldId id="430" r:id="rId16"/>
    <p:sldId id="431" r:id="rId17"/>
    <p:sldId id="432" r:id="rId18"/>
    <p:sldId id="327" r:id="rId19"/>
    <p:sldId id="433" r:id="rId20"/>
    <p:sldId id="359" r:id="rId21"/>
    <p:sldId id="501" r:id="rId22"/>
    <p:sldId id="371" r:id="rId23"/>
    <p:sldId id="372" r:id="rId24"/>
    <p:sldId id="434" r:id="rId25"/>
    <p:sldId id="373" r:id="rId26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 Garland" initials="EG" lastIdx="1" clrIdx="0">
    <p:extLst>
      <p:ext uri="{19B8F6BF-5375-455C-9EA6-DF929625EA0E}">
        <p15:presenceInfo xmlns:p15="http://schemas.microsoft.com/office/powerpoint/2012/main" userId="S::Emma.Garland@astreanetherwood.org::f09cdd22-1af7-42d1-9ce5-13a99f079dd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8F3DE-0657-403A-B847-BA00CFD70CE2}" v="13" dt="2025-12-23T13:02:58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2" autoAdjust="0"/>
    <p:restoredTop sz="95196" autoAdjust="0"/>
  </p:normalViewPr>
  <p:slideViewPr>
    <p:cSldViewPr snapToGrid="0">
      <p:cViewPr varScale="1">
        <p:scale>
          <a:sx n="77" d="100"/>
          <a:sy n="77" d="100"/>
        </p:scale>
        <p:origin x="37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B4C-83DE-4F4D-8D39-51267C41D21F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13E9-7456-4763-A840-7FCC225C5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16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5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68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36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0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example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3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52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60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491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226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63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28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outcome needs changing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73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5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64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05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20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48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76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41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5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71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1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4101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.png"/><Relationship Id="rId3" Type="http://schemas.openxmlformats.org/officeDocument/2006/relationships/image" Target="../media/image8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3" Type="http://schemas.openxmlformats.org/officeDocument/2006/relationships/image" Target="../media/image23.png"/><Relationship Id="rId21" Type="http://schemas.openxmlformats.org/officeDocument/2006/relationships/image" Target="../media/image34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1" Type="http://schemas.openxmlformats.org/officeDocument/2006/relationships/image" Target="../media/image44.png"/><Relationship Id="rId4" Type="http://schemas.openxmlformats.org/officeDocument/2006/relationships/image" Target="../media/image3210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26" Type="http://schemas.openxmlformats.org/officeDocument/2006/relationships/image" Target="../media/image3810.png"/><Relationship Id="rId18" Type="http://schemas.openxmlformats.org/officeDocument/2006/relationships/image" Target="../media/image4610.png"/><Relationship Id="rId3" Type="http://schemas.microsoft.com/office/2007/relationships/hdphoto" Target="../media/hdphoto2.wdp"/><Relationship Id="rId34" Type="http://schemas.openxmlformats.org/officeDocument/2006/relationships/image" Target="../media/image32.png"/><Relationship Id="rId7" Type="http://schemas.openxmlformats.org/officeDocument/2006/relationships/image" Target="../media/image58.png"/><Relationship Id="rId25" Type="http://schemas.openxmlformats.org/officeDocument/2006/relationships/image" Target="../media/image3710.png"/><Relationship Id="rId33" Type="http://schemas.openxmlformats.org/officeDocument/2006/relationships/image" Target="../media/image8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24" Type="http://schemas.openxmlformats.org/officeDocument/2006/relationships/image" Target="../media/image3610.png"/><Relationship Id="rId11" Type="http://schemas.openxmlformats.org/officeDocument/2006/relationships/image" Target="../media/image4010.png"/><Relationship Id="rId32" Type="http://schemas.openxmlformats.org/officeDocument/2006/relationships/image" Target="../media/image83.png"/><Relationship Id="rId45" Type="http://schemas.openxmlformats.org/officeDocument/2006/relationships/image" Target="../media/image70.png"/><Relationship Id="rId5" Type="http://schemas.openxmlformats.org/officeDocument/2006/relationships/image" Target="../media/image56.png"/><Relationship Id="rId10" Type="http://schemas.openxmlformats.org/officeDocument/2006/relationships/image" Target="../media/image3910.png"/><Relationship Id="rId19" Type="http://schemas.openxmlformats.org/officeDocument/2006/relationships/image" Target="../media/image4710.png"/><Relationship Id="rId44" Type="http://schemas.openxmlformats.org/officeDocument/2006/relationships/image" Target="../media/image9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35" Type="http://schemas.microsoft.com/office/2007/relationships/hdphoto" Target="../media/hdphoto3.wdp"/><Relationship Id="rId43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51.png"/><Relationship Id="rId3" Type="http://schemas.openxmlformats.org/officeDocument/2006/relationships/image" Target="../media/image33.png"/><Relationship Id="rId12" Type="http://schemas.openxmlformats.org/officeDocument/2006/relationships/image" Target="../media/image113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2.png"/><Relationship Id="rId15" Type="http://schemas.openxmlformats.org/officeDocument/2006/relationships/image" Target="../media/image48.png"/><Relationship Id="rId10" Type="http://schemas.openxmlformats.org/officeDocument/2006/relationships/image" Target="../media/image111.png"/><Relationship Id="rId19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97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0.png"/><Relationship Id="rId5" Type="http://schemas.openxmlformats.org/officeDocument/2006/relationships/image" Target="../media/image99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6.png"/><Relationship Id="rId5" Type="http://schemas.openxmlformats.org/officeDocument/2006/relationships/image" Target="../media/image104.png"/><Relationship Id="rId15" Type="http://schemas.openxmlformats.org/officeDocument/2006/relationships/image" Target="../media/image120.png"/><Relationship Id="rId10" Type="http://schemas.openxmlformats.org/officeDocument/2006/relationships/image" Target="../media/image109.png"/><Relationship Id="rId19" Type="http://schemas.openxmlformats.org/officeDocument/2006/relationships/image" Target="../media/image12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6.png"/><Relationship Id="rId26" Type="http://schemas.openxmlformats.org/officeDocument/2006/relationships/image" Target="../media/image143.png"/><Relationship Id="rId3" Type="http://schemas.openxmlformats.org/officeDocument/2006/relationships/image" Target="../media/image125.png"/><Relationship Id="rId21" Type="http://schemas.openxmlformats.org/officeDocument/2006/relationships/image" Target="../media/image139.png"/><Relationship Id="rId34" Type="http://schemas.openxmlformats.org/officeDocument/2006/relationships/image" Target="../media/image151.png"/><Relationship Id="rId7" Type="http://schemas.openxmlformats.org/officeDocument/2006/relationships/image" Target="../media/image128.png"/><Relationship Id="rId12" Type="http://schemas.openxmlformats.org/officeDocument/2006/relationships/image" Target="../media/image132.png"/><Relationship Id="rId17" Type="http://schemas.openxmlformats.org/officeDocument/2006/relationships/image" Target="../media/image135.png"/><Relationship Id="rId25" Type="http://schemas.openxmlformats.org/officeDocument/2006/relationships/image" Target="../media/image142.png"/><Relationship Id="rId33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1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5" Type="http://schemas.openxmlformats.org/officeDocument/2006/relationships/image" Target="../media/image104.png"/><Relationship Id="rId15" Type="http://schemas.openxmlformats.org/officeDocument/2006/relationships/image" Target="../media/image119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30.png"/><Relationship Id="rId19" Type="http://schemas.openxmlformats.org/officeDocument/2006/relationships/image" Target="../media/image137.png"/><Relationship Id="rId31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129.png"/><Relationship Id="rId14" Type="http://schemas.openxmlformats.org/officeDocument/2006/relationships/image" Target="../media/image118.png"/><Relationship Id="rId22" Type="http://schemas.openxmlformats.org/officeDocument/2006/relationships/image" Target="../media/image106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8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26" Type="http://schemas.openxmlformats.org/officeDocument/2006/relationships/image" Target="../media/image1410.png"/><Relationship Id="rId3" Type="http://schemas.openxmlformats.org/officeDocument/2006/relationships/image" Target="../media/image68.png"/><Relationship Id="rId7" Type="http://schemas.openxmlformats.org/officeDocument/2006/relationships/image" Target="../media/image73.png"/><Relationship Id="rId25" Type="http://schemas.openxmlformats.org/officeDocument/2006/relationships/image" Target="../media/image1400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28" Type="http://schemas.openxmlformats.org/officeDocument/2006/relationships/image" Target="../media/image1430.png"/><Relationship Id="rId4" Type="http://schemas.openxmlformats.org/officeDocument/2006/relationships/image" Target="../media/image69.png"/><Relationship Id="rId9" Type="http://schemas.openxmlformats.org/officeDocument/2006/relationships/image" Target="../media/image75.png"/><Relationship Id="rId27" Type="http://schemas.openxmlformats.org/officeDocument/2006/relationships/image" Target="../media/image1420.png"/><Relationship Id="rId30" Type="http://schemas.openxmlformats.org/officeDocument/2006/relationships/image" Target="../media/image14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0.png"/><Relationship Id="rId3" Type="http://schemas.openxmlformats.org/officeDocument/2006/relationships/image" Target="../media/image1470.png"/><Relationship Id="rId7" Type="http://schemas.openxmlformats.org/officeDocument/2006/relationships/image" Target="../media/image1510.png"/><Relationship Id="rId12" Type="http://schemas.openxmlformats.org/officeDocument/2006/relationships/image" Target="../media/image161.png"/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0.png"/><Relationship Id="rId11" Type="http://schemas.openxmlformats.org/officeDocument/2006/relationships/image" Target="../media/image160.png"/><Relationship Id="rId5" Type="http://schemas.openxmlformats.org/officeDocument/2006/relationships/image" Target="../media/image1490.png"/><Relationship Id="rId10" Type="http://schemas.openxmlformats.org/officeDocument/2006/relationships/image" Target="../media/image1540.png"/><Relationship Id="rId4" Type="http://schemas.openxmlformats.org/officeDocument/2006/relationships/image" Target="../media/image1480.png"/><Relationship Id="rId9" Type="http://schemas.openxmlformats.org/officeDocument/2006/relationships/image" Target="../media/image15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66.png"/><Relationship Id="rId21" Type="http://schemas.openxmlformats.org/officeDocument/2006/relationships/image" Target="../media/image125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1760.png"/><Relationship Id="rId4" Type="http://schemas.openxmlformats.org/officeDocument/2006/relationships/image" Target="../media/image17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eg"/><Relationship Id="rId7" Type="http://schemas.openxmlformats.org/officeDocument/2006/relationships/image" Target="../media/image22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10" Type="http://schemas.openxmlformats.org/officeDocument/2006/relationships/image" Target="../media/image90.jpeg"/><Relationship Id="rId4" Type="http://schemas.openxmlformats.org/officeDocument/2006/relationships/image" Target="../media/image221.png"/><Relationship Id="rId9" Type="http://schemas.openxmlformats.org/officeDocument/2006/relationships/image" Target="../media/image89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2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-7523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4173" y="1698175"/>
          <a:ext cx="5862340" cy="163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59410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YEAR 11 MATHEMATICS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9410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66272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71754" y="431639"/>
          <a:ext cx="2411948" cy="126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0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599908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Name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Class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54950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Tutor Group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4B40E0-2FC5-2646-9739-124F7623AC2B}"/>
              </a:ext>
            </a:extLst>
          </p:cNvPr>
          <p:cNvSpPr txBox="1"/>
          <p:nvPr/>
        </p:nvSpPr>
        <p:spPr>
          <a:xfrm>
            <a:off x="2427224" y="8552906"/>
            <a:ext cx="17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7E23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281509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When 2 straight lines meet 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90°</m:t>
                              </m:r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, they are said to be perpendicular.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335280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669925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49" t="-702174" r="-258" b="-5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AF171F-44C9-3D26-451E-49E0BAD4C5FF}"/>
              </a:ext>
            </a:extLst>
          </p:cNvPr>
          <p:cNvSpPr txBox="1"/>
          <p:nvPr/>
        </p:nvSpPr>
        <p:spPr>
          <a:xfrm>
            <a:off x="521362" y="2414706"/>
            <a:ext cx="586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>
              <a:defRPr/>
            </a:pPr>
            <a:r>
              <a:rPr lang="en-GB" sz="2000" b="1" dirty="0">
                <a:solidFill>
                  <a:prstClr val="black"/>
                </a:solidFill>
              </a:rPr>
              <a:t>Unit 5b – Congruence and Congruence Proof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CC2E80D5-DA6C-B204-539F-81FF71F8F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76" y="3139352"/>
            <a:ext cx="4720647" cy="237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Astrea Academy Trust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21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57611"/>
              </p:ext>
            </p:extLst>
          </p:nvPr>
        </p:nvGraphicFramePr>
        <p:xfrm>
          <a:off x="415186" y="468988"/>
          <a:ext cx="6049394" cy="2255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56451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214813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  <a:gridCol w="578130">
                  <a:extLst>
                    <a:ext uri="{9D8B030D-6E8A-4147-A177-3AD203B41FA5}">
                      <a16:colId xmlns:a16="http://schemas.microsoft.com/office/drawing/2014/main" val="1859878977"/>
                    </a:ext>
                  </a:extLst>
                </a:gridCol>
              </a:tblGrid>
              <a:tr h="235966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</a:t>
                      </a: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7E2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PRE- 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Recap: Geometric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3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6666233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Congruent Shapes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7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</a:t>
                      </a:r>
                      <a:r>
                        <a:rPr lang="en-US" sz="1600" b="0" i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 2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Congruent Triangles: Properties and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976864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General Congruency Proofs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  <a:endParaRPr lang="en-GB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26350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GCSE Questions: Congruence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0182305"/>
                  </a:ext>
                </a:extLst>
              </a:tr>
            </a:tbl>
          </a:graphicData>
        </a:graphic>
      </p:graphicFrame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93433" y="9658352"/>
            <a:ext cx="376738" cy="33474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FA69A-2597-EFDE-464F-D00CE6CAA5B1}"/>
              </a:ext>
            </a:extLst>
          </p:cNvPr>
          <p:cNvSpPr txBox="1"/>
          <p:nvPr/>
        </p:nvSpPr>
        <p:spPr>
          <a:xfrm>
            <a:off x="374933" y="7492951"/>
            <a:ext cx="6064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E22EE-EBD5-B345-E15C-9BFB13E7ACD9}"/>
              </a:ext>
            </a:extLst>
          </p:cNvPr>
          <p:cNvSpPr/>
          <p:nvPr/>
        </p:nvSpPr>
        <p:spPr>
          <a:xfrm>
            <a:off x="390145" y="7492951"/>
            <a:ext cx="6049393" cy="19770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D3B4BF-1F0C-FDD8-5A00-F641226D5708}"/>
              </a:ext>
            </a:extLst>
          </p:cNvPr>
          <p:cNvGrpSpPr/>
          <p:nvPr/>
        </p:nvGrpSpPr>
        <p:grpSpPr>
          <a:xfrm>
            <a:off x="390145" y="5418454"/>
            <a:ext cx="6049393" cy="1872957"/>
            <a:chOff x="415187" y="5155540"/>
            <a:chExt cx="6049393" cy="17198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2B4329-BF45-2C03-3628-4780710C380A}"/>
                </a:ext>
              </a:extLst>
            </p:cNvPr>
            <p:cNvSpPr txBox="1"/>
            <p:nvPr/>
          </p:nvSpPr>
          <p:spPr>
            <a:xfrm>
              <a:off x="2061109" y="5155540"/>
              <a:ext cx="2730231" cy="405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EXPECTATIONS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2DC51A-76B0-C489-075C-58B91116B82E}"/>
                </a:ext>
              </a:extLst>
            </p:cNvPr>
            <p:cNvSpPr/>
            <p:nvPr/>
          </p:nvSpPr>
          <p:spPr>
            <a:xfrm>
              <a:off x="415187" y="5180715"/>
              <a:ext cx="6049393" cy="1694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B5936C-CB14-AA25-807D-01538E969806}"/>
                </a:ext>
              </a:extLst>
            </p:cNvPr>
            <p:cNvSpPr txBox="1"/>
            <p:nvPr/>
          </p:nvSpPr>
          <p:spPr>
            <a:xfrm>
              <a:off x="458716" y="5524394"/>
              <a:ext cx="5865526" cy="1271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Only write in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black or blue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pen.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all 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examples.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all work is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neat.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Attempt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every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question.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Mark your work in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 in any blank questions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</a:t>
              </a:r>
              <a:r>
                <a:rPr lang="en-US" sz="1200" b="1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all work </a:t>
              </a: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is marked when your teacher is going through it. </a:t>
              </a:r>
              <a:endParaRPr kumimoji="0" lang="en-GB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7A4789-FC01-4F73-7E5B-0A70B572FCEA}"/>
              </a:ext>
            </a:extLst>
          </p:cNvPr>
          <p:cNvSpPr txBox="1"/>
          <p:nvPr/>
        </p:nvSpPr>
        <p:spPr>
          <a:xfrm>
            <a:off x="433674" y="7865934"/>
            <a:ext cx="45054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  <a:endParaRPr kumimoji="0" lang="en-GB" sz="12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the information in the Frayer model.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student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do </a:t>
            </a: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(whiteboard check</a:t>
            </a: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Independent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practice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questions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of subtopic:</a:t>
            </a:r>
            <a:r>
              <a:rPr kumimoji="0" lang="en-US" sz="1200" b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 (to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check you have understood the subtopic).</a:t>
            </a:r>
          </a:p>
        </p:txBody>
      </p:sp>
    </p:spTree>
    <p:extLst>
      <p:ext uri="{BB962C8B-B14F-4D97-AF65-F5344CB8AC3E}">
        <p14:creationId xmlns:p14="http://schemas.microsoft.com/office/powerpoint/2010/main" val="332937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58762" cy="134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Pre-Skills – Geometric Notation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332030" y="723625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1026271" y="945812"/>
            <a:ext cx="4895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100" dirty="0"/>
              <a:t>Understand the different types of notation for sides and 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US" sz="1100" dirty="0"/>
              <a:t>Understand how to mark accurate notation on diagrams.</a:t>
            </a:r>
            <a:endParaRPr lang="en-GB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406400" y="422166"/>
            <a:ext cx="627948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be able to identify angles and properties of shapes using notation.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474759" y="779773"/>
            <a:ext cx="1214243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Perpendicular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Parallel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Vertex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113" y="1823014"/>
            <a:ext cx="6658762" cy="2659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TextBox 152"/>
          <p:cNvSpPr txBox="1"/>
          <p:nvPr/>
        </p:nvSpPr>
        <p:spPr>
          <a:xfrm>
            <a:off x="94125" y="1813636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154" name="TextBox 153"/>
          <p:cNvSpPr txBox="1"/>
          <p:nvPr/>
        </p:nvSpPr>
        <p:spPr>
          <a:xfrm>
            <a:off x="5618176" y="1781250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5" name="TextBox 154"/>
          <p:cNvSpPr txBox="1"/>
          <p:nvPr/>
        </p:nvSpPr>
        <p:spPr>
          <a:xfrm>
            <a:off x="109272" y="2910774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56" name="TextBox 155"/>
          <p:cNvSpPr txBox="1"/>
          <p:nvPr/>
        </p:nvSpPr>
        <p:spPr>
          <a:xfrm>
            <a:off x="5635830" y="290010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57" name="TextBox 156"/>
          <p:cNvSpPr txBox="1"/>
          <p:nvPr/>
        </p:nvSpPr>
        <p:spPr>
          <a:xfrm>
            <a:off x="95867" y="1999267"/>
            <a:ext cx="323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Geometric notation is the group of symbols which communicate geometric concepts, such as ‘parallel to’ or ‘perpendicular to’. They are a concise way to denote properties.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Angles are traditionally shown with an arc </a:t>
                </a:r>
              </a:p>
              <a:p>
                <a:r>
                  <a:rPr lang="en-US" sz="1200" dirty="0"/>
                  <a:t>    but right angles use two straight lines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Parallel lines are denoted using arrows 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Equal lengths are denoted using dashes   I,  </a:t>
                </a: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blipFill>
                <a:blip r:embed="rId3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‘AB’ denotes the line segment between A and B.</a:t>
                </a: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b="0" dirty="0"/>
                  <a:t>‘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ABC’ denotes the angle formed at vertex B, where lines AB and BC intersect.</a:t>
                </a:r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TextBox 160"/>
          <p:cNvSpPr txBox="1"/>
          <p:nvPr/>
        </p:nvSpPr>
        <p:spPr>
          <a:xfrm>
            <a:off x="3424475" y="3104012"/>
            <a:ext cx="3178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lengths are not all equal and the sides are not all parallel to each other.</a:t>
            </a:r>
          </a:p>
          <a:p>
            <a:r>
              <a:rPr lang="en-US" sz="1200" dirty="0"/>
              <a:t>The opposite sides are equal and parallel so we should use a different number of dashes and arrows for the 2 pairs of sides. </a:t>
            </a:r>
          </a:p>
        </p:txBody>
      </p:sp>
      <p:cxnSp>
        <p:nvCxnSpPr>
          <p:cNvPr id="162" name="Straight Connector 161"/>
          <p:cNvCxnSpPr>
            <a:cxnSpLocks/>
          </p:cNvCxnSpPr>
          <p:nvPr/>
        </p:nvCxnSpPr>
        <p:spPr>
          <a:xfrm>
            <a:off x="108808" y="2908040"/>
            <a:ext cx="6635821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cxnSpLocks/>
          </p:cNvCxnSpPr>
          <p:nvPr/>
        </p:nvCxnSpPr>
        <p:spPr>
          <a:xfrm>
            <a:off x="3358294" y="1823014"/>
            <a:ext cx="0" cy="2659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356897" y="2736518"/>
            <a:ext cx="20540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Geometric Notation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637D6-FBC1-6F06-93AF-54733962A360}"/>
              </a:ext>
            </a:extLst>
          </p:cNvPr>
          <p:cNvSpPr txBox="1"/>
          <p:nvPr/>
        </p:nvSpPr>
        <p:spPr>
          <a:xfrm>
            <a:off x="33823" y="454402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EB9379-2643-53D9-9484-459EE380A7F5}"/>
              </a:ext>
            </a:extLst>
          </p:cNvPr>
          <p:cNvSpPr txBox="1"/>
          <p:nvPr/>
        </p:nvSpPr>
        <p:spPr>
          <a:xfrm>
            <a:off x="4839975" y="4537539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8DAF7-C43E-1719-BABC-63A313DFDC7D}"/>
              </a:ext>
            </a:extLst>
          </p:cNvPr>
          <p:cNvSpPr txBox="1"/>
          <p:nvPr/>
        </p:nvSpPr>
        <p:spPr>
          <a:xfrm>
            <a:off x="2887561" y="4543702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9E0FD-832E-2FC8-BCAD-E90DC094233F}"/>
              </a:ext>
            </a:extLst>
          </p:cNvPr>
          <p:cNvSpPr txBox="1"/>
          <p:nvPr/>
        </p:nvSpPr>
        <p:spPr>
          <a:xfrm>
            <a:off x="916116" y="45429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57DE5ED-673E-F916-14C1-01FE356DDB6F}"/>
              </a:ext>
            </a:extLst>
          </p:cNvPr>
          <p:cNvGrpSpPr/>
          <p:nvPr/>
        </p:nvGrpSpPr>
        <p:grpSpPr>
          <a:xfrm>
            <a:off x="1435155" y="3577609"/>
            <a:ext cx="1488206" cy="819012"/>
            <a:chOff x="1853231" y="3305999"/>
            <a:chExt cx="1488206" cy="8190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DD3B8E-BCA3-40E7-016C-BF54213F7815}"/>
                </a:ext>
              </a:extLst>
            </p:cNvPr>
            <p:cNvCxnSpPr/>
            <p:nvPr/>
          </p:nvCxnSpPr>
          <p:spPr>
            <a:xfrm>
              <a:off x="2060292" y="3705044"/>
              <a:ext cx="873800" cy="254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C5CCAB3-4F95-A981-FBD9-2FBD7B535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221" y="3444498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9BBD55-F3D5-2173-9CE8-9FC4A81316AF}"/>
                </a:ext>
              </a:extLst>
            </p:cNvPr>
            <p:cNvSpPr txBox="1"/>
            <p:nvPr/>
          </p:nvSpPr>
          <p:spPr>
            <a:xfrm>
              <a:off x="2861653" y="3848012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D9E7EA-D63D-240D-3320-0AA047C5B11F}"/>
                </a:ext>
              </a:extLst>
            </p:cNvPr>
            <p:cNvSpPr txBox="1"/>
            <p:nvPr/>
          </p:nvSpPr>
          <p:spPr>
            <a:xfrm>
              <a:off x="1853231" y="3556385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F8A1641-865E-B7C8-C9F8-7261A4DC6AD9}"/>
                </a:ext>
              </a:extLst>
            </p:cNvPr>
            <p:cNvSpPr txBox="1"/>
            <p:nvPr/>
          </p:nvSpPr>
          <p:spPr>
            <a:xfrm>
              <a:off x="3066069" y="330599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807A1349-8BAB-8D01-5095-0536CD47051D}"/>
                </a:ext>
              </a:extLst>
            </p:cNvPr>
            <p:cNvSpPr/>
            <p:nvPr/>
          </p:nvSpPr>
          <p:spPr>
            <a:xfrm rot="2978246">
              <a:off x="2145400" y="3647821"/>
              <a:ext cx="138437" cy="11444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9241DFF-3008-40A2-7068-0B0006F7F5EA}"/>
              </a:ext>
            </a:extLst>
          </p:cNvPr>
          <p:cNvGrpSpPr/>
          <p:nvPr/>
        </p:nvGrpSpPr>
        <p:grpSpPr>
          <a:xfrm>
            <a:off x="5996516" y="2195227"/>
            <a:ext cx="163767" cy="179873"/>
            <a:chOff x="6135562" y="2352125"/>
            <a:chExt cx="163767" cy="179873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2EB276-3FD7-C4B8-C639-F2B36833FDD8}"/>
                </a:ext>
              </a:extLst>
            </p:cNvPr>
            <p:cNvCxnSpPr/>
            <p:nvPr/>
          </p:nvCxnSpPr>
          <p:spPr>
            <a:xfrm>
              <a:off x="6138190" y="2352125"/>
              <a:ext cx="0" cy="1798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D6A5E0-DEF5-8B13-63CD-CC0874446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562" y="2525574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278311B-4598-930C-5A0C-2BE8DB5515BB}"/>
                </a:ext>
              </a:extLst>
            </p:cNvPr>
            <p:cNvCxnSpPr>
              <a:cxnSpLocks/>
            </p:cNvCxnSpPr>
            <p:nvPr/>
          </p:nvCxnSpPr>
          <p:spPr>
            <a:xfrm>
              <a:off x="6213022" y="2444689"/>
              <a:ext cx="0" cy="808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0364FAC-8CC4-4493-8E95-02B5744ACB25}"/>
                </a:ext>
              </a:extLst>
            </p:cNvPr>
            <p:cNvCxnSpPr>
              <a:cxnSpLocks/>
            </p:cNvCxnSpPr>
            <p:nvPr/>
          </p:nvCxnSpPr>
          <p:spPr>
            <a:xfrm>
              <a:off x="6138205" y="2449579"/>
              <a:ext cx="79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94E012B-A8D7-5144-6851-AAD5FB13300C}"/>
              </a:ext>
            </a:extLst>
          </p:cNvPr>
          <p:cNvGrpSpPr/>
          <p:nvPr/>
        </p:nvGrpSpPr>
        <p:grpSpPr>
          <a:xfrm>
            <a:off x="6187512" y="1999267"/>
            <a:ext cx="192302" cy="235297"/>
            <a:chOff x="6270794" y="2147114"/>
            <a:chExt cx="192302" cy="23529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9E8FC4-C0A1-7121-7068-C2D01AC265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957" y="2147114"/>
              <a:ext cx="81883" cy="1878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8DAAB1-F1C8-A252-072F-45D70FD17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9329" y="2328505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CAA369D9-4848-073D-0658-D08F3EC5B9D9}"/>
                </a:ext>
              </a:extLst>
            </p:cNvPr>
            <p:cNvSpPr/>
            <p:nvPr/>
          </p:nvSpPr>
          <p:spPr>
            <a:xfrm rot="593697">
              <a:off x="6270794" y="2249560"/>
              <a:ext cx="123002" cy="132851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0520CCA-8FD7-C370-DFAF-AC1AA24FCC5E}"/>
              </a:ext>
            </a:extLst>
          </p:cNvPr>
          <p:cNvGrpSpPr/>
          <p:nvPr/>
        </p:nvGrpSpPr>
        <p:grpSpPr>
          <a:xfrm>
            <a:off x="5408720" y="3852993"/>
            <a:ext cx="1180291" cy="560806"/>
            <a:chOff x="5408720" y="4003468"/>
            <a:chExt cx="1180291" cy="560806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F925EA-01E8-EC95-D3D0-64B4A5EB773E}"/>
                </a:ext>
              </a:extLst>
            </p:cNvPr>
            <p:cNvSpPr/>
            <p:nvPr/>
          </p:nvSpPr>
          <p:spPr>
            <a:xfrm>
              <a:off x="5491528" y="4102395"/>
              <a:ext cx="996872" cy="3755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C994F44-F37F-5B65-2724-E5FB60B6D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618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71F025B-5D3E-3631-7EBA-02D6955A6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107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0F260AE-E1BC-2F3E-504A-7F266DE30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9014" y="4428546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2B87759-A278-CFAB-C73D-006F45AA7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4729" y="4052607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/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blipFill>
                  <a:blip r:embed="rId5"/>
                  <a:stretch>
                    <a:fillRect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/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3333"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/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/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8" name="Slide Number Placeholder 1">
            <a:extLst>
              <a:ext uri="{FF2B5EF4-FFF2-40B4-BE49-F238E27FC236}">
                <a16:creationId xmlns:a16="http://schemas.microsoft.com/office/drawing/2014/main" id="{7264CEEC-AC90-DD8F-7CEF-97B3900D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64984" y="9669595"/>
            <a:ext cx="475169" cy="347331"/>
          </a:xfrm>
        </p:spPr>
        <p:txBody>
          <a:bodyPr/>
          <a:lstStyle/>
          <a:p>
            <a:fld id="{19F1D9CC-7119-45EC-A96C-D8C0660F3AAB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02473-4740-FD92-DE4A-C48508DC0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39472"/>
              </p:ext>
            </p:extLst>
          </p:nvPr>
        </p:nvGraphicFramePr>
        <p:xfrm>
          <a:off x="94125" y="4819615"/>
          <a:ext cx="6676845" cy="4951849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286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sides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shape names.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 geometric notation for sides.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50249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840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C2C5E5-7EC3-5A1F-86AF-9C994D347F07}"/>
              </a:ext>
            </a:extLst>
          </p:cNvPr>
          <p:cNvSpPr txBox="1"/>
          <p:nvPr/>
        </p:nvSpPr>
        <p:spPr>
          <a:xfrm>
            <a:off x="876287" y="6477211"/>
            <a:ext cx="20817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AF?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BC and DE are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 and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AB?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FA3319-7149-E869-2FB9-CF8DD9889D7A}"/>
              </a:ext>
            </a:extLst>
          </p:cNvPr>
          <p:cNvGrpSpPr/>
          <p:nvPr/>
        </p:nvGrpSpPr>
        <p:grpSpPr>
          <a:xfrm rot="21117492">
            <a:off x="1192315" y="5181930"/>
            <a:ext cx="1310015" cy="1268633"/>
            <a:chOff x="1268170" y="5436586"/>
            <a:chExt cx="1310015" cy="12686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4CC9C5-3A17-D82D-F3ED-8D85B7511B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40000"/>
                      </a14:imgEffect>
                    </a14:imgLayer>
                  </a14:imgProps>
                </a:ext>
              </a:extLst>
            </a:blip>
            <a:srcRect l="70868" t="8550" r="1219" b="10840"/>
            <a:stretch/>
          </p:blipFill>
          <p:spPr>
            <a:xfrm>
              <a:off x="1268170" y="5436586"/>
              <a:ext cx="1310015" cy="12686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66CDA5A-503F-1F64-F235-4EB7C227B5F5}"/>
                    </a:ext>
                  </a:extLst>
                </p:cNvPr>
                <p:cNvSpPr txBox="1"/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27C56659-38D2-781A-F7BE-C9FD004A1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2864AB2-7C81-4D31-76DD-AD2589A712AD}"/>
                    </a:ext>
                  </a:extLst>
                </p:cNvPr>
                <p:cNvSpPr txBox="1"/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0B5B828B-AB1F-1D9B-25DD-D63E7EF2F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0000" r="-16667" b="-29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409A99-E0B9-1825-BDAC-DB5E74F028A7}"/>
              </a:ext>
            </a:extLst>
          </p:cNvPr>
          <p:cNvSpPr txBox="1"/>
          <p:nvPr/>
        </p:nvSpPr>
        <p:spPr>
          <a:xfrm>
            <a:off x="2847750" y="6482210"/>
            <a:ext cx="20510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BC?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two sides are equal in length?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DE?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BADFD5-98B7-F9F0-522F-99897B821F59}"/>
              </a:ext>
            </a:extLst>
          </p:cNvPr>
          <p:cNvGrpSpPr/>
          <p:nvPr/>
        </p:nvGrpSpPr>
        <p:grpSpPr>
          <a:xfrm>
            <a:off x="4849714" y="5081011"/>
            <a:ext cx="1868555" cy="1517478"/>
            <a:chOff x="4889936" y="5407009"/>
            <a:chExt cx="1868555" cy="151747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3FF386-8C0C-0B25-8880-130679EF1AF4}"/>
                </a:ext>
              </a:extLst>
            </p:cNvPr>
            <p:cNvCxnSpPr>
              <a:cxnSpLocks/>
            </p:cNvCxnSpPr>
            <p:nvPr/>
          </p:nvCxnSpPr>
          <p:spPr>
            <a:xfrm>
              <a:off x="5078828" y="5831695"/>
              <a:ext cx="420320" cy="5467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B0735D0-8AD3-4C14-03A4-6D005941D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8810" y="5573335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13D418-B724-59E4-4C02-B4647B1092D2}"/>
                </a:ext>
              </a:extLst>
            </p:cNvPr>
            <p:cNvSpPr txBox="1"/>
            <p:nvPr/>
          </p:nvSpPr>
          <p:spPr>
            <a:xfrm>
              <a:off x="5318412" y="6647488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930477-5058-D985-D28E-D86F38DAF27A}"/>
                </a:ext>
              </a:extLst>
            </p:cNvPr>
            <p:cNvSpPr txBox="1"/>
            <p:nvPr/>
          </p:nvSpPr>
          <p:spPr>
            <a:xfrm>
              <a:off x="6103892" y="5407009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4E53F7-2711-9E97-DE8A-6C53257E805B}"/>
                </a:ext>
              </a:extLst>
            </p:cNvPr>
            <p:cNvSpPr txBox="1"/>
            <p:nvPr/>
          </p:nvSpPr>
          <p:spPr>
            <a:xfrm>
              <a:off x="4889936" y="568580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2D33E17-109C-635B-9760-4E4173274D8D}"/>
                </a:ext>
              </a:extLst>
            </p:cNvPr>
            <p:cNvCxnSpPr>
              <a:cxnSpLocks/>
            </p:cNvCxnSpPr>
            <p:nvPr/>
          </p:nvCxnSpPr>
          <p:spPr>
            <a:xfrm>
              <a:off x="6121981" y="5571572"/>
              <a:ext cx="488206" cy="6286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CCE6E25-3C49-DEDB-1118-6FAF8B1841EB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19" y="6377736"/>
              <a:ext cx="5658" cy="373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4A59CB-2855-5A1C-00EE-8917241DC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48" y="6737134"/>
              <a:ext cx="1117970" cy="75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1F288E-78AF-552A-98AA-5F62B409A5F2}"/>
                </a:ext>
              </a:extLst>
            </p:cNvPr>
            <p:cNvSpPr txBox="1"/>
            <p:nvPr/>
          </p:nvSpPr>
          <p:spPr>
            <a:xfrm>
              <a:off x="5288988" y="6256223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B41F5F-5C1F-B6B1-0D52-08512259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609498" y="6199046"/>
              <a:ext cx="689" cy="54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BA7840-B5DE-DA03-A012-FA0E5EDD98E5}"/>
                </a:ext>
              </a:extLst>
            </p:cNvPr>
            <p:cNvSpPr txBox="1"/>
            <p:nvPr/>
          </p:nvSpPr>
          <p:spPr>
            <a:xfrm>
              <a:off x="6620625" y="609514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A78880-68BC-C0B6-8962-24E71A22340B}"/>
                </a:ext>
              </a:extLst>
            </p:cNvPr>
            <p:cNvSpPr txBox="1"/>
            <p:nvPr/>
          </p:nvSpPr>
          <p:spPr>
            <a:xfrm>
              <a:off x="6623358" y="668763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F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21D99D-630E-A70A-9071-62B53DC442C5}"/>
                </a:ext>
              </a:extLst>
            </p:cNvPr>
            <p:cNvSpPr/>
            <p:nvPr/>
          </p:nvSpPr>
          <p:spPr>
            <a:xfrm>
              <a:off x="5499148" y="6694170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29B35-7F3F-F93D-AC61-BAA3B7794A9F}"/>
                </a:ext>
              </a:extLst>
            </p:cNvPr>
            <p:cNvSpPr/>
            <p:nvPr/>
          </p:nvSpPr>
          <p:spPr>
            <a:xfrm>
              <a:off x="6555606" y="6687134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4CD1DE4-800F-3653-C0B6-7E6118C05DCD}"/>
                    </a:ext>
                  </a:extLst>
                </p:cNvPr>
                <p:cNvSpPr txBox="1"/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0C63FEF-CC75-458C-8152-A38683939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7500" t="-2632" b="-1315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3F51FA3-9141-7388-787C-05A32B792D90}"/>
                    </a:ext>
                  </a:extLst>
                </p:cNvPr>
                <p:cNvSpPr txBox="1"/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8E4DD76-BAAF-43C4-5F10-54DBF5FDA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5000" t="-2564" b="-102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3F5835-DB77-FA7E-24BD-A2EE73B64945}"/>
              </a:ext>
            </a:extLst>
          </p:cNvPr>
          <p:cNvSpPr txBox="1"/>
          <p:nvPr/>
        </p:nvSpPr>
        <p:spPr>
          <a:xfrm>
            <a:off x="4787066" y="6490777"/>
            <a:ext cx="20599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parallel.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EF?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B2DBA0-FB66-2AFE-770F-3A5DD9252236}"/>
              </a:ext>
            </a:extLst>
          </p:cNvPr>
          <p:cNvGrpSpPr/>
          <p:nvPr/>
        </p:nvGrpSpPr>
        <p:grpSpPr>
          <a:xfrm rot="1424856">
            <a:off x="3159070" y="4997655"/>
            <a:ext cx="1514660" cy="1315536"/>
            <a:chOff x="3073795" y="5158274"/>
            <a:chExt cx="1514660" cy="13155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17EA8C5-011A-8480-B25F-7938897AF98F}"/>
                </a:ext>
              </a:extLst>
            </p:cNvPr>
            <p:cNvGrpSpPr/>
            <p:nvPr/>
          </p:nvGrpSpPr>
          <p:grpSpPr>
            <a:xfrm>
              <a:off x="3073795" y="5158274"/>
              <a:ext cx="1514660" cy="1315536"/>
              <a:chOff x="3140670" y="5546463"/>
              <a:chExt cx="1514660" cy="13155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4A3C643-8B29-5F4F-749E-88BE7F3709DF}"/>
                  </a:ext>
                </a:extLst>
              </p:cNvPr>
              <p:cNvGrpSpPr/>
              <p:nvPr/>
            </p:nvGrpSpPr>
            <p:grpSpPr>
              <a:xfrm>
                <a:off x="3140670" y="5546463"/>
                <a:ext cx="1514660" cy="1315536"/>
                <a:chOff x="3342455" y="5626345"/>
                <a:chExt cx="1514660" cy="1315536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C4FDAC2-C04B-FF1C-CD84-46C3812A8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40702" y="5788975"/>
                  <a:ext cx="790008" cy="605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9B97E8D-DD2C-7EBC-3AEF-7979A8B64C06}"/>
                    </a:ext>
                  </a:extLst>
                </p:cNvPr>
                <p:cNvSpPr txBox="1"/>
                <p:nvPr/>
              </p:nvSpPr>
              <p:spPr>
                <a:xfrm rot="20175144">
                  <a:off x="3342455" y="6664882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19543134-DCD0-D2F5-7EBC-92D5B968E423}"/>
                    </a:ext>
                  </a:extLst>
                </p:cNvPr>
                <p:cNvSpPr txBox="1"/>
                <p:nvPr/>
              </p:nvSpPr>
              <p:spPr>
                <a:xfrm rot="20175144">
                  <a:off x="4294143" y="5626345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D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E1D93E6-7A0C-3778-E47A-A8B15B30B286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059960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C</a:t>
                  </a:r>
                </a:p>
              </p:txBody>
            </p: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E3112F6C-587E-1883-B889-235E3077F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3139" y="5788975"/>
                  <a:ext cx="334780" cy="4252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2FA1E05-CB5F-DAE5-C766-BB3E45236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4740" y="6388113"/>
                  <a:ext cx="5658" cy="3730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9D94D44E-C647-B8E5-C9B0-9E816E627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47569" y="6747511"/>
                  <a:ext cx="1117970" cy="75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4DD18FC-46B7-0356-CA33-BA9AA6535ED3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654723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B</a:t>
                  </a:r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0E7C4E7C-0268-AD42-B7AC-39A675A7D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7919" y="6209423"/>
                  <a:ext cx="689" cy="5418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7687CFA0-E8FB-3BA1-BFFD-FC48B9F1EDE5}"/>
                    </a:ext>
                  </a:extLst>
                </p:cNvPr>
                <p:cNvSpPr txBox="1"/>
                <p:nvPr/>
              </p:nvSpPr>
              <p:spPr>
                <a:xfrm rot="20175144">
                  <a:off x="3450873" y="6239194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E</a:t>
                  </a: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DCE9322-DB1F-D5B6-2888-46F296DFC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2256" y="6615439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FA4A4D-D554-10FF-B0CD-2EAA794117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5784" y="66202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A4990B3-4338-8BCE-9D50-469473CF6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1721" y="6609964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FB60F94-618D-740B-7457-FFC1A378A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7603" y="66129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84C2B90-944D-01BA-A22C-1CCFCBBAD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4374" y="5745848"/>
                <a:ext cx="34151" cy="442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1623677-1FC0-CBBC-A22B-AF1FEF3FD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0236" y="5748744"/>
                <a:ext cx="47784" cy="372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AE45D10-3E22-01F4-CD89-EC90603BE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5611" y="5507904"/>
              <a:ext cx="82200" cy="59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965936-D9BD-056F-7935-268BCE39A176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00" y="5991516"/>
              <a:ext cx="958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/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/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/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/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/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/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/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/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98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78654" y="9604123"/>
            <a:ext cx="354802" cy="410847"/>
          </a:xfrm>
        </p:spPr>
        <p:txBody>
          <a:bodyPr/>
          <a:lstStyle/>
          <a:p>
            <a:fld id="{19F1D9CC-7119-45EC-A96C-D8C0660F3AAB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F4A68-07D7-2E50-6CBB-9BB99B86CCFC}"/>
              </a:ext>
            </a:extLst>
          </p:cNvPr>
          <p:cNvSpPr/>
          <p:nvPr/>
        </p:nvSpPr>
        <p:spPr>
          <a:xfrm>
            <a:off x="0" y="36847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EECFAB-FFC0-C703-4327-6DC1F0B7C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86355"/>
              </p:ext>
            </p:extLst>
          </p:nvPr>
        </p:nvGraphicFramePr>
        <p:xfrm>
          <a:off x="157260" y="397698"/>
          <a:ext cx="6569605" cy="9318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95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5A39C8-4AA9-079D-5698-874650E02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978" y="8825038"/>
            <a:ext cx="1893286" cy="692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C99F0-CE36-95C1-4A60-12C36D8558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70" b="1964"/>
          <a:stretch/>
        </p:blipFill>
        <p:spPr>
          <a:xfrm rot="479391">
            <a:off x="3941267" y="5590216"/>
            <a:ext cx="2628273" cy="2088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6CCB1A-13B1-5455-5603-2252B7F69B72}"/>
              </a:ext>
            </a:extLst>
          </p:cNvPr>
          <p:cNvSpPr txBox="1"/>
          <p:nvPr/>
        </p:nvSpPr>
        <p:spPr>
          <a:xfrm>
            <a:off x="170326" y="410012"/>
            <a:ext cx="4561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AB?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the sides in part b)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AB?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74507B-50ED-8B60-5082-0C455BC65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009" y="621613"/>
            <a:ext cx="1806097" cy="102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2DCA0E-D9FE-BBFE-7A35-CAC6EA608430}"/>
              </a:ext>
            </a:extLst>
          </p:cNvPr>
          <p:cNvSpPr txBox="1"/>
          <p:nvPr/>
        </p:nvSpPr>
        <p:spPr>
          <a:xfrm>
            <a:off x="171132" y="2637344"/>
            <a:ext cx="44766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BC?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AG and DE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CD are equal in length.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AG?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FC18EC-784B-43B5-E78F-0EF319BE9222}"/>
              </a:ext>
            </a:extLst>
          </p:cNvPr>
          <p:cNvGrpSpPr/>
          <p:nvPr/>
        </p:nvGrpSpPr>
        <p:grpSpPr>
          <a:xfrm>
            <a:off x="4663340" y="2886582"/>
            <a:ext cx="1750769" cy="2223520"/>
            <a:chOff x="4649844" y="3003456"/>
            <a:chExt cx="1621956" cy="20184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49C16B-440E-B895-788E-99EF4FA6DB22}"/>
                </a:ext>
              </a:extLst>
            </p:cNvPr>
            <p:cNvGrpSpPr/>
            <p:nvPr/>
          </p:nvGrpSpPr>
          <p:grpSpPr>
            <a:xfrm>
              <a:off x="4649844" y="3003456"/>
              <a:ext cx="1621956" cy="2018419"/>
              <a:chOff x="4643559" y="2981984"/>
              <a:chExt cx="1621956" cy="2018419"/>
            </a:xfrm>
          </p:grpSpPr>
          <p:sp>
            <p:nvSpPr>
              <p:cNvPr id="19" name="Octagon 47">
                <a:extLst>
                  <a:ext uri="{FF2B5EF4-FFF2-40B4-BE49-F238E27FC236}">
                    <a16:creationId xmlns:a16="http://schemas.microsoft.com/office/drawing/2014/main" id="{77FFD723-6351-48EF-18B1-C74B27CCE0BD}"/>
                  </a:ext>
                </a:extLst>
              </p:cNvPr>
              <p:cNvSpPr/>
              <p:nvPr/>
            </p:nvSpPr>
            <p:spPr>
              <a:xfrm>
                <a:off x="4881065" y="3208986"/>
                <a:ext cx="1140529" cy="1564416"/>
              </a:xfrm>
              <a:custGeom>
                <a:avLst/>
                <a:gdLst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33229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167925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4876" h="1620176">
                    <a:moveTo>
                      <a:pt x="0" y="332298"/>
                    </a:moveTo>
                    <a:lnTo>
                      <a:pt x="332298" y="0"/>
                    </a:lnTo>
                    <a:lnTo>
                      <a:pt x="1342578" y="0"/>
                    </a:lnTo>
                    <a:lnTo>
                      <a:pt x="1674876" y="332298"/>
                    </a:lnTo>
                    <a:lnTo>
                      <a:pt x="1674876" y="1167925"/>
                    </a:lnTo>
                    <a:lnTo>
                      <a:pt x="843468" y="1620176"/>
                    </a:lnTo>
                    <a:lnTo>
                      <a:pt x="4638" y="1620176"/>
                    </a:lnTo>
                    <a:lnTo>
                      <a:pt x="0" y="1287878"/>
                    </a:lnTo>
                    <a:lnTo>
                      <a:pt x="0" y="332298"/>
                    </a:lnTo>
                    <a:close/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5EE91C-A2F8-0CC6-E809-747D6D753E33}"/>
                  </a:ext>
                </a:extLst>
              </p:cNvPr>
              <p:cNvSpPr txBox="1"/>
              <p:nvPr/>
            </p:nvSpPr>
            <p:spPr>
              <a:xfrm>
                <a:off x="5714779" y="2981985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90BAB-AF88-0A4B-68BB-7839DA77FBDD}"/>
                  </a:ext>
                </a:extLst>
              </p:cNvPr>
              <p:cNvSpPr txBox="1"/>
              <p:nvPr/>
            </p:nvSpPr>
            <p:spPr>
              <a:xfrm>
                <a:off x="5990147" y="3341400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D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160F97-CB7F-03CF-CD5A-99DCE81D1640}"/>
                  </a:ext>
                </a:extLst>
              </p:cNvPr>
              <p:cNvSpPr txBox="1"/>
              <p:nvPr/>
            </p:nvSpPr>
            <p:spPr>
              <a:xfrm>
                <a:off x="5978363" y="421879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F022BE-89DB-DC3C-2A78-FF35F7EE903B}"/>
                  </a:ext>
                </a:extLst>
              </p:cNvPr>
              <p:cNvSpPr txBox="1"/>
              <p:nvPr/>
            </p:nvSpPr>
            <p:spPr>
              <a:xfrm>
                <a:off x="4643559" y="3373586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5C038D-26B2-23B1-8956-AFCDE26CA89F}"/>
                  </a:ext>
                </a:extLst>
              </p:cNvPr>
              <p:cNvSpPr txBox="1"/>
              <p:nvPr/>
            </p:nvSpPr>
            <p:spPr>
              <a:xfrm>
                <a:off x="4924439" y="298198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B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B4B5A1-7E1A-E43F-B4F9-B5002298EE29}"/>
                  </a:ext>
                </a:extLst>
              </p:cNvPr>
              <p:cNvSpPr txBox="1"/>
              <p:nvPr/>
            </p:nvSpPr>
            <p:spPr>
              <a:xfrm>
                <a:off x="5386479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F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1A6359-9434-01A3-57C0-C3B62E344A27}"/>
                  </a:ext>
                </a:extLst>
              </p:cNvPr>
              <p:cNvSpPr txBox="1"/>
              <p:nvPr/>
            </p:nvSpPr>
            <p:spPr>
              <a:xfrm>
                <a:off x="4695488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G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/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/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960A08-2494-14D9-32DE-5F7A40567495}"/>
                </a:ext>
              </a:extLst>
            </p:cNvPr>
            <p:cNvSpPr/>
            <p:nvPr/>
          </p:nvSpPr>
          <p:spPr>
            <a:xfrm>
              <a:off x="4893106" y="4744876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3C9829D-4DB7-754D-2C62-B7FC8DB025AD}"/>
              </a:ext>
            </a:extLst>
          </p:cNvPr>
          <p:cNvSpPr txBox="1"/>
          <p:nvPr/>
        </p:nvSpPr>
        <p:spPr>
          <a:xfrm>
            <a:off x="174732" y="5398337"/>
            <a:ext cx="38362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parallel?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EF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equal in length?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EF?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192889-5299-9AE8-0F25-A883F3DC228E}"/>
              </a:ext>
            </a:extLst>
          </p:cNvPr>
          <p:cNvSpPr txBox="1"/>
          <p:nvPr/>
        </p:nvSpPr>
        <p:spPr>
          <a:xfrm>
            <a:off x="170325" y="8343996"/>
            <a:ext cx="6556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4)</a:t>
            </a:r>
          </a:p>
          <a:p>
            <a:r>
              <a:rPr lang="en-US" sz="1200" b="0" u="none" dirty="0" err="1"/>
              <a:t>Ranwah</a:t>
            </a:r>
            <a:r>
              <a:rPr lang="en-US" sz="1200" b="0" u="none" dirty="0"/>
              <a:t> has been asked to draw a</a:t>
            </a:r>
            <a:r>
              <a:rPr lang="en-US" sz="1200" b="0" u="none" baseline="0" dirty="0"/>
              <a:t> pair of parallel lines and to label them as parallel. </a:t>
            </a:r>
          </a:p>
          <a:p>
            <a:r>
              <a:rPr lang="en-US" sz="1200" b="0" u="none" baseline="0" dirty="0"/>
              <a:t>Explain her mistake.</a:t>
            </a:r>
            <a:endParaRPr lang="en-GB" sz="1200" b="0" u="none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/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/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/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/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/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/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68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/>
          <p:cNvSpPr txBox="1">
            <a:spLocks/>
          </p:cNvSpPr>
          <p:nvPr/>
        </p:nvSpPr>
        <p:spPr>
          <a:xfrm>
            <a:off x="6326630" y="9576892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41639"/>
              </p:ext>
            </p:extLst>
          </p:nvPr>
        </p:nvGraphicFramePr>
        <p:xfrm>
          <a:off x="92032" y="88091"/>
          <a:ext cx="6676845" cy="15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534720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5)</a:t>
                      </a:r>
                    </a:p>
                    <a:p>
                      <a:r>
                        <a:rPr lang="en-US" sz="1200" b="0" u="none" dirty="0"/>
                        <a:t>Nathan has been asked to draw a</a:t>
                      </a:r>
                      <a:r>
                        <a:rPr lang="en-US" sz="1200" b="0" u="none" baseline="0" dirty="0"/>
                        <a:t> pair of perpendicular  lines and to label them as perpendicular. Explain his mistake.</a:t>
                      </a:r>
                    </a:p>
                    <a:p>
                      <a:pPr marL="342900" indent="-342900">
                        <a:buAutoNum type="alphaLcParenR"/>
                      </a:pPr>
                      <a:endParaRPr lang="en-US" sz="1200" b="0" u="none" baseline="0" dirty="0"/>
                    </a:p>
                    <a:p>
                      <a:pPr marL="0" indent="0">
                        <a:buNone/>
                      </a:pP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p:grpSp>
        <p:nvGrpSpPr>
          <p:cNvPr id="111" name="Group 110"/>
          <p:cNvGrpSpPr/>
          <p:nvPr/>
        </p:nvGrpSpPr>
        <p:grpSpPr>
          <a:xfrm>
            <a:off x="4073927" y="572280"/>
            <a:ext cx="2170119" cy="932711"/>
            <a:chOff x="4081747" y="4422452"/>
            <a:chExt cx="2553913" cy="1257311"/>
          </a:xfrm>
        </p:grpSpPr>
        <p:pic>
          <p:nvPicPr>
            <p:cNvPr id="112" name="Picture 1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1747" y="4422452"/>
              <a:ext cx="2553913" cy="1257311"/>
            </a:xfrm>
            <a:prstGeom prst="rect">
              <a:avLst/>
            </a:prstGeom>
          </p:spPr>
        </p:pic>
        <p:sp>
          <p:nvSpPr>
            <p:cNvPr id="113" name="Arc 112"/>
            <p:cNvSpPr/>
            <p:nvPr/>
          </p:nvSpPr>
          <p:spPr>
            <a:xfrm flipH="1">
              <a:off x="5003799" y="4998720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Arc 113"/>
            <p:cNvSpPr/>
            <p:nvPr/>
          </p:nvSpPr>
          <p:spPr>
            <a:xfrm rot="8218182" flipH="1">
              <a:off x="5353515" y="4858066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69C753F4-2FA1-BBA7-275F-70C16A355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05977"/>
              </p:ext>
            </p:extLst>
          </p:nvPr>
        </p:nvGraphicFramePr>
        <p:xfrm>
          <a:off x="83983" y="1924279"/>
          <a:ext cx="6676845" cy="5264335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3034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angles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976672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the types of angles.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2311898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Identify which angle the notation refers to (with the vertex on the middle letter)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8623"/>
                  </a:ext>
                </a:extLst>
              </a:tr>
              <a:tr h="16723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836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/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blipFill>
                <a:blip r:embed="rId21"/>
                <a:stretch>
                  <a:fillRect l="-299" t="-357" r="-1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D7252687-48DA-B77C-F00F-F7B1B0D50528}"/>
              </a:ext>
            </a:extLst>
          </p:cNvPr>
          <p:cNvSpPr txBox="1"/>
          <p:nvPr/>
        </p:nvSpPr>
        <p:spPr>
          <a:xfrm>
            <a:off x="12692" y="166938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0F4124-1EC7-848A-616A-13D58CCC1040}"/>
              </a:ext>
            </a:extLst>
          </p:cNvPr>
          <p:cNvSpPr txBox="1"/>
          <p:nvPr/>
        </p:nvSpPr>
        <p:spPr>
          <a:xfrm>
            <a:off x="4818844" y="1662897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EB5387-6B1C-323C-2BBF-BA5D8260F89B}"/>
              </a:ext>
            </a:extLst>
          </p:cNvPr>
          <p:cNvSpPr txBox="1"/>
          <p:nvPr/>
        </p:nvSpPr>
        <p:spPr>
          <a:xfrm>
            <a:off x="2866430" y="1669060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B2B709C-7403-A2A1-EDEE-3278578EF87C}"/>
              </a:ext>
            </a:extLst>
          </p:cNvPr>
          <p:cNvSpPr txBox="1"/>
          <p:nvPr/>
        </p:nvSpPr>
        <p:spPr>
          <a:xfrm>
            <a:off x="894985" y="166834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sp>
        <p:nvSpPr>
          <p:cNvPr id="139" name="Regular Pentagon 4">
            <a:extLst>
              <a:ext uri="{FF2B5EF4-FFF2-40B4-BE49-F238E27FC236}">
                <a16:creationId xmlns:a16="http://schemas.microsoft.com/office/drawing/2014/main" id="{F432E750-61C7-E4DC-F7C1-954F8C5E5433}"/>
              </a:ext>
            </a:extLst>
          </p:cNvPr>
          <p:cNvSpPr/>
          <p:nvPr/>
        </p:nvSpPr>
        <p:spPr>
          <a:xfrm>
            <a:off x="3210669" y="2387200"/>
            <a:ext cx="1402080" cy="1412240"/>
          </a:xfrm>
          <a:prstGeom prst="pent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F1816FE-F4C2-94C9-2C19-63207DA082D8}"/>
              </a:ext>
            </a:extLst>
          </p:cNvPr>
          <p:cNvSpPr txBox="1"/>
          <p:nvPr/>
        </p:nvSpPr>
        <p:spPr>
          <a:xfrm>
            <a:off x="2989673" y="2763176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9D3210B-4FAF-F2C4-6057-02F39C1FEF73}"/>
              </a:ext>
            </a:extLst>
          </p:cNvPr>
          <p:cNvSpPr txBox="1"/>
          <p:nvPr/>
        </p:nvSpPr>
        <p:spPr>
          <a:xfrm>
            <a:off x="3790491" y="215997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B54C6A8-8452-E736-7BB0-D3FBBE882612}"/>
              </a:ext>
            </a:extLst>
          </p:cNvPr>
          <p:cNvSpPr txBox="1"/>
          <p:nvPr/>
        </p:nvSpPr>
        <p:spPr>
          <a:xfrm>
            <a:off x="4551658" y="2782969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0A3742-00C2-B862-09CB-987349634121}"/>
              </a:ext>
            </a:extLst>
          </p:cNvPr>
          <p:cNvSpPr txBox="1"/>
          <p:nvPr/>
        </p:nvSpPr>
        <p:spPr>
          <a:xfrm>
            <a:off x="4317893" y="3694449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32F81DB-C255-67BB-1436-60400ACB641D}"/>
              </a:ext>
            </a:extLst>
          </p:cNvPr>
          <p:cNvSpPr txBox="1"/>
          <p:nvPr/>
        </p:nvSpPr>
        <p:spPr>
          <a:xfrm>
            <a:off x="3273201" y="370369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FC34C5F-7CB9-0EB6-4B97-7CBB420C2677}"/>
              </a:ext>
            </a:extLst>
          </p:cNvPr>
          <p:cNvCxnSpPr>
            <a:cxnSpLocks/>
            <a:stCxn id="139" idx="2"/>
            <a:endCxn id="139" idx="5"/>
          </p:cNvCxnSpPr>
          <p:nvPr/>
        </p:nvCxnSpPr>
        <p:spPr>
          <a:xfrm flipV="1">
            <a:off x="3478443" y="2926626"/>
            <a:ext cx="1134305" cy="8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Pie 15">
            <a:extLst>
              <a:ext uri="{FF2B5EF4-FFF2-40B4-BE49-F238E27FC236}">
                <a16:creationId xmlns:a16="http://schemas.microsoft.com/office/drawing/2014/main" id="{FF6F02E1-5850-E4C6-61F8-E2F69FE6AAFA}"/>
              </a:ext>
            </a:extLst>
          </p:cNvPr>
          <p:cNvSpPr/>
          <p:nvPr/>
        </p:nvSpPr>
        <p:spPr>
          <a:xfrm rot="11335349">
            <a:off x="1152610" y="2207853"/>
            <a:ext cx="454270" cy="436678"/>
          </a:xfrm>
          <a:prstGeom prst="pie">
            <a:avLst>
              <a:gd name="adj1" fmla="val 10362338"/>
              <a:gd name="adj2" fmla="val 165670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6EF58B6-2986-9DEF-1898-03DEF7F23C75}"/>
              </a:ext>
            </a:extLst>
          </p:cNvPr>
          <p:cNvGrpSpPr/>
          <p:nvPr/>
        </p:nvGrpSpPr>
        <p:grpSpPr>
          <a:xfrm>
            <a:off x="966182" y="2198471"/>
            <a:ext cx="1774742" cy="1693401"/>
            <a:chOff x="918875" y="2248470"/>
            <a:chExt cx="2166330" cy="2103910"/>
          </a:xfrm>
        </p:grpSpPr>
        <p:sp>
          <p:nvSpPr>
            <p:cNvPr id="162" name="Hexagon 2">
              <a:extLst>
                <a:ext uri="{FF2B5EF4-FFF2-40B4-BE49-F238E27FC236}">
                  <a16:creationId xmlns:a16="http://schemas.microsoft.com/office/drawing/2014/main" id="{57FC7DD8-6ACC-5EC3-82C5-2E5D3A8A7863}"/>
                </a:ext>
              </a:extLst>
            </p:cNvPr>
            <p:cNvSpPr/>
            <p:nvPr/>
          </p:nvSpPr>
          <p:spPr>
            <a:xfrm>
              <a:off x="1193309" y="2534150"/>
              <a:ext cx="1738223" cy="1582205"/>
            </a:xfrm>
            <a:custGeom>
              <a:avLst/>
              <a:gdLst>
                <a:gd name="connsiteX0" fmla="*/ 0 w 1424020"/>
                <a:gd name="connsiteY0" fmla="*/ 636745 h 1273489"/>
                <a:gd name="connsiteX1" fmla="*/ 2675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140573 w 1424020"/>
                <a:gd name="connsiteY5" fmla="*/ 1273489 h 1273489"/>
                <a:gd name="connsiteX6" fmla="*/ 0 w 1424020"/>
                <a:gd name="connsiteY6" fmla="*/ 636745 h 127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4020" h="1273489">
                  <a:moveTo>
                    <a:pt x="0" y="636745"/>
                  </a:moveTo>
                  <a:lnTo>
                    <a:pt x="191373" y="0"/>
                  </a:lnTo>
                  <a:lnTo>
                    <a:pt x="1156447" y="0"/>
                  </a:lnTo>
                  <a:lnTo>
                    <a:pt x="1424020" y="636745"/>
                  </a:lnTo>
                  <a:lnTo>
                    <a:pt x="1156447" y="1273489"/>
                  </a:lnTo>
                  <a:lnTo>
                    <a:pt x="140573" y="1273489"/>
                  </a:lnTo>
                  <a:lnTo>
                    <a:pt x="0" y="63674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CDA931C-13DD-52E2-B334-9FC3961FED4B}"/>
                </a:ext>
              </a:extLst>
            </p:cNvPr>
            <p:cNvSpPr txBox="1"/>
            <p:nvPr/>
          </p:nvSpPr>
          <p:spPr>
            <a:xfrm>
              <a:off x="918875" y="3143316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87A9E0A-43C6-F588-7D0E-CF9268203091}"/>
                </a:ext>
              </a:extLst>
            </p:cNvPr>
            <p:cNvSpPr txBox="1"/>
            <p:nvPr/>
          </p:nvSpPr>
          <p:spPr>
            <a:xfrm>
              <a:off x="1252056" y="2248470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444E942-6E40-EF3F-C5F0-260C715D252C}"/>
                </a:ext>
              </a:extLst>
            </p:cNvPr>
            <p:cNvSpPr txBox="1"/>
            <p:nvPr/>
          </p:nvSpPr>
          <p:spPr>
            <a:xfrm>
              <a:off x="2455361" y="2260819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290D9B2-BA9D-6B77-9A0A-B7869D754A14}"/>
                </a:ext>
              </a:extLst>
            </p:cNvPr>
            <p:cNvSpPr txBox="1"/>
            <p:nvPr/>
          </p:nvSpPr>
          <p:spPr>
            <a:xfrm>
              <a:off x="2860308" y="3143316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DC8ACA9-A495-A33B-4D20-75952E329B85}"/>
                </a:ext>
              </a:extLst>
            </p:cNvPr>
            <p:cNvSpPr txBox="1"/>
            <p:nvPr/>
          </p:nvSpPr>
          <p:spPr>
            <a:xfrm>
              <a:off x="2484273" y="407538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A22E899-1231-4E69-E8C3-1C28293A8AC9}"/>
                </a:ext>
              </a:extLst>
            </p:cNvPr>
            <p:cNvSpPr txBox="1"/>
            <p:nvPr/>
          </p:nvSpPr>
          <p:spPr>
            <a:xfrm>
              <a:off x="1174048" y="405184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/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0" name="Pie 72">
            <a:extLst>
              <a:ext uri="{FF2B5EF4-FFF2-40B4-BE49-F238E27FC236}">
                <a16:creationId xmlns:a16="http://schemas.microsoft.com/office/drawing/2014/main" id="{0B0F884B-29CB-9825-ED71-D70C226743DA}"/>
              </a:ext>
            </a:extLst>
          </p:cNvPr>
          <p:cNvSpPr/>
          <p:nvPr/>
        </p:nvSpPr>
        <p:spPr>
          <a:xfrm rot="8774176">
            <a:off x="3018992" y="2718788"/>
            <a:ext cx="393810" cy="407087"/>
          </a:xfrm>
          <a:prstGeom prst="pie">
            <a:avLst>
              <a:gd name="adj1" fmla="val 10553457"/>
              <a:gd name="adj2" fmla="val 1723613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1" name="Pie 73">
            <a:extLst>
              <a:ext uri="{FF2B5EF4-FFF2-40B4-BE49-F238E27FC236}">
                <a16:creationId xmlns:a16="http://schemas.microsoft.com/office/drawing/2014/main" id="{5EFEAF7E-925B-945E-5265-40578765D1E3}"/>
              </a:ext>
            </a:extLst>
          </p:cNvPr>
          <p:cNvSpPr/>
          <p:nvPr/>
        </p:nvSpPr>
        <p:spPr>
          <a:xfrm rot="17795962">
            <a:off x="4350152" y="2570278"/>
            <a:ext cx="526034" cy="749082"/>
          </a:xfrm>
          <a:prstGeom prst="pie">
            <a:avLst>
              <a:gd name="adj1" fmla="val 10377019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/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/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AEC?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BAE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DCE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DEC, mark this on the diagram using arcs.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blipFill>
                <a:blip r:embed="rId23"/>
                <a:stretch>
                  <a:fillRect l="-299" t="-213" b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/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BAG.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EFG, mark this on the diagram using arcs.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blipFill>
                <a:blip r:embed="rId24"/>
                <a:stretch>
                  <a:fillRect l="-299" t="-357" r="-597" b="-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/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Pie 73">
            <a:extLst>
              <a:ext uri="{FF2B5EF4-FFF2-40B4-BE49-F238E27FC236}">
                <a16:creationId xmlns:a16="http://schemas.microsoft.com/office/drawing/2014/main" id="{A4D92DCD-C8E1-BB1F-487E-1E1942C11BB5}"/>
              </a:ext>
            </a:extLst>
          </p:cNvPr>
          <p:cNvSpPr/>
          <p:nvPr/>
        </p:nvSpPr>
        <p:spPr>
          <a:xfrm rot="747946">
            <a:off x="4417716" y="2716873"/>
            <a:ext cx="373884" cy="415361"/>
          </a:xfrm>
          <a:prstGeom prst="pie">
            <a:avLst>
              <a:gd name="adj1" fmla="val 7653477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B498C82-F0B9-A62A-009E-240A5561CBD5}"/>
              </a:ext>
            </a:extLst>
          </p:cNvPr>
          <p:cNvSpPr/>
          <p:nvPr/>
        </p:nvSpPr>
        <p:spPr>
          <a:xfrm>
            <a:off x="-4501" y="723357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180" name="Table 179">
            <a:extLst>
              <a:ext uri="{FF2B5EF4-FFF2-40B4-BE49-F238E27FC236}">
                <a16:creationId xmlns:a16="http://schemas.microsoft.com/office/drawing/2014/main" id="{C4326730-9DFD-7A3F-C10C-29FEC9869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65195"/>
              </p:ext>
            </p:extLst>
          </p:nvPr>
        </p:nvGraphicFramePr>
        <p:xfrm>
          <a:off x="83687" y="7561754"/>
          <a:ext cx="6676845" cy="2100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100609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6)</a:t>
                      </a: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/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ADE.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blipFill>
                <a:blip r:embed="rId26"/>
                <a:stretch>
                  <a:fillRect l="-211" t="-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CF961CAF-AAED-CED5-F71B-EA32A73D05D9}"/>
              </a:ext>
            </a:extLst>
          </p:cNvPr>
          <p:cNvSpPr/>
          <p:nvPr/>
        </p:nvSpPr>
        <p:spPr>
          <a:xfrm rot="13138164">
            <a:off x="3724990" y="2187749"/>
            <a:ext cx="393810" cy="407087"/>
          </a:xfrm>
          <a:prstGeom prst="pie">
            <a:avLst>
              <a:gd name="adj1" fmla="val 10758999"/>
              <a:gd name="adj2" fmla="val 170985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7" name="Pie 73">
            <a:extLst>
              <a:ext uri="{FF2B5EF4-FFF2-40B4-BE49-F238E27FC236}">
                <a16:creationId xmlns:a16="http://schemas.microsoft.com/office/drawing/2014/main" id="{2C356186-7510-FB41-797A-FB8EA3ACD562}"/>
              </a:ext>
            </a:extLst>
          </p:cNvPr>
          <p:cNvSpPr/>
          <p:nvPr/>
        </p:nvSpPr>
        <p:spPr>
          <a:xfrm rot="621516">
            <a:off x="4448858" y="2725941"/>
            <a:ext cx="323627" cy="386235"/>
          </a:xfrm>
          <a:prstGeom prst="pie">
            <a:avLst>
              <a:gd name="adj1" fmla="val 7779975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429A397-357A-BB43-B649-171CD232D789}"/>
              </a:ext>
            </a:extLst>
          </p:cNvPr>
          <p:cNvGrpSpPr/>
          <p:nvPr/>
        </p:nvGrpSpPr>
        <p:grpSpPr>
          <a:xfrm rot="6555677">
            <a:off x="3287671" y="3584983"/>
            <a:ext cx="373884" cy="415361"/>
            <a:chOff x="3626445" y="3053877"/>
            <a:chExt cx="373884" cy="415361"/>
          </a:xfrm>
        </p:grpSpPr>
        <p:sp>
          <p:nvSpPr>
            <p:cNvPr id="189" name="Pie 73">
              <a:extLst>
                <a:ext uri="{FF2B5EF4-FFF2-40B4-BE49-F238E27FC236}">
                  <a16:creationId xmlns:a16="http://schemas.microsoft.com/office/drawing/2014/main" id="{994E81F2-CC96-431A-6553-1DDBF79BF1F3}"/>
                </a:ext>
              </a:extLst>
            </p:cNvPr>
            <p:cNvSpPr/>
            <p:nvPr/>
          </p:nvSpPr>
          <p:spPr>
            <a:xfrm rot="747946">
              <a:off x="3626445" y="3053877"/>
              <a:ext cx="373884" cy="415361"/>
            </a:xfrm>
            <a:prstGeom prst="pie">
              <a:avLst>
                <a:gd name="adj1" fmla="val 7779975"/>
                <a:gd name="adj2" fmla="val 122338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90" name="Pie 73">
              <a:extLst>
                <a:ext uri="{FF2B5EF4-FFF2-40B4-BE49-F238E27FC236}">
                  <a16:creationId xmlns:a16="http://schemas.microsoft.com/office/drawing/2014/main" id="{D863BB81-AE11-8332-CF20-6E998B143226}"/>
                </a:ext>
              </a:extLst>
            </p:cNvPr>
            <p:cNvSpPr/>
            <p:nvPr/>
          </p:nvSpPr>
          <p:spPr>
            <a:xfrm rot="621516">
              <a:off x="3651574" y="3067679"/>
              <a:ext cx="323627" cy="386235"/>
            </a:xfrm>
            <a:prstGeom prst="pie">
              <a:avLst>
                <a:gd name="adj1" fmla="val 7934475"/>
                <a:gd name="adj2" fmla="val 1228989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191" name="Pie 72">
            <a:extLst>
              <a:ext uri="{FF2B5EF4-FFF2-40B4-BE49-F238E27FC236}">
                <a16:creationId xmlns:a16="http://schemas.microsoft.com/office/drawing/2014/main" id="{B5CB3ACB-3CF7-E495-ADCD-416094A23A54}"/>
              </a:ext>
            </a:extLst>
          </p:cNvPr>
          <p:cNvSpPr/>
          <p:nvPr/>
        </p:nvSpPr>
        <p:spPr>
          <a:xfrm rot="450883">
            <a:off x="2150900" y="3494796"/>
            <a:ext cx="393810" cy="407087"/>
          </a:xfrm>
          <a:prstGeom prst="pie">
            <a:avLst>
              <a:gd name="adj1" fmla="val 10358000"/>
              <a:gd name="adj2" fmla="val 1712826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2" name="Pie 15">
            <a:extLst>
              <a:ext uri="{FF2B5EF4-FFF2-40B4-BE49-F238E27FC236}">
                <a16:creationId xmlns:a16="http://schemas.microsoft.com/office/drawing/2014/main" id="{38EE9DDF-D918-A57A-42FC-C9948A5EB1CC}"/>
              </a:ext>
            </a:extLst>
          </p:cNvPr>
          <p:cNvSpPr/>
          <p:nvPr/>
        </p:nvSpPr>
        <p:spPr>
          <a:xfrm rot="5005749">
            <a:off x="1099641" y="3479532"/>
            <a:ext cx="478853" cy="436678"/>
          </a:xfrm>
          <a:prstGeom prst="pie">
            <a:avLst>
              <a:gd name="adj1" fmla="val 10360083"/>
              <a:gd name="adj2" fmla="val 166772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3" name="Pie 15">
            <a:extLst>
              <a:ext uri="{FF2B5EF4-FFF2-40B4-BE49-F238E27FC236}">
                <a16:creationId xmlns:a16="http://schemas.microsoft.com/office/drawing/2014/main" id="{78048A38-6678-7E9B-B4F4-545BF80ED033}"/>
              </a:ext>
            </a:extLst>
          </p:cNvPr>
          <p:cNvSpPr/>
          <p:nvPr/>
        </p:nvSpPr>
        <p:spPr>
          <a:xfrm rot="5183380">
            <a:off x="1126410" y="3497553"/>
            <a:ext cx="404676" cy="392862"/>
          </a:xfrm>
          <a:prstGeom prst="pie">
            <a:avLst>
              <a:gd name="adj1" fmla="val 10278632"/>
              <a:gd name="adj2" fmla="val 1658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4" name="Pie 15">
            <a:extLst>
              <a:ext uri="{FF2B5EF4-FFF2-40B4-BE49-F238E27FC236}">
                <a16:creationId xmlns:a16="http://schemas.microsoft.com/office/drawing/2014/main" id="{2E5E95A9-A014-CCE3-B8CB-B31B8D077DDE}"/>
              </a:ext>
            </a:extLst>
          </p:cNvPr>
          <p:cNvSpPr/>
          <p:nvPr/>
        </p:nvSpPr>
        <p:spPr>
          <a:xfrm rot="11335349">
            <a:off x="1184975" y="2249785"/>
            <a:ext cx="389785" cy="362186"/>
          </a:xfrm>
          <a:prstGeom prst="pie">
            <a:avLst>
              <a:gd name="adj1" fmla="val 10218461"/>
              <a:gd name="adj2" fmla="val 166035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/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/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/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Pie 73">
            <a:extLst>
              <a:ext uri="{FF2B5EF4-FFF2-40B4-BE49-F238E27FC236}">
                <a16:creationId xmlns:a16="http://schemas.microsoft.com/office/drawing/2014/main" id="{6B06F58D-7E46-D6A9-4906-6D8228783165}"/>
              </a:ext>
            </a:extLst>
          </p:cNvPr>
          <p:cNvSpPr/>
          <p:nvPr/>
        </p:nvSpPr>
        <p:spPr>
          <a:xfrm rot="17795962">
            <a:off x="4408731" y="2750628"/>
            <a:ext cx="386568" cy="404860"/>
          </a:xfrm>
          <a:prstGeom prst="pie">
            <a:avLst>
              <a:gd name="adj1" fmla="val 10217845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9" name="Pie 73">
            <a:extLst>
              <a:ext uri="{FF2B5EF4-FFF2-40B4-BE49-F238E27FC236}">
                <a16:creationId xmlns:a16="http://schemas.microsoft.com/office/drawing/2014/main" id="{9074AA95-4F0B-B6E4-3055-532770FBA8C7}"/>
              </a:ext>
            </a:extLst>
          </p:cNvPr>
          <p:cNvSpPr/>
          <p:nvPr/>
        </p:nvSpPr>
        <p:spPr>
          <a:xfrm rot="17795962">
            <a:off x="4378914" y="2688327"/>
            <a:ext cx="443211" cy="526277"/>
          </a:xfrm>
          <a:prstGeom prst="pie">
            <a:avLst>
              <a:gd name="adj1" fmla="val 10218743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0" name="Hexagon 2">
            <a:extLst>
              <a:ext uri="{FF2B5EF4-FFF2-40B4-BE49-F238E27FC236}">
                <a16:creationId xmlns:a16="http://schemas.microsoft.com/office/drawing/2014/main" id="{03005E6B-B59B-72F2-D9F9-93CAC0F22327}"/>
              </a:ext>
            </a:extLst>
          </p:cNvPr>
          <p:cNvSpPr/>
          <p:nvPr/>
        </p:nvSpPr>
        <p:spPr>
          <a:xfrm>
            <a:off x="5082236" y="2410491"/>
            <a:ext cx="1322750" cy="1282387"/>
          </a:xfrm>
          <a:custGeom>
            <a:avLst/>
            <a:gdLst>
              <a:gd name="connsiteX0" fmla="*/ 0 w 1317348"/>
              <a:gd name="connsiteY0" fmla="*/ 375598 h 1282387"/>
              <a:gd name="connsiteX1" fmla="*/ 375598 w 1317348"/>
              <a:gd name="connsiteY1" fmla="*/ 0 h 1282387"/>
              <a:gd name="connsiteX2" fmla="*/ 941750 w 1317348"/>
              <a:gd name="connsiteY2" fmla="*/ 0 h 1282387"/>
              <a:gd name="connsiteX3" fmla="*/ 1317348 w 1317348"/>
              <a:gd name="connsiteY3" fmla="*/ 375598 h 1282387"/>
              <a:gd name="connsiteX4" fmla="*/ 1317348 w 1317348"/>
              <a:gd name="connsiteY4" fmla="*/ 906789 h 1282387"/>
              <a:gd name="connsiteX5" fmla="*/ 941750 w 1317348"/>
              <a:gd name="connsiteY5" fmla="*/ 1282387 h 1282387"/>
              <a:gd name="connsiteX6" fmla="*/ 375598 w 1317348"/>
              <a:gd name="connsiteY6" fmla="*/ 1282387 h 1282387"/>
              <a:gd name="connsiteX7" fmla="*/ 0 w 1317348"/>
              <a:gd name="connsiteY7" fmla="*/ 906789 h 1282387"/>
              <a:gd name="connsiteX8" fmla="*/ 0 w 1317348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381000 w 1322750"/>
              <a:gd name="connsiteY6" fmla="*/ 12823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180510 w 1322750"/>
              <a:gd name="connsiteY3" fmla="*/ 2231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2750" h="1282387">
                <a:moveTo>
                  <a:pt x="5402" y="375598"/>
                </a:moveTo>
                <a:cubicBezTo>
                  <a:pt x="3601" y="250399"/>
                  <a:pt x="1801" y="125199"/>
                  <a:pt x="0" y="0"/>
                </a:cubicBezTo>
                <a:lnTo>
                  <a:pt x="947152" y="0"/>
                </a:lnTo>
                <a:lnTo>
                  <a:pt x="1180510" y="223198"/>
                </a:lnTo>
                <a:lnTo>
                  <a:pt x="1322750" y="906789"/>
                </a:lnTo>
                <a:lnTo>
                  <a:pt x="947152" y="1282387"/>
                </a:lnTo>
                <a:lnTo>
                  <a:pt x="228600" y="1129987"/>
                </a:lnTo>
                <a:lnTo>
                  <a:pt x="5402" y="906789"/>
                </a:lnTo>
                <a:lnTo>
                  <a:pt x="5402" y="37559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/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Rectangle 201">
            <a:extLst>
              <a:ext uri="{FF2B5EF4-FFF2-40B4-BE49-F238E27FC236}">
                <a16:creationId xmlns:a16="http://schemas.microsoft.com/office/drawing/2014/main" id="{6DEB2DCA-1554-2728-9245-3B2B2E038C8A}"/>
              </a:ext>
            </a:extLst>
          </p:cNvPr>
          <p:cNvSpPr/>
          <p:nvPr/>
        </p:nvSpPr>
        <p:spPr>
          <a:xfrm>
            <a:off x="5079483" y="2410578"/>
            <a:ext cx="150973" cy="146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Pie 15">
            <a:extLst>
              <a:ext uri="{FF2B5EF4-FFF2-40B4-BE49-F238E27FC236}">
                <a16:creationId xmlns:a16="http://schemas.microsoft.com/office/drawing/2014/main" id="{A257C952-B99D-843D-3FA1-8A0FBB52318D}"/>
              </a:ext>
            </a:extLst>
          </p:cNvPr>
          <p:cNvSpPr/>
          <p:nvPr/>
        </p:nvSpPr>
        <p:spPr>
          <a:xfrm rot="7437804">
            <a:off x="5003482" y="3219196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BAB1F99-2647-EFE6-71BD-44B7840BAE4B}"/>
              </a:ext>
            </a:extLst>
          </p:cNvPr>
          <p:cNvSpPr txBox="1"/>
          <p:nvPr/>
        </p:nvSpPr>
        <p:spPr>
          <a:xfrm>
            <a:off x="4874908" y="2178330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003727D-EA11-92EE-5BFE-66774DBB75A2}"/>
              </a:ext>
            </a:extLst>
          </p:cNvPr>
          <p:cNvSpPr txBox="1"/>
          <p:nvPr/>
        </p:nvSpPr>
        <p:spPr>
          <a:xfrm>
            <a:off x="5933527" y="2193854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4DE890E-8B55-FE2B-F3CE-6BA24DD08395}"/>
              </a:ext>
            </a:extLst>
          </p:cNvPr>
          <p:cNvSpPr txBox="1"/>
          <p:nvPr/>
        </p:nvSpPr>
        <p:spPr>
          <a:xfrm>
            <a:off x="6210636" y="242601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6D2A3B5-85BD-461A-19EC-00FDAFAF967A}"/>
              </a:ext>
            </a:extLst>
          </p:cNvPr>
          <p:cNvSpPr txBox="1"/>
          <p:nvPr/>
        </p:nvSpPr>
        <p:spPr>
          <a:xfrm>
            <a:off x="6342705" y="318662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11CD1D8-1AFE-D127-3732-88D2AFF30FEC}"/>
              </a:ext>
            </a:extLst>
          </p:cNvPr>
          <p:cNvSpPr txBox="1"/>
          <p:nvPr/>
        </p:nvSpPr>
        <p:spPr>
          <a:xfrm>
            <a:off x="5912953" y="364286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13D08652-83B0-F1F9-CF41-3DF15B2054A1}"/>
              </a:ext>
            </a:extLst>
          </p:cNvPr>
          <p:cNvSpPr txBox="1"/>
          <p:nvPr/>
        </p:nvSpPr>
        <p:spPr>
          <a:xfrm>
            <a:off x="5159060" y="3513814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A7286CF-36A0-A3B7-B5A1-877BC5124942}"/>
              </a:ext>
            </a:extLst>
          </p:cNvPr>
          <p:cNvSpPr txBox="1"/>
          <p:nvPr/>
        </p:nvSpPr>
        <p:spPr>
          <a:xfrm>
            <a:off x="4861753" y="322385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</a:t>
            </a:r>
            <a:endParaRPr lang="en-GB" sz="1200" dirty="0"/>
          </a:p>
        </p:txBody>
      </p:sp>
      <p:sp>
        <p:nvSpPr>
          <p:cNvPr id="211" name="Pie 15">
            <a:extLst>
              <a:ext uri="{FF2B5EF4-FFF2-40B4-BE49-F238E27FC236}">
                <a16:creationId xmlns:a16="http://schemas.microsoft.com/office/drawing/2014/main" id="{8BFA37EA-A675-F389-4DB2-C1C2BD4D0B30}"/>
              </a:ext>
            </a:extLst>
          </p:cNvPr>
          <p:cNvSpPr/>
          <p:nvPr/>
        </p:nvSpPr>
        <p:spPr>
          <a:xfrm rot="15599449">
            <a:off x="5941249" y="2316107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2" name="Pie 15">
            <a:extLst>
              <a:ext uri="{FF2B5EF4-FFF2-40B4-BE49-F238E27FC236}">
                <a16:creationId xmlns:a16="http://schemas.microsoft.com/office/drawing/2014/main" id="{27597883-0B08-B03D-E50C-E012E16F3CA1}"/>
              </a:ext>
            </a:extLst>
          </p:cNvPr>
          <p:cNvSpPr/>
          <p:nvPr/>
        </p:nvSpPr>
        <p:spPr>
          <a:xfrm rot="2699406">
            <a:off x="5920750" y="3576270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3" name="Pie 15">
            <a:extLst>
              <a:ext uri="{FF2B5EF4-FFF2-40B4-BE49-F238E27FC236}">
                <a16:creationId xmlns:a16="http://schemas.microsoft.com/office/drawing/2014/main" id="{672130BE-54A1-B6F0-B753-4748B5677705}"/>
              </a:ext>
            </a:extLst>
          </p:cNvPr>
          <p:cNvSpPr/>
          <p:nvPr/>
        </p:nvSpPr>
        <p:spPr>
          <a:xfrm rot="2699406">
            <a:off x="5949923" y="3599881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4" name="Pie 15">
            <a:extLst>
              <a:ext uri="{FF2B5EF4-FFF2-40B4-BE49-F238E27FC236}">
                <a16:creationId xmlns:a16="http://schemas.microsoft.com/office/drawing/2014/main" id="{63630BC0-5144-3A65-F46F-A64C7A99E2C0}"/>
              </a:ext>
            </a:extLst>
          </p:cNvPr>
          <p:cNvSpPr/>
          <p:nvPr/>
        </p:nvSpPr>
        <p:spPr>
          <a:xfrm rot="16991461">
            <a:off x="6146240" y="2513949"/>
            <a:ext cx="237427" cy="243342"/>
          </a:xfrm>
          <a:prstGeom prst="pie">
            <a:avLst>
              <a:gd name="adj1" fmla="val 9353933"/>
              <a:gd name="adj2" fmla="val 178204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5" name="Pie 15">
            <a:extLst>
              <a:ext uri="{FF2B5EF4-FFF2-40B4-BE49-F238E27FC236}">
                <a16:creationId xmlns:a16="http://schemas.microsoft.com/office/drawing/2014/main" id="{F92AB98D-A33F-1B8B-162D-E64BF1FE4F61}"/>
              </a:ext>
            </a:extLst>
          </p:cNvPr>
          <p:cNvSpPr/>
          <p:nvPr/>
        </p:nvSpPr>
        <p:spPr>
          <a:xfrm rot="16991461">
            <a:off x="6175413" y="2541370"/>
            <a:ext cx="179732" cy="190168"/>
          </a:xfrm>
          <a:prstGeom prst="pie">
            <a:avLst>
              <a:gd name="adj1" fmla="val 9458568"/>
              <a:gd name="adj2" fmla="val 17711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6" name="Pie 15">
            <a:extLst>
              <a:ext uri="{FF2B5EF4-FFF2-40B4-BE49-F238E27FC236}">
                <a16:creationId xmlns:a16="http://schemas.microsoft.com/office/drawing/2014/main" id="{B93537CC-2294-8BFC-8A9D-6BECEB154985}"/>
              </a:ext>
            </a:extLst>
          </p:cNvPr>
          <p:cNvSpPr/>
          <p:nvPr/>
        </p:nvSpPr>
        <p:spPr>
          <a:xfrm rot="2699406">
            <a:off x="5890778" y="3546310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7" name="Pie 15">
            <a:extLst>
              <a:ext uri="{FF2B5EF4-FFF2-40B4-BE49-F238E27FC236}">
                <a16:creationId xmlns:a16="http://schemas.microsoft.com/office/drawing/2014/main" id="{6A086550-58DD-66AB-5C7B-67AC6D89D8F3}"/>
              </a:ext>
            </a:extLst>
          </p:cNvPr>
          <p:cNvSpPr/>
          <p:nvPr/>
        </p:nvSpPr>
        <p:spPr>
          <a:xfrm rot="20966532">
            <a:off x="6288586" y="3207298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8" name="Pie 15">
            <a:extLst>
              <a:ext uri="{FF2B5EF4-FFF2-40B4-BE49-F238E27FC236}">
                <a16:creationId xmlns:a16="http://schemas.microsoft.com/office/drawing/2014/main" id="{D547B71A-F33A-CC1B-B692-629FE0AF357B}"/>
              </a:ext>
            </a:extLst>
          </p:cNvPr>
          <p:cNvSpPr/>
          <p:nvPr/>
        </p:nvSpPr>
        <p:spPr>
          <a:xfrm rot="20966532">
            <a:off x="6317759" y="3230909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9" name="Pie 15">
            <a:extLst>
              <a:ext uri="{FF2B5EF4-FFF2-40B4-BE49-F238E27FC236}">
                <a16:creationId xmlns:a16="http://schemas.microsoft.com/office/drawing/2014/main" id="{B99A3B82-2A30-DE6B-245A-012F1F48005B}"/>
              </a:ext>
            </a:extLst>
          </p:cNvPr>
          <p:cNvSpPr/>
          <p:nvPr/>
        </p:nvSpPr>
        <p:spPr>
          <a:xfrm rot="20966532">
            <a:off x="6258614" y="3177338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/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/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endParaRPr lang="en-US" sz="1200" dirty="0"/>
              </a:p>
              <a:p>
                <a:r>
                  <a:rPr lang="en-US" sz="1200" dirty="0">
                    <a:ea typeface="Cambria Math" panose="02040503050406030204" pitchFamily="18" charset="0"/>
                  </a:rPr>
                  <a:t>e)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AFE, mark this on the diagram using arcs.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blipFill>
                <a:blip r:embed="rId32"/>
                <a:stretch>
                  <a:fillRect l="-284" t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/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Slide Number Placeholder 1">
            <a:extLst>
              <a:ext uri="{FF2B5EF4-FFF2-40B4-BE49-F238E27FC236}">
                <a16:creationId xmlns:a16="http://schemas.microsoft.com/office/drawing/2014/main" id="{9F5A3A95-D5A7-4160-FC7B-B49DADC3BFC0}"/>
              </a:ext>
            </a:extLst>
          </p:cNvPr>
          <p:cNvSpPr txBox="1">
            <a:spLocks/>
          </p:cNvSpPr>
          <p:nvPr/>
        </p:nvSpPr>
        <p:spPr>
          <a:xfrm>
            <a:off x="13612172" y="9622734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42" name="Pie 15">
            <a:extLst>
              <a:ext uri="{FF2B5EF4-FFF2-40B4-BE49-F238E27FC236}">
                <a16:creationId xmlns:a16="http://schemas.microsoft.com/office/drawing/2014/main" id="{69DAEE63-3C11-418B-B207-7EA89FD2D05C}"/>
              </a:ext>
            </a:extLst>
          </p:cNvPr>
          <p:cNvSpPr/>
          <p:nvPr/>
        </p:nvSpPr>
        <p:spPr>
          <a:xfrm rot="20008870">
            <a:off x="6252080" y="7977710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5B0FD38-12A0-8384-54C6-8D77EA6B75E5}"/>
              </a:ext>
            </a:extLst>
          </p:cNvPr>
          <p:cNvGrpSpPr/>
          <p:nvPr/>
        </p:nvGrpSpPr>
        <p:grpSpPr>
          <a:xfrm rot="19527138">
            <a:off x="4702929" y="7803296"/>
            <a:ext cx="2041079" cy="1748747"/>
            <a:chOff x="618630" y="2212200"/>
            <a:chExt cx="2491436" cy="2172683"/>
          </a:xfrm>
        </p:grpSpPr>
        <p:sp>
          <p:nvSpPr>
            <p:cNvPr id="244" name="Hexagon 144">
              <a:extLst>
                <a:ext uri="{FF2B5EF4-FFF2-40B4-BE49-F238E27FC236}">
                  <a16:creationId xmlns:a16="http://schemas.microsoft.com/office/drawing/2014/main" id="{867756D3-641C-533B-75DC-E8166C6C69DB}"/>
                </a:ext>
              </a:extLst>
            </p:cNvPr>
            <p:cNvSpPr/>
            <p:nvPr/>
          </p:nvSpPr>
          <p:spPr>
            <a:xfrm>
              <a:off x="889737" y="2518381"/>
              <a:ext cx="2041795" cy="1597974"/>
            </a:xfrm>
            <a:custGeom>
              <a:avLst/>
              <a:gdLst>
                <a:gd name="connsiteX0" fmla="*/ 0 w 1672716"/>
                <a:gd name="connsiteY0" fmla="*/ 636743 h 1273485"/>
                <a:gd name="connsiteX1" fmla="*/ 514819 w 1672716"/>
                <a:gd name="connsiteY1" fmla="*/ 0 h 1273485"/>
                <a:gd name="connsiteX2" fmla="*/ 1157897 w 1672716"/>
                <a:gd name="connsiteY2" fmla="*/ 0 h 1273485"/>
                <a:gd name="connsiteX3" fmla="*/ 1672716 w 1672716"/>
                <a:gd name="connsiteY3" fmla="*/ 636743 h 1273485"/>
                <a:gd name="connsiteX4" fmla="*/ 1157897 w 1672716"/>
                <a:gd name="connsiteY4" fmla="*/ 1273485 h 1273485"/>
                <a:gd name="connsiteX5" fmla="*/ 514819 w 1672716"/>
                <a:gd name="connsiteY5" fmla="*/ 1273485 h 1273485"/>
                <a:gd name="connsiteX6" fmla="*/ 0 w 1672716"/>
                <a:gd name="connsiteY6" fmla="*/ 636743 h 1273485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157897 w 1672716"/>
                <a:gd name="connsiteY4" fmla="*/ 1286177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356746 w 1672716"/>
                <a:gd name="connsiteY4" fmla="*/ 1275062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716" h="1286177">
                  <a:moveTo>
                    <a:pt x="0" y="649435"/>
                  </a:moveTo>
                  <a:lnTo>
                    <a:pt x="514819" y="12692"/>
                  </a:lnTo>
                  <a:lnTo>
                    <a:pt x="1345497" y="0"/>
                  </a:lnTo>
                  <a:lnTo>
                    <a:pt x="1672716" y="649435"/>
                  </a:lnTo>
                  <a:lnTo>
                    <a:pt x="1356746" y="1275062"/>
                  </a:lnTo>
                  <a:lnTo>
                    <a:pt x="514819" y="1286177"/>
                  </a:lnTo>
                  <a:lnTo>
                    <a:pt x="0" y="64943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603C55F-8B85-C407-F45A-F5D2BC475DDB}"/>
                </a:ext>
              </a:extLst>
            </p:cNvPr>
            <p:cNvSpPr txBox="1"/>
            <p:nvPr/>
          </p:nvSpPr>
          <p:spPr>
            <a:xfrm rot="2072862">
              <a:off x="618630" y="3134132"/>
              <a:ext cx="334987" cy="344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9DBCD02-9129-0B83-4B5D-3E9F1069F814}"/>
                </a:ext>
              </a:extLst>
            </p:cNvPr>
            <p:cNvSpPr txBox="1"/>
            <p:nvPr/>
          </p:nvSpPr>
          <p:spPr>
            <a:xfrm rot="2072862">
              <a:off x="1340749" y="2212200"/>
              <a:ext cx="280055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8477503-2631-C069-E8A4-C7EE9B458B6F}"/>
                </a:ext>
              </a:extLst>
            </p:cNvPr>
            <p:cNvSpPr txBox="1"/>
            <p:nvPr/>
          </p:nvSpPr>
          <p:spPr>
            <a:xfrm rot="2072862">
              <a:off x="2455361" y="2260818"/>
              <a:ext cx="280055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B37BE51-C43A-0AA9-59D5-E2B6BF355984}"/>
                </a:ext>
              </a:extLst>
            </p:cNvPr>
            <p:cNvSpPr txBox="1"/>
            <p:nvPr/>
          </p:nvSpPr>
          <p:spPr>
            <a:xfrm rot="2072862">
              <a:off x="2885169" y="3139432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D477C02-367E-470C-A7AA-2D10E7C60BBF}"/>
                </a:ext>
              </a:extLst>
            </p:cNvPr>
            <p:cNvSpPr txBox="1"/>
            <p:nvPr/>
          </p:nvSpPr>
          <p:spPr>
            <a:xfrm rot="2072862">
              <a:off x="2449076" y="4012630"/>
              <a:ext cx="224897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027930A-0EF0-6DE3-A984-F57C1A65A9B5}"/>
                </a:ext>
              </a:extLst>
            </p:cNvPr>
            <p:cNvSpPr txBox="1"/>
            <p:nvPr/>
          </p:nvSpPr>
          <p:spPr>
            <a:xfrm rot="2072862">
              <a:off x="1379212" y="4040735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B998EB0-D5EC-403F-0AFD-745F6D320AFD}"/>
                </a:ext>
              </a:extLst>
            </p:cNvPr>
            <p:cNvCxnSpPr>
              <a:cxnSpLocks/>
              <a:stCxn id="244" idx="3"/>
              <a:endCxn id="244" idx="0"/>
            </p:cNvCxnSpPr>
            <p:nvPr/>
          </p:nvCxnSpPr>
          <p:spPr>
            <a:xfrm rot="2072862" flipH="1">
              <a:off x="1069767" y="2735982"/>
              <a:ext cx="1681733" cy="11785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/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/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/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Pie 15">
            <a:extLst>
              <a:ext uri="{FF2B5EF4-FFF2-40B4-BE49-F238E27FC236}">
                <a16:creationId xmlns:a16="http://schemas.microsoft.com/office/drawing/2014/main" id="{785C5BE0-B632-5E4C-D48C-24EA51AC4215}"/>
              </a:ext>
            </a:extLst>
          </p:cNvPr>
          <p:cNvSpPr/>
          <p:nvPr/>
        </p:nvSpPr>
        <p:spPr>
          <a:xfrm rot="20008870">
            <a:off x="6451241" y="8796952"/>
            <a:ext cx="187730" cy="181702"/>
          </a:xfrm>
          <a:prstGeom prst="pie">
            <a:avLst>
              <a:gd name="adj1" fmla="val 10055007"/>
              <a:gd name="adj2" fmla="val 174199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6" name="Pie 15">
            <a:extLst>
              <a:ext uri="{FF2B5EF4-FFF2-40B4-BE49-F238E27FC236}">
                <a16:creationId xmlns:a16="http://schemas.microsoft.com/office/drawing/2014/main" id="{6DC76A19-2CA3-8B16-65AF-F9F251CF646F}"/>
              </a:ext>
            </a:extLst>
          </p:cNvPr>
          <p:cNvSpPr/>
          <p:nvPr/>
        </p:nvSpPr>
        <p:spPr>
          <a:xfrm rot="2699406">
            <a:off x="5740025" y="9251041"/>
            <a:ext cx="237427" cy="243342"/>
          </a:xfrm>
          <a:prstGeom prst="pie">
            <a:avLst>
              <a:gd name="adj1" fmla="val 8965903"/>
              <a:gd name="adj2" fmla="val 168670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7" name="Pie 15">
            <a:extLst>
              <a:ext uri="{FF2B5EF4-FFF2-40B4-BE49-F238E27FC236}">
                <a16:creationId xmlns:a16="http://schemas.microsoft.com/office/drawing/2014/main" id="{7B4C182C-209B-1CCA-244B-4663F5095DFC}"/>
              </a:ext>
            </a:extLst>
          </p:cNvPr>
          <p:cNvSpPr/>
          <p:nvPr/>
        </p:nvSpPr>
        <p:spPr>
          <a:xfrm rot="2699406">
            <a:off x="5767293" y="9276557"/>
            <a:ext cx="179732" cy="190168"/>
          </a:xfrm>
          <a:prstGeom prst="pie">
            <a:avLst>
              <a:gd name="adj1" fmla="val 8877546"/>
              <a:gd name="adj2" fmla="val 17076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8" name="Pie 15">
            <a:extLst>
              <a:ext uri="{FF2B5EF4-FFF2-40B4-BE49-F238E27FC236}">
                <a16:creationId xmlns:a16="http://schemas.microsoft.com/office/drawing/2014/main" id="{5BA070F2-2411-E479-9B3E-917B316CBC85}"/>
              </a:ext>
            </a:extLst>
          </p:cNvPr>
          <p:cNvSpPr/>
          <p:nvPr/>
        </p:nvSpPr>
        <p:spPr>
          <a:xfrm rot="2699406">
            <a:off x="5711958" y="9222986"/>
            <a:ext cx="292743" cy="304263"/>
          </a:xfrm>
          <a:prstGeom prst="pie">
            <a:avLst>
              <a:gd name="adj1" fmla="val 8965903"/>
              <a:gd name="adj2" fmla="val 1688586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9" name="Pie 15">
            <a:extLst>
              <a:ext uri="{FF2B5EF4-FFF2-40B4-BE49-F238E27FC236}">
                <a16:creationId xmlns:a16="http://schemas.microsoft.com/office/drawing/2014/main" id="{474CF59A-1037-22EF-BAEC-D45846DEFA94}"/>
              </a:ext>
            </a:extLst>
          </p:cNvPr>
          <p:cNvSpPr/>
          <p:nvPr/>
        </p:nvSpPr>
        <p:spPr>
          <a:xfrm rot="20008870">
            <a:off x="6423216" y="8772028"/>
            <a:ext cx="252125" cy="235427"/>
          </a:xfrm>
          <a:prstGeom prst="pie">
            <a:avLst>
              <a:gd name="adj1" fmla="val 10218020"/>
              <a:gd name="adj2" fmla="val 17322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0" name="Pie 15">
            <a:extLst>
              <a:ext uri="{FF2B5EF4-FFF2-40B4-BE49-F238E27FC236}">
                <a16:creationId xmlns:a16="http://schemas.microsoft.com/office/drawing/2014/main" id="{27623954-F11A-8219-B88D-6116729253D2}"/>
              </a:ext>
            </a:extLst>
          </p:cNvPr>
          <p:cNvSpPr/>
          <p:nvPr/>
        </p:nvSpPr>
        <p:spPr>
          <a:xfrm rot="16200000">
            <a:off x="6252539" y="7981192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20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298701" y="9601200"/>
            <a:ext cx="470861" cy="456007"/>
          </a:xfrm>
        </p:spPr>
        <p:txBody>
          <a:bodyPr/>
          <a:lstStyle/>
          <a:p>
            <a:fld id="{19F1D9CC-7119-45EC-A96C-D8C0660F3AAB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6F79CE70-9127-0233-E446-F5AC3AD00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29985"/>
              </p:ext>
            </p:extLst>
          </p:nvPr>
        </p:nvGraphicFramePr>
        <p:xfrm>
          <a:off x="144197" y="106732"/>
          <a:ext cx="6569605" cy="96141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58695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7)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8)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088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9)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19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10)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73" name="object 2">
            <a:extLst>
              <a:ext uri="{FF2B5EF4-FFF2-40B4-BE49-F238E27FC236}">
                <a16:creationId xmlns:a16="http://schemas.microsoft.com/office/drawing/2014/main" id="{C6D73A61-1A69-57EE-13DB-5B15F0233627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4997" t="8624" r="40613" b="37637"/>
          <a:stretch/>
        </p:blipFill>
        <p:spPr>
          <a:xfrm>
            <a:off x="3132090" y="166801"/>
            <a:ext cx="3399395" cy="233100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16D743A-6D88-3C50-7219-22C366BEB2F2}"/>
              </a:ext>
            </a:extLst>
          </p:cNvPr>
          <p:cNvSpPr txBox="1"/>
          <p:nvPr/>
        </p:nvSpPr>
        <p:spPr>
          <a:xfrm>
            <a:off x="5553102" y="5453473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9A3E4A-7C2F-7FBC-0BA9-F144BC52734D}"/>
              </a:ext>
            </a:extLst>
          </p:cNvPr>
          <p:cNvSpPr txBox="1"/>
          <p:nvPr/>
        </p:nvSpPr>
        <p:spPr>
          <a:xfrm>
            <a:off x="6436656" y="6017179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27A9D-303A-0556-D8EB-E92FC7B25B03}"/>
              </a:ext>
            </a:extLst>
          </p:cNvPr>
          <p:cNvSpPr txBox="1"/>
          <p:nvPr/>
        </p:nvSpPr>
        <p:spPr>
          <a:xfrm>
            <a:off x="5977544" y="7036648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/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/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DCB?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 is perpendicular to DC?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Sides AE and DE are equal, mark this on the diagram.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blipFill>
                <a:blip r:embed="rId5"/>
                <a:stretch>
                  <a:fillRect l="-211" t="-573" b="-11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/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FAB is </a:t>
                </a:r>
                <a14:m>
                  <m:oMath xmlns:m="http://schemas.openxmlformats.org/officeDocument/2006/math"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200" dirty="0"/>
                  <a:t>, mark this on the diagram.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parallel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blipFill>
                <a:blip r:embed="rId6"/>
                <a:stretch>
                  <a:fillRect l="-188" t="-529" b="-1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/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 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Sides AC and GF and parallel, mark this on the diagram.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AHG,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blipFill>
                <a:blip r:embed="rId7"/>
                <a:stretch>
                  <a:fillRect l="-157" t="-287" b="-1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2106F901-008E-1016-D58D-61AEBC7EA40E}"/>
              </a:ext>
            </a:extLst>
          </p:cNvPr>
          <p:cNvSpPr txBox="1"/>
          <p:nvPr/>
        </p:nvSpPr>
        <p:spPr>
          <a:xfrm>
            <a:off x="5359336" y="721956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26EA12-6C89-E820-D7AE-3E4FDE37C9EA}"/>
              </a:ext>
            </a:extLst>
          </p:cNvPr>
          <p:cNvSpPr txBox="1"/>
          <p:nvPr/>
        </p:nvSpPr>
        <p:spPr>
          <a:xfrm>
            <a:off x="5565318" y="678943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97" name="Multiplication Sign 71">
            <a:extLst>
              <a:ext uri="{FF2B5EF4-FFF2-40B4-BE49-F238E27FC236}">
                <a16:creationId xmlns:a16="http://schemas.microsoft.com/office/drawing/2014/main" id="{4BCAB402-FECE-7EE6-C151-ACC72DD4F5A3}"/>
              </a:ext>
            </a:extLst>
          </p:cNvPr>
          <p:cNvSpPr/>
          <p:nvPr/>
        </p:nvSpPr>
        <p:spPr>
          <a:xfrm rot="4458841">
            <a:off x="5024248" y="5653544"/>
            <a:ext cx="1437185" cy="1547620"/>
          </a:xfrm>
          <a:custGeom>
            <a:avLst/>
            <a:gdLst>
              <a:gd name="connsiteX0" fmla="*/ 341047 w 2116996"/>
              <a:gd name="connsiteY0" fmla="*/ 664851 h 2047548"/>
              <a:gd name="connsiteX1" fmla="*/ 675852 w 2116996"/>
              <a:gd name="connsiteY1" fmla="*/ 318689 h 2047548"/>
              <a:gd name="connsiteX2" fmla="*/ 1058498 w 2116996"/>
              <a:gd name="connsiteY2" fmla="*/ 688782 h 2047548"/>
              <a:gd name="connsiteX3" fmla="*/ 1441144 w 2116996"/>
              <a:gd name="connsiteY3" fmla="*/ 318689 h 2047548"/>
              <a:gd name="connsiteX4" fmla="*/ 1775949 w 2116996"/>
              <a:gd name="connsiteY4" fmla="*/ 664851 h 2047548"/>
              <a:gd name="connsiteX5" fmla="*/ 1404852 w 2116996"/>
              <a:gd name="connsiteY5" fmla="*/ 1023774 h 2047548"/>
              <a:gd name="connsiteX6" fmla="*/ 1775949 w 2116996"/>
              <a:gd name="connsiteY6" fmla="*/ 1382697 h 2047548"/>
              <a:gd name="connsiteX7" fmla="*/ 1441144 w 2116996"/>
              <a:gd name="connsiteY7" fmla="*/ 1728859 h 2047548"/>
              <a:gd name="connsiteX8" fmla="*/ 1058498 w 2116996"/>
              <a:gd name="connsiteY8" fmla="*/ 1358766 h 2047548"/>
              <a:gd name="connsiteX9" fmla="*/ 675852 w 2116996"/>
              <a:gd name="connsiteY9" fmla="*/ 1728859 h 2047548"/>
              <a:gd name="connsiteX10" fmla="*/ 341047 w 2116996"/>
              <a:gd name="connsiteY10" fmla="*/ 1382697 h 2047548"/>
              <a:gd name="connsiteX11" fmla="*/ 712144 w 2116996"/>
              <a:gd name="connsiteY11" fmla="*/ 1023774 h 2047548"/>
              <a:gd name="connsiteX12" fmla="*/ 341047 w 2116996"/>
              <a:gd name="connsiteY12" fmla="*/ 664851 h 2047548"/>
              <a:gd name="connsiteX0" fmla="*/ 0 w 1434902"/>
              <a:gd name="connsiteY0" fmla="*/ 346162 h 1410170"/>
              <a:gd name="connsiteX1" fmla="*/ 334805 w 1434902"/>
              <a:gd name="connsiteY1" fmla="*/ 0 h 1410170"/>
              <a:gd name="connsiteX2" fmla="*/ 717451 w 1434902"/>
              <a:gd name="connsiteY2" fmla="*/ 370093 h 1410170"/>
              <a:gd name="connsiteX3" fmla="*/ 1100097 w 1434902"/>
              <a:gd name="connsiteY3" fmla="*/ 0 h 1410170"/>
              <a:gd name="connsiteX4" fmla="*/ 1434902 w 1434902"/>
              <a:gd name="connsiteY4" fmla="*/ 346162 h 1410170"/>
              <a:gd name="connsiteX5" fmla="*/ 1063805 w 1434902"/>
              <a:gd name="connsiteY5" fmla="*/ 705085 h 1410170"/>
              <a:gd name="connsiteX6" fmla="*/ 1434902 w 1434902"/>
              <a:gd name="connsiteY6" fmla="*/ 1064008 h 1410170"/>
              <a:gd name="connsiteX7" fmla="*/ 1100097 w 1434902"/>
              <a:gd name="connsiteY7" fmla="*/ 1410170 h 1410170"/>
              <a:gd name="connsiteX8" fmla="*/ 717451 w 1434902"/>
              <a:gd name="connsiteY8" fmla="*/ 1040077 h 1410170"/>
              <a:gd name="connsiteX9" fmla="*/ 334805 w 1434902"/>
              <a:gd name="connsiteY9" fmla="*/ 1410170 h 1410170"/>
              <a:gd name="connsiteX10" fmla="*/ 0 w 1434902"/>
              <a:gd name="connsiteY10" fmla="*/ 1064008 h 1410170"/>
              <a:gd name="connsiteX11" fmla="*/ 5337 w 1434902"/>
              <a:gd name="connsiteY11" fmla="*/ 694925 h 1410170"/>
              <a:gd name="connsiteX12" fmla="*/ 0 w 1434902"/>
              <a:gd name="connsiteY12" fmla="*/ 346162 h 1410170"/>
              <a:gd name="connsiteX0" fmla="*/ 0 w 1434902"/>
              <a:gd name="connsiteY0" fmla="*/ 748229 h 1812237"/>
              <a:gd name="connsiteX1" fmla="*/ 334805 w 1434902"/>
              <a:gd name="connsiteY1" fmla="*/ 40206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0 w 1434902"/>
              <a:gd name="connsiteY0" fmla="*/ 748229 h 1812237"/>
              <a:gd name="connsiteX1" fmla="*/ 675800 w 1434902"/>
              <a:gd name="connsiteY1" fmla="*/ 201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2283 w 1437185"/>
              <a:gd name="connsiteY0" fmla="*/ 748229 h 1812237"/>
              <a:gd name="connsiteX1" fmla="*/ 678083 w 1437185"/>
              <a:gd name="connsiteY1" fmla="*/ 2017 h 1812237"/>
              <a:gd name="connsiteX2" fmla="*/ 679094 w 1437185"/>
              <a:gd name="connsiteY2" fmla="*/ 0 h 1812237"/>
              <a:gd name="connsiteX3" fmla="*/ 1102380 w 1437185"/>
              <a:gd name="connsiteY3" fmla="*/ 402067 h 1812237"/>
              <a:gd name="connsiteX4" fmla="*/ 1437185 w 1437185"/>
              <a:gd name="connsiteY4" fmla="*/ 748229 h 1812237"/>
              <a:gd name="connsiteX5" fmla="*/ 1066088 w 1437185"/>
              <a:gd name="connsiteY5" fmla="*/ 1107152 h 1812237"/>
              <a:gd name="connsiteX6" fmla="*/ 1437185 w 1437185"/>
              <a:gd name="connsiteY6" fmla="*/ 1466075 h 1812237"/>
              <a:gd name="connsiteX7" fmla="*/ 1102380 w 1437185"/>
              <a:gd name="connsiteY7" fmla="*/ 1812237 h 1812237"/>
              <a:gd name="connsiteX8" fmla="*/ 719734 w 1437185"/>
              <a:gd name="connsiteY8" fmla="*/ 1442144 h 1812237"/>
              <a:gd name="connsiteX9" fmla="*/ 337088 w 1437185"/>
              <a:gd name="connsiteY9" fmla="*/ 1812237 h 1812237"/>
              <a:gd name="connsiteX10" fmla="*/ 2283 w 1437185"/>
              <a:gd name="connsiteY10" fmla="*/ 1466075 h 1812237"/>
              <a:gd name="connsiteX11" fmla="*/ 0 w 1437185"/>
              <a:gd name="connsiteY11" fmla="*/ 1096992 h 1812237"/>
              <a:gd name="connsiteX12" fmla="*/ 2283 w 1437185"/>
              <a:gd name="connsiteY12" fmla="*/ 748229 h 1812237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102380 w 1437185"/>
              <a:gd name="connsiteY3" fmla="*/ 40206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094760 w 1437185"/>
              <a:gd name="connsiteY3" fmla="*/ 41349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37185" h="1812984">
                <a:moveTo>
                  <a:pt x="2283" y="748229"/>
                </a:moveTo>
                <a:lnTo>
                  <a:pt x="678083" y="2017"/>
                </a:lnTo>
                <a:lnTo>
                  <a:pt x="679094" y="0"/>
                </a:lnTo>
                <a:lnTo>
                  <a:pt x="1094760" y="413497"/>
                </a:lnTo>
                <a:lnTo>
                  <a:pt x="1437185" y="748229"/>
                </a:lnTo>
                <a:lnTo>
                  <a:pt x="1066088" y="1107152"/>
                </a:lnTo>
                <a:lnTo>
                  <a:pt x="1437185" y="1466075"/>
                </a:lnTo>
                <a:lnTo>
                  <a:pt x="1102380" y="1812237"/>
                </a:lnTo>
                <a:lnTo>
                  <a:pt x="704494" y="1812984"/>
                </a:lnTo>
                <a:lnTo>
                  <a:pt x="337088" y="1812237"/>
                </a:lnTo>
                <a:lnTo>
                  <a:pt x="2283" y="1466075"/>
                </a:lnTo>
                <a:lnTo>
                  <a:pt x="0" y="1096992"/>
                </a:lnTo>
                <a:lnTo>
                  <a:pt x="2283" y="74822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F271421-4446-6A2A-94E6-F38951F781C5}"/>
              </a:ext>
            </a:extLst>
          </p:cNvPr>
          <p:cNvSpPr txBox="1"/>
          <p:nvPr/>
        </p:nvSpPr>
        <p:spPr>
          <a:xfrm>
            <a:off x="4893489" y="6940722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2EE04A-5F5C-14F6-BF80-927242070B20}"/>
              </a:ext>
            </a:extLst>
          </p:cNvPr>
          <p:cNvSpPr txBox="1"/>
          <p:nvPr/>
        </p:nvSpPr>
        <p:spPr>
          <a:xfrm>
            <a:off x="4653926" y="615520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480EFF-06DE-68DA-48F9-E4E727C594BD}"/>
              </a:ext>
            </a:extLst>
          </p:cNvPr>
          <p:cNvSpPr txBox="1"/>
          <p:nvPr/>
        </p:nvSpPr>
        <p:spPr>
          <a:xfrm>
            <a:off x="4878158" y="564890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/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23923C9-E308-279A-4BCE-33A4156D7FFF}"/>
              </a:ext>
            </a:extLst>
          </p:cNvPr>
          <p:cNvCxnSpPr>
            <a:cxnSpLocks/>
            <a:stCxn id="97" idx="4"/>
            <a:endCxn id="97" idx="0"/>
          </p:cNvCxnSpPr>
          <p:nvPr/>
        </p:nvCxnSpPr>
        <p:spPr>
          <a:xfrm flipH="1" flipV="1">
            <a:off x="5679242" y="5701196"/>
            <a:ext cx="387947" cy="1381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/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f)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blipFill>
                <a:blip r:embed="rId9"/>
                <a:stretch>
                  <a:fillRect l="-168"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FD07278-CA7A-8AC2-E308-9388888F1C63}"/>
              </a:ext>
            </a:extLst>
          </p:cNvPr>
          <p:cNvGrpSpPr/>
          <p:nvPr/>
        </p:nvGrpSpPr>
        <p:grpSpPr>
          <a:xfrm>
            <a:off x="3853019" y="3031366"/>
            <a:ext cx="2896787" cy="2433820"/>
            <a:chOff x="3401915" y="2814685"/>
            <a:chExt cx="2896787" cy="243382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A1D85C5-D185-AB9A-DF8B-82F4C0545E25}"/>
                </a:ext>
              </a:extLst>
            </p:cNvPr>
            <p:cNvGrpSpPr/>
            <p:nvPr/>
          </p:nvGrpSpPr>
          <p:grpSpPr>
            <a:xfrm>
              <a:off x="3401915" y="2814685"/>
              <a:ext cx="2896787" cy="2433820"/>
              <a:chOff x="3401915" y="2814685"/>
              <a:chExt cx="2896787" cy="2433820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03EFF7B-8A37-468C-F47D-DA64A5A22A63}"/>
                  </a:ext>
                </a:extLst>
              </p:cNvPr>
              <p:cNvGrpSpPr/>
              <p:nvPr/>
            </p:nvGrpSpPr>
            <p:grpSpPr>
              <a:xfrm>
                <a:off x="3584477" y="2947809"/>
                <a:ext cx="2494619" cy="2176698"/>
                <a:chOff x="2555153" y="2910335"/>
                <a:chExt cx="2494619" cy="217669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C2588022-8892-FCC2-34F3-0ABE3E93C6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59B5E456-100E-50E8-6C8C-0E9B5C36D9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0" name="Hexagon 15">
                  <a:extLst>
                    <a:ext uri="{FF2B5EF4-FFF2-40B4-BE49-F238E27FC236}">
                      <a16:creationId xmlns:a16="http://schemas.microsoft.com/office/drawing/2014/main" id="{0EC76ABC-E901-A473-F08A-77C9E3820DFA}"/>
                    </a:ext>
                  </a:extLst>
                </p:cNvPr>
                <p:cNvSpPr/>
                <p:nvPr/>
              </p:nvSpPr>
              <p:spPr>
                <a:xfrm>
                  <a:off x="2590532" y="3014853"/>
                  <a:ext cx="2429656" cy="1968036"/>
                </a:xfrm>
                <a:custGeom>
                  <a:avLst/>
                  <a:gdLst>
                    <a:gd name="connsiteX0" fmla="*/ 0 w 1060704"/>
                    <a:gd name="connsiteY0" fmla="*/ 457200 h 914400"/>
                    <a:gd name="connsiteX1" fmla="*/ 309881 w 1060704"/>
                    <a:gd name="connsiteY1" fmla="*/ 0 h 914400"/>
                    <a:gd name="connsiteX2" fmla="*/ 750823 w 1060704"/>
                    <a:gd name="connsiteY2" fmla="*/ 0 h 914400"/>
                    <a:gd name="connsiteX3" fmla="*/ 1060704 w 1060704"/>
                    <a:gd name="connsiteY3" fmla="*/ 457200 h 914400"/>
                    <a:gd name="connsiteX4" fmla="*/ 750823 w 1060704"/>
                    <a:gd name="connsiteY4" fmla="*/ 914400 h 914400"/>
                    <a:gd name="connsiteX5" fmla="*/ 309881 w 1060704"/>
                    <a:gd name="connsiteY5" fmla="*/ 914400 h 914400"/>
                    <a:gd name="connsiteX6" fmla="*/ 0 w 1060704"/>
                    <a:gd name="connsiteY6" fmla="*/ 457200 h 914400"/>
                    <a:gd name="connsiteX0" fmla="*/ 66039 w 1126743"/>
                    <a:gd name="connsiteY0" fmla="*/ 457200 h 914400"/>
                    <a:gd name="connsiteX1" fmla="*/ 375920 w 1126743"/>
                    <a:gd name="connsiteY1" fmla="*/ 0 h 914400"/>
                    <a:gd name="connsiteX2" fmla="*/ 816862 w 1126743"/>
                    <a:gd name="connsiteY2" fmla="*/ 0 h 914400"/>
                    <a:gd name="connsiteX3" fmla="*/ 1126743 w 1126743"/>
                    <a:gd name="connsiteY3" fmla="*/ 457200 h 914400"/>
                    <a:gd name="connsiteX4" fmla="*/ 816862 w 1126743"/>
                    <a:gd name="connsiteY4" fmla="*/ 914400 h 914400"/>
                    <a:gd name="connsiteX5" fmla="*/ 0 w 1126743"/>
                    <a:gd name="connsiteY5" fmla="*/ 914400 h 914400"/>
                    <a:gd name="connsiteX6" fmla="*/ 66039 w 1126743"/>
                    <a:gd name="connsiteY6" fmla="*/ 457200 h 914400"/>
                    <a:gd name="connsiteX0" fmla="*/ 66039 w 1190109"/>
                    <a:gd name="connsiteY0" fmla="*/ 457200 h 914400"/>
                    <a:gd name="connsiteX1" fmla="*/ 375920 w 1190109"/>
                    <a:gd name="connsiteY1" fmla="*/ 0 h 914400"/>
                    <a:gd name="connsiteX2" fmla="*/ 816862 w 1190109"/>
                    <a:gd name="connsiteY2" fmla="*/ 0 h 914400"/>
                    <a:gd name="connsiteX3" fmla="*/ 1126743 w 1190109"/>
                    <a:gd name="connsiteY3" fmla="*/ 457200 h 914400"/>
                    <a:gd name="connsiteX4" fmla="*/ 1190109 w 1190109"/>
                    <a:gd name="connsiteY4" fmla="*/ 910414 h 914400"/>
                    <a:gd name="connsiteX5" fmla="*/ 0 w 1190109"/>
                    <a:gd name="connsiteY5" fmla="*/ 914400 h 914400"/>
                    <a:gd name="connsiteX6" fmla="*/ 66039 w 1190109"/>
                    <a:gd name="connsiteY6" fmla="*/ 45720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90109" h="914400">
                      <a:moveTo>
                        <a:pt x="66039" y="457200"/>
                      </a:moveTo>
                      <a:lnTo>
                        <a:pt x="375920" y="0"/>
                      </a:lnTo>
                      <a:lnTo>
                        <a:pt x="816862" y="0"/>
                      </a:lnTo>
                      <a:lnTo>
                        <a:pt x="1126743" y="457200"/>
                      </a:lnTo>
                      <a:lnTo>
                        <a:pt x="1190109" y="910414"/>
                      </a:lnTo>
                      <a:lnTo>
                        <a:pt x="0" y="914400"/>
                      </a:lnTo>
                      <a:lnTo>
                        <a:pt x="66039" y="4572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E0C652BE-D581-BC70-5901-5C2C861D834D}"/>
                        </a:ext>
                      </a:extLst>
                    </p:cNvPr>
                    <p:cNvSpPr txBox="1"/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3B813248-FFA3-472C-35AE-549D8F8199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222" r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87A7831F-5CE1-88BF-EA86-7BCE7C96C98A}"/>
                        </a:ext>
                      </a:extLst>
                    </p:cNvPr>
                    <p:cNvSpPr txBox="1"/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403B3319-C8EF-DD60-0D84-FF3C621245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9302" r="-23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574B91CC-9758-FC06-3B00-9BB5B4D9A05F}"/>
                        </a:ext>
                      </a:extLst>
                    </p:cNvPr>
                    <p:cNvSpPr txBox="1"/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0581CDA1-5A9B-125C-9565-A2C6700215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29194FC9-ABB4-9337-B5F5-4AC055F343F2}"/>
                        </a:ext>
                      </a:extLst>
                    </p:cNvPr>
                    <p:cNvSpPr txBox="1"/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320472D7-A64D-7854-C5BB-61ABFED34E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3C0B8C66-44CD-72A0-5CE0-FFD2D238DD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7A113618-2814-AD93-CD2E-0FA23B26B5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C3386E2-85A6-66B9-6DB2-EE9DEC4D236D}"/>
                  </a:ext>
                </a:extLst>
              </p:cNvPr>
              <p:cNvSpPr txBox="1"/>
              <p:nvPr/>
            </p:nvSpPr>
            <p:spPr>
              <a:xfrm>
                <a:off x="5902572" y="3852904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6CB527E-F181-6724-C700-422B6B77A8C0}"/>
                  </a:ext>
                </a:extLst>
              </p:cNvPr>
              <p:cNvSpPr txBox="1"/>
              <p:nvPr/>
            </p:nvSpPr>
            <p:spPr>
              <a:xfrm>
                <a:off x="5231427" y="2814685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64CE503-12F7-6B7E-A014-57D4F9FD556D}"/>
                  </a:ext>
                </a:extLst>
              </p:cNvPr>
              <p:cNvSpPr txBox="1"/>
              <p:nvPr/>
            </p:nvSpPr>
            <p:spPr>
              <a:xfrm>
                <a:off x="6018647" y="4907233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8845CC7-6A2D-D08C-C8FB-5C2F7040BF13}"/>
                  </a:ext>
                </a:extLst>
              </p:cNvPr>
              <p:cNvSpPr txBox="1"/>
              <p:nvPr/>
            </p:nvSpPr>
            <p:spPr>
              <a:xfrm>
                <a:off x="3401915" y="497150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D</a:t>
                </a:r>
                <a:endParaRPr lang="en-GB" sz="1200" dirty="0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74FA8D5-D7C9-CFA0-E9E1-DC357067C138}"/>
                  </a:ext>
                </a:extLst>
              </p:cNvPr>
              <p:cNvSpPr txBox="1"/>
              <p:nvPr/>
            </p:nvSpPr>
            <p:spPr>
              <a:xfrm>
                <a:off x="3486741" y="3859499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E</a:t>
                </a:r>
                <a:endParaRPr lang="en-GB" sz="12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C3D03F2-9FEC-AA2C-E06F-D2CF9C4DDCA5}"/>
                  </a:ext>
                </a:extLst>
              </p:cNvPr>
              <p:cNvSpPr txBox="1"/>
              <p:nvPr/>
            </p:nvSpPr>
            <p:spPr>
              <a:xfrm>
                <a:off x="4164329" y="283163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</a:t>
                </a:r>
                <a:endParaRPr lang="en-GB" sz="1200" dirty="0"/>
              </a:p>
            </p:txBody>
          </p:sp>
          <p:sp>
            <p:nvSpPr>
              <p:cNvPr id="114" name="Pie 84">
                <a:extLst>
                  <a:ext uri="{FF2B5EF4-FFF2-40B4-BE49-F238E27FC236}">
                    <a16:creationId xmlns:a16="http://schemas.microsoft.com/office/drawing/2014/main" id="{B1E08D09-DC73-BFBE-5472-CC6D77FACAF2}"/>
                  </a:ext>
                </a:extLst>
              </p:cNvPr>
              <p:cNvSpPr/>
              <p:nvPr/>
            </p:nvSpPr>
            <p:spPr>
              <a:xfrm rot="8774176">
                <a:off x="3567939" y="3856337"/>
                <a:ext cx="367835" cy="361217"/>
              </a:xfrm>
              <a:prstGeom prst="pie">
                <a:avLst>
                  <a:gd name="adj1" fmla="val 9377659"/>
                  <a:gd name="adj2" fmla="val 1866598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/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Pie 15">
                <a:extLst>
                  <a:ext uri="{FF2B5EF4-FFF2-40B4-BE49-F238E27FC236}">
                    <a16:creationId xmlns:a16="http://schemas.microsoft.com/office/drawing/2014/main" id="{D17B3DB4-A13E-612C-AD4F-07A734ECCB3A}"/>
                  </a:ext>
                </a:extLst>
              </p:cNvPr>
              <p:cNvSpPr/>
              <p:nvPr/>
            </p:nvSpPr>
            <p:spPr>
              <a:xfrm rot="6424420">
                <a:off x="3422935" y="4833474"/>
                <a:ext cx="393840" cy="382961"/>
              </a:xfrm>
              <a:prstGeom prst="pie">
                <a:avLst>
                  <a:gd name="adj1" fmla="val 10221853"/>
                  <a:gd name="adj2" fmla="val 15001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/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9872516-A7D7-73BD-A2A1-176ECEBAF891}"/>
                  </a:ext>
                </a:extLst>
              </p:cNvPr>
              <p:cNvCxnSpPr>
                <a:cxnSpLocks/>
                <a:stCxn id="120" idx="4"/>
              </p:cNvCxnSpPr>
              <p:nvPr/>
            </p:nvCxnSpPr>
            <p:spPr>
              <a:xfrm flipH="1" flipV="1">
                <a:off x="4382774" y="3062532"/>
                <a:ext cx="1666738" cy="1949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Pie 84">
              <a:extLst>
                <a:ext uri="{FF2B5EF4-FFF2-40B4-BE49-F238E27FC236}">
                  <a16:creationId xmlns:a16="http://schemas.microsoft.com/office/drawing/2014/main" id="{93FDBEB0-04BC-B414-5DD5-DD6EE9D6BC9F}"/>
                </a:ext>
              </a:extLst>
            </p:cNvPr>
            <p:cNvSpPr/>
            <p:nvPr/>
          </p:nvSpPr>
          <p:spPr>
            <a:xfrm rot="8774176">
              <a:off x="3610125" y="3889607"/>
              <a:ext cx="290266" cy="288141"/>
            </a:xfrm>
            <a:prstGeom prst="pie">
              <a:avLst>
                <a:gd name="adj1" fmla="val 9377659"/>
                <a:gd name="adj2" fmla="val 1866598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6" name="Pie 84">
            <a:extLst>
              <a:ext uri="{FF2B5EF4-FFF2-40B4-BE49-F238E27FC236}">
                <a16:creationId xmlns:a16="http://schemas.microsoft.com/office/drawing/2014/main" id="{ADFC64FA-5EAE-6579-FB54-4949CDDE93B9}"/>
              </a:ext>
            </a:extLst>
          </p:cNvPr>
          <p:cNvSpPr/>
          <p:nvPr/>
        </p:nvSpPr>
        <p:spPr>
          <a:xfrm rot="8774176">
            <a:off x="4703855" y="6086089"/>
            <a:ext cx="367835" cy="361217"/>
          </a:xfrm>
          <a:prstGeom prst="pie">
            <a:avLst>
              <a:gd name="adj1" fmla="val 9100103"/>
              <a:gd name="adj2" fmla="val 170415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7" name="Pie 84">
            <a:extLst>
              <a:ext uri="{FF2B5EF4-FFF2-40B4-BE49-F238E27FC236}">
                <a16:creationId xmlns:a16="http://schemas.microsoft.com/office/drawing/2014/main" id="{43EEF441-1A85-169F-61AE-BB996710A014}"/>
              </a:ext>
            </a:extLst>
          </p:cNvPr>
          <p:cNvSpPr/>
          <p:nvPr/>
        </p:nvSpPr>
        <p:spPr>
          <a:xfrm rot="8774176">
            <a:off x="4743501" y="6119359"/>
            <a:ext cx="290266" cy="288141"/>
          </a:xfrm>
          <a:prstGeom prst="pie">
            <a:avLst>
              <a:gd name="adj1" fmla="val 9377659"/>
              <a:gd name="adj2" fmla="val 171760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8" name="Pie 84">
            <a:extLst>
              <a:ext uri="{FF2B5EF4-FFF2-40B4-BE49-F238E27FC236}">
                <a16:creationId xmlns:a16="http://schemas.microsoft.com/office/drawing/2014/main" id="{3D313DDD-A3FE-8D77-4209-4E023212D92B}"/>
              </a:ext>
            </a:extLst>
          </p:cNvPr>
          <p:cNvSpPr/>
          <p:nvPr/>
        </p:nvSpPr>
        <p:spPr>
          <a:xfrm rot="2966194">
            <a:off x="5326651" y="7103251"/>
            <a:ext cx="290266" cy="288141"/>
          </a:xfrm>
          <a:prstGeom prst="pie">
            <a:avLst>
              <a:gd name="adj1" fmla="val 9879797"/>
              <a:gd name="adj2" fmla="val 147493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41BBBE4-8A5B-0C19-B901-68E5DAC09DC6}"/>
              </a:ext>
            </a:extLst>
          </p:cNvPr>
          <p:cNvGrpSpPr/>
          <p:nvPr/>
        </p:nvGrpSpPr>
        <p:grpSpPr>
          <a:xfrm>
            <a:off x="3554756" y="7570682"/>
            <a:ext cx="3096598" cy="2105889"/>
            <a:chOff x="3416917" y="7598487"/>
            <a:chExt cx="3014095" cy="2122161"/>
          </a:xfrm>
        </p:grpSpPr>
        <p:pic>
          <p:nvPicPr>
            <p:cNvPr id="143" name="object 2">
              <a:extLst>
                <a:ext uri="{FF2B5EF4-FFF2-40B4-BE49-F238E27FC236}">
                  <a16:creationId xmlns:a16="http://schemas.microsoft.com/office/drawing/2014/main" id="{D76462AF-A0C0-551F-54D4-DF74F535CF9D}"/>
                </a:ext>
              </a:extLst>
            </p:cNvPr>
            <p:cNvPicPr/>
            <p:nvPr/>
          </p:nvPicPr>
          <p:blipFill rotWithShape="1">
            <a:blip r:embed="rId34" cstate="print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sharpenSoften amount="60000"/>
                      </a14:imgEffect>
                    </a14:imgLayer>
                  </a14:imgProps>
                </a:ext>
              </a:extLst>
            </a:blip>
            <a:srcRect l="18656" t="7322" r="42204" b="49028"/>
            <a:stretch/>
          </p:blipFill>
          <p:spPr>
            <a:xfrm>
              <a:off x="3416917" y="7598487"/>
              <a:ext cx="3014095" cy="21221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28D0CDE-8979-31E6-5587-7F60531E5205}"/>
                    </a:ext>
                  </a:extLst>
                </p:cNvPr>
                <p:cNvSpPr txBox="1"/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1B3D13E-2B18-0D17-85ED-CA950FDC5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blipFill>
                  <a:blip r:embed="rId18"/>
                  <a:stretch>
                    <a:fillRect t="-10526" b="-78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4CD9F05-548F-6D4D-E1DC-CA94E29D905B}"/>
                    </a:ext>
                  </a:extLst>
                </p:cNvPr>
                <p:cNvSpPr txBox="1"/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6C4F553-B5D2-9C77-35AD-3D27A8D0F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blipFill>
                  <a:blip r:embed="rId19"/>
                  <a:stretch>
                    <a:fillRect t="-13514" b="-81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/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/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/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State two pairs of parallel lines.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ABC, mark this on the diagram using arcs.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blipFill>
                <a:blip r:embed="rId45"/>
                <a:stretch>
                  <a:fillRect l="-166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72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47773" cy="1032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1 – Congruent Shapes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61283" y="808362"/>
            <a:ext cx="489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Recall the meaning of the word congruent.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shapes.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527361" y="422166"/>
            <a:ext cx="381898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recognise congruent shapes.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293949" y="687538"/>
            <a:ext cx="137105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Corresponding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03826" y="9609469"/>
            <a:ext cx="433172" cy="435469"/>
          </a:xfrm>
        </p:spPr>
        <p:txBody>
          <a:bodyPr/>
          <a:lstStyle/>
          <a:p>
            <a:fld id="{19F1D9CC-7119-45EC-A96C-D8C0660F3AAB}" type="slidenum">
              <a:rPr lang="en-GB" b="1" smtClean="0"/>
              <a:t>7</a:t>
            </a:fld>
            <a:endParaRPr lang="en-GB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24264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50258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48280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125861" y="1481531"/>
            <a:ext cx="6600001" cy="2612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71684" y="146813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5616221" y="146727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5524431" y="262797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50501" y="1723039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1656" y="2891078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26255" y="2610892"/>
            <a:ext cx="6599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  <a:stCxn id="52" idx="0"/>
            <a:endCxn id="52" idx="2"/>
          </p:cNvCxnSpPr>
          <p:nvPr/>
        </p:nvCxnSpPr>
        <p:spPr>
          <a:xfrm>
            <a:off x="3425862" y="1481531"/>
            <a:ext cx="0" cy="2612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462449" y="2440480"/>
            <a:ext cx="18929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Shapes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455052" y="167403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Congruent shapes have: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angles that are the same size.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sides that are the same length.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322" y="2915468"/>
            <a:ext cx="1065467" cy="486762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859" y="3350153"/>
            <a:ext cx="2075174" cy="71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blipFill>
                <a:blip r:embed="rId9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blipFill>
                <a:blip r:embed="rId10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blipFill>
                <a:blip r:embed="rId11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blipFill>
                <a:blip r:embed="rId12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blipFill>
                <a:blip r:embed="rId13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blipFill>
                <a:blip r:embed="rId14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3451656" y="2825592"/>
            <a:ext cx="3233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Despite these triangles looking like they are the same size and shape, they have different angles so are </a:t>
            </a:r>
            <a:r>
              <a:rPr lang="en-US" sz="1200" b="1" dirty="0"/>
              <a:t>not</a:t>
            </a:r>
            <a:r>
              <a:rPr lang="en-US" sz="1200" dirty="0"/>
              <a:t> congruent. 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5827" y="2617476"/>
            <a:ext cx="2339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  <a:p>
            <a:r>
              <a:rPr lang="en-US" sz="1200" dirty="0"/>
              <a:t>These squares are congruent as they are exactly the same shape and the same size. </a:t>
            </a:r>
          </a:p>
          <a:p>
            <a:r>
              <a:rPr lang="en-US" sz="1200" dirty="0"/>
              <a:t>If one square was placed over the other they would fit precisely.</a:t>
            </a:r>
          </a:p>
          <a:p>
            <a:r>
              <a:rPr lang="en-US" sz="1200" b="1" dirty="0"/>
              <a:t>  </a:t>
            </a:r>
          </a:p>
          <a:p>
            <a:endParaRPr lang="en-GB" sz="1200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8A2183-F22A-AB15-6BF5-DC442644F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25631"/>
              </p:ext>
            </p:extLst>
          </p:nvPr>
        </p:nvGraphicFramePr>
        <p:xfrm>
          <a:off x="126109" y="6826478"/>
          <a:ext cx="6623874" cy="2870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958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491238507"/>
                    </a:ext>
                  </a:extLst>
                </a:gridCol>
              </a:tblGrid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86506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D56B8D-9483-E308-7F42-00701305293D}"/>
              </a:ext>
            </a:extLst>
          </p:cNvPr>
          <p:cNvCxnSpPr>
            <a:cxnSpLocks/>
          </p:cNvCxnSpPr>
          <p:nvPr/>
        </p:nvCxnSpPr>
        <p:spPr>
          <a:xfrm>
            <a:off x="938082" y="5801849"/>
            <a:ext cx="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A87A23-1E2E-223F-3EE9-DD94F971B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30156"/>
              </p:ext>
            </p:extLst>
          </p:nvPr>
        </p:nvGraphicFramePr>
        <p:xfrm>
          <a:off x="139822" y="4357478"/>
          <a:ext cx="6600001" cy="2021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469">
                  <a:extLst>
                    <a:ext uri="{9D8B030D-6E8A-4147-A177-3AD203B41FA5}">
                      <a16:colId xmlns:a16="http://schemas.microsoft.com/office/drawing/2014/main" val="1568142362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609968388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3207776717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1889420402"/>
                    </a:ext>
                  </a:extLst>
                </a:gridCol>
              </a:tblGrid>
              <a:tr h="26018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whether the pairs of shapes are congruent.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201933"/>
                  </a:ext>
                </a:extLst>
              </a:tr>
              <a:tr h="954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Check if the shapes are identical in size and shape. </a:t>
                      </a:r>
                    </a:p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25240"/>
                  </a:ext>
                </a:extLst>
              </a:tr>
              <a:tr h="741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If the shapes are identical, they are congruent.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1824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A105544-36D1-BFE0-F4F7-2CD2FD4A8D65}"/>
              </a:ext>
            </a:extLst>
          </p:cNvPr>
          <p:cNvSpPr txBox="1"/>
          <p:nvPr/>
        </p:nvSpPr>
        <p:spPr>
          <a:xfrm>
            <a:off x="94261" y="4083452"/>
            <a:ext cx="239609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     I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2F756E-DA4B-4E5E-2AC4-733DE198191C}"/>
              </a:ext>
            </a:extLst>
          </p:cNvPr>
          <p:cNvSpPr txBox="1"/>
          <p:nvPr/>
        </p:nvSpPr>
        <p:spPr>
          <a:xfrm>
            <a:off x="4974825" y="407641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5DA8F-0F71-0433-0B41-859ACBB864E8}"/>
              </a:ext>
            </a:extLst>
          </p:cNvPr>
          <p:cNvSpPr txBox="1"/>
          <p:nvPr/>
        </p:nvSpPr>
        <p:spPr>
          <a:xfrm>
            <a:off x="3180628" y="4082714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5C4170-1AED-D398-4CFA-9F89415F65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9450" y="4767380"/>
            <a:ext cx="1573882" cy="10417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00788B-72E5-2042-92B3-834738FE65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4922" y="4741459"/>
            <a:ext cx="1515627" cy="10632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9DC816-6F60-3D11-E13F-8134555C4FD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6251" y="4678970"/>
            <a:ext cx="1493018" cy="12105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FEE7148-E08D-5CFE-4D9A-484D074AD9A3}"/>
              </a:ext>
            </a:extLst>
          </p:cNvPr>
          <p:cNvSpPr txBox="1"/>
          <p:nvPr/>
        </p:nvSpPr>
        <p:spPr>
          <a:xfrm>
            <a:off x="1588638" y="6546090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  </a:t>
            </a:r>
            <a:r>
              <a:rPr lang="en-US" sz="1200" dirty="0"/>
              <a:t>For each pair of shapes, state whether they are congruent or not congruent.</a:t>
            </a:r>
            <a:endParaRPr lang="en-GB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D749D6-D1EE-90D3-BD8C-6B0822E05E00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76120" t="23919" b="10554"/>
          <a:stretch/>
        </p:blipFill>
        <p:spPr>
          <a:xfrm>
            <a:off x="4952267" y="6901346"/>
            <a:ext cx="1574801" cy="6987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21F2BF6-CE65-7663-7675-7EAF6227ADD7}"/>
              </a:ext>
            </a:extLst>
          </p:cNvPr>
          <p:cNvSpPr/>
          <p:nvPr/>
        </p:nvSpPr>
        <p:spPr>
          <a:xfrm>
            <a:off x="441" y="649882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44AEDE-4B54-DB3E-0939-56A601CDA209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881" t="22749" r="70931" b="14292"/>
          <a:stretch/>
        </p:blipFill>
        <p:spPr>
          <a:xfrm>
            <a:off x="465006" y="6903274"/>
            <a:ext cx="1595120" cy="6713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555B83C-62A2-C8E0-4CF6-6B48AA61EC01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0931" t="10387" r="29797" b="73"/>
          <a:stretch/>
        </p:blipFill>
        <p:spPr>
          <a:xfrm>
            <a:off x="2679200" y="6882136"/>
            <a:ext cx="1688036" cy="8348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670457-C739-C63D-ED36-4418A2C30F2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73209" t="39260" r="1852" b="14051"/>
          <a:stretch/>
        </p:blipFill>
        <p:spPr>
          <a:xfrm>
            <a:off x="4758688" y="8373162"/>
            <a:ext cx="1967616" cy="6332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96ACC8-7524-6FF1-A797-9DE9591B5D98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4985" t="27984" r="73294" b="2858"/>
          <a:stretch/>
        </p:blipFill>
        <p:spPr>
          <a:xfrm>
            <a:off x="576766" y="8322750"/>
            <a:ext cx="1371600" cy="7507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A0E639-3165-EB53-E334-910D9915B4D6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38935" t="19600" r="31780"/>
          <a:stretch/>
        </p:blipFill>
        <p:spPr>
          <a:xfrm>
            <a:off x="2621833" y="8274565"/>
            <a:ext cx="1849120" cy="87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0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02060" y="9614803"/>
            <a:ext cx="376595" cy="340886"/>
          </a:xfrm>
        </p:spPr>
        <p:txBody>
          <a:bodyPr/>
          <a:lstStyle/>
          <a:p>
            <a:fld id="{19F1D9CC-7119-45EC-A96C-D8C0660F3AAB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DFD979F-5507-2FAD-AF09-4FCF0DA98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92829"/>
              </p:ext>
            </p:extLst>
          </p:nvPr>
        </p:nvGraphicFramePr>
        <p:xfrm>
          <a:off x="163116" y="6984276"/>
          <a:ext cx="6538956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56">
                  <a:extLst>
                    <a:ext uri="{9D8B030D-6E8A-4147-A177-3AD203B41FA5}">
                      <a16:colId xmlns:a16="http://schemas.microsoft.com/office/drawing/2014/main" val="1160535447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Bawan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be correct? Explain your answer.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864834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45B176D-E63F-5299-D03D-9DF754AA4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34182"/>
              </p:ext>
            </p:extLst>
          </p:nvPr>
        </p:nvGraphicFramePr>
        <p:xfrm>
          <a:off x="163116" y="4069438"/>
          <a:ext cx="6557832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06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4235926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Here are six shapes.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a) Which shape is congruent to shape E?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b) Name two other congruent shapes.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71FA83E-5456-289B-3349-A4653E6F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57639"/>
              </p:ext>
            </p:extLst>
          </p:nvPr>
        </p:nvGraphicFramePr>
        <p:xfrm>
          <a:off x="137053" y="347243"/>
          <a:ext cx="6583894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947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3291947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6094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601991E-3E8D-60B5-2887-4A90EF3283EA}"/>
              </a:ext>
            </a:extLst>
          </p:cNvPr>
          <p:cNvSpPr txBox="1"/>
          <p:nvPr/>
        </p:nvSpPr>
        <p:spPr>
          <a:xfrm>
            <a:off x="65933" y="95438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  </a:t>
            </a:r>
            <a:r>
              <a:rPr lang="en-US" sz="1200" dirty="0"/>
              <a:t>For each set of shapes, write down the shape that is not congruent to the others.</a:t>
            </a:r>
            <a:endParaRPr lang="en-GB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53F7061-ED95-1BDC-34D9-3191F91A6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94" t="17774" r="208" b="46732"/>
          <a:stretch/>
        </p:blipFill>
        <p:spPr>
          <a:xfrm>
            <a:off x="3726710" y="462028"/>
            <a:ext cx="2737408" cy="9184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748D11-E70D-73F6-A5B6-8E0273EA30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64" t="62895" r="972" b="1"/>
          <a:stretch/>
        </p:blipFill>
        <p:spPr>
          <a:xfrm>
            <a:off x="3884739" y="2224663"/>
            <a:ext cx="2714289" cy="95936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79E8640-EAC4-07E8-D7DF-BD84624F5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2" y="4103044"/>
            <a:ext cx="3655367" cy="268661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1DFB9FF-E6F9-C8C0-A5A7-89D4C8330CF9}"/>
              </a:ext>
            </a:extLst>
          </p:cNvPr>
          <p:cNvSpPr txBox="1"/>
          <p:nvPr/>
        </p:nvSpPr>
        <p:spPr>
          <a:xfrm>
            <a:off x="5133267" y="916198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Bawan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EE3AC9-7DCF-BB37-32A6-D5F622A18944}"/>
              </a:ext>
            </a:extLst>
          </p:cNvPr>
          <p:cNvSpPr txBox="1"/>
          <p:nvPr/>
        </p:nvSpPr>
        <p:spPr>
          <a:xfrm>
            <a:off x="3872513" y="918524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Logan</a:t>
            </a:r>
            <a:endParaRPr lang="en-GB" sz="1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BF3B11D-8DEF-6B35-27B6-A9DC0B8D1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1389" r="56301" b="46732"/>
          <a:stretch/>
        </p:blipFill>
        <p:spPr>
          <a:xfrm>
            <a:off x="593166" y="441567"/>
            <a:ext cx="2423486" cy="95936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4D290A6-8CA1-B890-5462-671E70923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851" r="55942"/>
          <a:stretch/>
        </p:blipFill>
        <p:spPr>
          <a:xfrm>
            <a:off x="486898" y="2224663"/>
            <a:ext cx="2830643" cy="959361"/>
          </a:xfrm>
          <a:prstGeom prst="rect">
            <a:avLst/>
          </a:prstGeom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CFE47AB2-597D-1482-84AF-1A77293F2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792" y="7102754"/>
            <a:ext cx="44481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65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0"/>
            <a:ext cx="6647773" cy="13571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2 – Congruent Triangles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77354" y="846764"/>
            <a:ext cx="459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Understand the different rules of triangle congruence.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triangles.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Apply congruence rules to worded problems.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261191" y="406926"/>
            <a:ext cx="422010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know and use triangle congruence rules.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569508" y="596113"/>
            <a:ext cx="1095493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Triangle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Adjacent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Included</a:t>
            </a:r>
          </a:p>
        </p:txBody>
      </p:sp>
      <p:cxnSp>
        <p:nvCxnSpPr>
          <p:cNvPr id="120" name="Straight Connector 119"/>
          <p:cNvCxnSpPr>
            <a:cxnSpLocks/>
          </p:cNvCxnSpPr>
          <p:nvPr/>
        </p:nvCxnSpPr>
        <p:spPr>
          <a:xfrm>
            <a:off x="7379004" y="8303770"/>
            <a:ext cx="0" cy="2942200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56776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82770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80792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/>
          <p:cNvSpPr/>
          <p:nvPr/>
        </p:nvSpPr>
        <p:spPr>
          <a:xfrm>
            <a:off x="105113" y="1806651"/>
            <a:ext cx="6647773" cy="3862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TextBox 155"/>
          <p:cNvSpPr txBox="1"/>
          <p:nvPr/>
        </p:nvSpPr>
        <p:spPr>
          <a:xfrm>
            <a:off x="71684" y="1793251"/>
            <a:ext cx="82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  <a:endParaRPr lang="en-US" sz="1200" dirty="0"/>
          </a:p>
        </p:txBody>
      </p:sp>
      <p:sp>
        <p:nvSpPr>
          <p:cNvPr id="157" name="TextBox 156"/>
          <p:cNvSpPr txBox="1"/>
          <p:nvPr/>
        </p:nvSpPr>
        <p:spPr>
          <a:xfrm>
            <a:off x="5623841" y="179239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8" name="TextBox 157"/>
          <p:cNvSpPr txBox="1"/>
          <p:nvPr/>
        </p:nvSpPr>
        <p:spPr>
          <a:xfrm>
            <a:off x="102254" y="3307738"/>
            <a:ext cx="3245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570151" y="3306217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60" name="TextBox 159"/>
          <p:cNvSpPr txBox="1"/>
          <p:nvPr/>
        </p:nvSpPr>
        <p:spPr>
          <a:xfrm>
            <a:off x="92463" y="2034308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36729" y="1956520"/>
            <a:ext cx="3485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triangles to be congruent, four proofs are acceptable, either: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SSS (side, side side)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SAS (side, angle, side - angle between given sides)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ASA (angle, side, angle - side between given angles)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RHS (right angle, hypotenuse, side)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51656" y="3500745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163" name="Straight Connector 162"/>
          <p:cNvCxnSpPr>
            <a:cxnSpLocks/>
          </p:cNvCxnSpPr>
          <p:nvPr/>
        </p:nvCxnSpPr>
        <p:spPr>
          <a:xfrm>
            <a:off x="105113" y="3306217"/>
            <a:ext cx="66368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cxnSpLocks/>
          </p:cNvCxnSpPr>
          <p:nvPr/>
        </p:nvCxnSpPr>
        <p:spPr>
          <a:xfrm>
            <a:off x="3307872" y="1801065"/>
            <a:ext cx="0" cy="38684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273215" y="3119003"/>
            <a:ext cx="20581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Triangles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752" r="5617" b="7604"/>
          <a:stretch/>
        </p:blipFill>
        <p:spPr>
          <a:xfrm>
            <a:off x="3450603" y="4787347"/>
            <a:ext cx="1524857" cy="8156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394" t="23856" r="2071" b="15093"/>
          <a:stretch/>
        </p:blipFill>
        <p:spPr>
          <a:xfrm>
            <a:off x="4778128" y="4509144"/>
            <a:ext cx="1839879" cy="792069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387672" y="3520711"/>
            <a:ext cx="3230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two shapes are not congruent even though they look like they would satisfy the condition of ASA. This is because on shape B 4.6cm should be between the two angles to be congruent with shape A.</a:t>
            </a:r>
          </a:p>
        </p:txBody>
      </p:sp>
      <p:sp>
        <p:nvSpPr>
          <p:cNvPr id="68" name="Slide Number Placeholder 1"/>
          <p:cNvSpPr txBox="1">
            <a:spLocks/>
          </p:cNvSpPr>
          <p:nvPr/>
        </p:nvSpPr>
        <p:spPr>
          <a:xfrm>
            <a:off x="6428677" y="9635118"/>
            <a:ext cx="398756" cy="350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0E1B7F-79F5-9040-DF71-DF18FDC7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58" y="3347511"/>
            <a:ext cx="2401552" cy="129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6B7B42-EBBB-FC59-A670-D83D69F3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0" y="4520846"/>
            <a:ext cx="2283022" cy="110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FE55488-F371-5E64-EE2B-1E7290AB3C69}"/>
              </a:ext>
            </a:extLst>
          </p:cNvPr>
          <p:cNvCxnSpPr/>
          <p:nvPr/>
        </p:nvCxnSpPr>
        <p:spPr>
          <a:xfrm>
            <a:off x="14674607" y="3563337"/>
            <a:ext cx="0" cy="3530405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6D09A1-94EA-ED3C-6DD3-E34F6847261F}"/>
              </a:ext>
            </a:extLst>
          </p:cNvPr>
          <p:cNvSpPr txBox="1"/>
          <p:nvPr/>
        </p:nvSpPr>
        <p:spPr>
          <a:xfrm>
            <a:off x="63065" y="5697940"/>
            <a:ext cx="168520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I do…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05513-3DA5-3EBB-FA65-7177B68D70AE}"/>
              </a:ext>
            </a:extLst>
          </p:cNvPr>
          <p:cNvSpPr txBox="1"/>
          <p:nvPr/>
        </p:nvSpPr>
        <p:spPr>
          <a:xfrm>
            <a:off x="2632454" y="569501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88EB3B-ED00-A4AF-190C-61FE55684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613518"/>
              </p:ext>
            </p:extLst>
          </p:nvPr>
        </p:nvGraphicFramePr>
        <p:xfrm>
          <a:off x="133954" y="5966526"/>
          <a:ext cx="6616663" cy="376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11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SSS.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3 corresponding sides,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SSS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Side,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EF5EEFA-9FF0-4B38-886B-D09715C5A056}"/>
              </a:ext>
            </a:extLst>
          </p:cNvPr>
          <p:cNvSpPr/>
          <p:nvPr/>
        </p:nvSpPr>
        <p:spPr>
          <a:xfrm>
            <a:off x="1495158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B2BB61-D876-4062-8A74-5A82115A1EAF}"/>
              </a:ext>
            </a:extLst>
          </p:cNvPr>
          <p:cNvGrpSpPr/>
          <p:nvPr/>
        </p:nvGrpSpPr>
        <p:grpSpPr>
          <a:xfrm>
            <a:off x="1443170" y="6395718"/>
            <a:ext cx="1224483" cy="1274909"/>
            <a:chOff x="957121" y="6136745"/>
            <a:chExt cx="2122103" cy="18300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B97246-4016-402D-FD61-4405B40CF8A4}"/>
                </a:ext>
              </a:extLst>
            </p:cNvPr>
            <p:cNvSpPr txBox="1"/>
            <p:nvPr/>
          </p:nvSpPr>
          <p:spPr>
            <a:xfrm>
              <a:off x="1442797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814C61-6787-9160-A2E4-EDDC808BAEB2}"/>
                </a:ext>
              </a:extLst>
            </p:cNvPr>
            <p:cNvSpPr txBox="1"/>
            <p:nvPr/>
          </p:nvSpPr>
          <p:spPr>
            <a:xfrm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EF8B4E-AE23-DAFE-FDC2-A8405D0D5F74}"/>
                </a:ext>
              </a:extLst>
            </p:cNvPr>
            <p:cNvSpPr txBox="1"/>
            <p:nvPr/>
          </p:nvSpPr>
          <p:spPr>
            <a:xfrm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3105B46-4B70-7F69-7A66-B7081A9DCEF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03A4C33-BA57-AD18-2527-E60B74971524}"/>
              </a:ext>
            </a:extLst>
          </p:cNvPr>
          <p:cNvSpPr txBox="1"/>
          <p:nvPr/>
        </p:nvSpPr>
        <p:spPr>
          <a:xfrm>
            <a:off x="1352310" y="6836825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36C220-D7D3-3F70-BA13-E88C4E704B07}"/>
              </a:ext>
            </a:extLst>
          </p:cNvPr>
          <p:cNvSpPr txBox="1"/>
          <p:nvPr/>
        </p:nvSpPr>
        <p:spPr>
          <a:xfrm>
            <a:off x="2058662" y="681639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58C932-F4E0-5E53-5B7C-C3CF62E0F860}"/>
              </a:ext>
            </a:extLst>
          </p:cNvPr>
          <p:cNvSpPr txBox="1"/>
          <p:nvPr/>
        </p:nvSpPr>
        <p:spPr>
          <a:xfrm>
            <a:off x="1797152" y="742373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FA25EF-7C35-54B4-97C8-67C162C60E35}"/>
              </a:ext>
            </a:extLst>
          </p:cNvPr>
          <p:cNvGrpSpPr/>
          <p:nvPr/>
        </p:nvGrpSpPr>
        <p:grpSpPr>
          <a:xfrm rot="19225229">
            <a:off x="1168260" y="7667724"/>
            <a:ext cx="1400560" cy="1370875"/>
            <a:chOff x="1292856" y="7502406"/>
            <a:chExt cx="1400560" cy="137087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6108CA-530C-C626-7596-8ED8A9E3F9AD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670C89-EBBF-4511-1CF6-A3EED00A948D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55842D-F109-2C4C-906B-DA972A0C87DA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D00756-1670-EAE0-98CF-5BE065551DEC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B53D7D-393F-339E-AE63-05BEA8AE91C1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F486E4-5240-824E-9B62-94BA9BCCD4B3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2423425D-002D-AADB-CA9F-1E7EB2B2141D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0B29566-A0EB-481E-72AD-6596B557218A}"/>
              </a:ext>
            </a:extLst>
          </p:cNvPr>
          <p:cNvSpPr txBox="1"/>
          <p:nvPr/>
        </p:nvSpPr>
        <p:spPr>
          <a:xfrm>
            <a:off x="3977179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DDE8C-8198-3628-499B-B55AB80271C1}"/>
              </a:ext>
            </a:extLst>
          </p:cNvPr>
          <p:cNvSpPr/>
          <p:nvPr/>
        </p:nvSpPr>
        <p:spPr>
          <a:xfrm>
            <a:off x="2835164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2DEA24-5E07-C41D-9001-D1BEB367A1EF}"/>
              </a:ext>
            </a:extLst>
          </p:cNvPr>
          <p:cNvGrpSpPr/>
          <p:nvPr/>
        </p:nvGrpSpPr>
        <p:grpSpPr>
          <a:xfrm rot="820214">
            <a:off x="2752789" y="6426829"/>
            <a:ext cx="1224484" cy="1274909"/>
            <a:chOff x="957120" y="6136746"/>
            <a:chExt cx="2122104" cy="18300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9ED69E-B86A-39A8-D41B-1D658F7F2FB2}"/>
                </a:ext>
              </a:extLst>
            </p:cNvPr>
            <p:cNvSpPr txBox="1"/>
            <p:nvPr/>
          </p:nvSpPr>
          <p:spPr>
            <a:xfrm rot="20779786">
              <a:off x="1442796" y="613674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15C6D3-E554-E5C1-5467-DD00F3ADD5B0}"/>
                </a:ext>
              </a:extLst>
            </p:cNvPr>
            <p:cNvSpPr txBox="1"/>
            <p:nvPr/>
          </p:nvSpPr>
          <p:spPr>
            <a:xfrm rot="20779786">
              <a:off x="957120" y="7569173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27D92E-416D-2A88-C63C-52FF6E4B2FD2}"/>
                </a:ext>
              </a:extLst>
            </p:cNvPr>
            <p:cNvSpPr txBox="1"/>
            <p:nvPr/>
          </p:nvSpPr>
          <p:spPr>
            <a:xfrm rot="20779786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FCF8EB78-06F4-CF3B-B151-338827D78A64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2CB17D-00C5-5747-E9B6-D05A35F0A34D}"/>
              </a:ext>
            </a:extLst>
          </p:cNvPr>
          <p:cNvSpPr txBox="1"/>
          <p:nvPr/>
        </p:nvSpPr>
        <p:spPr>
          <a:xfrm>
            <a:off x="3746313" y="7819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8F4DB-716D-1B60-59FD-C8879792F6E6}"/>
              </a:ext>
            </a:extLst>
          </p:cNvPr>
          <p:cNvSpPr txBox="1"/>
          <p:nvPr/>
        </p:nvSpPr>
        <p:spPr>
          <a:xfrm>
            <a:off x="2641643" y="684217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C11D9-5694-36B9-9C9D-8F8EB2F1A9C7}"/>
              </a:ext>
            </a:extLst>
          </p:cNvPr>
          <p:cNvSpPr txBox="1"/>
          <p:nvPr/>
        </p:nvSpPr>
        <p:spPr>
          <a:xfrm>
            <a:off x="3356817" y="686719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65BAE5-5136-3D38-C891-AEAE65192749}"/>
              </a:ext>
            </a:extLst>
          </p:cNvPr>
          <p:cNvSpPr txBox="1"/>
          <p:nvPr/>
        </p:nvSpPr>
        <p:spPr>
          <a:xfrm>
            <a:off x="3015238" y="743389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FBE989-8799-59E4-4AA5-626C578F7C15}"/>
              </a:ext>
            </a:extLst>
          </p:cNvPr>
          <p:cNvGrpSpPr/>
          <p:nvPr/>
        </p:nvGrpSpPr>
        <p:grpSpPr>
          <a:xfrm rot="2071051">
            <a:off x="2711136" y="7878754"/>
            <a:ext cx="1395022" cy="1101758"/>
            <a:chOff x="2654788" y="7698774"/>
            <a:chExt cx="1395022" cy="110175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F27EF4-E68E-AF66-26DF-F4CC38CC4985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3C16F1-FEAC-A5C2-BB67-0DFD0C924F4B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316E2BC-0E68-A5DD-CC40-177D24EE291B}"/>
                </a:ext>
              </a:extLst>
            </p:cNvPr>
            <p:cNvSpPr txBox="1"/>
            <p:nvPr/>
          </p:nvSpPr>
          <p:spPr>
            <a:xfrm rot="19528949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4mm</a:t>
              </a:r>
              <a:endParaRPr lang="en-GB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ADECAA-9549-4634-CC5E-E79EB52B9CE7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9mm</a:t>
              </a:r>
              <a:endParaRPr lang="en-GB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32D0C9-EAC5-58CC-C173-862DF1785461}"/>
                </a:ext>
              </a:extLst>
            </p:cNvPr>
            <p:cNvSpPr txBox="1"/>
            <p:nvPr/>
          </p:nvSpPr>
          <p:spPr>
            <a:xfrm rot="19528949">
              <a:off x="2796776" y="7842418"/>
              <a:ext cx="656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6mm</a:t>
              </a:r>
              <a:endParaRPr lang="en-GB" sz="1200" dirty="0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8BFA0FFE-E62C-2961-FEF8-8C04A80423B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F4B2263-1FC7-F470-EA4A-CB4585D0D806}"/>
              </a:ext>
            </a:extLst>
          </p:cNvPr>
          <p:cNvSpPr txBox="1"/>
          <p:nvPr/>
        </p:nvSpPr>
        <p:spPr>
          <a:xfrm>
            <a:off x="5360395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664000-1564-21D5-6A28-977EE58C7382}"/>
              </a:ext>
            </a:extLst>
          </p:cNvPr>
          <p:cNvSpPr/>
          <p:nvPr/>
        </p:nvSpPr>
        <p:spPr>
          <a:xfrm>
            <a:off x="4167113" y="919157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2510EE7-3ABF-6943-1625-EFAB31F4916B}"/>
              </a:ext>
            </a:extLst>
          </p:cNvPr>
          <p:cNvGrpSpPr/>
          <p:nvPr/>
        </p:nvGrpSpPr>
        <p:grpSpPr>
          <a:xfrm rot="19431443">
            <a:off x="3992580" y="6267293"/>
            <a:ext cx="1224482" cy="1274909"/>
            <a:chOff x="957122" y="6136745"/>
            <a:chExt cx="2122102" cy="183003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7E1730-A76B-8B0F-850D-B421C731561C}"/>
                </a:ext>
              </a:extLst>
            </p:cNvPr>
            <p:cNvSpPr txBox="1"/>
            <p:nvPr/>
          </p:nvSpPr>
          <p:spPr>
            <a:xfrm rot="2168557">
              <a:off x="1442798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C7D709-26A5-E44A-7B26-6A6388B3B681}"/>
                </a:ext>
              </a:extLst>
            </p:cNvPr>
            <p:cNvSpPr txBox="1"/>
            <p:nvPr/>
          </p:nvSpPr>
          <p:spPr>
            <a:xfrm rot="2168557">
              <a:off x="957122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444DC6-D4CB-FE13-1B35-34424800FF73}"/>
                </a:ext>
              </a:extLst>
            </p:cNvPr>
            <p:cNvSpPr txBox="1"/>
            <p:nvPr/>
          </p:nvSpPr>
          <p:spPr>
            <a:xfrm rot="2168557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2F113E52-A9F2-3B76-3E08-4B91072721C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E7FDB38-7C07-CA6E-DD9A-C1A4CD912152}"/>
              </a:ext>
            </a:extLst>
          </p:cNvPr>
          <p:cNvSpPr txBox="1"/>
          <p:nvPr/>
        </p:nvSpPr>
        <p:spPr>
          <a:xfrm>
            <a:off x="4671748" y="763009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BD481E-23DD-7A25-E076-5035875EBB31}"/>
              </a:ext>
            </a:extLst>
          </p:cNvPr>
          <p:cNvSpPr txBox="1"/>
          <p:nvPr/>
        </p:nvSpPr>
        <p:spPr>
          <a:xfrm>
            <a:off x="4002662" y="698450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4C443A-0DD2-C59C-B71E-8E57F7937553}"/>
              </a:ext>
            </a:extLst>
          </p:cNvPr>
          <p:cNvSpPr txBox="1"/>
          <p:nvPr/>
        </p:nvSpPr>
        <p:spPr>
          <a:xfrm>
            <a:off x="4538963" y="6626180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312EBB-5F5A-B18F-9A70-F4F4EDB916A5}"/>
              </a:ext>
            </a:extLst>
          </p:cNvPr>
          <p:cNvSpPr txBox="1"/>
          <p:nvPr/>
        </p:nvSpPr>
        <p:spPr>
          <a:xfrm>
            <a:off x="4774417" y="723509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4442A2-C9D3-9A5D-EBA0-A41388E50215}"/>
              </a:ext>
            </a:extLst>
          </p:cNvPr>
          <p:cNvGrpSpPr/>
          <p:nvPr/>
        </p:nvGrpSpPr>
        <p:grpSpPr>
          <a:xfrm rot="21073808">
            <a:off x="4072527" y="7864384"/>
            <a:ext cx="1426696" cy="1101758"/>
            <a:chOff x="2623114" y="7698774"/>
            <a:chExt cx="1426696" cy="110175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728B172-B338-F671-85A2-6A9505160DEC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473B9DF-71EA-D37E-B8FE-B91D239FB0BA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E9A24C-E008-DCEC-0A43-0C1408E63CA7}"/>
                </a:ext>
              </a:extLst>
            </p:cNvPr>
            <p:cNvSpPr txBox="1"/>
            <p:nvPr/>
          </p:nvSpPr>
          <p:spPr>
            <a:xfrm rot="526192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5m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AAB8AC7-66F3-0358-3A23-AC92EB3BCCFB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7m</a:t>
              </a:r>
              <a:endParaRPr lang="en-GB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621350C-6FAA-0E08-5430-72CDB3429E14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</a:t>
              </a:r>
              <a:endParaRPr lang="en-GB" sz="1200" dirty="0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74E3FAB-516E-3333-4779-444AD3FFB7C9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85711206-4F39-EE4C-6A76-E93411E6F3FC}"/>
              </a:ext>
            </a:extLst>
          </p:cNvPr>
          <p:cNvSpPr/>
          <p:nvPr/>
        </p:nvSpPr>
        <p:spPr>
          <a:xfrm>
            <a:off x="5628334" y="919157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D9F8EFA-42CD-F394-8B62-3550B9B04A43}"/>
              </a:ext>
            </a:extLst>
          </p:cNvPr>
          <p:cNvGrpSpPr/>
          <p:nvPr/>
        </p:nvGrpSpPr>
        <p:grpSpPr>
          <a:xfrm rot="10800000">
            <a:off x="5435274" y="6507826"/>
            <a:ext cx="1224483" cy="1274379"/>
            <a:chOff x="957121" y="6137506"/>
            <a:chExt cx="2122103" cy="18292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955AF2C-B850-1046-6BCC-C94BBCD618EE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A61AF7-7966-043D-6738-906EDBA0CBBE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04656DF-7C0C-4A04-C772-00A7F3D9967B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E5B95FC8-6CF4-EC84-21CB-0A8DE501F3D1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8A584EF-81B5-376D-C6EA-C60A31C56BC7}"/>
              </a:ext>
            </a:extLst>
          </p:cNvPr>
          <p:cNvSpPr txBox="1"/>
          <p:nvPr/>
        </p:nvSpPr>
        <p:spPr>
          <a:xfrm>
            <a:off x="6468363" y="780952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F05F67-C261-4089-3FC9-63234A2D09BC}"/>
              </a:ext>
            </a:extLst>
          </p:cNvPr>
          <p:cNvSpPr txBox="1"/>
          <p:nvPr/>
        </p:nvSpPr>
        <p:spPr>
          <a:xfrm>
            <a:off x="5909050" y="6455817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63BCE9-D3A4-6C2B-1188-73C96F1831BE}"/>
              </a:ext>
            </a:extLst>
          </p:cNvPr>
          <p:cNvSpPr txBox="1"/>
          <p:nvPr/>
        </p:nvSpPr>
        <p:spPr>
          <a:xfrm>
            <a:off x="6314202" y="699967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6BCF38-F69A-140F-8D9A-F1DE9C0A10F6}"/>
              </a:ext>
            </a:extLst>
          </p:cNvPr>
          <p:cNvSpPr txBox="1"/>
          <p:nvPr/>
        </p:nvSpPr>
        <p:spPr>
          <a:xfrm>
            <a:off x="5594129" y="704869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034DF31-116F-A11F-E31A-1CAA2D2C8A72}"/>
              </a:ext>
            </a:extLst>
          </p:cNvPr>
          <p:cNvGrpSpPr/>
          <p:nvPr/>
        </p:nvGrpSpPr>
        <p:grpSpPr>
          <a:xfrm rot="2071051">
            <a:off x="5430138" y="7867939"/>
            <a:ext cx="1395022" cy="1112521"/>
            <a:chOff x="2654788" y="7698774"/>
            <a:chExt cx="1395022" cy="1112521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CD05802-A649-FC6C-8987-D9DBBAA96D46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BBC62D6-B8A9-D6E5-D5BD-43DAA1B6653A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6CF9D76-60B6-95B3-D1AC-BE868290031C}"/>
                </a:ext>
              </a:extLst>
            </p:cNvPr>
            <p:cNvSpPr txBox="1"/>
            <p:nvPr/>
          </p:nvSpPr>
          <p:spPr>
            <a:xfrm rot="19528949">
              <a:off x="2937102" y="853429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30mm</a:t>
              </a:r>
              <a:endParaRPr lang="en-GB" sz="12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821D470-B9B8-F609-5294-A0E29829D504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1F81EF5-6E98-5027-9EF6-1BFC54A01469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6B8DA86C-07D4-69F1-925D-C057F092BF8D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092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6F823F-E145-E705-7B65-D2476D19ECFE}"/>
              </a:ext>
            </a:extLst>
          </p:cNvPr>
          <p:cNvSpPr/>
          <p:nvPr/>
        </p:nvSpPr>
        <p:spPr>
          <a:xfrm>
            <a:off x="0" y="6711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30974A-7C49-EA17-6BFA-596E7B3EDD57}"/>
              </a:ext>
            </a:extLst>
          </p:cNvPr>
          <p:cNvSpPr txBox="1">
            <a:spLocks/>
          </p:cNvSpPr>
          <p:nvPr/>
        </p:nvSpPr>
        <p:spPr>
          <a:xfrm>
            <a:off x="6546438" y="9618562"/>
            <a:ext cx="321379" cy="379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DEC6BC-0541-46B9-A826-622D336144DD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850432E-1418-F9A1-CDB0-223B74E03378}"/>
              </a:ext>
            </a:extLst>
          </p:cNvPr>
          <p:cNvGrpSpPr/>
          <p:nvPr/>
        </p:nvGrpSpPr>
        <p:grpSpPr>
          <a:xfrm rot="19225229">
            <a:off x="1823412" y="652436"/>
            <a:ext cx="1400560" cy="1370875"/>
            <a:chOff x="1292856" y="7502406"/>
            <a:chExt cx="1400560" cy="137087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39E9D3C-C65F-426E-53DB-1611681C7234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8376862-27C0-B404-2261-54A856435770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04F19DE-5590-9CF3-2B4A-017DF345ECE2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551A16-533E-0471-0929-F4FCCA35CFB9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E6D2B7-FA31-3766-9426-9B8110508C1F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EC8AFC-41D8-3641-791B-E186419BD74A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0C7C9DF-EE57-8A0F-4DF0-6D8B4E003083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66D3E2FE-AC04-087E-12E5-5A7B071F8C0B}"/>
              </a:ext>
            </a:extLst>
          </p:cNvPr>
          <p:cNvSpPr txBox="1"/>
          <p:nvPr/>
        </p:nvSpPr>
        <p:spPr>
          <a:xfrm>
            <a:off x="1590735" y="62643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baseline="0" dirty="0">
                <a:solidFill>
                  <a:sysClr val="windowText" lastClr="000000"/>
                </a:solidFill>
              </a:rPr>
              <a:t>State whether each set of triangles satisfy the condition SSS.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4DCFA-88E8-EBBA-60B7-69249AE18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95346"/>
              </p:ext>
            </p:extLst>
          </p:nvPr>
        </p:nvGraphicFramePr>
        <p:xfrm>
          <a:off x="145093" y="468910"/>
          <a:ext cx="6569606" cy="926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 err="1"/>
                        <a:t>i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94585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8719C7D-24BC-FB37-DA69-36CCF65BDB17}"/>
              </a:ext>
            </a:extLst>
          </p:cNvPr>
          <p:cNvGrpSpPr/>
          <p:nvPr/>
        </p:nvGrpSpPr>
        <p:grpSpPr>
          <a:xfrm>
            <a:off x="400100" y="611056"/>
            <a:ext cx="1315343" cy="1305015"/>
            <a:chOff x="522302" y="628283"/>
            <a:chExt cx="1315343" cy="13050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FF0D49-3EE5-0D43-0D8F-DF16284A98EF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F8D96-9243-DEA2-9591-750D4A76DFBB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B03DC4-3AF4-CDAB-620A-99F1275D8A44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744A1F-1888-F479-B5C4-BA8F2689E2F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6649163-4419-9C4A-722F-9B11C050E67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ECF67A-D5E0-1E0A-6A3A-A13E40990487}"/>
                </a:ext>
              </a:extLst>
            </p:cNvPr>
            <p:cNvSpPr txBox="1"/>
            <p:nvPr/>
          </p:nvSpPr>
          <p:spPr>
            <a:xfrm>
              <a:off x="522302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588E1-3321-6BB4-D15E-7BE5D5E54626}"/>
                </a:ext>
              </a:extLst>
            </p:cNvPr>
            <p:cNvSpPr txBox="1"/>
            <p:nvPr/>
          </p:nvSpPr>
          <p:spPr>
            <a:xfrm>
              <a:off x="1228654" y="1048958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58B04A-1F22-C4E9-5EDC-A1743BA2310F}"/>
                </a:ext>
              </a:extLst>
            </p:cNvPr>
            <p:cNvSpPr txBox="1"/>
            <p:nvPr/>
          </p:nvSpPr>
          <p:spPr>
            <a:xfrm>
              <a:off x="967144" y="1656299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4840F6A-F929-19B1-DD85-7168209C882C}"/>
              </a:ext>
            </a:extLst>
          </p:cNvPr>
          <p:cNvSpPr/>
          <p:nvPr/>
        </p:nvSpPr>
        <p:spPr>
          <a:xfrm>
            <a:off x="2649156" y="1927297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52F329-DF53-1D89-335B-3C4355B10D3D}"/>
              </a:ext>
            </a:extLst>
          </p:cNvPr>
          <p:cNvGrpSpPr/>
          <p:nvPr/>
        </p:nvGrpSpPr>
        <p:grpSpPr>
          <a:xfrm>
            <a:off x="3690118" y="565768"/>
            <a:ext cx="1325507" cy="1284063"/>
            <a:chOff x="3536739" y="672658"/>
            <a:chExt cx="1325507" cy="12840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039A4F-5309-C88E-6221-064D20C9DF58}"/>
                </a:ext>
              </a:extLst>
            </p:cNvPr>
            <p:cNvGrpSpPr/>
            <p:nvPr/>
          </p:nvGrpSpPr>
          <p:grpSpPr>
            <a:xfrm rot="820214">
              <a:off x="3637762" y="672658"/>
              <a:ext cx="1224484" cy="1274909"/>
              <a:chOff x="957120" y="6136746"/>
              <a:chExt cx="2122104" cy="183003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842090-C1F8-48D6-B04D-3A1F6A69A849}"/>
                  </a:ext>
                </a:extLst>
              </p:cNvPr>
              <p:cNvSpPr txBox="1"/>
              <p:nvPr/>
            </p:nvSpPr>
            <p:spPr>
              <a:xfrm rot="20779786">
                <a:off x="1442796" y="613674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A9334D-9DA0-3FB0-55DF-1E264BEB962B}"/>
                  </a:ext>
                </a:extLst>
              </p:cNvPr>
              <p:cNvSpPr txBox="1"/>
              <p:nvPr/>
            </p:nvSpPr>
            <p:spPr>
              <a:xfrm rot="20779786">
                <a:off x="957120" y="7569173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502D61-1854-7E15-F417-B1E4C51892CA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A4DCDD10-CE47-314D-DC6F-8BEF6FE5502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F7F2C4-390B-1E54-DA71-44C9E5E26C23}"/>
                </a:ext>
              </a:extLst>
            </p:cNvPr>
            <p:cNvSpPr txBox="1"/>
            <p:nvPr/>
          </p:nvSpPr>
          <p:spPr>
            <a:xfrm>
              <a:off x="3536739" y="1088000"/>
              <a:ext cx="5064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022D40-11D3-B7D4-EBAC-BA46CEF4D19C}"/>
                </a:ext>
              </a:extLst>
            </p:cNvPr>
            <p:cNvSpPr txBox="1"/>
            <p:nvPr/>
          </p:nvSpPr>
          <p:spPr>
            <a:xfrm>
              <a:off x="4251913" y="1113020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A7FD85-D6DC-02ED-BE0F-A6BDF32691F9}"/>
                </a:ext>
              </a:extLst>
            </p:cNvPr>
            <p:cNvSpPr txBox="1"/>
            <p:nvPr/>
          </p:nvSpPr>
          <p:spPr>
            <a:xfrm>
              <a:off x="3910334" y="1679722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763B05-7F73-BB56-EBD8-ED945DA81795}"/>
              </a:ext>
            </a:extLst>
          </p:cNvPr>
          <p:cNvGrpSpPr/>
          <p:nvPr/>
        </p:nvGrpSpPr>
        <p:grpSpPr>
          <a:xfrm>
            <a:off x="5159780" y="670630"/>
            <a:ext cx="1399721" cy="1136158"/>
            <a:chOff x="5017822" y="687857"/>
            <a:chExt cx="1399721" cy="113615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037717-1EBA-123A-EADD-BEC9E14C07C3}"/>
                </a:ext>
              </a:extLst>
            </p:cNvPr>
            <p:cNvSpPr txBox="1"/>
            <p:nvPr/>
          </p:nvSpPr>
          <p:spPr>
            <a:xfrm>
              <a:off x="6019807" y="68785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F853F63-3DC3-2239-D18F-D32CDAB9930F}"/>
                </a:ext>
              </a:extLst>
            </p:cNvPr>
            <p:cNvGrpSpPr/>
            <p:nvPr/>
          </p:nvGrpSpPr>
          <p:grpSpPr>
            <a:xfrm rot="2071051">
              <a:off x="5017822" y="764114"/>
              <a:ext cx="1399721" cy="1059901"/>
              <a:chOff x="2654788" y="7698774"/>
              <a:chExt cx="1399721" cy="105990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81F807-7B04-D412-21BB-73F970E26D03}"/>
                  </a:ext>
                </a:extLst>
              </p:cNvPr>
              <p:cNvSpPr txBox="1"/>
              <p:nvPr/>
            </p:nvSpPr>
            <p:spPr>
              <a:xfrm rot="19353638">
                <a:off x="2654788" y="8438077"/>
                <a:ext cx="2292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AE082B-D934-3153-7BE7-88AA26A97424}"/>
                  </a:ext>
                </a:extLst>
              </p:cNvPr>
              <p:cNvSpPr txBox="1"/>
              <p:nvPr/>
            </p:nvSpPr>
            <p:spPr>
              <a:xfrm rot="19528949">
                <a:off x="3598314" y="8477826"/>
                <a:ext cx="22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99BB1B-2B8B-296F-AF45-D4FEDD15AD18}"/>
                  </a:ext>
                </a:extLst>
              </p:cNvPr>
              <p:cNvSpPr txBox="1"/>
              <p:nvPr/>
            </p:nvSpPr>
            <p:spPr>
              <a:xfrm rot="19528949">
                <a:off x="3027899" y="8481676"/>
                <a:ext cx="580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5m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7DBB33-EE71-3510-B628-C7C8FEB8E6DB}"/>
                  </a:ext>
                </a:extLst>
              </p:cNvPr>
              <p:cNvSpPr txBox="1"/>
              <p:nvPr/>
            </p:nvSpPr>
            <p:spPr>
              <a:xfrm rot="19528949">
                <a:off x="3483870" y="7894396"/>
                <a:ext cx="5706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4m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36CF54-12A9-30A9-4BB3-BF7F4EE4435F}"/>
                  </a:ext>
                </a:extLst>
              </p:cNvPr>
              <p:cNvSpPr txBox="1"/>
              <p:nvPr/>
            </p:nvSpPr>
            <p:spPr>
              <a:xfrm rot="19528949">
                <a:off x="2796776" y="7842418"/>
                <a:ext cx="6561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6m</a:t>
                </a:r>
                <a:endParaRPr lang="en-GB" sz="1200" dirty="0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BB6604B5-0EEA-DEA6-2C94-1F3AABB98130}"/>
                  </a:ext>
                </a:extLst>
              </p:cNvPr>
              <p:cNvSpPr/>
              <p:nvPr/>
            </p:nvSpPr>
            <p:spPr bwMode="auto">
              <a:xfrm flipH="1">
                <a:off x="2833162" y="7698774"/>
                <a:ext cx="825136" cy="844883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340DFA0-52AD-AFC8-CEF6-DA8D2BD829B8}"/>
              </a:ext>
            </a:extLst>
          </p:cNvPr>
          <p:cNvSpPr txBox="1"/>
          <p:nvPr/>
        </p:nvSpPr>
        <p:spPr>
          <a:xfrm>
            <a:off x="2436386" y="239932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B07CB-29CA-95C5-E50D-92D082BD24E8}"/>
              </a:ext>
            </a:extLst>
          </p:cNvPr>
          <p:cNvGrpSpPr/>
          <p:nvPr/>
        </p:nvGrpSpPr>
        <p:grpSpPr>
          <a:xfrm>
            <a:off x="235560" y="2373918"/>
            <a:ext cx="1544574" cy="1274909"/>
            <a:chOff x="347977" y="2771005"/>
            <a:chExt cx="1544574" cy="12749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99564D-46B1-99C1-E15A-A104CA4FC950}"/>
                </a:ext>
              </a:extLst>
            </p:cNvPr>
            <p:cNvGrpSpPr/>
            <p:nvPr/>
          </p:nvGrpSpPr>
          <p:grpSpPr>
            <a:xfrm rot="19431443">
              <a:off x="501940" y="2771005"/>
              <a:ext cx="1224482" cy="1274909"/>
              <a:chOff x="957122" y="6136745"/>
              <a:chExt cx="2122102" cy="183003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313563-56DD-3B2F-19D2-F4BCDCCDDDE6}"/>
                  </a:ext>
                </a:extLst>
              </p:cNvPr>
              <p:cNvSpPr txBox="1"/>
              <p:nvPr/>
            </p:nvSpPr>
            <p:spPr>
              <a:xfrm rot="2168557">
                <a:off x="1442798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86143BD-F60F-65DE-3E77-171BEABE60B6}"/>
                  </a:ext>
                </a:extLst>
              </p:cNvPr>
              <p:cNvSpPr txBox="1"/>
              <p:nvPr/>
            </p:nvSpPr>
            <p:spPr>
              <a:xfrm rot="2168557">
                <a:off x="957122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5CD245-5380-C617-F2E3-5D567DC21705}"/>
                  </a:ext>
                </a:extLst>
              </p:cNvPr>
              <p:cNvSpPr txBox="1"/>
              <p:nvPr/>
            </p:nvSpPr>
            <p:spPr>
              <a:xfrm rot="2168557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C5C4D20B-953B-01D4-71E6-47E4A10CEE25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718896-CF3F-319F-2B16-4BD609AC2D20}"/>
                </a:ext>
              </a:extLst>
            </p:cNvPr>
            <p:cNvSpPr txBox="1"/>
            <p:nvPr/>
          </p:nvSpPr>
          <p:spPr>
            <a:xfrm>
              <a:off x="347977" y="3494646"/>
              <a:ext cx="6615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2CBB3D-BDA0-3BC4-75B6-6BBFD3FAB744}"/>
                </a:ext>
              </a:extLst>
            </p:cNvPr>
            <p:cNvSpPr txBox="1"/>
            <p:nvPr/>
          </p:nvSpPr>
          <p:spPr>
            <a:xfrm>
              <a:off x="1059613" y="3105846"/>
              <a:ext cx="605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50mm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06C1D9-34B4-FB4A-DA56-2EADDFD34170}"/>
                </a:ext>
              </a:extLst>
            </p:cNvPr>
            <p:cNvSpPr txBox="1"/>
            <p:nvPr/>
          </p:nvSpPr>
          <p:spPr>
            <a:xfrm>
              <a:off x="1295066" y="3714761"/>
              <a:ext cx="59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04EA0F-5E91-097C-3F1E-31256F7491B5}"/>
              </a:ext>
            </a:extLst>
          </p:cNvPr>
          <p:cNvGrpSpPr/>
          <p:nvPr/>
        </p:nvGrpSpPr>
        <p:grpSpPr>
          <a:xfrm rot="21073808">
            <a:off x="1840276" y="2633374"/>
            <a:ext cx="1426696" cy="1142565"/>
            <a:chOff x="2623114" y="7698774"/>
            <a:chExt cx="1426696" cy="1142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21F8B5-B436-8115-6C2F-0F7EC9E64D93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1235DC6-D061-7C54-BCDD-BE27E66FE48B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F37C6A-CA2B-DA6C-0FD6-A378352CD32B}"/>
                </a:ext>
              </a:extLst>
            </p:cNvPr>
            <p:cNvSpPr txBox="1"/>
            <p:nvPr/>
          </p:nvSpPr>
          <p:spPr>
            <a:xfrm rot="526192">
              <a:off x="3054377" y="8564340"/>
              <a:ext cx="71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7CF0EF8-1B7E-F461-6451-410E00C6F592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DF390-294A-900B-0FCD-C1DD3D7F32E1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071A812A-4726-B3A0-E9FD-17F8E43CC7D6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50D4A26-2434-8283-57D5-0F7E7DEDE8C1}"/>
              </a:ext>
            </a:extLst>
          </p:cNvPr>
          <p:cNvGrpSpPr/>
          <p:nvPr/>
        </p:nvGrpSpPr>
        <p:grpSpPr>
          <a:xfrm rot="10800000">
            <a:off x="3590694" y="2529108"/>
            <a:ext cx="1224483" cy="1274379"/>
            <a:chOff x="957121" y="6137506"/>
            <a:chExt cx="2122103" cy="182927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16156B-CAD8-2C24-73B0-0F48DA196197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EBD4274-970C-62DB-F2EC-9E2957F8A4D2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AB0BB3-AC39-392A-7D3B-F7F06DAC995F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7EC00CA6-B748-954B-0A41-C057D15C7DAF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8A84AAA-F3F1-72A8-8C7B-E7E6FFD816D3}"/>
              </a:ext>
            </a:extLst>
          </p:cNvPr>
          <p:cNvSpPr txBox="1"/>
          <p:nvPr/>
        </p:nvSpPr>
        <p:spPr>
          <a:xfrm>
            <a:off x="6135424" y="248701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FC6960-0932-5973-6B1B-4F4E1159E400}"/>
              </a:ext>
            </a:extLst>
          </p:cNvPr>
          <p:cNvSpPr txBox="1"/>
          <p:nvPr/>
        </p:nvSpPr>
        <p:spPr>
          <a:xfrm>
            <a:off x="3941544" y="2478103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90mm</a:t>
            </a:r>
            <a:endParaRPr lang="en-GB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4A4159-AE6E-4678-1D9C-696DC1EFE83D}"/>
              </a:ext>
            </a:extLst>
          </p:cNvPr>
          <p:cNvSpPr txBox="1"/>
          <p:nvPr/>
        </p:nvSpPr>
        <p:spPr>
          <a:xfrm>
            <a:off x="4469622" y="3020954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CE890B-A919-1E4F-0B03-38AC1251CB58}"/>
              </a:ext>
            </a:extLst>
          </p:cNvPr>
          <p:cNvSpPr txBox="1"/>
          <p:nvPr/>
        </p:nvSpPr>
        <p:spPr>
          <a:xfrm>
            <a:off x="3749549" y="3069973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DE3619E-EA79-3330-9DBD-ED8F869B5AA4}"/>
              </a:ext>
            </a:extLst>
          </p:cNvPr>
          <p:cNvGrpSpPr/>
          <p:nvPr/>
        </p:nvGrpSpPr>
        <p:grpSpPr>
          <a:xfrm rot="2071051">
            <a:off x="5169143" y="2586535"/>
            <a:ext cx="1450925" cy="1056381"/>
            <a:chOff x="2654788" y="7698774"/>
            <a:chExt cx="1450925" cy="105638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F28EA5-3AE1-B1E0-7BAC-590DE4D2150F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13E062-D5C2-76A4-3112-7E02F24E89E2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81CA3D6-9EE5-EC86-8DDA-AC761E100402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4E16C9F-1BAA-9F42-6A44-257229D6DA72}"/>
                </a:ext>
              </a:extLst>
            </p:cNvPr>
            <p:cNvSpPr txBox="1"/>
            <p:nvPr/>
          </p:nvSpPr>
          <p:spPr>
            <a:xfrm rot="19528949">
              <a:off x="3473777" y="7941914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80mm</a:t>
              </a:r>
              <a:endParaRPr lang="en-GB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B40A10A-E53A-7F03-60FD-95EACA224897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5EDCB155-5394-1A8D-8806-4E336BFFCFC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310C9433-0ED0-BBD1-AAE6-E67F7788B7D6}"/>
              </a:ext>
            </a:extLst>
          </p:cNvPr>
          <p:cNvSpPr/>
          <p:nvPr/>
        </p:nvSpPr>
        <p:spPr>
          <a:xfrm>
            <a:off x="5940860" y="192588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E3361F6-7561-5400-3B49-A0DD5FB6EE84}"/>
              </a:ext>
            </a:extLst>
          </p:cNvPr>
          <p:cNvSpPr/>
          <p:nvPr/>
        </p:nvSpPr>
        <p:spPr>
          <a:xfrm>
            <a:off x="2636516" y="3788191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326656-0CEA-483E-23EC-17819C6B9095}"/>
              </a:ext>
            </a:extLst>
          </p:cNvPr>
          <p:cNvSpPr/>
          <p:nvPr/>
        </p:nvSpPr>
        <p:spPr>
          <a:xfrm>
            <a:off x="5928220" y="378678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C0091F3-1281-34D6-7EF4-082A3DC69131}"/>
              </a:ext>
            </a:extLst>
          </p:cNvPr>
          <p:cNvSpPr/>
          <p:nvPr/>
        </p:nvSpPr>
        <p:spPr>
          <a:xfrm>
            <a:off x="2649156" y="563579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9B25E1-E79B-D26F-6075-9135329CA6DA}"/>
              </a:ext>
            </a:extLst>
          </p:cNvPr>
          <p:cNvSpPr/>
          <p:nvPr/>
        </p:nvSpPr>
        <p:spPr>
          <a:xfrm>
            <a:off x="2642642" y="747213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FB8E383-E795-EC67-1C99-1646939EAC60}"/>
              </a:ext>
            </a:extLst>
          </p:cNvPr>
          <p:cNvSpPr/>
          <p:nvPr/>
        </p:nvSpPr>
        <p:spPr>
          <a:xfrm>
            <a:off x="5933262" y="5637946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9AF75D-F404-A2EC-9B1D-DAD4C1FCB199}"/>
              </a:ext>
            </a:extLst>
          </p:cNvPr>
          <p:cNvSpPr/>
          <p:nvPr/>
        </p:nvSpPr>
        <p:spPr>
          <a:xfrm>
            <a:off x="5928523" y="74950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426D0FC-9EDE-18E1-A4EB-E49607F2EBED}"/>
              </a:ext>
            </a:extLst>
          </p:cNvPr>
          <p:cNvSpPr/>
          <p:nvPr/>
        </p:nvSpPr>
        <p:spPr>
          <a:xfrm>
            <a:off x="2641240" y="935027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EDF33D-6F88-E630-B6F7-42C9E2A2E3A5}"/>
              </a:ext>
            </a:extLst>
          </p:cNvPr>
          <p:cNvSpPr/>
          <p:nvPr/>
        </p:nvSpPr>
        <p:spPr>
          <a:xfrm>
            <a:off x="5932944" y="934886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7F4E879-9CFD-38B3-7E10-D77825BD9B0D}"/>
              </a:ext>
            </a:extLst>
          </p:cNvPr>
          <p:cNvSpPr txBox="1"/>
          <p:nvPr/>
        </p:nvSpPr>
        <p:spPr>
          <a:xfrm>
            <a:off x="1325756" y="52550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380433-9F72-3115-CB34-16C7E4A9A7D0}"/>
              </a:ext>
            </a:extLst>
          </p:cNvPr>
          <p:cNvSpPr txBox="1"/>
          <p:nvPr/>
        </p:nvSpPr>
        <p:spPr>
          <a:xfrm>
            <a:off x="216326" y="52979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1D0DBA2-9EE0-7899-3234-12A65D55D744}"/>
              </a:ext>
            </a:extLst>
          </p:cNvPr>
          <p:cNvSpPr txBox="1"/>
          <p:nvPr/>
        </p:nvSpPr>
        <p:spPr>
          <a:xfrm>
            <a:off x="755827" y="431349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B967C2C8-2B17-4DD9-C3C0-1DFE6C206EB5}"/>
              </a:ext>
            </a:extLst>
          </p:cNvPr>
          <p:cNvSpPr/>
          <p:nvPr/>
        </p:nvSpPr>
        <p:spPr bwMode="auto">
          <a:xfrm>
            <a:off x="424700" y="4551228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895BCE-5FC4-F812-B7EC-138DA08BC7BA}"/>
              </a:ext>
            </a:extLst>
          </p:cNvPr>
          <p:cNvSpPr txBox="1"/>
          <p:nvPr/>
        </p:nvSpPr>
        <p:spPr>
          <a:xfrm>
            <a:off x="277034" y="476187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2D7632C-325F-D134-3BBA-1AAC47F987E2}"/>
              </a:ext>
            </a:extLst>
          </p:cNvPr>
          <p:cNvSpPr txBox="1"/>
          <p:nvPr/>
        </p:nvSpPr>
        <p:spPr>
          <a:xfrm>
            <a:off x="1105129" y="4761835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22ACE0E-F962-BCF7-479B-AD73B20EA9A1}"/>
              </a:ext>
            </a:extLst>
          </p:cNvPr>
          <p:cNvSpPr txBox="1"/>
          <p:nvPr/>
        </p:nvSpPr>
        <p:spPr>
          <a:xfrm>
            <a:off x="721876" y="534878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DA19AE-D65E-BDC5-173A-0758178D9ECB}"/>
              </a:ext>
            </a:extLst>
          </p:cNvPr>
          <p:cNvSpPr txBox="1"/>
          <p:nvPr/>
        </p:nvSpPr>
        <p:spPr>
          <a:xfrm>
            <a:off x="1883414" y="441025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A0B926F-8764-389B-F699-B5197BF79F42}"/>
              </a:ext>
            </a:extLst>
          </p:cNvPr>
          <p:cNvSpPr txBox="1"/>
          <p:nvPr/>
        </p:nvSpPr>
        <p:spPr>
          <a:xfrm>
            <a:off x="2109514" y="556936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F48D2D7-2F2E-2C75-6B6C-26EA74C9C3A9}"/>
              </a:ext>
            </a:extLst>
          </p:cNvPr>
          <p:cNvSpPr txBox="1"/>
          <p:nvPr/>
        </p:nvSpPr>
        <p:spPr>
          <a:xfrm>
            <a:off x="2932405" y="485478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F6D2418-6EA5-E6B1-C9BF-8056DBB5E989}"/>
              </a:ext>
            </a:extLst>
          </p:cNvPr>
          <p:cNvSpPr txBox="1"/>
          <p:nvPr/>
        </p:nvSpPr>
        <p:spPr>
          <a:xfrm>
            <a:off x="2423189" y="4525792"/>
            <a:ext cx="662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4F2F226-BDB2-23FE-8AEA-F5436BE80682}"/>
              </a:ext>
            </a:extLst>
          </p:cNvPr>
          <p:cNvSpPr txBox="1"/>
          <p:nvPr/>
        </p:nvSpPr>
        <p:spPr>
          <a:xfrm>
            <a:off x="2552420" y="5236041"/>
            <a:ext cx="850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6000mm</a:t>
            </a:r>
            <a:endParaRPr lang="en-GB" sz="1200" dirty="0"/>
          </a:p>
        </p:txBody>
      </p:sp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CDC17327-BA4A-29AE-BB01-331174D9A22A}"/>
              </a:ext>
            </a:extLst>
          </p:cNvPr>
          <p:cNvSpPr/>
          <p:nvPr/>
        </p:nvSpPr>
        <p:spPr bwMode="auto">
          <a:xfrm rot="19225229" flipH="1">
            <a:off x="1859360" y="4547458"/>
            <a:ext cx="957740" cy="856960"/>
          </a:xfrm>
          <a:prstGeom prst="triangle">
            <a:avLst>
              <a:gd name="adj" fmla="val 48546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D3A87B5-A9A7-2D25-C370-EBB40B03444F}"/>
              </a:ext>
            </a:extLst>
          </p:cNvPr>
          <p:cNvGrpSpPr/>
          <p:nvPr/>
        </p:nvGrpSpPr>
        <p:grpSpPr>
          <a:xfrm>
            <a:off x="286003" y="6114412"/>
            <a:ext cx="1383776" cy="1338948"/>
            <a:chOff x="3480792" y="633897"/>
            <a:chExt cx="1383776" cy="133894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4E34F-F81A-B01C-1400-5A62A09BCA46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9261F9A-8FBF-265B-C6E8-6B75BEBBD3D8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C19DE2C-2927-7ED7-C4E4-D939F5CF507D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3580A4D-A5FD-F418-690E-EB937770A276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037531EC-7F08-A190-8E8D-084DD8827E1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5C36144-0620-CC4D-6E61-D59965A96E79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4.2cm</a:t>
              </a:r>
              <a:endParaRPr lang="en-GB" sz="12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FD99ECF-2A6F-78D5-50EC-405F5456311B}"/>
                </a:ext>
              </a:extLst>
            </p:cNvPr>
            <p:cNvSpPr txBox="1"/>
            <p:nvPr/>
          </p:nvSpPr>
          <p:spPr>
            <a:xfrm>
              <a:off x="3810629" y="1695846"/>
              <a:ext cx="630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BF13C601-BBCC-E002-AEBF-A87C6A0FAB13}"/>
              </a:ext>
            </a:extLst>
          </p:cNvPr>
          <p:cNvSpPr txBox="1"/>
          <p:nvPr/>
        </p:nvSpPr>
        <p:spPr>
          <a:xfrm>
            <a:off x="1979296" y="722606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AD495F7-9AAE-BC7B-BA3B-CE5E864445F9}"/>
              </a:ext>
            </a:extLst>
          </p:cNvPr>
          <p:cNvGrpSpPr/>
          <p:nvPr/>
        </p:nvGrpSpPr>
        <p:grpSpPr>
          <a:xfrm rot="2071051">
            <a:off x="1759858" y="6250954"/>
            <a:ext cx="1404396" cy="958039"/>
            <a:chOff x="2402269" y="7634703"/>
            <a:chExt cx="1404396" cy="958039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2C2F656-10B3-ADE0-3E05-ECCF4A9627DA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0E2FB25-A33C-5AF1-6F6B-0540741E26B2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80C4C02-F466-63D2-88E7-3216B2C917F6}"/>
                </a:ext>
              </a:extLst>
            </p:cNvPr>
            <p:cNvSpPr txBox="1"/>
            <p:nvPr/>
          </p:nvSpPr>
          <p:spPr>
            <a:xfrm rot="19528949">
              <a:off x="2402269" y="8315743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439BF61-1289-5571-0527-13AA447BE9FC}"/>
                </a:ext>
              </a:extLst>
            </p:cNvPr>
            <p:cNvSpPr txBox="1"/>
            <p:nvPr/>
          </p:nvSpPr>
          <p:spPr>
            <a:xfrm rot="19528949">
              <a:off x="2929749" y="7634703"/>
              <a:ext cx="596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42mm</a:t>
              </a:r>
              <a:endParaRPr lang="en-GB" sz="1200" dirty="0"/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9D395F9B-B7C3-6A89-9B83-D6560A5547BE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69D8D20-AA0F-3633-815F-D284D917CE73}"/>
              </a:ext>
            </a:extLst>
          </p:cNvPr>
          <p:cNvSpPr txBox="1"/>
          <p:nvPr/>
        </p:nvSpPr>
        <p:spPr>
          <a:xfrm>
            <a:off x="4165844" y="42736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ACA200A-C580-500D-7790-F04E0B4146C4}"/>
              </a:ext>
            </a:extLst>
          </p:cNvPr>
          <p:cNvSpPr txBox="1"/>
          <p:nvPr/>
        </p:nvSpPr>
        <p:spPr>
          <a:xfrm>
            <a:off x="4735622" y="5270608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D1F6E460-51FD-E2F5-0B1A-DD8951F50FD0}"/>
              </a:ext>
            </a:extLst>
          </p:cNvPr>
          <p:cNvSpPr/>
          <p:nvPr/>
        </p:nvSpPr>
        <p:spPr bwMode="auto">
          <a:xfrm>
            <a:off x="3846622" y="4512322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60C5CB-0D29-B68F-D6F0-7BE02E714813}"/>
              </a:ext>
            </a:extLst>
          </p:cNvPr>
          <p:cNvSpPr txBox="1"/>
          <p:nvPr/>
        </p:nvSpPr>
        <p:spPr>
          <a:xfrm>
            <a:off x="3698956" y="4722966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2B0922F-70F5-FD52-2F68-8A73ACF4055F}"/>
              </a:ext>
            </a:extLst>
          </p:cNvPr>
          <p:cNvSpPr txBox="1"/>
          <p:nvPr/>
        </p:nvSpPr>
        <p:spPr>
          <a:xfrm>
            <a:off x="1759534" y="4993279"/>
            <a:ext cx="589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/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/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/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539B819-2784-6015-DC07-910950319CE7}"/>
              </a:ext>
            </a:extLst>
          </p:cNvPr>
          <p:cNvGrpSpPr/>
          <p:nvPr/>
        </p:nvGrpSpPr>
        <p:grpSpPr>
          <a:xfrm rot="20589514">
            <a:off x="5158771" y="4271108"/>
            <a:ext cx="1301339" cy="1441716"/>
            <a:chOff x="5301884" y="4388577"/>
            <a:chExt cx="1301339" cy="1441716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C667EF4-EBC2-4064-3931-5FBCE223C979}"/>
                </a:ext>
              </a:extLst>
            </p:cNvPr>
            <p:cNvSpPr txBox="1"/>
            <p:nvPr/>
          </p:nvSpPr>
          <p:spPr>
            <a:xfrm rot="1010486">
              <a:off x="5325938" y="438857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CD3DB78-143A-B8DA-1E9B-7E300107A797}"/>
                </a:ext>
              </a:extLst>
            </p:cNvPr>
            <p:cNvSpPr txBox="1"/>
            <p:nvPr/>
          </p:nvSpPr>
          <p:spPr>
            <a:xfrm rot="1010486">
              <a:off x="6374929" y="483310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1429D0D-F1E5-39F0-4C45-1CD67F31A9A1}"/>
                </a:ext>
              </a:extLst>
            </p:cNvPr>
            <p:cNvSpPr txBox="1"/>
            <p:nvPr/>
          </p:nvSpPr>
          <p:spPr>
            <a:xfrm rot="1010486">
              <a:off x="5762619" y="4503854"/>
              <a:ext cx="739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5000cm</a:t>
              </a:r>
              <a:endParaRPr lang="en-GB" sz="1200" dirty="0"/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7F8AD883-7690-EFAA-9D9A-E3454678BC95}"/>
                </a:ext>
              </a:extLst>
            </p:cNvPr>
            <p:cNvSpPr/>
            <p:nvPr/>
          </p:nvSpPr>
          <p:spPr bwMode="auto">
            <a:xfrm rot="19225229" flipH="1">
              <a:off x="5301884" y="4525779"/>
              <a:ext cx="957740" cy="856960"/>
            </a:xfrm>
            <a:prstGeom prst="triangle">
              <a:avLst>
                <a:gd name="adj" fmla="val 4854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E804CF81-128F-8E58-3916-2F7460075FBF}"/>
                    </a:ext>
                  </a:extLst>
                </p:cNvPr>
                <p:cNvSpPr txBox="1"/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14AB426E-DB52-4D91-9D39-DD05D61A5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2222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F5282AC-5165-DAFA-134B-45078D5350C6}"/>
                    </a:ext>
                  </a:extLst>
                </p:cNvPr>
                <p:cNvSpPr txBox="1"/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A0ADBEF1-9349-5DFE-DC5E-58F6D899E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D42866BB-6FEB-AAC5-E48A-D50B3E912E9B}"/>
                    </a:ext>
                  </a:extLst>
                </p:cNvPr>
                <p:cNvSpPr txBox="1"/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34CF75D7-519A-E2A7-6B09-6366EEF6A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F1528D7-004B-B256-7B33-AE0C0C820031}"/>
                </a:ext>
              </a:extLst>
            </p:cNvPr>
            <p:cNvSpPr txBox="1"/>
            <p:nvPr/>
          </p:nvSpPr>
          <p:spPr>
            <a:xfrm rot="1010486">
              <a:off x="5530327" y="5553294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/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/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TextBox 199">
            <a:extLst>
              <a:ext uri="{FF2B5EF4-FFF2-40B4-BE49-F238E27FC236}">
                <a16:creationId xmlns:a16="http://schemas.microsoft.com/office/drawing/2014/main" id="{2B9A0248-0A95-2305-31E3-3953029FE614}"/>
              </a:ext>
            </a:extLst>
          </p:cNvPr>
          <p:cNvSpPr txBox="1"/>
          <p:nvPr/>
        </p:nvSpPr>
        <p:spPr>
          <a:xfrm>
            <a:off x="2465191" y="697921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42mm</a:t>
            </a:r>
            <a:endParaRPr lang="en-GB" sz="1200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F26F121-A1DB-FA47-1F40-A40D4483B776}"/>
              </a:ext>
            </a:extLst>
          </p:cNvPr>
          <p:cNvGrpSpPr/>
          <p:nvPr/>
        </p:nvGrpSpPr>
        <p:grpSpPr>
          <a:xfrm rot="6390723">
            <a:off x="3430249" y="6523184"/>
            <a:ext cx="1832743" cy="1014327"/>
            <a:chOff x="-98486" y="6498848"/>
            <a:chExt cx="3176255" cy="1455990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B1C72F9-9DC6-9EAD-116C-0A6C9E041680}"/>
                </a:ext>
              </a:extLst>
            </p:cNvPr>
            <p:cNvSpPr txBox="1"/>
            <p:nvPr/>
          </p:nvSpPr>
          <p:spPr>
            <a:xfrm rot="15209277">
              <a:off x="1480573" y="6481822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3DCC880-2DCA-19E9-BD03-168DC9696481}"/>
                </a:ext>
              </a:extLst>
            </p:cNvPr>
            <p:cNvSpPr txBox="1"/>
            <p:nvPr/>
          </p:nvSpPr>
          <p:spPr>
            <a:xfrm rot="15209277">
              <a:off x="-64772" y="7481311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77940A0-C74D-6D3C-F833-D906E5EB7736}"/>
                </a:ext>
              </a:extLst>
            </p:cNvPr>
            <p:cNvSpPr txBox="1"/>
            <p:nvPr/>
          </p:nvSpPr>
          <p:spPr>
            <a:xfrm rot="15209277">
              <a:off x="2637731" y="7514800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B48549A3-8189-521D-883C-2745F689E116}"/>
                </a:ext>
              </a:extLst>
            </p:cNvPr>
            <p:cNvSpPr/>
            <p:nvPr/>
          </p:nvSpPr>
          <p:spPr bwMode="auto">
            <a:xfrm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9DB96D04-93C4-D29F-8CC8-C82887B5C708}"/>
              </a:ext>
            </a:extLst>
          </p:cNvPr>
          <p:cNvSpPr txBox="1"/>
          <p:nvPr/>
        </p:nvSpPr>
        <p:spPr>
          <a:xfrm>
            <a:off x="4330046" y="6602671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0.18m</a:t>
            </a:r>
            <a:endParaRPr lang="en-GB" sz="1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5DCC3E8-94F9-D133-0B3C-B4922AF3A1DB}"/>
              </a:ext>
            </a:extLst>
          </p:cNvPr>
          <p:cNvSpPr txBox="1"/>
          <p:nvPr/>
        </p:nvSpPr>
        <p:spPr>
          <a:xfrm>
            <a:off x="4004453" y="7394599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0.09m</a:t>
            </a:r>
            <a:endParaRPr lang="en-GB" sz="12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026DA89-F7D3-5279-4CFB-9BD0349107D9}"/>
              </a:ext>
            </a:extLst>
          </p:cNvPr>
          <p:cNvSpPr txBox="1"/>
          <p:nvPr/>
        </p:nvSpPr>
        <p:spPr>
          <a:xfrm>
            <a:off x="3508416" y="6719998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B0DA2C5-E220-F821-272F-69621F068A47}"/>
              </a:ext>
            </a:extLst>
          </p:cNvPr>
          <p:cNvGrpSpPr/>
          <p:nvPr/>
        </p:nvGrpSpPr>
        <p:grpSpPr>
          <a:xfrm rot="6390723">
            <a:off x="4609608" y="6303592"/>
            <a:ext cx="1831939" cy="1181544"/>
            <a:chOff x="-230097" y="6359777"/>
            <a:chExt cx="3174861" cy="169601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E5737CF-EEDF-DBD1-3E28-028DC8EB28B0}"/>
                </a:ext>
              </a:extLst>
            </p:cNvPr>
            <p:cNvSpPr txBox="1"/>
            <p:nvPr/>
          </p:nvSpPr>
          <p:spPr>
            <a:xfrm rot="15209277">
              <a:off x="2481734" y="6342751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Z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7A29135-AEAB-4E3D-FB6A-09D1513DC0DA}"/>
                </a:ext>
              </a:extLst>
            </p:cNvPr>
            <p:cNvSpPr txBox="1"/>
            <p:nvPr/>
          </p:nvSpPr>
          <p:spPr>
            <a:xfrm rot="15209277">
              <a:off x="-196383" y="6862620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EB3763F-0650-E696-1A24-F9DCBB33B698}"/>
                </a:ext>
              </a:extLst>
            </p:cNvPr>
            <p:cNvSpPr txBox="1"/>
            <p:nvPr/>
          </p:nvSpPr>
          <p:spPr>
            <a:xfrm rot="15209277">
              <a:off x="1240649" y="7615758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16" name="Isosceles Triangle 215">
              <a:extLst>
                <a:ext uri="{FF2B5EF4-FFF2-40B4-BE49-F238E27FC236}">
                  <a16:creationId xmlns:a16="http://schemas.microsoft.com/office/drawing/2014/main" id="{7BA7D85D-89FD-B1A9-16E9-D21108B762A9}"/>
                </a:ext>
              </a:extLst>
            </p:cNvPr>
            <p:cNvSpPr/>
            <p:nvPr/>
          </p:nvSpPr>
          <p:spPr bwMode="auto">
            <a:xfrm rot="10048534"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B148CF0C-8A6E-65A4-4B6C-2BABE6AE2CAD}"/>
              </a:ext>
            </a:extLst>
          </p:cNvPr>
          <p:cNvSpPr txBox="1"/>
          <p:nvPr/>
        </p:nvSpPr>
        <p:spPr>
          <a:xfrm>
            <a:off x="4934880" y="7164284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18cm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9CB85B0-1570-7701-061B-D0BAC64B1E82}"/>
              </a:ext>
            </a:extLst>
          </p:cNvPr>
          <p:cNvSpPr txBox="1"/>
          <p:nvPr/>
        </p:nvSpPr>
        <p:spPr>
          <a:xfrm>
            <a:off x="5148243" y="6328154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9m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38B07B9-C8D4-CC24-50E3-5CD350F97B41}"/>
              </a:ext>
            </a:extLst>
          </p:cNvPr>
          <p:cNvSpPr txBox="1"/>
          <p:nvPr/>
        </p:nvSpPr>
        <p:spPr>
          <a:xfrm>
            <a:off x="5720392" y="6816195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E2042B5-C111-7F73-56EA-66625E4BB996}"/>
              </a:ext>
            </a:extLst>
          </p:cNvPr>
          <p:cNvSpPr txBox="1"/>
          <p:nvPr/>
        </p:nvSpPr>
        <p:spPr>
          <a:xfrm>
            <a:off x="3636143" y="52521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30B6D20-ED06-0F57-A19C-961FD0DF5575}"/>
              </a:ext>
            </a:extLst>
          </p:cNvPr>
          <p:cNvGrpSpPr/>
          <p:nvPr/>
        </p:nvGrpSpPr>
        <p:grpSpPr>
          <a:xfrm rot="10800000">
            <a:off x="277902" y="8136457"/>
            <a:ext cx="1224483" cy="1274379"/>
            <a:chOff x="957121" y="6137506"/>
            <a:chExt cx="2122103" cy="182927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7187E9F-19E6-09E4-D970-DBE668C3B08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E06DF41-E4BB-3048-77A9-1DA50F497CA7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12E30F4-C898-2D45-5423-1C02D9D183ED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033199E6-3E52-32BB-5F04-5F142627E94E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95CBD5A0-FADB-BE31-7164-135F46D922AB}"/>
              </a:ext>
            </a:extLst>
          </p:cNvPr>
          <p:cNvSpPr txBox="1"/>
          <p:nvPr/>
        </p:nvSpPr>
        <p:spPr>
          <a:xfrm>
            <a:off x="2652637" y="905716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F74F93D-F26B-40D3-8E0B-6E0E7F6A7E67}"/>
              </a:ext>
            </a:extLst>
          </p:cNvPr>
          <p:cNvSpPr txBox="1"/>
          <p:nvPr/>
        </p:nvSpPr>
        <p:spPr>
          <a:xfrm>
            <a:off x="628751" y="808545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161mm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904E3B1-0BD9-C89D-F557-98FD26B4F283}"/>
              </a:ext>
            </a:extLst>
          </p:cNvPr>
          <p:cNvSpPr txBox="1"/>
          <p:nvPr/>
        </p:nvSpPr>
        <p:spPr>
          <a:xfrm>
            <a:off x="1156830" y="862830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D3271B2-CE19-85EE-360C-BA414925292E}"/>
              </a:ext>
            </a:extLst>
          </p:cNvPr>
          <p:cNvSpPr txBox="1"/>
          <p:nvPr/>
        </p:nvSpPr>
        <p:spPr>
          <a:xfrm>
            <a:off x="286003" y="870634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17.6cm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ADFF300-D296-F4A4-8384-D0DE5188DFB5}"/>
              </a:ext>
            </a:extLst>
          </p:cNvPr>
          <p:cNvSpPr txBox="1"/>
          <p:nvPr/>
        </p:nvSpPr>
        <p:spPr>
          <a:xfrm rot="21424689">
            <a:off x="1765776" y="852550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4695FE9-2442-378E-DAC7-1437B1F0EC11}"/>
              </a:ext>
            </a:extLst>
          </p:cNvPr>
          <p:cNvSpPr txBox="1"/>
          <p:nvPr/>
        </p:nvSpPr>
        <p:spPr>
          <a:xfrm>
            <a:off x="2470206" y="78948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927B763-A1F1-BA81-8555-4FFCA204EA39}"/>
              </a:ext>
            </a:extLst>
          </p:cNvPr>
          <p:cNvSpPr txBox="1"/>
          <p:nvPr/>
        </p:nvSpPr>
        <p:spPr>
          <a:xfrm>
            <a:off x="1863873" y="8855781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16.1cm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52E2383-1832-ED81-BF88-9F5A954B40C6}"/>
              </a:ext>
            </a:extLst>
          </p:cNvPr>
          <p:cNvSpPr txBox="1"/>
          <p:nvPr/>
        </p:nvSpPr>
        <p:spPr>
          <a:xfrm>
            <a:off x="1803956" y="8115700"/>
            <a:ext cx="63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88mm</a:t>
            </a:r>
            <a:endParaRPr lang="en-GB" sz="12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9666BFA-FE3C-609B-A9D4-F6E9574BB2B6}"/>
              </a:ext>
            </a:extLst>
          </p:cNvPr>
          <p:cNvSpPr txBox="1"/>
          <p:nvPr/>
        </p:nvSpPr>
        <p:spPr>
          <a:xfrm>
            <a:off x="2596470" y="8489571"/>
            <a:ext cx="689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176mm</a:t>
            </a:r>
            <a:endParaRPr lang="en-GB" sz="1200" dirty="0"/>
          </a:p>
        </p:txBody>
      </p:sp>
      <p:sp>
        <p:nvSpPr>
          <p:cNvPr id="237" name="Isosceles Triangle 236">
            <a:extLst>
              <a:ext uri="{FF2B5EF4-FFF2-40B4-BE49-F238E27FC236}">
                <a16:creationId xmlns:a16="http://schemas.microsoft.com/office/drawing/2014/main" id="{10AF4F11-A6C7-2027-907C-ABF4BB2CEE47}"/>
              </a:ext>
            </a:extLst>
          </p:cNvPr>
          <p:cNvSpPr/>
          <p:nvPr/>
        </p:nvSpPr>
        <p:spPr bwMode="auto">
          <a:xfrm rot="8358512" flipH="1">
            <a:off x="2157741" y="8280917"/>
            <a:ext cx="825136" cy="844883"/>
          </a:xfrm>
          <a:prstGeom prst="triangle">
            <a:avLst>
              <a:gd name="adj" fmla="val 27414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2A26EE-8D70-239B-0FC7-B34268EBFEC9}"/>
              </a:ext>
            </a:extLst>
          </p:cNvPr>
          <p:cNvSpPr txBox="1"/>
          <p:nvPr/>
        </p:nvSpPr>
        <p:spPr>
          <a:xfrm>
            <a:off x="4662777" y="920626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BF9E1A3F-2935-E860-06D9-1EBAA067243F}"/>
              </a:ext>
            </a:extLst>
          </p:cNvPr>
          <p:cNvSpPr txBox="1"/>
          <p:nvPr/>
        </p:nvSpPr>
        <p:spPr>
          <a:xfrm>
            <a:off x="4700925" y="825858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A9FBEF9-CFDC-7A20-37E3-72E70AB7EE25}"/>
              </a:ext>
            </a:extLst>
          </p:cNvPr>
          <p:cNvSpPr txBox="1"/>
          <p:nvPr/>
        </p:nvSpPr>
        <p:spPr>
          <a:xfrm>
            <a:off x="3458188" y="90401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1" name="Isosceles Triangle 240">
            <a:extLst>
              <a:ext uri="{FF2B5EF4-FFF2-40B4-BE49-F238E27FC236}">
                <a16:creationId xmlns:a16="http://schemas.microsoft.com/office/drawing/2014/main" id="{DA322BEF-BD2E-5C21-9525-0EA303F38340}"/>
              </a:ext>
            </a:extLst>
          </p:cNvPr>
          <p:cNvSpPr/>
          <p:nvPr/>
        </p:nvSpPr>
        <p:spPr bwMode="auto">
          <a:xfrm rot="16200000">
            <a:off x="3805060" y="8360243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EE6E3B1-5445-FA77-C60E-ED419FEAE5D4}"/>
              </a:ext>
            </a:extLst>
          </p:cNvPr>
          <p:cNvSpPr txBox="1"/>
          <p:nvPr/>
        </p:nvSpPr>
        <p:spPr>
          <a:xfrm>
            <a:off x="5382053" y="9020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3C9956F-9D86-D97D-443D-7B703472D451}"/>
              </a:ext>
            </a:extLst>
          </p:cNvPr>
          <p:cNvSpPr txBox="1"/>
          <p:nvPr/>
        </p:nvSpPr>
        <p:spPr>
          <a:xfrm>
            <a:off x="4684984" y="8783883"/>
            <a:ext cx="62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8.2mm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35B6653-523F-5B00-0968-67AFE9C7BCBA}"/>
              </a:ext>
            </a:extLst>
          </p:cNvPr>
          <p:cNvSpPr txBox="1"/>
          <p:nvPr/>
        </p:nvSpPr>
        <p:spPr>
          <a:xfrm>
            <a:off x="3770536" y="8524955"/>
            <a:ext cx="725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8.3mm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0D493C16-5347-74A8-B7B0-55E824467303}"/>
              </a:ext>
            </a:extLst>
          </p:cNvPr>
          <p:cNvSpPr txBox="1"/>
          <p:nvPr/>
        </p:nvSpPr>
        <p:spPr>
          <a:xfrm>
            <a:off x="3881069" y="9217306"/>
            <a:ext cx="652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8.1mm</a:t>
            </a:r>
            <a:endParaRPr lang="en-GB" sz="12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4863057-D264-1ED4-7DE0-71346875E24A}"/>
              </a:ext>
            </a:extLst>
          </p:cNvPr>
          <p:cNvSpPr txBox="1"/>
          <p:nvPr/>
        </p:nvSpPr>
        <p:spPr>
          <a:xfrm rot="21424689">
            <a:off x="6470224" y="811977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301A2F6-B6F3-2C11-4FC3-E18410C4ACD1}"/>
              </a:ext>
            </a:extLst>
          </p:cNvPr>
          <p:cNvSpPr txBox="1"/>
          <p:nvPr/>
        </p:nvSpPr>
        <p:spPr>
          <a:xfrm>
            <a:off x="5213343" y="801599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B691A2D-84F1-F5D2-298C-11C1A630A3E0}"/>
              </a:ext>
            </a:extLst>
          </p:cNvPr>
          <p:cNvSpPr txBox="1"/>
          <p:nvPr/>
        </p:nvSpPr>
        <p:spPr>
          <a:xfrm>
            <a:off x="5887066" y="8619425"/>
            <a:ext cx="81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83cm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D92E55F-C55D-1E4C-8058-09879E63B059}"/>
              </a:ext>
            </a:extLst>
          </p:cNvPr>
          <p:cNvSpPr txBox="1"/>
          <p:nvPr/>
        </p:nvSpPr>
        <p:spPr>
          <a:xfrm>
            <a:off x="5611353" y="7983139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81cm</a:t>
            </a:r>
            <a:endParaRPr lang="en-GB" sz="1200" dirty="0"/>
          </a:p>
        </p:txBody>
      </p:sp>
      <p:sp>
        <p:nvSpPr>
          <p:cNvPr id="273" name="Isosceles Triangle 272">
            <a:extLst>
              <a:ext uri="{FF2B5EF4-FFF2-40B4-BE49-F238E27FC236}">
                <a16:creationId xmlns:a16="http://schemas.microsoft.com/office/drawing/2014/main" id="{39719B67-06F3-DB15-5BD5-19269907E9C4}"/>
              </a:ext>
            </a:extLst>
          </p:cNvPr>
          <p:cNvSpPr/>
          <p:nvPr/>
        </p:nvSpPr>
        <p:spPr bwMode="auto">
          <a:xfrm rot="5177696">
            <a:off x="5594311" y="8075882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A82E03A-964A-B9C7-8DEF-CFC8B02F4C48}"/>
              </a:ext>
            </a:extLst>
          </p:cNvPr>
          <p:cNvSpPr txBox="1"/>
          <p:nvPr/>
        </p:nvSpPr>
        <p:spPr>
          <a:xfrm>
            <a:off x="4999862" y="8421207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82cm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5471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46438" y="9618562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9246E5-CA86-719A-4F63-324D378A1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92630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SAS.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sides and the angle between them (the included angle),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SAS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Angle,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and  included angle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ED0C07F-3E51-E42D-CF52-DFCFFC2F44FD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F7BD3-82F6-33F6-BB6E-1DE77B86DAAE}"/>
              </a:ext>
            </a:extLst>
          </p:cNvPr>
          <p:cNvSpPr txBox="1"/>
          <p:nvPr/>
        </p:nvSpPr>
        <p:spPr>
          <a:xfrm>
            <a:off x="1710126" y="78927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175D4-6281-4012-02D9-9577CC932B13}"/>
              </a:ext>
            </a:extLst>
          </p:cNvPr>
          <p:cNvSpPr txBox="1"/>
          <p:nvPr/>
        </p:nvSpPr>
        <p:spPr>
          <a:xfrm>
            <a:off x="1429884" y="178718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1A4B5-815D-410A-FCD1-60F6022EAEFD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88ECBA3-5759-334C-28FD-07DE4B937236}"/>
              </a:ext>
            </a:extLst>
          </p:cNvPr>
          <p:cNvSpPr/>
          <p:nvPr/>
        </p:nvSpPr>
        <p:spPr bwMode="auto">
          <a:xfrm>
            <a:off x="1618857" y="101973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02643-D831-9EBE-2CEE-1FD6537B6ABD}"/>
              </a:ext>
            </a:extLst>
          </p:cNvPr>
          <p:cNvSpPr txBox="1"/>
          <p:nvPr/>
        </p:nvSpPr>
        <p:spPr>
          <a:xfrm>
            <a:off x="1354026" y="1272790"/>
            <a:ext cx="456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FA59F-CF78-69D6-21E9-5FA94A76B3C0}"/>
              </a:ext>
            </a:extLst>
          </p:cNvPr>
          <p:cNvSpPr txBox="1"/>
          <p:nvPr/>
        </p:nvSpPr>
        <p:spPr>
          <a:xfrm>
            <a:off x="1783866" y="181728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CCC2D-5AD0-F1D2-B6E6-F21F1D68B30F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2B20B-AAE4-D93F-3298-D1F984EAE74B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DAB9-14AC-DB74-C96F-27757352DBC7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E386F-52D2-24A4-03C3-93A14C50A37C}"/>
              </a:ext>
            </a:extLst>
          </p:cNvPr>
          <p:cNvSpPr txBox="1"/>
          <p:nvPr/>
        </p:nvSpPr>
        <p:spPr>
          <a:xfrm>
            <a:off x="1957037" y="2985425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F9E58-E538-0AE1-68CE-96F1D439699A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1A0B619-77F2-F0E8-F0D5-B8F001AE6CF7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97EF2-6583-43A7-5996-824EA5ED4009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91F00-738B-2B6D-7FEE-1446C5EE3A39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44A049-4F94-06E9-8D54-4B054DEAF58A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4F54B6-0AC1-F6BB-37CD-0C5EDFC78251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A7EA344-A55D-CB08-FDB8-D97A654B5D1B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9AB4C0-3EEE-D0C2-4FE7-C72A5C603BA6}"/>
              </a:ext>
            </a:extLst>
          </p:cNvPr>
          <p:cNvSpPr txBox="1"/>
          <p:nvPr/>
        </p:nvSpPr>
        <p:spPr>
          <a:xfrm>
            <a:off x="3158944" y="216619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9465E5-C661-2705-E6E7-CCC3D1029EAB}"/>
              </a:ext>
            </a:extLst>
          </p:cNvPr>
          <p:cNvSpPr txBox="1"/>
          <p:nvPr/>
        </p:nvSpPr>
        <p:spPr>
          <a:xfrm>
            <a:off x="3420829" y="133950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F8684-0815-3D09-7C8D-55A99543101F}"/>
              </a:ext>
            </a:extLst>
          </p:cNvPr>
          <p:cNvSpPr txBox="1"/>
          <p:nvPr/>
        </p:nvSpPr>
        <p:spPr>
          <a:xfrm>
            <a:off x="3023750" y="1969031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4A5D76-63FD-37CF-AFC9-CE6C5E628937}"/>
              </a:ext>
            </a:extLst>
          </p:cNvPr>
          <p:cNvSpPr txBox="1"/>
          <p:nvPr/>
        </p:nvSpPr>
        <p:spPr>
          <a:xfrm rot="21424689">
            <a:off x="2769030" y="28084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3821-3A4A-77B4-57AF-46989374E523}"/>
              </a:ext>
            </a:extLst>
          </p:cNvPr>
          <p:cNvSpPr txBox="1"/>
          <p:nvPr/>
        </p:nvSpPr>
        <p:spPr>
          <a:xfrm>
            <a:off x="3565125" y="334808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E60DF-DB77-786B-2537-5D0B242B6616}"/>
              </a:ext>
            </a:extLst>
          </p:cNvPr>
          <p:cNvSpPr txBox="1"/>
          <p:nvPr/>
        </p:nvSpPr>
        <p:spPr>
          <a:xfrm>
            <a:off x="3420829" y="2733213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7D144-0481-672D-A1DB-A3B5D6BDA2F8}"/>
              </a:ext>
            </a:extLst>
          </p:cNvPr>
          <p:cNvSpPr txBox="1"/>
          <p:nvPr/>
        </p:nvSpPr>
        <p:spPr>
          <a:xfrm>
            <a:off x="2978509" y="3123696"/>
            <a:ext cx="448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31" name="Isosceles Triangle 85">
            <a:extLst>
              <a:ext uri="{FF2B5EF4-FFF2-40B4-BE49-F238E27FC236}">
                <a16:creationId xmlns:a16="http://schemas.microsoft.com/office/drawing/2014/main" id="{DD7E8F12-40E7-98A1-93C7-2B73BD439BA0}"/>
              </a:ext>
            </a:extLst>
          </p:cNvPr>
          <p:cNvSpPr/>
          <p:nvPr/>
        </p:nvSpPr>
        <p:spPr bwMode="auto">
          <a:xfrm rot="21431221" flipH="1">
            <a:off x="2957327" y="2379679"/>
            <a:ext cx="629974" cy="1064753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78" h="844883">
                <a:moveTo>
                  <a:pt x="0" y="844883"/>
                </a:moveTo>
                <a:lnTo>
                  <a:pt x="226203" y="0"/>
                </a:lnTo>
                <a:lnTo>
                  <a:pt x="543578" y="436692"/>
                </a:lnTo>
                <a:lnTo>
                  <a:pt x="0" y="844883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5C2672-29A1-CE2D-8EE9-1BF3AD31E3CA}"/>
              </a:ext>
            </a:extLst>
          </p:cNvPr>
          <p:cNvSpPr/>
          <p:nvPr/>
        </p:nvSpPr>
        <p:spPr>
          <a:xfrm>
            <a:off x="4224917" y="367080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8FD76-BE11-E133-0E78-53A0354AEC8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53DE42-7906-6871-7350-C0C5F825D8E0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A8DC1-51C9-D3B5-42AB-09FD5F274994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F1C5F90-8837-BF8F-0188-8D2CCFFFD031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FD842F-1061-EF14-6132-E8288C8D48F6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801D1E-29A2-542D-53B6-9CF588D7D5AD}"/>
              </a:ext>
            </a:extLst>
          </p:cNvPr>
          <p:cNvSpPr txBox="1"/>
          <p:nvPr/>
        </p:nvSpPr>
        <p:spPr>
          <a:xfrm>
            <a:off x="3941510" y="142952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5332B9-3C27-3356-CB32-2C30E80017A7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3FC67E-82AF-0037-D7BC-786E3703E320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791FF-42F0-0430-2CCC-AF84A23A0C7B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C7987C-5347-A5FD-FE7E-C11ADB3C366C}"/>
              </a:ext>
            </a:extLst>
          </p:cNvPr>
          <p:cNvSpPr txBox="1"/>
          <p:nvPr/>
        </p:nvSpPr>
        <p:spPr>
          <a:xfrm>
            <a:off x="4459935" y="3117987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B78D-ED32-1003-7CA1-10A377266F83}"/>
              </a:ext>
            </a:extLst>
          </p:cNvPr>
          <p:cNvSpPr txBox="1"/>
          <p:nvPr/>
        </p:nvSpPr>
        <p:spPr>
          <a:xfrm>
            <a:off x="4812960" y="242448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39124B3-2949-70CA-A959-F8EC00E91884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79BA93-7653-824A-4864-89A435522E7A}"/>
              </a:ext>
            </a:extLst>
          </p:cNvPr>
          <p:cNvSpPr/>
          <p:nvPr/>
        </p:nvSpPr>
        <p:spPr>
          <a:xfrm>
            <a:off x="5625208" y="366756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908C5-3FEE-EB56-A1C6-8E8B4653F4B8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0934A7-1B00-042F-60ED-A314F023692D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139A0-F79C-2E67-E0BA-A7A73F032539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79F29CDA-D624-22B4-9E28-5A1E2A60AF55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9D86EB-EC7F-D472-112C-7FF4A66F65DF}"/>
              </a:ext>
            </a:extLst>
          </p:cNvPr>
          <p:cNvSpPr txBox="1"/>
          <p:nvPr/>
        </p:nvSpPr>
        <p:spPr>
          <a:xfrm>
            <a:off x="6086460" y="322229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FB701-E67C-7E25-2FA5-30FED3502B94}"/>
              </a:ext>
            </a:extLst>
          </p:cNvPr>
          <p:cNvSpPr txBox="1"/>
          <p:nvPr/>
        </p:nvSpPr>
        <p:spPr>
          <a:xfrm>
            <a:off x="6273825" y="1438170"/>
            <a:ext cx="571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32cm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9AECDD-F12A-6FDB-140F-67F8DEDDFF2C}"/>
              </a:ext>
            </a:extLst>
          </p:cNvPr>
          <p:cNvSpPr txBox="1"/>
          <p:nvPr/>
        </p:nvSpPr>
        <p:spPr>
          <a:xfrm>
            <a:off x="5489671" y="1442243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D51B77-3C94-82DD-3161-D7EB6DE50BAD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5141FC-DFF3-F6F0-2B4C-6AE60EF54DA6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4A67AA-784C-9BAC-5833-F5191FB0CB7B}"/>
              </a:ext>
            </a:extLst>
          </p:cNvPr>
          <p:cNvSpPr txBox="1"/>
          <p:nvPr/>
        </p:nvSpPr>
        <p:spPr>
          <a:xfrm>
            <a:off x="6260442" y="2775154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4CE80E-EEB3-2BF6-47B6-92D76FEAA42B}"/>
              </a:ext>
            </a:extLst>
          </p:cNvPr>
          <p:cNvSpPr txBox="1"/>
          <p:nvPr/>
        </p:nvSpPr>
        <p:spPr>
          <a:xfrm>
            <a:off x="5654869" y="2350784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1177F3BE-54AB-4AEC-6C17-658FF7F98507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/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9C89A881-137A-4B99-EA5E-3D6ABA28CA7E}"/>
              </a:ext>
            </a:extLst>
          </p:cNvPr>
          <p:cNvSpPr/>
          <p:nvPr/>
        </p:nvSpPr>
        <p:spPr>
          <a:xfrm rot="6494258">
            <a:off x="1298782" y="156388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9" name="Pie 72">
            <a:extLst>
              <a:ext uri="{FF2B5EF4-FFF2-40B4-BE49-F238E27FC236}">
                <a16:creationId xmlns:a16="http://schemas.microsoft.com/office/drawing/2014/main" id="{CFE2E529-7EBE-5D5F-15E7-8097B6B7E547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Pie 72">
            <a:extLst>
              <a:ext uri="{FF2B5EF4-FFF2-40B4-BE49-F238E27FC236}">
                <a16:creationId xmlns:a16="http://schemas.microsoft.com/office/drawing/2014/main" id="{4FDD51C7-E068-410E-EF00-BAE4301DEA3B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Pie 72">
            <a:extLst>
              <a:ext uri="{FF2B5EF4-FFF2-40B4-BE49-F238E27FC236}">
                <a16:creationId xmlns:a16="http://schemas.microsoft.com/office/drawing/2014/main" id="{933F136E-FBE9-4B7F-1E6C-8D5B67F08B07}"/>
              </a:ext>
            </a:extLst>
          </p:cNvPr>
          <p:cNvSpPr/>
          <p:nvPr/>
        </p:nvSpPr>
        <p:spPr>
          <a:xfrm rot="14107502">
            <a:off x="2926513" y="1978766"/>
            <a:ext cx="747040" cy="811844"/>
          </a:xfrm>
          <a:prstGeom prst="pie">
            <a:avLst>
              <a:gd name="adj1" fmla="val 11901021"/>
              <a:gd name="adj2" fmla="val 147520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/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Pie 72">
            <a:extLst>
              <a:ext uri="{FF2B5EF4-FFF2-40B4-BE49-F238E27FC236}">
                <a16:creationId xmlns:a16="http://schemas.microsoft.com/office/drawing/2014/main" id="{18C4790A-B000-1C80-857A-2C4EA042EB93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Pie 72">
            <a:extLst>
              <a:ext uri="{FF2B5EF4-FFF2-40B4-BE49-F238E27FC236}">
                <a16:creationId xmlns:a16="http://schemas.microsoft.com/office/drawing/2014/main" id="{75CEB0F7-0D94-AE18-2A82-311C862B1AAE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/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Pie 72">
            <a:extLst>
              <a:ext uri="{FF2B5EF4-FFF2-40B4-BE49-F238E27FC236}">
                <a16:creationId xmlns:a16="http://schemas.microsoft.com/office/drawing/2014/main" id="{46AD23FD-EB82-888A-6A6B-144A512AC85A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Pie 72">
            <a:extLst>
              <a:ext uri="{FF2B5EF4-FFF2-40B4-BE49-F238E27FC236}">
                <a16:creationId xmlns:a16="http://schemas.microsoft.com/office/drawing/2014/main" id="{03E9074D-B640-0603-40A5-3A7A3C0FB20F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9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532DB7FA-D22B-B7FF-F0C1-D7C05E097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39448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79680F2A-BAA9-588C-00B9-40C6AA367CCA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E9FCC10-19B4-2D46-45FA-FAC577602D34}"/>
              </a:ext>
            </a:extLst>
          </p:cNvPr>
          <p:cNvSpPr/>
          <p:nvPr/>
        </p:nvSpPr>
        <p:spPr>
          <a:xfrm>
            <a:off x="2642042" y="766828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241611D-E7B0-60FA-9D0C-661A5AFCA34A}"/>
              </a:ext>
            </a:extLst>
          </p:cNvPr>
          <p:cNvSpPr/>
          <p:nvPr/>
        </p:nvSpPr>
        <p:spPr>
          <a:xfrm>
            <a:off x="596592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B0A4C24-1CC9-0B01-6F4E-E3D4D311E7FA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628C2B2-E63D-D0DF-6199-EFC2C5427619}"/>
              </a:ext>
            </a:extLst>
          </p:cNvPr>
          <p:cNvSpPr/>
          <p:nvPr/>
        </p:nvSpPr>
        <p:spPr>
          <a:xfrm>
            <a:off x="2650303" y="9348750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F064A26-A18F-39D7-63B4-84466FC1AD3E}"/>
              </a:ext>
            </a:extLst>
          </p:cNvPr>
          <p:cNvSpPr/>
          <p:nvPr/>
        </p:nvSpPr>
        <p:spPr>
          <a:xfrm>
            <a:off x="5960568" y="93452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B10C99D-6C45-1440-6FCC-D7FD4A9FDC49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682580-4598-2D12-8CC4-D4F045F9ADDD}"/>
              </a:ext>
            </a:extLst>
          </p:cNvPr>
          <p:cNvSpPr txBox="1"/>
          <p:nvPr/>
        </p:nvSpPr>
        <p:spPr>
          <a:xfrm>
            <a:off x="1590775" y="4258342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2.   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State whether each set of triangles satisfy the condition SAS.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52D92DD-9665-BD30-4F9F-87310F00AA6C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035B28-7EA9-3ECE-2F7A-7E4B36A0FB68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F62797-8BFA-22AA-9545-D93EE46588E1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4" name="Isosceles Triangle 163">
            <a:extLst>
              <a:ext uri="{FF2B5EF4-FFF2-40B4-BE49-F238E27FC236}">
                <a16:creationId xmlns:a16="http://schemas.microsoft.com/office/drawing/2014/main" id="{B0B88BD1-70E0-C01E-86DA-B3672D6929BD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6BC80D-D714-CA7E-9189-9D6A0EFFBF05}"/>
              </a:ext>
            </a:extLst>
          </p:cNvPr>
          <p:cNvSpPr txBox="1"/>
          <p:nvPr/>
        </p:nvSpPr>
        <p:spPr>
          <a:xfrm>
            <a:off x="283062" y="698807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8EAA712-4B57-7598-157E-9A9CCB327717}"/>
              </a:ext>
            </a:extLst>
          </p:cNvPr>
          <p:cNvSpPr txBox="1"/>
          <p:nvPr/>
        </p:nvSpPr>
        <p:spPr>
          <a:xfrm>
            <a:off x="1102274" y="6910639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CC6040-3E66-6C03-7D78-7FBA9BE003E9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A70765-0FB7-AD15-93F5-AE7FFDE230E2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6D4B8BA-A469-9060-E677-8AC2C7C92D82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879F9E4-98DB-CDD4-F7C2-A2F0BAF4BAFF}"/>
              </a:ext>
            </a:extLst>
          </p:cNvPr>
          <p:cNvSpPr txBox="1"/>
          <p:nvPr/>
        </p:nvSpPr>
        <p:spPr>
          <a:xfrm>
            <a:off x="1679928" y="7002311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C6BE20-C809-5469-4351-3142A6775358}"/>
              </a:ext>
            </a:extLst>
          </p:cNvPr>
          <p:cNvSpPr txBox="1"/>
          <p:nvPr/>
        </p:nvSpPr>
        <p:spPr>
          <a:xfrm>
            <a:off x="2388621" y="6643141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03FEF8EA-925B-64DA-D509-DC94180DF4E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8659BCF-52EE-4544-69E2-9FDEC547E238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B1C467E-27BD-BDA6-2A23-6240A176C3C1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0682BE-6D59-73BA-15F8-634B7045B2C2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531300F3-515F-7BFA-316C-DDFE6CE81AB1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4E7DA33-10C8-22CF-2F63-D114B90E62A0}"/>
              </a:ext>
            </a:extLst>
          </p:cNvPr>
          <p:cNvSpPr txBox="1"/>
          <p:nvPr/>
        </p:nvSpPr>
        <p:spPr>
          <a:xfrm>
            <a:off x="263200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A784847-299C-B57B-5915-E28923408855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4F35837-753D-0DA0-6F7D-7A4A51F92CFD}"/>
              </a:ext>
            </a:extLst>
          </p:cNvPr>
          <p:cNvSpPr txBox="1"/>
          <p:nvPr/>
        </p:nvSpPr>
        <p:spPr>
          <a:xfrm>
            <a:off x="596185" y="5774768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9B529D2-8F26-277B-50BC-79A156EF0A37}"/>
              </a:ext>
            </a:extLst>
          </p:cNvPr>
          <p:cNvSpPr txBox="1"/>
          <p:nvPr/>
        </p:nvSpPr>
        <p:spPr>
          <a:xfrm rot="21424689">
            <a:off x="151418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83A4015-74BF-571D-53E4-4692CE3756F4}"/>
              </a:ext>
            </a:extLst>
          </p:cNvPr>
          <p:cNvSpPr txBox="1"/>
          <p:nvPr/>
        </p:nvSpPr>
        <p:spPr>
          <a:xfrm>
            <a:off x="226917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DF71B0F-1CF5-EDF7-F1C1-B9094EDB0DC2}"/>
              </a:ext>
            </a:extLst>
          </p:cNvPr>
          <p:cNvSpPr txBox="1"/>
          <p:nvPr/>
        </p:nvSpPr>
        <p:spPr>
          <a:xfrm>
            <a:off x="1854995" y="497580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F84CD04-9340-63C7-288C-B740CBA57BEE}"/>
              </a:ext>
            </a:extLst>
          </p:cNvPr>
          <p:cNvSpPr txBox="1"/>
          <p:nvPr/>
        </p:nvSpPr>
        <p:spPr>
          <a:xfrm>
            <a:off x="2439770" y="543474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62EC60ED-E732-E1B1-A890-D789264E883D}"/>
              </a:ext>
            </a:extLst>
          </p:cNvPr>
          <p:cNvSpPr/>
          <p:nvPr/>
        </p:nvSpPr>
        <p:spPr bwMode="auto">
          <a:xfrm rot="2071051" flipH="1">
            <a:off x="186674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0021FD-B197-0D5A-C2EC-941CF7466A97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0F16C27-FEDF-210B-D051-9C96501B6994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A0227A4-630A-C1F5-C356-F967CF36CAE2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8" name="Isosceles Triangle 187">
            <a:extLst>
              <a:ext uri="{FF2B5EF4-FFF2-40B4-BE49-F238E27FC236}">
                <a16:creationId xmlns:a16="http://schemas.microsoft.com/office/drawing/2014/main" id="{D00D80B0-C4DF-DD5F-D183-CF4A65863B72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ECFE57E-FB9C-9F0A-3A4C-1079EBEF1E5E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F31A24-4927-2F8C-DE10-5718E45156BD}"/>
              </a:ext>
            </a:extLst>
          </p:cNvPr>
          <p:cNvSpPr txBox="1"/>
          <p:nvPr/>
        </p:nvSpPr>
        <p:spPr>
          <a:xfrm>
            <a:off x="3592554" y="705101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F49087E-BCF2-B880-9EFB-E55B29165BAE}"/>
              </a:ext>
            </a:extLst>
          </p:cNvPr>
          <p:cNvSpPr txBox="1"/>
          <p:nvPr/>
        </p:nvSpPr>
        <p:spPr>
          <a:xfrm>
            <a:off x="4460223" y="7318015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52mm</a:t>
            </a:r>
            <a:endParaRPr lang="en-GB" sz="1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E66FE0-5278-0A81-C2FD-A7135472CF67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5CEBB75-8EAA-A277-1796-5629ABD12C06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6A657E4-0A3C-AA40-03A7-D48B4905C472}"/>
              </a:ext>
            </a:extLst>
          </p:cNvPr>
          <p:cNvSpPr txBox="1"/>
          <p:nvPr/>
        </p:nvSpPr>
        <p:spPr>
          <a:xfrm>
            <a:off x="5636408" y="7444206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5.2cm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0116EEC-787D-3D3C-DB6E-E3FD3148A544}"/>
              </a:ext>
            </a:extLst>
          </p:cNvPr>
          <p:cNvSpPr txBox="1"/>
          <p:nvPr/>
        </p:nvSpPr>
        <p:spPr>
          <a:xfrm>
            <a:off x="5967985" y="6822927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294" name="Isosceles Triangle 293">
            <a:extLst>
              <a:ext uri="{FF2B5EF4-FFF2-40B4-BE49-F238E27FC236}">
                <a16:creationId xmlns:a16="http://schemas.microsoft.com/office/drawing/2014/main" id="{AC7CDD97-AE83-4A3B-4940-E0B83D9876BC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C01D380-51DA-8D40-B1CD-97E7B6E3970D}"/>
              </a:ext>
            </a:extLst>
          </p:cNvPr>
          <p:cNvSpPr txBox="1"/>
          <p:nvPr/>
        </p:nvSpPr>
        <p:spPr>
          <a:xfrm>
            <a:off x="1090302" y="912805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EEFCDB2C-69B9-695A-3C87-EAA739326E66}"/>
              </a:ext>
            </a:extLst>
          </p:cNvPr>
          <p:cNvSpPr txBox="1"/>
          <p:nvPr/>
        </p:nvSpPr>
        <p:spPr>
          <a:xfrm>
            <a:off x="1331659" y="813067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256874C-7A9A-2272-C15F-1F7D8DF5777D}"/>
              </a:ext>
            </a:extLst>
          </p:cNvPr>
          <p:cNvSpPr txBox="1"/>
          <p:nvPr/>
        </p:nvSpPr>
        <p:spPr>
          <a:xfrm>
            <a:off x="394636" y="81398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98" name="Isosceles Triangle 297">
            <a:extLst>
              <a:ext uri="{FF2B5EF4-FFF2-40B4-BE49-F238E27FC236}">
                <a16:creationId xmlns:a16="http://schemas.microsoft.com/office/drawing/2014/main" id="{EEC204B1-02CC-53C1-CCEA-2A603930C35E}"/>
              </a:ext>
            </a:extLst>
          </p:cNvPr>
          <p:cNvSpPr/>
          <p:nvPr/>
        </p:nvSpPr>
        <p:spPr bwMode="auto">
          <a:xfrm rot="10800000">
            <a:off x="618397" y="833023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0A0715D-91A7-7FC1-3D67-5A1605293363}"/>
              </a:ext>
            </a:extLst>
          </p:cNvPr>
          <p:cNvSpPr txBox="1"/>
          <p:nvPr/>
        </p:nvSpPr>
        <p:spPr>
          <a:xfrm>
            <a:off x="2861724" y="812815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3BCC9B7-0F77-4D86-2D00-26F9672CC8D8}"/>
              </a:ext>
            </a:extLst>
          </p:cNvPr>
          <p:cNvSpPr txBox="1"/>
          <p:nvPr/>
        </p:nvSpPr>
        <p:spPr>
          <a:xfrm>
            <a:off x="1271554" y="858830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AF0369D-8F18-8C35-84B8-7BDC03CB2829}"/>
              </a:ext>
            </a:extLst>
          </p:cNvPr>
          <p:cNvSpPr txBox="1"/>
          <p:nvPr/>
        </p:nvSpPr>
        <p:spPr>
          <a:xfrm>
            <a:off x="522848" y="8650669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250C2DE-C1E3-626E-0A72-794E703AA470}"/>
              </a:ext>
            </a:extLst>
          </p:cNvPr>
          <p:cNvSpPr txBox="1"/>
          <p:nvPr/>
        </p:nvSpPr>
        <p:spPr>
          <a:xfrm rot="21424689">
            <a:off x="1743909" y="85389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0D02920-0186-49A7-7AF4-021C10A2A3DB}"/>
              </a:ext>
            </a:extLst>
          </p:cNvPr>
          <p:cNvSpPr txBox="1"/>
          <p:nvPr/>
        </p:nvSpPr>
        <p:spPr>
          <a:xfrm>
            <a:off x="2480603" y="91061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E077792-50FF-DB4E-D5D8-18F0A1217A2A}"/>
              </a:ext>
            </a:extLst>
          </p:cNvPr>
          <p:cNvSpPr txBox="1"/>
          <p:nvPr/>
        </p:nvSpPr>
        <p:spPr>
          <a:xfrm>
            <a:off x="2180189" y="8278330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3m</a:t>
            </a:r>
            <a:endParaRPr lang="en-GB" sz="12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4B8A372-01FC-FE7C-2FA5-C2A5CF4A140D}"/>
              </a:ext>
            </a:extLst>
          </p:cNvPr>
          <p:cNvSpPr txBox="1"/>
          <p:nvPr/>
        </p:nvSpPr>
        <p:spPr>
          <a:xfrm>
            <a:off x="2670144" y="8690784"/>
            <a:ext cx="63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6" name="Isosceles Triangle 305">
            <a:extLst>
              <a:ext uri="{FF2B5EF4-FFF2-40B4-BE49-F238E27FC236}">
                <a16:creationId xmlns:a16="http://schemas.microsoft.com/office/drawing/2014/main" id="{F82AAD51-1931-ADDE-24B0-34EEF4620C1D}"/>
              </a:ext>
            </a:extLst>
          </p:cNvPr>
          <p:cNvSpPr/>
          <p:nvPr/>
        </p:nvSpPr>
        <p:spPr bwMode="auto">
          <a:xfrm rot="2071051" flipH="1">
            <a:off x="2096464" y="8149744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07" name="Pie 72">
            <a:extLst>
              <a:ext uri="{FF2B5EF4-FFF2-40B4-BE49-F238E27FC236}">
                <a16:creationId xmlns:a16="http://schemas.microsoft.com/office/drawing/2014/main" id="{94A0DDEB-28B0-2E2D-9B93-AA72CF96C8C9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8" name="Pie 72">
            <a:extLst>
              <a:ext uri="{FF2B5EF4-FFF2-40B4-BE49-F238E27FC236}">
                <a16:creationId xmlns:a16="http://schemas.microsoft.com/office/drawing/2014/main" id="{53325F7A-BDB7-1C38-9F6E-9A2ED4C2B424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/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Pie 72">
            <a:extLst>
              <a:ext uri="{FF2B5EF4-FFF2-40B4-BE49-F238E27FC236}">
                <a16:creationId xmlns:a16="http://schemas.microsoft.com/office/drawing/2014/main" id="{48008325-6E06-FFB0-DA8A-25DB10ADE2D4}"/>
              </a:ext>
            </a:extLst>
          </p:cNvPr>
          <p:cNvSpPr/>
          <p:nvPr/>
        </p:nvSpPr>
        <p:spPr>
          <a:xfrm rot="16200000">
            <a:off x="2311541" y="469901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/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Pie 72">
            <a:extLst>
              <a:ext uri="{FF2B5EF4-FFF2-40B4-BE49-F238E27FC236}">
                <a16:creationId xmlns:a16="http://schemas.microsoft.com/office/drawing/2014/main" id="{A4319EBE-77D2-9D71-0F36-961F3B24A1AB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Pie 72">
            <a:extLst>
              <a:ext uri="{FF2B5EF4-FFF2-40B4-BE49-F238E27FC236}">
                <a16:creationId xmlns:a16="http://schemas.microsoft.com/office/drawing/2014/main" id="{FDCD79E5-B49B-CD73-66C5-7C7BD2A7FF78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Pie 72">
            <a:extLst>
              <a:ext uri="{FF2B5EF4-FFF2-40B4-BE49-F238E27FC236}">
                <a16:creationId xmlns:a16="http://schemas.microsoft.com/office/drawing/2014/main" id="{3B312790-0FB4-3BAC-77C3-102BF655C15C}"/>
              </a:ext>
            </a:extLst>
          </p:cNvPr>
          <p:cNvSpPr/>
          <p:nvPr/>
        </p:nvSpPr>
        <p:spPr>
          <a:xfrm rot="2114827">
            <a:off x="841375" y="8822539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/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Pie 72">
            <a:extLst>
              <a:ext uri="{FF2B5EF4-FFF2-40B4-BE49-F238E27FC236}">
                <a16:creationId xmlns:a16="http://schemas.microsoft.com/office/drawing/2014/main" id="{351FA501-AFC4-DA76-F248-6E4D5904C737}"/>
              </a:ext>
            </a:extLst>
          </p:cNvPr>
          <p:cNvSpPr/>
          <p:nvPr/>
        </p:nvSpPr>
        <p:spPr>
          <a:xfrm rot="16200000">
            <a:off x="2536995" y="7978663"/>
            <a:ext cx="727781" cy="705156"/>
          </a:xfrm>
          <a:prstGeom prst="pie">
            <a:avLst>
              <a:gd name="adj1" fmla="val 11991169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/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" name="Pie 72">
            <a:extLst>
              <a:ext uri="{FF2B5EF4-FFF2-40B4-BE49-F238E27FC236}">
                <a16:creationId xmlns:a16="http://schemas.microsoft.com/office/drawing/2014/main" id="{F8AC6EAD-9C51-42AA-4015-84AD0C3D775F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6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TextBox 322">
            <a:extLst>
              <a:ext uri="{FF2B5EF4-FFF2-40B4-BE49-F238E27FC236}">
                <a16:creationId xmlns:a16="http://schemas.microsoft.com/office/drawing/2014/main" id="{0D78088B-E1B6-A69E-B5FD-58A519F4D4F7}"/>
              </a:ext>
            </a:extLst>
          </p:cNvPr>
          <p:cNvSpPr txBox="1"/>
          <p:nvPr/>
        </p:nvSpPr>
        <p:spPr>
          <a:xfrm>
            <a:off x="4102734" y="821559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3ED2A9D-E922-3340-0161-38F1ECA2F01E}"/>
              </a:ext>
            </a:extLst>
          </p:cNvPr>
          <p:cNvSpPr txBox="1"/>
          <p:nvPr/>
        </p:nvSpPr>
        <p:spPr>
          <a:xfrm>
            <a:off x="3822492" y="921350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AC6A1EF-4A1A-740A-812A-2E37B10A29A7}"/>
              </a:ext>
            </a:extLst>
          </p:cNvPr>
          <p:cNvSpPr txBox="1"/>
          <p:nvPr/>
        </p:nvSpPr>
        <p:spPr>
          <a:xfrm>
            <a:off x="4768298" y="920434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6" name="Isosceles Triangle 325">
            <a:extLst>
              <a:ext uri="{FF2B5EF4-FFF2-40B4-BE49-F238E27FC236}">
                <a16:creationId xmlns:a16="http://schemas.microsoft.com/office/drawing/2014/main" id="{96DFB330-A61D-CFDE-907F-D55C7685C1FA}"/>
              </a:ext>
            </a:extLst>
          </p:cNvPr>
          <p:cNvSpPr/>
          <p:nvPr/>
        </p:nvSpPr>
        <p:spPr bwMode="auto">
          <a:xfrm>
            <a:off x="4011465" y="844605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B9DFDED4-F70C-A46E-0683-9100F900DF9C}"/>
              </a:ext>
            </a:extLst>
          </p:cNvPr>
          <p:cNvSpPr txBox="1"/>
          <p:nvPr/>
        </p:nvSpPr>
        <p:spPr>
          <a:xfrm>
            <a:off x="3709301" y="8726147"/>
            <a:ext cx="587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41m</a:t>
            </a:r>
            <a:endParaRPr lang="en-GB" sz="12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2ECA9CE-4146-1571-7980-8A03079D4102}"/>
              </a:ext>
            </a:extLst>
          </p:cNvPr>
          <p:cNvSpPr txBox="1"/>
          <p:nvPr/>
        </p:nvSpPr>
        <p:spPr>
          <a:xfrm>
            <a:off x="4394901" y="8622581"/>
            <a:ext cx="54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F0E866F6-C068-43ED-27CB-4F24238479E1}"/>
              </a:ext>
            </a:extLst>
          </p:cNvPr>
          <p:cNvSpPr txBox="1"/>
          <p:nvPr/>
        </p:nvSpPr>
        <p:spPr>
          <a:xfrm>
            <a:off x="5347198" y="810674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74207C1D-4CE1-26CA-58A3-7684ED2336B4}"/>
              </a:ext>
            </a:extLst>
          </p:cNvPr>
          <p:cNvSpPr txBox="1"/>
          <p:nvPr/>
        </p:nvSpPr>
        <p:spPr>
          <a:xfrm>
            <a:off x="5456723" y="93470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B4140BC0-64CC-D429-73E1-4A3A6AF428AB}"/>
              </a:ext>
            </a:extLst>
          </p:cNvPr>
          <p:cNvSpPr txBox="1"/>
          <p:nvPr/>
        </p:nvSpPr>
        <p:spPr>
          <a:xfrm>
            <a:off x="6187324" y="87127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3134BDF-2D34-3F1F-3F40-B3430D774215}"/>
              </a:ext>
            </a:extLst>
          </p:cNvPr>
          <p:cNvSpPr txBox="1"/>
          <p:nvPr/>
        </p:nvSpPr>
        <p:spPr>
          <a:xfrm>
            <a:off x="5139296" y="8742356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44m</a:t>
            </a:r>
            <a:endParaRPr lang="en-GB" sz="1200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C7922DF2-FFB5-D86C-4F50-3E96132C3DEF}"/>
              </a:ext>
            </a:extLst>
          </p:cNvPr>
          <p:cNvSpPr txBox="1"/>
          <p:nvPr/>
        </p:nvSpPr>
        <p:spPr>
          <a:xfrm>
            <a:off x="5779614" y="8373631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34" name="Isosceles Triangle 333">
            <a:extLst>
              <a:ext uri="{FF2B5EF4-FFF2-40B4-BE49-F238E27FC236}">
                <a16:creationId xmlns:a16="http://schemas.microsoft.com/office/drawing/2014/main" id="{1416D071-BFF5-25B0-E9E3-3166EFDF7BD9}"/>
              </a:ext>
            </a:extLst>
          </p:cNvPr>
          <p:cNvSpPr/>
          <p:nvPr/>
        </p:nvSpPr>
        <p:spPr bwMode="auto">
          <a:xfrm rot="19225229" flipH="1">
            <a:off x="5227835" y="836461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5" name="Pie 72">
            <a:extLst>
              <a:ext uri="{FF2B5EF4-FFF2-40B4-BE49-F238E27FC236}">
                <a16:creationId xmlns:a16="http://schemas.microsoft.com/office/drawing/2014/main" id="{E45FF445-9285-8573-A272-1EC931BC3044}"/>
              </a:ext>
            </a:extLst>
          </p:cNvPr>
          <p:cNvSpPr/>
          <p:nvPr/>
        </p:nvSpPr>
        <p:spPr>
          <a:xfrm rot="12981654">
            <a:off x="3899185" y="8084640"/>
            <a:ext cx="663871" cy="732871"/>
          </a:xfrm>
          <a:prstGeom prst="pie">
            <a:avLst>
              <a:gd name="adj1" fmla="val 11845021"/>
              <a:gd name="adj2" fmla="val 149073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/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" name="Pie 72">
            <a:extLst>
              <a:ext uri="{FF2B5EF4-FFF2-40B4-BE49-F238E27FC236}">
                <a16:creationId xmlns:a16="http://schemas.microsoft.com/office/drawing/2014/main" id="{DD864686-E70D-CCA9-375B-DEA9A688D92B}"/>
              </a:ext>
            </a:extLst>
          </p:cNvPr>
          <p:cNvSpPr/>
          <p:nvPr/>
        </p:nvSpPr>
        <p:spPr>
          <a:xfrm rot="11823490">
            <a:off x="5181351" y="7984990"/>
            <a:ext cx="661842" cy="713139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/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TextBox 338">
            <a:extLst>
              <a:ext uri="{FF2B5EF4-FFF2-40B4-BE49-F238E27FC236}">
                <a16:creationId xmlns:a16="http://schemas.microsoft.com/office/drawing/2014/main" id="{929E56E2-BDE6-B196-A048-2349A596BD54}"/>
              </a:ext>
            </a:extLst>
          </p:cNvPr>
          <p:cNvSpPr txBox="1"/>
          <p:nvPr/>
        </p:nvSpPr>
        <p:spPr>
          <a:xfrm>
            <a:off x="4202690" y="4726861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6004F3FC-152E-7535-278A-F5C12E700483}"/>
              </a:ext>
            </a:extLst>
          </p:cNvPr>
          <p:cNvSpPr txBox="1"/>
          <p:nvPr/>
        </p:nvSpPr>
        <p:spPr>
          <a:xfrm>
            <a:off x="3694876" y="56275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EB68E4C-4F4F-83EF-E5D2-3E34F0E202C2}"/>
              </a:ext>
            </a:extLst>
          </p:cNvPr>
          <p:cNvSpPr txBox="1"/>
          <p:nvPr/>
        </p:nvSpPr>
        <p:spPr>
          <a:xfrm>
            <a:off x="4634468" y="584110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42" name="Isosceles Triangle 341">
            <a:extLst>
              <a:ext uri="{FF2B5EF4-FFF2-40B4-BE49-F238E27FC236}">
                <a16:creationId xmlns:a16="http://schemas.microsoft.com/office/drawing/2014/main" id="{6BAD3ADF-9152-4998-DF07-78E642A5ED68}"/>
              </a:ext>
            </a:extLst>
          </p:cNvPr>
          <p:cNvSpPr/>
          <p:nvPr/>
        </p:nvSpPr>
        <p:spPr bwMode="auto">
          <a:xfrm rot="820214">
            <a:off x="3985339" y="498038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967A0122-2710-4FC6-0128-CB68515D067C}"/>
              </a:ext>
            </a:extLst>
          </p:cNvPr>
          <p:cNvSpPr txBox="1"/>
          <p:nvPr/>
        </p:nvSpPr>
        <p:spPr>
          <a:xfrm>
            <a:off x="6050147" y="483652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302EAD7-AA78-6A4B-7DBC-0D169BC076BD}"/>
              </a:ext>
            </a:extLst>
          </p:cNvPr>
          <p:cNvSpPr txBox="1"/>
          <p:nvPr/>
        </p:nvSpPr>
        <p:spPr>
          <a:xfrm>
            <a:off x="4434829" y="520812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F1727A2A-ACB0-69A7-5D93-9266DFDE5694}"/>
              </a:ext>
            </a:extLst>
          </p:cNvPr>
          <p:cNvSpPr txBox="1"/>
          <p:nvPr/>
        </p:nvSpPr>
        <p:spPr>
          <a:xfrm>
            <a:off x="3977751" y="5760173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0B693B1A-A8D0-AE70-D93E-113890EF7824}"/>
              </a:ext>
            </a:extLst>
          </p:cNvPr>
          <p:cNvSpPr txBox="1"/>
          <p:nvPr/>
        </p:nvSpPr>
        <p:spPr>
          <a:xfrm rot="21424689">
            <a:off x="4932330" y="524734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1899E81D-7B8D-6F3F-634F-C82D4D05D4B6}"/>
              </a:ext>
            </a:extLst>
          </p:cNvPr>
          <p:cNvSpPr txBox="1"/>
          <p:nvPr/>
        </p:nvSpPr>
        <p:spPr>
          <a:xfrm>
            <a:off x="5687313" y="581447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D1E39CF0-F4EC-4427-41EE-FAC82F396C2E}"/>
              </a:ext>
            </a:extLst>
          </p:cNvPr>
          <p:cNvSpPr txBox="1"/>
          <p:nvPr/>
        </p:nvSpPr>
        <p:spPr>
          <a:xfrm>
            <a:off x="5126889" y="560788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F07F1A1F-E767-4B5B-EF6F-949F8ACEDBA0}"/>
              </a:ext>
            </a:extLst>
          </p:cNvPr>
          <p:cNvSpPr txBox="1"/>
          <p:nvPr/>
        </p:nvSpPr>
        <p:spPr>
          <a:xfrm>
            <a:off x="5857912" y="5420148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50" name="Isosceles Triangle 349">
            <a:extLst>
              <a:ext uri="{FF2B5EF4-FFF2-40B4-BE49-F238E27FC236}">
                <a16:creationId xmlns:a16="http://schemas.microsoft.com/office/drawing/2014/main" id="{48E003D1-98B6-84E5-79DF-EF3C1D33D922}"/>
              </a:ext>
            </a:extLst>
          </p:cNvPr>
          <p:cNvSpPr/>
          <p:nvPr/>
        </p:nvSpPr>
        <p:spPr bwMode="auto">
          <a:xfrm rot="2071051" flipH="1">
            <a:off x="5284885" y="48581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/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Pie 72">
            <a:extLst>
              <a:ext uri="{FF2B5EF4-FFF2-40B4-BE49-F238E27FC236}">
                <a16:creationId xmlns:a16="http://schemas.microsoft.com/office/drawing/2014/main" id="{A8E3A579-9FD0-5F81-6D09-EA6504AE1C98}"/>
              </a:ext>
            </a:extLst>
          </p:cNvPr>
          <p:cNvSpPr/>
          <p:nvPr/>
        </p:nvSpPr>
        <p:spPr>
          <a:xfrm rot="16200000">
            <a:off x="5729683" y="4684420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/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Pie 72">
            <a:extLst>
              <a:ext uri="{FF2B5EF4-FFF2-40B4-BE49-F238E27FC236}">
                <a16:creationId xmlns:a16="http://schemas.microsoft.com/office/drawing/2014/main" id="{5B77D110-AC71-7163-67A1-FBD7923EA586}"/>
              </a:ext>
            </a:extLst>
          </p:cNvPr>
          <p:cNvSpPr/>
          <p:nvPr/>
        </p:nvSpPr>
        <p:spPr>
          <a:xfrm rot="978888">
            <a:off x="4327692" y="5555050"/>
            <a:ext cx="711874" cy="717179"/>
          </a:xfrm>
          <a:prstGeom prst="pie">
            <a:avLst>
              <a:gd name="adj1" fmla="val 10689666"/>
              <a:gd name="adj2" fmla="val 140004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7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697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3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DA1E1E-17B8-6753-9363-199A6D6B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49257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ASA.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angles and the side between them (the included side),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ASA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(Angle, Side, Angle)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angles and  included side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C09BC62-CC65-BABE-2985-19171C213568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BE814-F21B-2A2C-29C2-0FD1BD75475A}"/>
              </a:ext>
            </a:extLst>
          </p:cNvPr>
          <p:cNvSpPr txBox="1"/>
          <p:nvPr/>
        </p:nvSpPr>
        <p:spPr>
          <a:xfrm>
            <a:off x="1610445" y="88372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A9FA1-EFB3-C531-0476-50D270A6F140}"/>
              </a:ext>
            </a:extLst>
          </p:cNvPr>
          <p:cNvSpPr txBox="1"/>
          <p:nvPr/>
        </p:nvSpPr>
        <p:spPr>
          <a:xfrm>
            <a:off x="1334479" y="17952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DFDF2-52D5-D727-FD88-BBADDE9A8123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D4E883E-72EE-0A53-7A2E-374839023FD1}"/>
              </a:ext>
            </a:extLst>
          </p:cNvPr>
          <p:cNvSpPr/>
          <p:nvPr/>
        </p:nvSpPr>
        <p:spPr bwMode="auto">
          <a:xfrm>
            <a:off x="1489598" y="1141916"/>
            <a:ext cx="941009" cy="706967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38D2C-65A2-2466-FE81-E3BAA13746CB}"/>
              </a:ext>
            </a:extLst>
          </p:cNvPr>
          <p:cNvSpPr txBox="1"/>
          <p:nvPr/>
        </p:nvSpPr>
        <p:spPr>
          <a:xfrm>
            <a:off x="1708395" y="181344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95779-0069-7688-6981-2C657C49C4C2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919CB-CBF2-CD59-F13F-F470DC3318F9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C62F7-F791-BDA5-520C-0F725DBB7879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8631B-D218-E6DC-ECE6-2C7E24AC405D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3ADA0C9-CB37-87DB-5D7F-7ED232C60713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4E3B5-0EE7-1A1E-067D-BEFC5116331D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D6A32-4A0E-86C2-6EFE-49B2694497BF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300E6A-0654-BDC7-B295-C891EB5C4943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10C5C-7CAD-E9B6-96FD-A5D6EE518D97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99CCF4D-CD1A-15D8-3000-FAADF98E448D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F02E9-0429-5BFC-3074-7E5BE34C95F4}"/>
              </a:ext>
            </a:extLst>
          </p:cNvPr>
          <p:cNvSpPr txBox="1"/>
          <p:nvPr/>
        </p:nvSpPr>
        <p:spPr>
          <a:xfrm>
            <a:off x="3278571" y="213674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7E737B-EC9E-571A-45E8-5F11E53FD184}"/>
              </a:ext>
            </a:extLst>
          </p:cNvPr>
          <p:cNvSpPr txBox="1"/>
          <p:nvPr/>
        </p:nvSpPr>
        <p:spPr>
          <a:xfrm>
            <a:off x="3469759" y="143631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42250-E0F4-B764-5EF5-CA4A8D45D41B}"/>
              </a:ext>
            </a:extLst>
          </p:cNvPr>
          <p:cNvSpPr txBox="1"/>
          <p:nvPr/>
        </p:nvSpPr>
        <p:spPr>
          <a:xfrm rot="21424689">
            <a:off x="2593732" y="292351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C68C73-BB3B-CAFA-95C0-ADF6031291BD}"/>
              </a:ext>
            </a:extLst>
          </p:cNvPr>
          <p:cNvSpPr txBox="1"/>
          <p:nvPr/>
        </p:nvSpPr>
        <p:spPr>
          <a:xfrm>
            <a:off x="3678449" y="334917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D1CB8-7E7D-D52D-4EB2-A3C5366F2AD2}"/>
              </a:ext>
            </a:extLst>
          </p:cNvPr>
          <p:cNvSpPr txBox="1"/>
          <p:nvPr/>
        </p:nvSpPr>
        <p:spPr>
          <a:xfrm>
            <a:off x="3528668" y="2751752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7" name="Isosceles Triangle 85">
            <a:extLst>
              <a:ext uri="{FF2B5EF4-FFF2-40B4-BE49-F238E27FC236}">
                <a16:creationId xmlns:a16="http://schemas.microsoft.com/office/drawing/2014/main" id="{21E420DA-1276-AE30-E814-37DA0528EFDD}"/>
              </a:ext>
            </a:extLst>
          </p:cNvPr>
          <p:cNvSpPr/>
          <p:nvPr/>
        </p:nvSpPr>
        <p:spPr bwMode="auto">
          <a:xfrm rot="21431221" flipH="1">
            <a:off x="2814349" y="2371788"/>
            <a:ext cx="886055" cy="1080028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  <a:gd name="connsiteX0" fmla="*/ 0 w 543578"/>
              <a:gd name="connsiteY0" fmla="*/ 857004 h 857004"/>
              <a:gd name="connsiteX1" fmla="*/ 183375 w 543578"/>
              <a:gd name="connsiteY1" fmla="*/ 0 h 857004"/>
              <a:gd name="connsiteX2" fmla="*/ 543578 w 543578"/>
              <a:gd name="connsiteY2" fmla="*/ 448813 h 857004"/>
              <a:gd name="connsiteX3" fmla="*/ 0 w 543578"/>
              <a:gd name="connsiteY3" fmla="*/ 857004 h 857004"/>
              <a:gd name="connsiteX0" fmla="*/ 0 w 614207"/>
              <a:gd name="connsiteY0" fmla="*/ 857004 h 857004"/>
              <a:gd name="connsiteX1" fmla="*/ 183375 w 614207"/>
              <a:gd name="connsiteY1" fmla="*/ 0 h 857004"/>
              <a:gd name="connsiteX2" fmla="*/ 614207 w 614207"/>
              <a:gd name="connsiteY2" fmla="*/ 533630 h 857004"/>
              <a:gd name="connsiteX3" fmla="*/ 0 w 614207"/>
              <a:gd name="connsiteY3" fmla="*/ 857004 h 85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207" h="857004">
                <a:moveTo>
                  <a:pt x="0" y="857004"/>
                </a:moveTo>
                <a:lnTo>
                  <a:pt x="183375" y="0"/>
                </a:lnTo>
                <a:lnTo>
                  <a:pt x="614207" y="533630"/>
                </a:lnTo>
                <a:lnTo>
                  <a:pt x="0" y="857004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D68631-8CC0-6D82-3395-DD8955B018CC}"/>
              </a:ext>
            </a:extLst>
          </p:cNvPr>
          <p:cNvSpPr/>
          <p:nvPr/>
        </p:nvSpPr>
        <p:spPr>
          <a:xfrm>
            <a:off x="4224917" y="368096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33AB6-D8FA-DA54-3307-7684BD27DCF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10FE5C-ACF0-8317-79FB-10BD2BD9BC17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6CA33-2221-395C-0865-FA9BA6FC7FD1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9B700D0-9821-3307-EBAD-723B46A59F44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C97EF8-357A-52BE-BE1F-6A283629570A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C5AB2B-1BBE-6D55-43A5-3C4074723F2C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15F1FE-75CD-3F94-86FF-15D8B92BDC76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D1180-D21D-D6C1-F311-40B035362DE2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CAB03-A80C-AAAF-AFB4-FFBBF1467CAC}"/>
              </a:ext>
            </a:extLst>
          </p:cNvPr>
          <p:cNvSpPr txBox="1"/>
          <p:nvPr/>
        </p:nvSpPr>
        <p:spPr>
          <a:xfrm>
            <a:off x="4045366" y="2471795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65FC893E-9897-02F0-469D-A538DA13769B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FCADC-5E92-D104-87CA-68613D4848FC}"/>
              </a:ext>
            </a:extLst>
          </p:cNvPr>
          <p:cNvSpPr/>
          <p:nvPr/>
        </p:nvSpPr>
        <p:spPr>
          <a:xfrm>
            <a:off x="5625208" y="367772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3A12C9-F8D9-E424-79DC-A4B0155DDE2B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A8AC81-A112-EE60-F87D-F3B2EB1B022E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5813E5-3F04-FDEB-B8E8-AE8D54241BD0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9394A4-0481-AF84-C201-28C68A61737C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4F1F6-E17E-834C-2E90-7BD54DFC5B27}"/>
              </a:ext>
            </a:extLst>
          </p:cNvPr>
          <p:cNvSpPr txBox="1"/>
          <p:nvPr/>
        </p:nvSpPr>
        <p:spPr>
          <a:xfrm>
            <a:off x="6128061" y="319132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F5F7F0-83E0-81E1-F855-A0473833474E}"/>
              </a:ext>
            </a:extLst>
          </p:cNvPr>
          <p:cNvSpPr txBox="1"/>
          <p:nvPr/>
        </p:nvSpPr>
        <p:spPr>
          <a:xfrm>
            <a:off x="5492947" y="1431630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6ADF4B-C799-CAB2-909C-69D2FD1CAFB2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522553-DE54-9998-388B-669222C35865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978174-14E5-BB9D-56E4-113F681129F5}"/>
              </a:ext>
            </a:extLst>
          </p:cNvPr>
          <p:cNvSpPr txBox="1"/>
          <p:nvPr/>
        </p:nvSpPr>
        <p:spPr>
          <a:xfrm>
            <a:off x="6275581" y="2750733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0.3m</a:t>
            </a:r>
            <a:endParaRPr lang="en-GB" sz="1200" dirty="0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44CDBF8-377C-05CA-C01B-F9142F4200CB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/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blipFill>
                <a:blip r:embed="rId3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ie 72">
            <a:extLst>
              <a:ext uri="{FF2B5EF4-FFF2-40B4-BE49-F238E27FC236}">
                <a16:creationId xmlns:a16="http://schemas.microsoft.com/office/drawing/2014/main" id="{91CD7659-E7AF-CEC7-77B7-3A2B273C89A0}"/>
              </a:ext>
            </a:extLst>
          </p:cNvPr>
          <p:cNvSpPr/>
          <p:nvPr/>
        </p:nvSpPr>
        <p:spPr>
          <a:xfrm rot="6494258">
            <a:off x="1201302" y="1550231"/>
            <a:ext cx="581836" cy="603600"/>
          </a:xfrm>
          <a:prstGeom prst="pie">
            <a:avLst>
              <a:gd name="adj1" fmla="val 10910621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1" name="Pie 72">
            <a:extLst>
              <a:ext uri="{FF2B5EF4-FFF2-40B4-BE49-F238E27FC236}">
                <a16:creationId xmlns:a16="http://schemas.microsoft.com/office/drawing/2014/main" id="{D93F2EB3-2272-08C1-3E93-D4DE48B6EE59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Pie 72">
            <a:extLst>
              <a:ext uri="{FF2B5EF4-FFF2-40B4-BE49-F238E27FC236}">
                <a16:creationId xmlns:a16="http://schemas.microsoft.com/office/drawing/2014/main" id="{3671219A-B540-8393-7846-E75E6D790AE0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Pie 72">
            <a:extLst>
              <a:ext uri="{FF2B5EF4-FFF2-40B4-BE49-F238E27FC236}">
                <a16:creationId xmlns:a16="http://schemas.microsoft.com/office/drawing/2014/main" id="{05E19EA3-B7A7-8F64-C225-A8D5A6726AAD}"/>
              </a:ext>
            </a:extLst>
          </p:cNvPr>
          <p:cNvSpPr/>
          <p:nvPr/>
        </p:nvSpPr>
        <p:spPr>
          <a:xfrm rot="14107502">
            <a:off x="3030639" y="1957850"/>
            <a:ext cx="747040" cy="811844"/>
          </a:xfrm>
          <a:prstGeom prst="pie">
            <a:avLst>
              <a:gd name="adj1" fmla="val 11851075"/>
              <a:gd name="adj2" fmla="val 1525767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/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Pie 72">
            <a:extLst>
              <a:ext uri="{FF2B5EF4-FFF2-40B4-BE49-F238E27FC236}">
                <a16:creationId xmlns:a16="http://schemas.microsoft.com/office/drawing/2014/main" id="{51E21B3F-BDBA-6163-76A2-59C885D469BE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Pie 72">
            <a:extLst>
              <a:ext uri="{FF2B5EF4-FFF2-40B4-BE49-F238E27FC236}">
                <a16:creationId xmlns:a16="http://schemas.microsoft.com/office/drawing/2014/main" id="{1A1CF579-0ACC-0DDF-45AB-7AF6AC3AF7B2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3180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/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C791DE3E-BBC5-2409-F0D1-3FB6538AF503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Pie 72">
            <a:extLst>
              <a:ext uri="{FF2B5EF4-FFF2-40B4-BE49-F238E27FC236}">
                <a16:creationId xmlns:a16="http://schemas.microsoft.com/office/drawing/2014/main" id="{CCD5B8D2-D799-66A2-5DB1-0BA4FB349A65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10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EC517157-5536-9EAB-092D-E07D0335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82980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 Think carefully!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98" name="Rectangle 97">
            <a:extLst>
              <a:ext uri="{FF2B5EF4-FFF2-40B4-BE49-F238E27FC236}">
                <a16:creationId xmlns:a16="http://schemas.microsoft.com/office/drawing/2014/main" id="{AB4189C8-A545-FEFE-A1AE-98A2D557565F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3511B3-8956-7F14-4239-18D5DED490B0}"/>
              </a:ext>
            </a:extLst>
          </p:cNvPr>
          <p:cNvSpPr/>
          <p:nvPr/>
        </p:nvSpPr>
        <p:spPr>
          <a:xfrm>
            <a:off x="2652202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E3526D7-6FD5-9163-4E30-8913986E7BA5}"/>
              </a:ext>
            </a:extLst>
          </p:cNvPr>
          <p:cNvSpPr/>
          <p:nvPr/>
        </p:nvSpPr>
        <p:spPr>
          <a:xfrm>
            <a:off x="596846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67D9A4D-1AA9-6AE5-9AE1-FBB2CF9FA626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87866BA-35ED-2619-244D-8543B3F9A536}"/>
              </a:ext>
            </a:extLst>
          </p:cNvPr>
          <p:cNvSpPr/>
          <p:nvPr/>
        </p:nvSpPr>
        <p:spPr>
          <a:xfrm>
            <a:off x="5966664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AB802EA-1DAF-AC79-D1DB-D7A6E969E19A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C2592B-35C8-243F-5FB4-FF1906FB7B9A}"/>
              </a:ext>
            </a:extLst>
          </p:cNvPr>
          <p:cNvSpPr txBox="1"/>
          <p:nvPr/>
        </p:nvSpPr>
        <p:spPr>
          <a:xfrm>
            <a:off x="1590774" y="4258342"/>
            <a:ext cx="4375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baseline="0" dirty="0">
                <a:solidFill>
                  <a:sysClr val="windowText" lastClr="000000"/>
                </a:solidFill>
              </a:rPr>
              <a:t>3.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913D05-AB3E-1A85-A533-34F3D7864700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DDD91D1-059C-3437-EE7B-C759A7608301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BBEE97-5B97-4608-F1F9-F45AC1BBE66B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B0D704E9-C781-3838-B65A-1E647B3CECCF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2652C3-D18A-AE2C-1188-62FF4A5E067D}"/>
              </a:ext>
            </a:extLst>
          </p:cNvPr>
          <p:cNvSpPr txBox="1"/>
          <p:nvPr/>
        </p:nvSpPr>
        <p:spPr>
          <a:xfrm>
            <a:off x="298445" y="698481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A09E7D-4A2A-6D3E-DEEB-E236BC34F316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DBB3343-4FF2-6F0E-FAEF-68A21252C621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5B6BDB-154E-E3C5-94D9-5122DE3429A3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690399B-1961-9AAC-145D-70C5810CBBC1}"/>
              </a:ext>
            </a:extLst>
          </p:cNvPr>
          <p:cNvSpPr txBox="1"/>
          <p:nvPr/>
        </p:nvSpPr>
        <p:spPr>
          <a:xfrm>
            <a:off x="1549790" y="7008926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130mm</a:t>
            </a:r>
            <a:endParaRPr lang="en-GB" sz="1200" dirty="0"/>
          </a:p>
        </p:txBody>
      </p:sp>
      <p:sp>
        <p:nvSpPr>
          <p:cNvPr id="129" name="Isosceles Triangle 128">
            <a:extLst>
              <a:ext uri="{FF2B5EF4-FFF2-40B4-BE49-F238E27FC236}">
                <a16:creationId xmlns:a16="http://schemas.microsoft.com/office/drawing/2014/main" id="{8814C12B-6845-E3D4-FBF2-5407E028087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541AD05-2D58-7966-4F35-0B9F14F9B2F0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9B04C15-059B-EF72-ACF8-6DA1B89B4674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1D6D07-A121-A9E1-BB97-35D6B9AB8958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448252E4-69DA-631F-BB9D-95F3BB6D31BB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DADD792-0149-681E-5F4C-741BA25C9E72}"/>
              </a:ext>
            </a:extLst>
          </p:cNvPr>
          <p:cNvSpPr txBox="1"/>
          <p:nvPr/>
        </p:nvSpPr>
        <p:spPr>
          <a:xfrm>
            <a:off x="272344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A1848CF-5341-9B2F-E4E0-781B606DB28F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5EBF45D-7A04-409C-DA88-2CB4FA09B603}"/>
              </a:ext>
            </a:extLst>
          </p:cNvPr>
          <p:cNvSpPr txBox="1"/>
          <p:nvPr/>
        </p:nvSpPr>
        <p:spPr>
          <a:xfrm rot="21424689">
            <a:off x="160562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3620A56-9D1F-9DC8-7B98-30308D382724}"/>
              </a:ext>
            </a:extLst>
          </p:cNvPr>
          <p:cNvSpPr txBox="1"/>
          <p:nvPr/>
        </p:nvSpPr>
        <p:spPr>
          <a:xfrm>
            <a:off x="236061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CA0DE655-C1D6-4486-5BEA-4D957A5CA571}"/>
              </a:ext>
            </a:extLst>
          </p:cNvPr>
          <p:cNvSpPr txBox="1"/>
          <p:nvPr/>
        </p:nvSpPr>
        <p:spPr>
          <a:xfrm>
            <a:off x="1946299" y="4971146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2" name="Isosceles Triangle 161">
            <a:extLst>
              <a:ext uri="{FF2B5EF4-FFF2-40B4-BE49-F238E27FC236}">
                <a16:creationId xmlns:a16="http://schemas.microsoft.com/office/drawing/2014/main" id="{CB14300B-EC58-1B36-5258-C8C59B84A216}"/>
              </a:ext>
            </a:extLst>
          </p:cNvPr>
          <p:cNvSpPr/>
          <p:nvPr/>
        </p:nvSpPr>
        <p:spPr bwMode="auto">
          <a:xfrm rot="2071051" flipH="1">
            <a:off x="195818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5BE0EA5-AA37-A116-CC14-FEAFCBAB1EC2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361466F-BC03-6EC6-3F15-D6902B79984C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01DA563-7251-70C4-0E58-7A629080B90E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EACEABC7-A7F5-B1EC-96D8-2D0F39A38FE8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9776215-3F03-C6F0-F040-5DB7F43493B4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8231EF-52C4-0268-2B37-79156A55FC7A}"/>
              </a:ext>
            </a:extLst>
          </p:cNvPr>
          <p:cNvSpPr txBox="1"/>
          <p:nvPr/>
        </p:nvSpPr>
        <p:spPr>
          <a:xfrm>
            <a:off x="4472763" y="73141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2E9237-028C-1484-4DCB-F73E8BAB77D9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B800685-FC2A-F53B-B2CD-EE832359AE79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096DB6E-3B62-31BA-02E0-8E6244BEC6D2}"/>
              </a:ext>
            </a:extLst>
          </p:cNvPr>
          <p:cNvSpPr txBox="1"/>
          <p:nvPr/>
        </p:nvSpPr>
        <p:spPr>
          <a:xfrm>
            <a:off x="6010676" y="6821750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951B9B0B-617B-8B2D-1E16-07427FF4614E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98E562-DC6D-D397-425C-4AA09DED5D49}"/>
              </a:ext>
            </a:extLst>
          </p:cNvPr>
          <p:cNvSpPr txBox="1"/>
          <p:nvPr/>
        </p:nvSpPr>
        <p:spPr>
          <a:xfrm>
            <a:off x="1037995" y="9358535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9DD6C6-FD44-DC51-F162-FBCCC7C7AC7D}"/>
              </a:ext>
            </a:extLst>
          </p:cNvPr>
          <p:cNvSpPr txBox="1"/>
          <p:nvPr/>
        </p:nvSpPr>
        <p:spPr>
          <a:xfrm>
            <a:off x="1659917" y="835333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BE81AB-151C-55BE-7EF9-72C669D7380B}"/>
              </a:ext>
            </a:extLst>
          </p:cNvPr>
          <p:cNvSpPr txBox="1"/>
          <p:nvPr/>
        </p:nvSpPr>
        <p:spPr>
          <a:xfrm>
            <a:off x="394927" y="8367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B6157E0F-D55C-7034-E59D-4D94CF4B8058}"/>
              </a:ext>
            </a:extLst>
          </p:cNvPr>
          <p:cNvSpPr/>
          <p:nvPr/>
        </p:nvSpPr>
        <p:spPr bwMode="auto">
          <a:xfrm rot="10800000">
            <a:off x="618397" y="8532163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39EC527-C5E0-3554-4D76-512228F5FAF9}"/>
              </a:ext>
            </a:extLst>
          </p:cNvPr>
          <p:cNvSpPr txBox="1"/>
          <p:nvPr/>
        </p:nvSpPr>
        <p:spPr>
          <a:xfrm>
            <a:off x="493361" y="888782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78" name="Pie 72">
            <a:extLst>
              <a:ext uri="{FF2B5EF4-FFF2-40B4-BE49-F238E27FC236}">
                <a16:creationId xmlns:a16="http://schemas.microsoft.com/office/drawing/2014/main" id="{62FAA9CA-A1DC-5C6C-2142-B834FB7E6346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Pie 72">
            <a:extLst>
              <a:ext uri="{FF2B5EF4-FFF2-40B4-BE49-F238E27FC236}">
                <a16:creationId xmlns:a16="http://schemas.microsoft.com/office/drawing/2014/main" id="{CFEADFD1-837B-4993-5563-DDCF3FA6A57C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/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Pie 72">
            <a:extLst>
              <a:ext uri="{FF2B5EF4-FFF2-40B4-BE49-F238E27FC236}">
                <a16:creationId xmlns:a16="http://schemas.microsoft.com/office/drawing/2014/main" id="{9E5A938D-AB08-E006-99F7-78FCCC1DBF20}"/>
              </a:ext>
            </a:extLst>
          </p:cNvPr>
          <p:cNvSpPr/>
          <p:nvPr/>
        </p:nvSpPr>
        <p:spPr>
          <a:xfrm rot="16200000">
            <a:off x="2397901" y="4699015"/>
            <a:ext cx="727781" cy="705156"/>
          </a:xfrm>
          <a:prstGeom prst="pie">
            <a:avLst>
              <a:gd name="adj1" fmla="val 11979716"/>
              <a:gd name="adj2" fmla="val 1498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/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Pie 72">
            <a:extLst>
              <a:ext uri="{FF2B5EF4-FFF2-40B4-BE49-F238E27FC236}">
                <a16:creationId xmlns:a16="http://schemas.microsoft.com/office/drawing/2014/main" id="{DD579865-2ABE-A7E8-DA5F-9F97858DAF28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0098D821-D258-6074-C610-C06990123664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/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Pie 72">
            <a:extLst>
              <a:ext uri="{FF2B5EF4-FFF2-40B4-BE49-F238E27FC236}">
                <a16:creationId xmlns:a16="http://schemas.microsoft.com/office/drawing/2014/main" id="{9823495C-F11C-B5DB-047E-6F61FF148F4E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Pie 72">
            <a:extLst>
              <a:ext uri="{FF2B5EF4-FFF2-40B4-BE49-F238E27FC236}">
                <a16:creationId xmlns:a16="http://schemas.microsoft.com/office/drawing/2014/main" id="{6A66EACF-3735-3732-86D0-7076F3494940}"/>
              </a:ext>
            </a:extLst>
          </p:cNvPr>
          <p:cNvSpPr/>
          <p:nvPr/>
        </p:nvSpPr>
        <p:spPr>
          <a:xfrm rot="4387019" flipV="1">
            <a:off x="2120459" y="1505403"/>
            <a:ext cx="620027" cy="681492"/>
          </a:xfrm>
          <a:prstGeom prst="pie">
            <a:avLst>
              <a:gd name="adj1" fmla="val 12417535"/>
              <a:gd name="adj2" fmla="val 151926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/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blipFill>
                <a:blip r:embed="rId18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Pie 72">
            <a:extLst>
              <a:ext uri="{FF2B5EF4-FFF2-40B4-BE49-F238E27FC236}">
                <a16:creationId xmlns:a16="http://schemas.microsoft.com/office/drawing/2014/main" id="{2760499B-39FF-0177-2638-795D2736B1A1}"/>
              </a:ext>
            </a:extLst>
          </p:cNvPr>
          <p:cNvSpPr/>
          <p:nvPr/>
        </p:nvSpPr>
        <p:spPr>
          <a:xfrm rot="11650264">
            <a:off x="1305042" y="1983063"/>
            <a:ext cx="640420" cy="662700"/>
          </a:xfrm>
          <a:prstGeom prst="pie">
            <a:avLst>
              <a:gd name="adj1" fmla="val 12079513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/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blipFill>
                <a:blip r:embed="rId19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Pie 72">
            <a:extLst>
              <a:ext uri="{FF2B5EF4-FFF2-40B4-BE49-F238E27FC236}">
                <a16:creationId xmlns:a16="http://schemas.microsoft.com/office/drawing/2014/main" id="{1755B332-99E3-DFDB-F127-4D05F91B8579}"/>
              </a:ext>
            </a:extLst>
          </p:cNvPr>
          <p:cNvSpPr/>
          <p:nvPr/>
        </p:nvSpPr>
        <p:spPr>
          <a:xfrm rot="21381807">
            <a:off x="3253612" y="1737326"/>
            <a:ext cx="777736" cy="751927"/>
          </a:xfrm>
          <a:prstGeom prst="pie">
            <a:avLst>
              <a:gd name="adj1" fmla="val 11799649"/>
              <a:gd name="adj2" fmla="val 154964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/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Pie 72">
            <a:extLst>
              <a:ext uri="{FF2B5EF4-FFF2-40B4-BE49-F238E27FC236}">
                <a16:creationId xmlns:a16="http://schemas.microsoft.com/office/drawing/2014/main" id="{1E8B1EAC-9F2A-AFC9-05EA-F0D6B267CA53}"/>
              </a:ext>
            </a:extLst>
          </p:cNvPr>
          <p:cNvSpPr/>
          <p:nvPr/>
        </p:nvSpPr>
        <p:spPr>
          <a:xfrm rot="7467651">
            <a:off x="2511315" y="2755410"/>
            <a:ext cx="619646" cy="622338"/>
          </a:xfrm>
          <a:prstGeom prst="pie">
            <a:avLst>
              <a:gd name="adj1" fmla="val 11168783"/>
              <a:gd name="adj2" fmla="val 154234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/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Pie 72">
            <a:extLst>
              <a:ext uri="{FF2B5EF4-FFF2-40B4-BE49-F238E27FC236}">
                <a16:creationId xmlns:a16="http://schemas.microsoft.com/office/drawing/2014/main" id="{2BD9301D-17DD-A0AC-2BEB-6918F1498CDC}"/>
              </a:ext>
            </a:extLst>
          </p:cNvPr>
          <p:cNvSpPr/>
          <p:nvPr/>
        </p:nvSpPr>
        <p:spPr>
          <a:xfrm rot="4747713">
            <a:off x="3884491" y="2827129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0" name="Pie 72">
            <a:extLst>
              <a:ext uri="{FF2B5EF4-FFF2-40B4-BE49-F238E27FC236}">
                <a16:creationId xmlns:a16="http://schemas.microsoft.com/office/drawing/2014/main" id="{BFBBA9B8-2527-DDC7-2255-0EAC8CB49B87}"/>
              </a:ext>
            </a:extLst>
          </p:cNvPr>
          <p:cNvSpPr/>
          <p:nvPr/>
        </p:nvSpPr>
        <p:spPr>
          <a:xfrm rot="17222424">
            <a:off x="4802064" y="1094374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/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/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/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blipFill>
                <a:blip r:embed="rId2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Pie 72">
            <a:extLst>
              <a:ext uri="{FF2B5EF4-FFF2-40B4-BE49-F238E27FC236}">
                <a16:creationId xmlns:a16="http://schemas.microsoft.com/office/drawing/2014/main" id="{8164D59D-49FC-DF29-73A8-2D550B1F6937}"/>
              </a:ext>
            </a:extLst>
          </p:cNvPr>
          <p:cNvSpPr/>
          <p:nvPr/>
        </p:nvSpPr>
        <p:spPr>
          <a:xfrm rot="9912673">
            <a:off x="5280736" y="747614"/>
            <a:ext cx="727781" cy="705156"/>
          </a:xfrm>
          <a:prstGeom prst="pie">
            <a:avLst>
              <a:gd name="adj1" fmla="val 11736907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8" name="Pie 72">
            <a:extLst>
              <a:ext uri="{FF2B5EF4-FFF2-40B4-BE49-F238E27FC236}">
                <a16:creationId xmlns:a16="http://schemas.microsoft.com/office/drawing/2014/main" id="{149B36EA-10B5-AE9E-ECD3-653654B80195}"/>
              </a:ext>
            </a:extLst>
          </p:cNvPr>
          <p:cNvSpPr/>
          <p:nvPr/>
        </p:nvSpPr>
        <p:spPr>
          <a:xfrm rot="1202908">
            <a:off x="5854509" y="2879796"/>
            <a:ext cx="727781" cy="705156"/>
          </a:xfrm>
          <a:prstGeom prst="pie">
            <a:avLst>
              <a:gd name="adj1" fmla="val 11736907"/>
              <a:gd name="adj2" fmla="val 161716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/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blipFill>
                <a:blip r:embed="rId2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" name="Pie 72">
            <a:extLst>
              <a:ext uri="{FF2B5EF4-FFF2-40B4-BE49-F238E27FC236}">
                <a16:creationId xmlns:a16="http://schemas.microsoft.com/office/drawing/2014/main" id="{982D0BE8-D11A-D483-0829-DF0AA00B1216}"/>
              </a:ext>
            </a:extLst>
          </p:cNvPr>
          <p:cNvSpPr/>
          <p:nvPr/>
        </p:nvSpPr>
        <p:spPr>
          <a:xfrm rot="14694906">
            <a:off x="581080" y="4604172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/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/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blipFill>
                <a:blip r:embed="rId26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Pie 72">
            <a:extLst>
              <a:ext uri="{FF2B5EF4-FFF2-40B4-BE49-F238E27FC236}">
                <a16:creationId xmlns:a16="http://schemas.microsoft.com/office/drawing/2014/main" id="{A15EF159-C316-313E-9BA3-E3024A9A6F4C}"/>
              </a:ext>
            </a:extLst>
          </p:cNvPr>
          <p:cNvSpPr/>
          <p:nvPr/>
        </p:nvSpPr>
        <p:spPr>
          <a:xfrm rot="8240742">
            <a:off x="1430143" y="5057641"/>
            <a:ext cx="727781" cy="705156"/>
          </a:xfrm>
          <a:prstGeom prst="pie">
            <a:avLst>
              <a:gd name="adj1" fmla="val 12119711"/>
              <a:gd name="adj2" fmla="val 15430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553A3FC-8C2C-20B0-4731-74044D2F5BA6}"/>
              </a:ext>
            </a:extLst>
          </p:cNvPr>
          <p:cNvSpPr txBox="1"/>
          <p:nvPr/>
        </p:nvSpPr>
        <p:spPr>
          <a:xfrm>
            <a:off x="4199090" y="474725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F7C8A76-D346-6299-3A1D-9824E5B6D5F1}"/>
              </a:ext>
            </a:extLst>
          </p:cNvPr>
          <p:cNvSpPr txBox="1"/>
          <p:nvPr/>
        </p:nvSpPr>
        <p:spPr>
          <a:xfrm>
            <a:off x="3691276" y="564791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41E311C-777B-1D61-1358-19C757358854}"/>
              </a:ext>
            </a:extLst>
          </p:cNvPr>
          <p:cNvSpPr txBox="1"/>
          <p:nvPr/>
        </p:nvSpPr>
        <p:spPr>
          <a:xfrm>
            <a:off x="4612580" y="586150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69" name="Isosceles Triangle 268">
            <a:extLst>
              <a:ext uri="{FF2B5EF4-FFF2-40B4-BE49-F238E27FC236}">
                <a16:creationId xmlns:a16="http://schemas.microsoft.com/office/drawing/2014/main" id="{DAEA3B27-7720-5DB3-484C-64AD540C4ACD}"/>
              </a:ext>
            </a:extLst>
          </p:cNvPr>
          <p:cNvSpPr/>
          <p:nvPr/>
        </p:nvSpPr>
        <p:spPr bwMode="auto">
          <a:xfrm rot="820214">
            <a:off x="3981739" y="5000778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8D6CE06-61D0-B07D-806E-A9345A87AAD7}"/>
              </a:ext>
            </a:extLst>
          </p:cNvPr>
          <p:cNvSpPr txBox="1"/>
          <p:nvPr/>
        </p:nvSpPr>
        <p:spPr>
          <a:xfrm>
            <a:off x="6078551" y="485691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A61788E-8B06-8659-0F34-E2A138B89933}"/>
              </a:ext>
            </a:extLst>
          </p:cNvPr>
          <p:cNvSpPr txBox="1"/>
          <p:nvPr/>
        </p:nvSpPr>
        <p:spPr>
          <a:xfrm>
            <a:off x="4431229" y="522852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19BAECE8-CE69-5423-CCF4-A84E6437C704}"/>
              </a:ext>
            </a:extLst>
          </p:cNvPr>
          <p:cNvSpPr txBox="1"/>
          <p:nvPr/>
        </p:nvSpPr>
        <p:spPr>
          <a:xfrm rot="21424689">
            <a:off x="4960734" y="526773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5389671-4355-38C2-DE6F-4B8B70C2052E}"/>
              </a:ext>
            </a:extLst>
          </p:cNvPr>
          <p:cNvSpPr txBox="1"/>
          <p:nvPr/>
        </p:nvSpPr>
        <p:spPr>
          <a:xfrm>
            <a:off x="5715717" y="58348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31318A5-CA90-9DDB-F3B8-BE946B8A81AB}"/>
              </a:ext>
            </a:extLst>
          </p:cNvPr>
          <p:cNvSpPr txBox="1"/>
          <p:nvPr/>
        </p:nvSpPr>
        <p:spPr>
          <a:xfrm>
            <a:off x="5935181" y="540943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5" name="Isosceles Triangle 274">
            <a:extLst>
              <a:ext uri="{FF2B5EF4-FFF2-40B4-BE49-F238E27FC236}">
                <a16:creationId xmlns:a16="http://schemas.microsoft.com/office/drawing/2014/main" id="{61D6913F-92F1-4A0B-E95D-8543850B9842}"/>
              </a:ext>
            </a:extLst>
          </p:cNvPr>
          <p:cNvSpPr/>
          <p:nvPr/>
        </p:nvSpPr>
        <p:spPr bwMode="auto">
          <a:xfrm rot="2071051" flipH="1">
            <a:off x="5313289" y="4878505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/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Pie 72">
            <a:extLst>
              <a:ext uri="{FF2B5EF4-FFF2-40B4-BE49-F238E27FC236}">
                <a16:creationId xmlns:a16="http://schemas.microsoft.com/office/drawing/2014/main" id="{EC3DDF4C-5574-1A94-43CA-E65FAE0CFA5D}"/>
              </a:ext>
            </a:extLst>
          </p:cNvPr>
          <p:cNvSpPr/>
          <p:nvPr/>
        </p:nvSpPr>
        <p:spPr>
          <a:xfrm rot="16200000">
            <a:off x="5758087" y="4704812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/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/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/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blipFill>
                <a:blip r:embed="rId28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Pie 72">
            <a:extLst>
              <a:ext uri="{FF2B5EF4-FFF2-40B4-BE49-F238E27FC236}">
                <a16:creationId xmlns:a16="http://schemas.microsoft.com/office/drawing/2014/main" id="{913C5CA6-F2FF-1857-8AF9-EBC891DBC763}"/>
              </a:ext>
            </a:extLst>
          </p:cNvPr>
          <p:cNvSpPr/>
          <p:nvPr/>
        </p:nvSpPr>
        <p:spPr>
          <a:xfrm rot="8240742">
            <a:off x="4778264" y="5063438"/>
            <a:ext cx="727781" cy="705156"/>
          </a:xfrm>
          <a:prstGeom prst="pie">
            <a:avLst>
              <a:gd name="adj1" fmla="val 12138561"/>
              <a:gd name="adj2" fmla="val 153691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2" name="Pie 72">
            <a:extLst>
              <a:ext uri="{FF2B5EF4-FFF2-40B4-BE49-F238E27FC236}">
                <a16:creationId xmlns:a16="http://schemas.microsoft.com/office/drawing/2014/main" id="{530233BA-DCE7-3C49-D4E5-1F4E5E917080}"/>
              </a:ext>
            </a:extLst>
          </p:cNvPr>
          <p:cNvSpPr/>
          <p:nvPr/>
        </p:nvSpPr>
        <p:spPr>
          <a:xfrm rot="978888">
            <a:off x="4329338" y="5573485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3" name="Pie 72">
            <a:extLst>
              <a:ext uri="{FF2B5EF4-FFF2-40B4-BE49-F238E27FC236}">
                <a16:creationId xmlns:a16="http://schemas.microsoft.com/office/drawing/2014/main" id="{7F464FD7-7386-E3B3-F6DA-44B256C52371}"/>
              </a:ext>
            </a:extLst>
          </p:cNvPr>
          <p:cNvSpPr/>
          <p:nvPr/>
        </p:nvSpPr>
        <p:spPr>
          <a:xfrm rot="14694906">
            <a:off x="3955389" y="4606703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4" name="Pie 72">
            <a:extLst>
              <a:ext uri="{FF2B5EF4-FFF2-40B4-BE49-F238E27FC236}">
                <a16:creationId xmlns:a16="http://schemas.microsoft.com/office/drawing/2014/main" id="{036BF004-2EF9-B648-CAAB-81BD29F43AB0}"/>
              </a:ext>
            </a:extLst>
          </p:cNvPr>
          <p:cNvSpPr/>
          <p:nvPr/>
        </p:nvSpPr>
        <p:spPr>
          <a:xfrm rot="5085356">
            <a:off x="371265" y="7205256"/>
            <a:ext cx="607142" cy="697989"/>
          </a:xfrm>
          <a:prstGeom prst="pie">
            <a:avLst>
              <a:gd name="adj1" fmla="val 12006997"/>
              <a:gd name="adj2" fmla="val 1649837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/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blipFill>
                <a:blip r:embed="rId29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/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blipFill>
                <a:blip r:embed="rId3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Pie 72">
            <a:extLst>
              <a:ext uri="{FF2B5EF4-FFF2-40B4-BE49-F238E27FC236}">
                <a16:creationId xmlns:a16="http://schemas.microsoft.com/office/drawing/2014/main" id="{3FE01161-80F0-5919-CE05-9F2A7A1DA523}"/>
              </a:ext>
            </a:extLst>
          </p:cNvPr>
          <p:cNvSpPr/>
          <p:nvPr/>
        </p:nvSpPr>
        <p:spPr>
          <a:xfrm rot="4106372">
            <a:off x="1838391" y="7274744"/>
            <a:ext cx="716411" cy="751445"/>
          </a:xfrm>
          <a:prstGeom prst="pie">
            <a:avLst>
              <a:gd name="adj1" fmla="val 11908122"/>
              <a:gd name="adj2" fmla="val 151237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8" name="Pie 72">
            <a:extLst>
              <a:ext uri="{FF2B5EF4-FFF2-40B4-BE49-F238E27FC236}">
                <a16:creationId xmlns:a16="http://schemas.microsoft.com/office/drawing/2014/main" id="{9A9D9227-A9FA-0A14-74C5-2E1218715CE1}"/>
              </a:ext>
            </a:extLst>
          </p:cNvPr>
          <p:cNvSpPr/>
          <p:nvPr/>
        </p:nvSpPr>
        <p:spPr>
          <a:xfrm rot="17302843">
            <a:off x="4530852" y="67578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/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blipFill>
                <a:blip r:embed="rId3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/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blipFill>
                <a:blip r:embed="rId32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Pie 72">
            <a:extLst>
              <a:ext uri="{FF2B5EF4-FFF2-40B4-BE49-F238E27FC236}">
                <a16:creationId xmlns:a16="http://schemas.microsoft.com/office/drawing/2014/main" id="{0C0F4AF5-253D-AD49-38B2-3D2F99477BE7}"/>
              </a:ext>
            </a:extLst>
          </p:cNvPr>
          <p:cNvSpPr/>
          <p:nvPr/>
        </p:nvSpPr>
        <p:spPr>
          <a:xfrm rot="12982297">
            <a:off x="5489430" y="6248718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1615CB8D-E14C-E2CD-308A-922AE76BCD45}"/>
              </a:ext>
            </a:extLst>
          </p:cNvPr>
          <p:cNvSpPr txBox="1"/>
          <p:nvPr/>
        </p:nvSpPr>
        <p:spPr>
          <a:xfrm>
            <a:off x="3781048" y="82106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6D726359-A02E-EB9F-9197-F7721CDE4E65}"/>
              </a:ext>
            </a:extLst>
          </p:cNvPr>
          <p:cNvSpPr txBox="1"/>
          <p:nvPr/>
        </p:nvSpPr>
        <p:spPr>
          <a:xfrm>
            <a:off x="4145540" y="91886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48DDAF2-5EFA-029B-9676-D9A41E5272E6}"/>
              </a:ext>
            </a:extLst>
          </p:cNvPr>
          <p:cNvSpPr txBox="1"/>
          <p:nvPr/>
        </p:nvSpPr>
        <p:spPr>
          <a:xfrm>
            <a:off x="4904769" y="86260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7" name="Isosceles Triangle 366">
            <a:extLst>
              <a:ext uri="{FF2B5EF4-FFF2-40B4-BE49-F238E27FC236}">
                <a16:creationId xmlns:a16="http://schemas.microsoft.com/office/drawing/2014/main" id="{FD8D4E4A-5F2C-DB42-69C7-43659F479415}"/>
              </a:ext>
            </a:extLst>
          </p:cNvPr>
          <p:cNvSpPr/>
          <p:nvPr/>
        </p:nvSpPr>
        <p:spPr bwMode="auto">
          <a:xfrm rot="19431443">
            <a:off x="3962526" y="8248207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A4DE830-3D88-974C-83BF-6415A32F8846}"/>
              </a:ext>
            </a:extLst>
          </p:cNvPr>
          <p:cNvSpPr txBox="1"/>
          <p:nvPr/>
        </p:nvSpPr>
        <p:spPr>
          <a:xfrm>
            <a:off x="5792498" y="805086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54AFBB5-A679-93D3-2334-91F9DDB26DC2}"/>
              </a:ext>
            </a:extLst>
          </p:cNvPr>
          <p:cNvSpPr txBox="1"/>
          <p:nvPr/>
        </p:nvSpPr>
        <p:spPr>
          <a:xfrm>
            <a:off x="4525953" y="8973411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0EECF1AE-5470-DD9D-3D34-8C640C2AA8F1}"/>
              </a:ext>
            </a:extLst>
          </p:cNvPr>
          <p:cNvSpPr txBox="1"/>
          <p:nvPr/>
        </p:nvSpPr>
        <p:spPr>
          <a:xfrm>
            <a:off x="5250944" y="911724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5DC3EB39-F7F7-4CBE-60DD-1EAC74B0080D}"/>
              </a:ext>
            </a:extLst>
          </p:cNvPr>
          <p:cNvSpPr txBox="1"/>
          <p:nvPr/>
        </p:nvSpPr>
        <p:spPr>
          <a:xfrm>
            <a:off x="6219986" y="900258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0578ABC9-3640-8C40-3E64-4B636C674A36}"/>
              </a:ext>
            </a:extLst>
          </p:cNvPr>
          <p:cNvSpPr txBox="1"/>
          <p:nvPr/>
        </p:nvSpPr>
        <p:spPr>
          <a:xfrm>
            <a:off x="5643617" y="9106111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373" name="Isosceles Triangle 372">
            <a:extLst>
              <a:ext uri="{FF2B5EF4-FFF2-40B4-BE49-F238E27FC236}">
                <a16:creationId xmlns:a16="http://schemas.microsoft.com/office/drawing/2014/main" id="{144555FD-AF4B-9175-0EBE-3ECC70659112}"/>
              </a:ext>
            </a:extLst>
          </p:cNvPr>
          <p:cNvSpPr/>
          <p:nvPr/>
        </p:nvSpPr>
        <p:spPr bwMode="auto">
          <a:xfrm rot="21073808" flipH="1">
            <a:off x="5384803" y="830048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/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Pie 72">
            <a:extLst>
              <a:ext uri="{FF2B5EF4-FFF2-40B4-BE49-F238E27FC236}">
                <a16:creationId xmlns:a16="http://schemas.microsoft.com/office/drawing/2014/main" id="{FDD9C938-8E09-DEB1-A570-FE1E6FC231C4}"/>
              </a:ext>
            </a:extLst>
          </p:cNvPr>
          <p:cNvSpPr/>
          <p:nvPr/>
        </p:nvSpPr>
        <p:spPr>
          <a:xfrm rot="20140094">
            <a:off x="5910104" y="8727017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/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Pie 72">
            <a:extLst>
              <a:ext uri="{FF2B5EF4-FFF2-40B4-BE49-F238E27FC236}">
                <a16:creationId xmlns:a16="http://schemas.microsoft.com/office/drawing/2014/main" id="{F1A7A255-9F85-BDC7-ADE9-64BDB4994EBF}"/>
              </a:ext>
            </a:extLst>
          </p:cNvPr>
          <p:cNvSpPr/>
          <p:nvPr/>
        </p:nvSpPr>
        <p:spPr>
          <a:xfrm rot="17302843">
            <a:off x="4584042" y="8417098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/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blipFill>
                <a:blip r:embed="rId34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/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Pie 72">
            <a:extLst>
              <a:ext uri="{FF2B5EF4-FFF2-40B4-BE49-F238E27FC236}">
                <a16:creationId xmlns:a16="http://schemas.microsoft.com/office/drawing/2014/main" id="{62915974-0FE1-F3D1-550C-BED6DABEAC73}"/>
              </a:ext>
            </a:extLst>
          </p:cNvPr>
          <p:cNvSpPr/>
          <p:nvPr/>
        </p:nvSpPr>
        <p:spPr>
          <a:xfrm rot="12982297">
            <a:off x="5536936" y="7904287"/>
            <a:ext cx="753069" cy="736551"/>
          </a:xfrm>
          <a:prstGeom prst="pie">
            <a:avLst>
              <a:gd name="adj1" fmla="val 12558694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1" name="Pie 72">
            <a:extLst>
              <a:ext uri="{FF2B5EF4-FFF2-40B4-BE49-F238E27FC236}">
                <a16:creationId xmlns:a16="http://schemas.microsoft.com/office/drawing/2014/main" id="{8A62CA93-8525-5EE3-883B-E7EA53BB838B}"/>
              </a:ext>
            </a:extLst>
          </p:cNvPr>
          <p:cNvSpPr/>
          <p:nvPr/>
        </p:nvSpPr>
        <p:spPr>
          <a:xfrm rot="3219977">
            <a:off x="3920735" y="8901039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/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Pie 72">
            <a:extLst>
              <a:ext uri="{FF2B5EF4-FFF2-40B4-BE49-F238E27FC236}">
                <a16:creationId xmlns:a16="http://schemas.microsoft.com/office/drawing/2014/main" id="{CAF8CF0E-1ABF-4081-5DF6-E99475DAE3FA}"/>
              </a:ext>
            </a:extLst>
          </p:cNvPr>
          <p:cNvSpPr/>
          <p:nvPr/>
        </p:nvSpPr>
        <p:spPr>
          <a:xfrm rot="9399419">
            <a:off x="250814" y="8176457"/>
            <a:ext cx="727781" cy="705156"/>
          </a:xfrm>
          <a:prstGeom prst="pie">
            <a:avLst>
              <a:gd name="adj1" fmla="val 12242733"/>
              <a:gd name="adj2" fmla="val 1563317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CFC63F5D-07A5-36AD-A0C7-422F83D1D7C8}"/>
              </a:ext>
            </a:extLst>
          </p:cNvPr>
          <p:cNvSpPr txBox="1"/>
          <p:nvPr/>
        </p:nvSpPr>
        <p:spPr>
          <a:xfrm>
            <a:off x="3157451" y="872538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1E08CC46-0EB1-2C3F-D176-42211BA38024}"/>
              </a:ext>
            </a:extLst>
          </p:cNvPr>
          <p:cNvSpPr txBox="1"/>
          <p:nvPr/>
        </p:nvSpPr>
        <p:spPr>
          <a:xfrm>
            <a:off x="2185138" y="936555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DD9A75ED-C1DB-6606-637B-D0F997D1E09B}"/>
              </a:ext>
            </a:extLst>
          </p:cNvPr>
          <p:cNvSpPr txBox="1"/>
          <p:nvPr/>
        </p:nvSpPr>
        <p:spPr>
          <a:xfrm>
            <a:off x="2015763" y="8164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87" name="Isosceles Triangle 386">
            <a:extLst>
              <a:ext uri="{FF2B5EF4-FFF2-40B4-BE49-F238E27FC236}">
                <a16:creationId xmlns:a16="http://schemas.microsoft.com/office/drawing/2014/main" id="{DCB3F08E-8771-3C98-19C7-64B92F3F144C}"/>
              </a:ext>
            </a:extLst>
          </p:cNvPr>
          <p:cNvSpPr/>
          <p:nvPr/>
        </p:nvSpPr>
        <p:spPr bwMode="auto">
          <a:xfrm rot="12293686">
            <a:off x="1971579" y="8586146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6F4D8D7-0B43-1946-A16A-A5AEDA12A779}"/>
              </a:ext>
            </a:extLst>
          </p:cNvPr>
          <p:cNvSpPr txBox="1"/>
          <p:nvPr/>
        </p:nvSpPr>
        <p:spPr>
          <a:xfrm>
            <a:off x="1862364" y="874594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/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/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Pie 72">
            <a:extLst>
              <a:ext uri="{FF2B5EF4-FFF2-40B4-BE49-F238E27FC236}">
                <a16:creationId xmlns:a16="http://schemas.microsoft.com/office/drawing/2014/main" id="{6171499C-4643-81C5-F535-CBB7DB74F856}"/>
              </a:ext>
            </a:extLst>
          </p:cNvPr>
          <p:cNvSpPr/>
          <p:nvPr/>
        </p:nvSpPr>
        <p:spPr>
          <a:xfrm rot="18419001">
            <a:off x="2834696" y="8499332"/>
            <a:ext cx="727781" cy="705156"/>
          </a:xfrm>
          <a:prstGeom prst="pie">
            <a:avLst>
              <a:gd name="adj1" fmla="val 12026572"/>
              <a:gd name="adj2" fmla="val 154203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46E078FA-995F-46BE-4AB5-797BBEFF0A1F}"/>
              </a:ext>
            </a:extLst>
          </p:cNvPr>
          <p:cNvSpPr/>
          <p:nvPr/>
        </p:nvSpPr>
        <p:spPr>
          <a:xfrm>
            <a:off x="2660577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3" name="Pie 72">
            <a:extLst>
              <a:ext uri="{FF2B5EF4-FFF2-40B4-BE49-F238E27FC236}">
                <a16:creationId xmlns:a16="http://schemas.microsoft.com/office/drawing/2014/main" id="{B91AC8CD-F927-F2E9-0CFE-0CBE1AC48B58}"/>
              </a:ext>
            </a:extLst>
          </p:cNvPr>
          <p:cNvSpPr/>
          <p:nvPr/>
        </p:nvSpPr>
        <p:spPr>
          <a:xfrm rot="3747954">
            <a:off x="1964221" y="9059495"/>
            <a:ext cx="727781" cy="705156"/>
          </a:xfrm>
          <a:prstGeom prst="pie">
            <a:avLst>
              <a:gd name="adj1" fmla="val 12090871"/>
              <a:gd name="adj2" fmla="val 1588900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4" name="Pie 72">
            <a:extLst>
              <a:ext uri="{FF2B5EF4-FFF2-40B4-BE49-F238E27FC236}">
                <a16:creationId xmlns:a16="http://schemas.microsoft.com/office/drawing/2014/main" id="{51F15288-8A8A-14E2-759B-65DC55CA8921}"/>
              </a:ext>
            </a:extLst>
          </p:cNvPr>
          <p:cNvSpPr/>
          <p:nvPr/>
        </p:nvSpPr>
        <p:spPr>
          <a:xfrm rot="2185437">
            <a:off x="798648" y="9040350"/>
            <a:ext cx="727781" cy="705156"/>
          </a:xfrm>
          <a:prstGeom prst="pie">
            <a:avLst>
              <a:gd name="adj1" fmla="val 12090871"/>
              <a:gd name="adj2" fmla="val 1595014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3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FDDE8-A74B-99AE-4640-E7D34F4FD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57409"/>
              </p:ext>
            </p:extLst>
          </p:nvPr>
        </p:nvGraphicFramePr>
        <p:xfrm>
          <a:off x="121214" y="279053"/>
          <a:ext cx="6615571" cy="396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4312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RHS.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57014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Check for hypotenuse, right angle and side. Hint: The hypotenuse is always opposite the right angle.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RHS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(Right angle, Hypotenuse, Side)</a:t>
                      </a:r>
                    </a:p>
                    <a:p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85875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 and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20750B8-5E44-F1F9-00EC-246334601CDD}"/>
              </a:ext>
            </a:extLst>
          </p:cNvPr>
          <p:cNvSpPr/>
          <p:nvPr/>
        </p:nvSpPr>
        <p:spPr>
          <a:xfrm>
            <a:off x="1553538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BC948-C5D4-282C-4764-F28CB8DFBC36}"/>
              </a:ext>
            </a:extLst>
          </p:cNvPr>
          <p:cNvSpPr txBox="1"/>
          <p:nvPr/>
        </p:nvSpPr>
        <p:spPr>
          <a:xfrm>
            <a:off x="1342439" y="79642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1C29F-C1EE-5195-A5EC-3E8660CE6051}"/>
              </a:ext>
            </a:extLst>
          </p:cNvPr>
          <p:cNvSpPr txBox="1"/>
          <p:nvPr/>
        </p:nvSpPr>
        <p:spPr>
          <a:xfrm>
            <a:off x="1322378" y="168095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771842E-BCB8-0A1D-0269-BAA8E3C771E1}"/>
              </a:ext>
            </a:extLst>
          </p:cNvPr>
          <p:cNvSpPr/>
          <p:nvPr/>
        </p:nvSpPr>
        <p:spPr bwMode="auto">
          <a:xfrm>
            <a:off x="1495224" y="1025076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FAC0F-21F8-5C64-D085-A9B1CA022897}"/>
              </a:ext>
            </a:extLst>
          </p:cNvPr>
          <p:cNvSpPr txBox="1"/>
          <p:nvPr/>
        </p:nvSpPr>
        <p:spPr>
          <a:xfrm>
            <a:off x="1729261" y="169660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1B85A-DCCD-3DD8-A73E-33AA09A388AA}"/>
              </a:ext>
            </a:extLst>
          </p:cNvPr>
          <p:cNvSpPr txBox="1"/>
          <p:nvPr/>
        </p:nvSpPr>
        <p:spPr>
          <a:xfrm>
            <a:off x="1655968" y="192737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D6867-4535-A5E3-58EE-AF4AAA7C50AF}"/>
              </a:ext>
            </a:extLst>
          </p:cNvPr>
          <p:cNvSpPr txBox="1"/>
          <p:nvPr/>
        </p:nvSpPr>
        <p:spPr>
          <a:xfrm>
            <a:off x="1628446" y="323560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53FB0-2860-B712-2DAC-02E20376CFD8}"/>
              </a:ext>
            </a:extLst>
          </p:cNvPr>
          <p:cNvSpPr txBox="1"/>
          <p:nvPr/>
        </p:nvSpPr>
        <p:spPr>
          <a:xfrm>
            <a:off x="2292897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CB4D4-ADBF-4A48-C84C-DE808E356CEB}"/>
              </a:ext>
            </a:extLst>
          </p:cNvPr>
          <p:cNvSpPr txBox="1"/>
          <p:nvPr/>
        </p:nvSpPr>
        <p:spPr>
          <a:xfrm>
            <a:off x="1407261" y="25613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C8AEE32-12A8-1656-35BA-4F6532C94524}"/>
              </a:ext>
            </a:extLst>
          </p:cNvPr>
          <p:cNvSpPr/>
          <p:nvPr/>
        </p:nvSpPr>
        <p:spPr bwMode="auto">
          <a:xfrm rot="19225229" flipH="1">
            <a:off x="1461546" y="2282506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0CE03-919D-00E8-3F8A-2CB4F3523DA4}"/>
              </a:ext>
            </a:extLst>
          </p:cNvPr>
          <p:cNvSpPr/>
          <p:nvPr/>
        </p:nvSpPr>
        <p:spPr>
          <a:xfrm>
            <a:off x="2832584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7F1C9-A17A-9FB5-4B4B-19C42C314D0D}"/>
              </a:ext>
            </a:extLst>
          </p:cNvPr>
          <p:cNvSpPr/>
          <p:nvPr/>
        </p:nvSpPr>
        <p:spPr>
          <a:xfrm>
            <a:off x="4225463" y="365781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C6A2FC-60CC-69FF-993A-6981D38D2A9D}"/>
              </a:ext>
            </a:extLst>
          </p:cNvPr>
          <p:cNvSpPr/>
          <p:nvPr/>
        </p:nvSpPr>
        <p:spPr>
          <a:xfrm>
            <a:off x="5625754" y="365457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04C0E7-8DD9-0938-630A-DF1BA906A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98245"/>
              </p:ext>
            </p:extLst>
          </p:nvPr>
        </p:nvGraphicFramePr>
        <p:xfrm>
          <a:off x="118964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9BD59B9-8F6E-26FD-F887-96034B0E8CA5}"/>
              </a:ext>
            </a:extLst>
          </p:cNvPr>
          <p:cNvSpPr/>
          <p:nvPr/>
        </p:nvSpPr>
        <p:spPr>
          <a:xfrm>
            <a:off x="2644753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F66D4-2C46-8083-F60B-31CE80A530AE}"/>
              </a:ext>
            </a:extLst>
          </p:cNvPr>
          <p:cNvSpPr/>
          <p:nvPr/>
        </p:nvSpPr>
        <p:spPr>
          <a:xfrm>
            <a:off x="2652748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E1C16-88EB-A65D-959E-9AD74467779A}"/>
              </a:ext>
            </a:extLst>
          </p:cNvPr>
          <p:cNvSpPr/>
          <p:nvPr/>
        </p:nvSpPr>
        <p:spPr>
          <a:xfrm>
            <a:off x="5969014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72529-77A4-D072-F712-9D0A6FFF5B67}"/>
              </a:ext>
            </a:extLst>
          </p:cNvPr>
          <p:cNvSpPr/>
          <p:nvPr/>
        </p:nvSpPr>
        <p:spPr>
          <a:xfrm>
            <a:off x="5967602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E4846-61AB-0AE8-B418-2D66BA36C5D9}"/>
              </a:ext>
            </a:extLst>
          </p:cNvPr>
          <p:cNvSpPr/>
          <p:nvPr/>
        </p:nvSpPr>
        <p:spPr>
          <a:xfrm>
            <a:off x="5967210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08FDE-7A8E-BEDD-A295-C1556EEE9C3C}"/>
              </a:ext>
            </a:extLst>
          </p:cNvPr>
          <p:cNvSpPr/>
          <p:nvPr/>
        </p:nvSpPr>
        <p:spPr>
          <a:xfrm>
            <a:off x="546" y="433884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8305FB-18C1-B740-92C9-E2734F520EA6}"/>
              </a:ext>
            </a:extLst>
          </p:cNvPr>
          <p:cNvSpPr txBox="1"/>
          <p:nvPr/>
        </p:nvSpPr>
        <p:spPr>
          <a:xfrm>
            <a:off x="1591320" y="4258342"/>
            <a:ext cx="5163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4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scale. Parts e and f are not as easy as they appear.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631A2E-EF10-8307-0D92-1DD9A72B91DD}"/>
              </a:ext>
            </a:extLst>
          </p:cNvPr>
          <p:cNvSpPr/>
          <p:nvPr/>
        </p:nvSpPr>
        <p:spPr>
          <a:xfrm>
            <a:off x="2661123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11239-9AA7-EBB4-6DE9-8A428E035BE8}"/>
              </a:ext>
            </a:extLst>
          </p:cNvPr>
          <p:cNvSpPr/>
          <p:nvPr/>
        </p:nvSpPr>
        <p:spPr>
          <a:xfrm>
            <a:off x="1497796" y="1611806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001A7E-87F0-60E8-A1D1-2528270EC5AA}"/>
              </a:ext>
            </a:extLst>
          </p:cNvPr>
          <p:cNvSpPr txBox="1"/>
          <p:nvPr/>
        </p:nvSpPr>
        <p:spPr>
          <a:xfrm>
            <a:off x="1791869" y="108712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0742A-6EA5-187F-5364-6EEAE6B81EBF}"/>
              </a:ext>
            </a:extLst>
          </p:cNvPr>
          <p:cNvSpPr txBox="1"/>
          <p:nvPr/>
        </p:nvSpPr>
        <p:spPr>
          <a:xfrm>
            <a:off x="1965006" y="225403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3A6BB9-40BA-675B-53CB-615B575C86A8}"/>
              </a:ext>
            </a:extLst>
          </p:cNvPr>
          <p:cNvSpPr/>
          <p:nvPr/>
        </p:nvSpPr>
        <p:spPr>
          <a:xfrm rot="19181713">
            <a:off x="2217915" y="2770935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46339-3EE1-4D74-E86A-C970F8D54832}"/>
              </a:ext>
            </a:extLst>
          </p:cNvPr>
          <p:cNvSpPr txBox="1"/>
          <p:nvPr/>
        </p:nvSpPr>
        <p:spPr>
          <a:xfrm>
            <a:off x="2394001" y="161913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3D598E-D924-83CC-70C3-DC2D73850E6E}"/>
              </a:ext>
            </a:extLst>
          </p:cNvPr>
          <p:cNvSpPr txBox="1"/>
          <p:nvPr/>
        </p:nvSpPr>
        <p:spPr>
          <a:xfrm>
            <a:off x="2652671" y="79619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CE56A-945F-6FC1-71C3-1734AC1C6550}"/>
              </a:ext>
            </a:extLst>
          </p:cNvPr>
          <p:cNvSpPr txBox="1"/>
          <p:nvPr/>
        </p:nvSpPr>
        <p:spPr>
          <a:xfrm>
            <a:off x="2632610" y="16807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537A821-B338-0575-0DA2-744FB68D60D1}"/>
              </a:ext>
            </a:extLst>
          </p:cNvPr>
          <p:cNvSpPr/>
          <p:nvPr/>
        </p:nvSpPr>
        <p:spPr bwMode="auto">
          <a:xfrm>
            <a:off x="2805456" y="1024847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FD59D-63EC-30B1-DDA2-7E453A1937EB}"/>
              </a:ext>
            </a:extLst>
          </p:cNvPr>
          <p:cNvSpPr txBox="1"/>
          <p:nvPr/>
        </p:nvSpPr>
        <p:spPr>
          <a:xfrm>
            <a:off x="3039493" y="16963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E15507-3324-4456-DB3A-5C6F328043F5}"/>
              </a:ext>
            </a:extLst>
          </p:cNvPr>
          <p:cNvSpPr txBox="1"/>
          <p:nvPr/>
        </p:nvSpPr>
        <p:spPr>
          <a:xfrm>
            <a:off x="2966200" y="192714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6C25B-5111-7B0F-05E4-CEA14F966D7D}"/>
              </a:ext>
            </a:extLst>
          </p:cNvPr>
          <p:cNvSpPr txBox="1"/>
          <p:nvPr/>
        </p:nvSpPr>
        <p:spPr>
          <a:xfrm>
            <a:off x="2938678" y="323537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A085-A07E-7FEE-35A6-E4B3D2C6BC18}"/>
              </a:ext>
            </a:extLst>
          </p:cNvPr>
          <p:cNvSpPr txBox="1"/>
          <p:nvPr/>
        </p:nvSpPr>
        <p:spPr>
          <a:xfrm>
            <a:off x="3603129" y="26765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417983-34E1-2BD3-D9B7-C752623DDD5B}"/>
              </a:ext>
            </a:extLst>
          </p:cNvPr>
          <p:cNvSpPr txBox="1"/>
          <p:nvPr/>
        </p:nvSpPr>
        <p:spPr>
          <a:xfrm>
            <a:off x="3328667" y="226645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1C5B9E9-E87A-58EB-06EC-AA9C0E616488}"/>
              </a:ext>
            </a:extLst>
          </p:cNvPr>
          <p:cNvSpPr/>
          <p:nvPr/>
        </p:nvSpPr>
        <p:spPr bwMode="auto">
          <a:xfrm rot="19225229" flipH="1">
            <a:off x="2771778" y="2282277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67EDF4-5464-21EF-841E-8D2E035330BA}"/>
              </a:ext>
            </a:extLst>
          </p:cNvPr>
          <p:cNvSpPr/>
          <p:nvPr/>
        </p:nvSpPr>
        <p:spPr>
          <a:xfrm>
            <a:off x="2808028" y="1611577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140BE0-80D1-1CE5-6B9A-AA57CA924343}"/>
              </a:ext>
            </a:extLst>
          </p:cNvPr>
          <p:cNvSpPr txBox="1"/>
          <p:nvPr/>
        </p:nvSpPr>
        <p:spPr>
          <a:xfrm>
            <a:off x="3102101" y="1086897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95306B-D548-CE4E-0196-961DB1AD8525}"/>
              </a:ext>
            </a:extLst>
          </p:cNvPr>
          <p:cNvSpPr txBox="1"/>
          <p:nvPr/>
        </p:nvSpPr>
        <p:spPr>
          <a:xfrm>
            <a:off x="3301302" y="2974154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77A46F-BB1D-EBDD-0386-CE985FF326DE}"/>
              </a:ext>
            </a:extLst>
          </p:cNvPr>
          <p:cNvSpPr/>
          <p:nvPr/>
        </p:nvSpPr>
        <p:spPr>
          <a:xfrm rot="19181713">
            <a:off x="3528147" y="2770706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F86603-1BA0-3BB2-4745-F60A06961A4C}"/>
              </a:ext>
            </a:extLst>
          </p:cNvPr>
          <p:cNvSpPr txBox="1"/>
          <p:nvPr/>
        </p:nvSpPr>
        <p:spPr>
          <a:xfrm>
            <a:off x="3704233" y="161890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193B5D-6E52-CEBE-F461-CBD2BF7A676A}"/>
              </a:ext>
            </a:extLst>
          </p:cNvPr>
          <p:cNvSpPr txBox="1"/>
          <p:nvPr/>
        </p:nvSpPr>
        <p:spPr>
          <a:xfrm>
            <a:off x="3959574" y="17230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2AA1F7-79F3-BC3F-3169-698953929E3B}"/>
              </a:ext>
            </a:extLst>
          </p:cNvPr>
          <p:cNvSpPr txBox="1"/>
          <p:nvPr/>
        </p:nvSpPr>
        <p:spPr>
          <a:xfrm>
            <a:off x="4315756" y="7137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CF9CFB-ECEF-D20C-7F93-2FCB4CA0E088}"/>
              </a:ext>
            </a:extLst>
          </p:cNvPr>
          <p:cNvSpPr txBox="1"/>
          <p:nvPr/>
        </p:nvSpPr>
        <p:spPr>
          <a:xfrm>
            <a:off x="4531235" y="143180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6A95A1-E1A8-EB3D-B11D-1EDC6E46788C}"/>
              </a:ext>
            </a:extLst>
          </p:cNvPr>
          <p:cNvSpPr txBox="1"/>
          <p:nvPr/>
        </p:nvSpPr>
        <p:spPr>
          <a:xfrm>
            <a:off x="3963615" y="213875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009211-9160-574A-A5B1-F32B6C215027}"/>
              </a:ext>
            </a:extLst>
          </p:cNvPr>
          <p:cNvSpPr txBox="1"/>
          <p:nvPr/>
        </p:nvSpPr>
        <p:spPr>
          <a:xfrm>
            <a:off x="5169798" y="23722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27DB43-B9D7-6E3A-F495-36CDA0F2D047}"/>
              </a:ext>
            </a:extLst>
          </p:cNvPr>
          <p:cNvSpPr txBox="1"/>
          <p:nvPr/>
        </p:nvSpPr>
        <p:spPr>
          <a:xfrm>
            <a:off x="4336521" y="286642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B9D19F-1B23-5B8E-C8E7-BF58773B0224}"/>
              </a:ext>
            </a:extLst>
          </p:cNvPr>
          <p:cNvGrpSpPr/>
          <p:nvPr/>
        </p:nvGrpSpPr>
        <p:grpSpPr>
          <a:xfrm rot="6592782">
            <a:off x="4181887" y="1147870"/>
            <a:ext cx="941009" cy="706967"/>
            <a:chOff x="4145148" y="1037242"/>
            <a:chExt cx="941009" cy="706967"/>
          </a:xfrm>
        </p:grpSpPr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EF64EC27-888B-97C6-5FC2-FBF7BB5D6D14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62644F1-06B4-9385-D608-BE6D8780E410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50E28B9-A65C-253E-905A-5D3C09DA0BA8}"/>
              </a:ext>
            </a:extLst>
          </p:cNvPr>
          <p:cNvSpPr txBox="1"/>
          <p:nvPr/>
        </p:nvSpPr>
        <p:spPr>
          <a:xfrm>
            <a:off x="4635582" y="820174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77AC322-F2EA-B90B-0795-887690951094}"/>
              </a:ext>
            </a:extLst>
          </p:cNvPr>
          <p:cNvGrpSpPr/>
          <p:nvPr/>
        </p:nvGrpSpPr>
        <p:grpSpPr>
          <a:xfrm rot="6180129">
            <a:off x="4258376" y="2069262"/>
            <a:ext cx="863618" cy="863709"/>
            <a:chOff x="4111470" y="2294672"/>
            <a:chExt cx="863618" cy="863709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C78BFB0E-E990-8AC0-4E20-5BAD61375B05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0672E24-3FBF-BA95-791B-2FF5674A7322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40B6FD9-01A5-45D4-61E8-11E0F2E4FD26}"/>
              </a:ext>
            </a:extLst>
          </p:cNvPr>
          <p:cNvSpPr txBox="1"/>
          <p:nvPr/>
        </p:nvSpPr>
        <p:spPr>
          <a:xfrm>
            <a:off x="5095814" y="10344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AD782CD-6C80-03EB-49A8-8ABFD2BB41E7}"/>
              </a:ext>
            </a:extLst>
          </p:cNvPr>
          <p:cNvSpPr txBox="1"/>
          <p:nvPr/>
        </p:nvSpPr>
        <p:spPr>
          <a:xfrm>
            <a:off x="4696316" y="269715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E1297E-2170-D48F-DBFA-7C5474153889}"/>
              </a:ext>
            </a:extLst>
          </p:cNvPr>
          <p:cNvSpPr txBox="1"/>
          <p:nvPr/>
        </p:nvSpPr>
        <p:spPr>
          <a:xfrm>
            <a:off x="3910440" y="264391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FD46971-AC1C-635E-9FC8-7440FC7DE851}"/>
              </a:ext>
            </a:extLst>
          </p:cNvPr>
          <p:cNvSpPr txBox="1"/>
          <p:nvPr/>
        </p:nvSpPr>
        <p:spPr>
          <a:xfrm>
            <a:off x="5387140" y="1730344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3CC8CFC-F39C-2222-FA78-400CC98CE83D}"/>
              </a:ext>
            </a:extLst>
          </p:cNvPr>
          <p:cNvSpPr txBox="1"/>
          <p:nvPr/>
        </p:nvSpPr>
        <p:spPr>
          <a:xfrm>
            <a:off x="5687290" y="80416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ACE5F5-107C-44C3-B89B-38CE8BD86888}"/>
              </a:ext>
            </a:extLst>
          </p:cNvPr>
          <p:cNvSpPr txBox="1"/>
          <p:nvPr/>
        </p:nvSpPr>
        <p:spPr>
          <a:xfrm>
            <a:off x="5902769" y="1522258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2.3m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6DFAB4-05CE-54F7-96A9-412A2AD53740}"/>
              </a:ext>
            </a:extLst>
          </p:cNvPr>
          <p:cNvSpPr txBox="1"/>
          <p:nvPr/>
        </p:nvSpPr>
        <p:spPr>
          <a:xfrm>
            <a:off x="6319381" y="208638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384A3E-EB45-9D80-7AD8-FF8E69971FF9}"/>
              </a:ext>
            </a:extLst>
          </p:cNvPr>
          <p:cNvSpPr txBox="1"/>
          <p:nvPr/>
        </p:nvSpPr>
        <p:spPr>
          <a:xfrm>
            <a:off x="6367440" y="285951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76AE0D-B724-0A0F-072B-81B72A8C1653}"/>
              </a:ext>
            </a:extLst>
          </p:cNvPr>
          <p:cNvSpPr txBox="1"/>
          <p:nvPr/>
        </p:nvSpPr>
        <p:spPr>
          <a:xfrm>
            <a:off x="5515176" y="28600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CE066A3-918A-81E0-E170-BFBB59D07421}"/>
              </a:ext>
            </a:extLst>
          </p:cNvPr>
          <p:cNvGrpSpPr/>
          <p:nvPr/>
        </p:nvGrpSpPr>
        <p:grpSpPr>
          <a:xfrm rot="6592782">
            <a:off x="5651808" y="1169273"/>
            <a:ext cx="794168" cy="706967"/>
            <a:chOff x="4145148" y="1037242"/>
            <a:chExt cx="941009" cy="706967"/>
          </a:xfrm>
        </p:grpSpPr>
        <p:sp>
          <p:nvSpPr>
            <p:cNvPr id="119" name="Isosceles Triangle 118">
              <a:extLst>
                <a:ext uri="{FF2B5EF4-FFF2-40B4-BE49-F238E27FC236}">
                  <a16:creationId xmlns:a16="http://schemas.microsoft.com/office/drawing/2014/main" id="{18739C41-C6E6-DC68-6729-71E6171315AA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095930E-A741-AB21-AC44-F2710E7A339E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B906A675-EB61-B3BC-895A-F3CFDA91AC58}"/>
              </a:ext>
            </a:extLst>
          </p:cNvPr>
          <p:cNvSpPr txBox="1"/>
          <p:nvPr/>
        </p:nvSpPr>
        <p:spPr>
          <a:xfrm>
            <a:off x="6007116" y="91062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1.2m</a:t>
            </a:r>
            <a:endParaRPr lang="en-GB" sz="120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6AB31B6-5BE6-165C-DE25-8F82B3BC7469}"/>
              </a:ext>
            </a:extLst>
          </p:cNvPr>
          <p:cNvGrpSpPr/>
          <p:nvPr/>
        </p:nvGrpSpPr>
        <p:grpSpPr>
          <a:xfrm rot="2431300">
            <a:off x="5721527" y="2361354"/>
            <a:ext cx="795212" cy="651519"/>
            <a:chOff x="4111470" y="2294672"/>
            <a:chExt cx="795212" cy="863709"/>
          </a:xfrm>
        </p:grpSpPr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F90C9A2A-F3C2-A2EF-E16D-B29E864CF31E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06453CA-85D4-6C6E-C4DD-12FDF423D95E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2BDA959-D327-0A1F-5665-820600FA0C12}"/>
              </a:ext>
            </a:extLst>
          </p:cNvPr>
          <p:cNvSpPr txBox="1"/>
          <p:nvPr/>
        </p:nvSpPr>
        <p:spPr>
          <a:xfrm>
            <a:off x="6467348" y="112486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CD3AFFE-2DCA-0B9C-55D3-EA953C2B4452}"/>
              </a:ext>
            </a:extLst>
          </p:cNvPr>
          <p:cNvSpPr txBox="1"/>
          <p:nvPr/>
        </p:nvSpPr>
        <p:spPr>
          <a:xfrm>
            <a:off x="5613056" y="2364803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F8CA933-A789-908D-6D52-893DB328C553}"/>
              </a:ext>
            </a:extLst>
          </p:cNvPr>
          <p:cNvSpPr txBox="1"/>
          <p:nvPr/>
        </p:nvSpPr>
        <p:spPr>
          <a:xfrm>
            <a:off x="5793329" y="293394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120cm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11B702-0D26-414D-769C-2FDD80DECB5E}"/>
              </a:ext>
            </a:extLst>
          </p:cNvPr>
          <p:cNvSpPr txBox="1"/>
          <p:nvPr/>
        </p:nvSpPr>
        <p:spPr>
          <a:xfrm>
            <a:off x="494588" y="487887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5A6A856-308D-ADD1-0B38-C97E123E4212}"/>
              </a:ext>
            </a:extLst>
          </p:cNvPr>
          <p:cNvSpPr txBox="1"/>
          <p:nvPr/>
        </p:nvSpPr>
        <p:spPr>
          <a:xfrm>
            <a:off x="474527" y="576339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9899BDCB-D2BF-FBED-A611-13A47B85F0CB}"/>
              </a:ext>
            </a:extLst>
          </p:cNvPr>
          <p:cNvSpPr/>
          <p:nvPr/>
        </p:nvSpPr>
        <p:spPr bwMode="auto">
          <a:xfrm>
            <a:off x="647373" y="5107522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0B01FC9-E49C-C1F8-AA23-9ED4A19F0E1F}"/>
              </a:ext>
            </a:extLst>
          </p:cNvPr>
          <p:cNvSpPr txBox="1"/>
          <p:nvPr/>
        </p:nvSpPr>
        <p:spPr>
          <a:xfrm>
            <a:off x="881410" y="5779050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A010D68-D02C-3BC9-1C4D-8C3D30463BC4}"/>
              </a:ext>
            </a:extLst>
          </p:cNvPr>
          <p:cNvSpPr txBox="1"/>
          <p:nvPr/>
        </p:nvSpPr>
        <p:spPr>
          <a:xfrm>
            <a:off x="2160194" y="476998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3D5C60A-0744-1D6D-71C5-4E344B4BBFCC}"/>
              </a:ext>
            </a:extLst>
          </p:cNvPr>
          <p:cNvSpPr txBox="1"/>
          <p:nvPr/>
        </p:nvSpPr>
        <p:spPr>
          <a:xfrm>
            <a:off x="2132672" y="607821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E497E6-AE58-46C5-47DD-E9F9B24A2A49}"/>
              </a:ext>
            </a:extLst>
          </p:cNvPr>
          <p:cNvSpPr txBox="1"/>
          <p:nvPr/>
        </p:nvSpPr>
        <p:spPr>
          <a:xfrm>
            <a:off x="2797123" y="55194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558925-0E8E-99EC-DB34-64F8BCF9806E}"/>
              </a:ext>
            </a:extLst>
          </p:cNvPr>
          <p:cNvSpPr txBox="1"/>
          <p:nvPr/>
        </p:nvSpPr>
        <p:spPr>
          <a:xfrm>
            <a:off x="1774472" y="540423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CFF9BF9E-AC1C-3B3F-BCA6-F6F0D541EA7A}"/>
              </a:ext>
            </a:extLst>
          </p:cNvPr>
          <p:cNvSpPr/>
          <p:nvPr/>
        </p:nvSpPr>
        <p:spPr bwMode="auto">
          <a:xfrm rot="19225229" flipH="1">
            <a:off x="1965772" y="5125119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D0503-9E5A-F2C7-B356-D1237E3EBDB6}"/>
              </a:ext>
            </a:extLst>
          </p:cNvPr>
          <p:cNvSpPr/>
          <p:nvPr/>
        </p:nvSpPr>
        <p:spPr>
          <a:xfrm>
            <a:off x="649945" y="5694252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DAF0C71-16A8-9411-585B-666A4CB710C9}"/>
              </a:ext>
            </a:extLst>
          </p:cNvPr>
          <p:cNvSpPr txBox="1"/>
          <p:nvPr/>
        </p:nvSpPr>
        <p:spPr>
          <a:xfrm>
            <a:off x="944017" y="5169572"/>
            <a:ext cx="57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8A2B162-C897-7D92-632E-533067405FF0}"/>
              </a:ext>
            </a:extLst>
          </p:cNvPr>
          <p:cNvSpPr txBox="1"/>
          <p:nvPr/>
        </p:nvSpPr>
        <p:spPr>
          <a:xfrm>
            <a:off x="2503957" y="509664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C5A5E38-B817-404D-C14D-216DA0B6B93B}"/>
              </a:ext>
            </a:extLst>
          </p:cNvPr>
          <p:cNvSpPr/>
          <p:nvPr/>
        </p:nvSpPr>
        <p:spPr>
          <a:xfrm rot="19181713">
            <a:off x="2722141" y="5613548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C6494DA-AFD1-A1CC-ED65-759BC7F47BAD}"/>
              </a:ext>
            </a:extLst>
          </p:cNvPr>
          <p:cNvSpPr txBox="1"/>
          <p:nvPr/>
        </p:nvSpPr>
        <p:spPr>
          <a:xfrm>
            <a:off x="1546150" y="57015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D5841EA-A283-D878-EBC2-B193405C0D70}"/>
              </a:ext>
            </a:extLst>
          </p:cNvPr>
          <p:cNvSpPr txBox="1"/>
          <p:nvPr/>
        </p:nvSpPr>
        <p:spPr>
          <a:xfrm>
            <a:off x="3746858" y="486576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2F2C15C-9837-17FA-C8B3-1E1B0626957E}"/>
              </a:ext>
            </a:extLst>
          </p:cNvPr>
          <p:cNvSpPr txBox="1"/>
          <p:nvPr/>
        </p:nvSpPr>
        <p:spPr>
          <a:xfrm>
            <a:off x="3726797" y="575028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8" name="Isosceles Triangle 167">
            <a:extLst>
              <a:ext uri="{FF2B5EF4-FFF2-40B4-BE49-F238E27FC236}">
                <a16:creationId xmlns:a16="http://schemas.microsoft.com/office/drawing/2014/main" id="{A3414563-E700-51DD-7E39-ECA7FD9E280A}"/>
              </a:ext>
            </a:extLst>
          </p:cNvPr>
          <p:cNvSpPr/>
          <p:nvPr/>
        </p:nvSpPr>
        <p:spPr bwMode="auto">
          <a:xfrm>
            <a:off x="3899643" y="5094415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C572D3-801D-2341-20C1-A3B057B2D3CF}"/>
              </a:ext>
            </a:extLst>
          </p:cNvPr>
          <p:cNvSpPr txBox="1"/>
          <p:nvPr/>
        </p:nvSpPr>
        <p:spPr>
          <a:xfrm>
            <a:off x="4133680" y="576594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89FA296-9560-416D-0930-5089D869FCA0}"/>
              </a:ext>
            </a:extLst>
          </p:cNvPr>
          <p:cNvSpPr txBox="1"/>
          <p:nvPr/>
        </p:nvSpPr>
        <p:spPr>
          <a:xfrm>
            <a:off x="5344358" y="47133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0D8C6C6-F65F-6853-B8A4-1ABB82BB635A}"/>
              </a:ext>
            </a:extLst>
          </p:cNvPr>
          <p:cNvSpPr txBox="1"/>
          <p:nvPr/>
        </p:nvSpPr>
        <p:spPr>
          <a:xfrm>
            <a:off x="5316836" y="60215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194B7E-1076-D44F-036D-F9CB4067A2B4}"/>
              </a:ext>
            </a:extLst>
          </p:cNvPr>
          <p:cNvSpPr txBox="1"/>
          <p:nvPr/>
        </p:nvSpPr>
        <p:spPr>
          <a:xfrm>
            <a:off x="5981287" y="54627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2E15ADF-C7ED-EBE7-CB2B-C27EFA3A42D5}"/>
              </a:ext>
            </a:extLst>
          </p:cNvPr>
          <p:cNvSpPr txBox="1"/>
          <p:nvPr/>
        </p:nvSpPr>
        <p:spPr>
          <a:xfrm>
            <a:off x="5706825" y="505265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717FC0BB-1AFE-8B75-1C04-A64742B0B037}"/>
              </a:ext>
            </a:extLst>
          </p:cNvPr>
          <p:cNvSpPr/>
          <p:nvPr/>
        </p:nvSpPr>
        <p:spPr bwMode="auto">
          <a:xfrm rot="19225229" flipH="1">
            <a:off x="5149936" y="5068482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E7CFDEB-12EF-9249-87B9-37243ACE1B51}"/>
              </a:ext>
            </a:extLst>
          </p:cNvPr>
          <p:cNvSpPr/>
          <p:nvPr/>
        </p:nvSpPr>
        <p:spPr>
          <a:xfrm>
            <a:off x="3902215" y="5681145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358FA45-8B68-50F4-24DF-EEDCC99E18CB}"/>
              </a:ext>
            </a:extLst>
          </p:cNvPr>
          <p:cNvSpPr txBox="1"/>
          <p:nvPr/>
        </p:nvSpPr>
        <p:spPr>
          <a:xfrm>
            <a:off x="4196288" y="5156465"/>
            <a:ext cx="564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9C681E9-E99A-375C-8042-DCAECFAD1267}"/>
              </a:ext>
            </a:extLst>
          </p:cNvPr>
          <p:cNvSpPr txBox="1"/>
          <p:nvPr/>
        </p:nvSpPr>
        <p:spPr>
          <a:xfrm>
            <a:off x="5679460" y="5760359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0B0B40F-2238-C6C2-1178-866BBDE06577}"/>
              </a:ext>
            </a:extLst>
          </p:cNvPr>
          <p:cNvSpPr/>
          <p:nvPr/>
        </p:nvSpPr>
        <p:spPr>
          <a:xfrm rot="19181713">
            <a:off x="5906305" y="5556911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89E5F4-7F77-7B9D-B242-95478954FFBE}"/>
              </a:ext>
            </a:extLst>
          </p:cNvPr>
          <p:cNvSpPr txBox="1"/>
          <p:nvPr/>
        </p:nvSpPr>
        <p:spPr>
          <a:xfrm>
            <a:off x="4798420" y="56884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2D64EA9-D05B-D4EC-BF8E-14A8E2614C22}"/>
              </a:ext>
            </a:extLst>
          </p:cNvPr>
          <p:cNvSpPr txBox="1"/>
          <p:nvPr/>
        </p:nvSpPr>
        <p:spPr>
          <a:xfrm>
            <a:off x="275560" y="7450303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FC12DE-3F3F-2542-CAD7-87894AFDC675}"/>
              </a:ext>
            </a:extLst>
          </p:cNvPr>
          <p:cNvSpPr txBox="1"/>
          <p:nvPr/>
        </p:nvSpPr>
        <p:spPr>
          <a:xfrm>
            <a:off x="631742" y="6440996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521CBA8-24F7-2382-AA9D-46BB6F99FA81}"/>
              </a:ext>
            </a:extLst>
          </p:cNvPr>
          <p:cNvSpPr txBox="1"/>
          <p:nvPr/>
        </p:nvSpPr>
        <p:spPr>
          <a:xfrm>
            <a:off x="870371" y="7170668"/>
            <a:ext cx="642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8.1cm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73B476B-8B31-3616-C299-239B979DDE2F}"/>
              </a:ext>
            </a:extLst>
          </p:cNvPr>
          <p:cNvSpPr txBox="1"/>
          <p:nvPr/>
        </p:nvSpPr>
        <p:spPr>
          <a:xfrm>
            <a:off x="1773141" y="6626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95580F4-F18C-8B49-4742-F6152DF1003D}"/>
              </a:ext>
            </a:extLst>
          </p:cNvPr>
          <p:cNvSpPr txBox="1"/>
          <p:nvPr/>
        </p:nvSpPr>
        <p:spPr>
          <a:xfrm>
            <a:off x="2979324" y="68599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9CAC9D7-577C-82C3-CD53-2D10AA5D786B}"/>
              </a:ext>
            </a:extLst>
          </p:cNvPr>
          <p:cNvSpPr txBox="1"/>
          <p:nvPr/>
        </p:nvSpPr>
        <p:spPr>
          <a:xfrm>
            <a:off x="2146047" y="735405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B3C3FEE-7334-5C4E-93BA-6CCAF7153D7F}"/>
              </a:ext>
            </a:extLst>
          </p:cNvPr>
          <p:cNvGrpSpPr/>
          <p:nvPr/>
        </p:nvGrpSpPr>
        <p:grpSpPr>
          <a:xfrm rot="6592782">
            <a:off x="497873" y="6875154"/>
            <a:ext cx="941009" cy="706967"/>
            <a:chOff x="4145148" y="1037242"/>
            <a:chExt cx="941009" cy="706967"/>
          </a:xfrm>
        </p:grpSpPr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0C024C48-8095-16CB-7E61-367D0C85231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DB82471-6E03-27FD-8D01-D7F62F92445D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B7FB5709-7939-4580-1BA7-C7B9ED66BD0C}"/>
              </a:ext>
            </a:extLst>
          </p:cNvPr>
          <p:cNvSpPr txBox="1"/>
          <p:nvPr/>
        </p:nvSpPr>
        <p:spPr>
          <a:xfrm>
            <a:off x="268765" y="680241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ABC5125-A0CD-B049-FF7D-5A6F953EDC6D}"/>
              </a:ext>
            </a:extLst>
          </p:cNvPr>
          <p:cNvGrpSpPr/>
          <p:nvPr/>
        </p:nvGrpSpPr>
        <p:grpSpPr>
          <a:xfrm rot="6180129">
            <a:off x="2067902" y="6556900"/>
            <a:ext cx="863618" cy="863709"/>
            <a:chOff x="4111470" y="2294672"/>
            <a:chExt cx="863618" cy="863709"/>
          </a:xfrm>
        </p:grpSpPr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BD7932FB-865E-FB44-5CDC-16A23E4A2BD9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A53F289-899A-F1FD-A709-137DFFFFC18E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EE677129-5334-AA68-5028-2BA09414D7FA}"/>
              </a:ext>
            </a:extLst>
          </p:cNvPr>
          <p:cNvSpPr txBox="1"/>
          <p:nvPr/>
        </p:nvSpPr>
        <p:spPr>
          <a:xfrm>
            <a:off x="1411800" y="676169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DC8A862-ED7E-56F4-E718-9ED8843EA157}"/>
              </a:ext>
            </a:extLst>
          </p:cNvPr>
          <p:cNvSpPr txBox="1"/>
          <p:nvPr/>
        </p:nvSpPr>
        <p:spPr>
          <a:xfrm>
            <a:off x="2505842" y="718479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80mm</a:t>
            </a:r>
            <a:endParaRPr lang="en-GB" sz="1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7364C84-E196-8700-ABE3-B8CD727C05B1}"/>
              </a:ext>
            </a:extLst>
          </p:cNvPr>
          <p:cNvSpPr txBox="1"/>
          <p:nvPr/>
        </p:nvSpPr>
        <p:spPr>
          <a:xfrm>
            <a:off x="1627103" y="704983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81mm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8088844-7C41-72D6-A3A0-D210B712A7C1}"/>
              </a:ext>
            </a:extLst>
          </p:cNvPr>
          <p:cNvSpPr txBox="1"/>
          <p:nvPr/>
        </p:nvSpPr>
        <p:spPr>
          <a:xfrm>
            <a:off x="3681377" y="7396261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B828EA2-FB6D-1B73-2915-5F7FFE3D79CC}"/>
              </a:ext>
            </a:extLst>
          </p:cNvPr>
          <p:cNvSpPr txBox="1"/>
          <p:nvPr/>
        </p:nvSpPr>
        <p:spPr>
          <a:xfrm>
            <a:off x="3981527" y="6470078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83EA663-80F8-8FE0-6C15-CBCD0CDD1775}"/>
              </a:ext>
            </a:extLst>
          </p:cNvPr>
          <p:cNvSpPr txBox="1"/>
          <p:nvPr/>
        </p:nvSpPr>
        <p:spPr>
          <a:xfrm>
            <a:off x="4197006" y="71881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2.9m</a:t>
            </a:r>
            <a:endParaRPr lang="en-GB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01327D1-45CC-3813-6EB2-652BE911D3B2}"/>
              </a:ext>
            </a:extLst>
          </p:cNvPr>
          <p:cNvSpPr txBox="1"/>
          <p:nvPr/>
        </p:nvSpPr>
        <p:spPr>
          <a:xfrm>
            <a:off x="6048945" y="64914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1A97A73-80CA-D35C-667D-DD0CD4B23D5C}"/>
              </a:ext>
            </a:extLst>
          </p:cNvPr>
          <p:cNvSpPr txBox="1"/>
          <p:nvPr/>
        </p:nvSpPr>
        <p:spPr>
          <a:xfrm>
            <a:off x="6097004" y="726457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3A09E71-3E91-33D9-0528-0CA92B420F65}"/>
              </a:ext>
            </a:extLst>
          </p:cNvPr>
          <p:cNvSpPr txBox="1"/>
          <p:nvPr/>
        </p:nvSpPr>
        <p:spPr>
          <a:xfrm>
            <a:off x="5244740" y="726506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A82D78D-CB7A-2E9C-F5E8-22131248DA61}"/>
              </a:ext>
            </a:extLst>
          </p:cNvPr>
          <p:cNvGrpSpPr/>
          <p:nvPr/>
        </p:nvGrpSpPr>
        <p:grpSpPr>
          <a:xfrm rot="6592782">
            <a:off x="3946045" y="6835190"/>
            <a:ext cx="794168" cy="706967"/>
            <a:chOff x="4145148" y="1037242"/>
            <a:chExt cx="941009" cy="706967"/>
          </a:xfrm>
        </p:grpSpPr>
        <p:sp>
          <p:nvSpPr>
            <p:cNvPr id="205" name="Isosceles Triangle 204">
              <a:extLst>
                <a:ext uri="{FF2B5EF4-FFF2-40B4-BE49-F238E27FC236}">
                  <a16:creationId xmlns:a16="http://schemas.microsoft.com/office/drawing/2014/main" id="{5A99CD47-86C0-671B-492E-46718C4077B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4C9758D0-04CE-30B8-8FA4-4A6EAF311180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18DD8946-64F5-27A3-86B9-98FAC2E4CB6D}"/>
              </a:ext>
            </a:extLst>
          </p:cNvPr>
          <p:cNvSpPr txBox="1"/>
          <p:nvPr/>
        </p:nvSpPr>
        <p:spPr>
          <a:xfrm>
            <a:off x="4301353" y="657654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2.7m</a:t>
            </a:r>
            <a:endParaRPr lang="en-GB" sz="1200" dirty="0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C9CBBD3-1B98-10CF-6A6B-FF2B2740026B}"/>
              </a:ext>
            </a:extLst>
          </p:cNvPr>
          <p:cNvGrpSpPr/>
          <p:nvPr/>
        </p:nvGrpSpPr>
        <p:grpSpPr>
          <a:xfrm rot="2431300">
            <a:off x="5451091" y="6766415"/>
            <a:ext cx="795212" cy="651519"/>
            <a:chOff x="4111470" y="2294672"/>
            <a:chExt cx="795212" cy="863709"/>
          </a:xfrm>
        </p:grpSpPr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752D167A-37B2-14DD-F2F2-A5EFD8E4BF5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452E91E-1F27-0FAC-D109-862CB04AF6F6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DE347C48-8F5A-DA9B-4DE4-CB45ACF6132E}"/>
              </a:ext>
            </a:extLst>
          </p:cNvPr>
          <p:cNvSpPr txBox="1"/>
          <p:nvPr/>
        </p:nvSpPr>
        <p:spPr>
          <a:xfrm>
            <a:off x="4761585" y="67907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C80ED5B-4AC8-EF6A-4D94-1AA6983CCF00}"/>
              </a:ext>
            </a:extLst>
          </p:cNvPr>
          <p:cNvSpPr txBox="1"/>
          <p:nvPr/>
        </p:nvSpPr>
        <p:spPr>
          <a:xfrm>
            <a:off x="5342620" y="6769864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270cm</a:t>
            </a:r>
            <a:endParaRPr lang="en-GB" sz="12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8D5D8FD-0CCE-62D2-C475-1AD876A4EA80}"/>
              </a:ext>
            </a:extLst>
          </p:cNvPr>
          <p:cNvSpPr txBox="1"/>
          <p:nvPr/>
        </p:nvSpPr>
        <p:spPr>
          <a:xfrm>
            <a:off x="5522893" y="733901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68A018D-2C97-929C-B6BA-C8B45AC7C29A}"/>
              </a:ext>
            </a:extLst>
          </p:cNvPr>
          <p:cNvSpPr txBox="1"/>
          <p:nvPr/>
        </p:nvSpPr>
        <p:spPr>
          <a:xfrm>
            <a:off x="385187" y="9237797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D632EA-1832-19B4-4B5B-A902DE3C3929}"/>
              </a:ext>
            </a:extLst>
          </p:cNvPr>
          <p:cNvSpPr txBox="1"/>
          <p:nvPr/>
        </p:nvSpPr>
        <p:spPr>
          <a:xfrm>
            <a:off x="685337" y="8311614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BD4071D-112D-A415-6123-394002A081FC}"/>
              </a:ext>
            </a:extLst>
          </p:cNvPr>
          <p:cNvSpPr txBox="1"/>
          <p:nvPr/>
        </p:nvSpPr>
        <p:spPr>
          <a:xfrm>
            <a:off x="923966" y="9006561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C235AB8-A844-4349-F135-BD6F270A7399}"/>
              </a:ext>
            </a:extLst>
          </p:cNvPr>
          <p:cNvSpPr txBox="1"/>
          <p:nvPr/>
        </p:nvSpPr>
        <p:spPr>
          <a:xfrm>
            <a:off x="2718030" y="824038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C685EBB-AFF0-3038-C062-44F955C69B3F}"/>
              </a:ext>
            </a:extLst>
          </p:cNvPr>
          <p:cNvSpPr txBox="1"/>
          <p:nvPr/>
        </p:nvSpPr>
        <p:spPr>
          <a:xfrm>
            <a:off x="2766089" y="901350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DD70273-77B6-2F3A-6BCA-1A959841C14C}"/>
              </a:ext>
            </a:extLst>
          </p:cNvPr>
          <p:cNvSpPr txBox="1"/>
          <p:nvPr/>
        </p:nvSpPr>
        <p:spPr>
          <a:xfrm>
            <a:off x="1913825" y="90139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6650C05-F7E3-E167-76BE-45759B2A6A22}"/>
              </a:ext>
            </a:extLst>
          </p:cNvPr>
          <p:cNvGrpSpPr/>
          <p:nvPr/>
        </p:nvGrpSpPr>
        <p:grpSpPr>
          <a:xfrm rot="6592782">
            <a:off x="649855" y="8676726"/>
            <a:ext cx="794168" cy="706967"/>
            <a:chOff x="4145148" y="1037242"/>
            <a:chExt cx="941009" cy="706967"/>
          </a:xfrm>
        </p:grpSpPr>
        <p:sp>
          <p:nvSpPr>
            <p:cNvPr id="221" name="Isosceles Triangle 220">
              <a:extLst>
                <a:ext uri="{FF2B5EF4-FFF2-40B4-BE49-F238E27FC236}">
                  <a16:creationId xmlns:a16="http://schemas.microsoft.com/office/drawing/2014/main" id="{0357CDF6-CA3E-7B0F-12C6-557B729139F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B76F347-5A31-BB24-3397-AF04EBE1F0EC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E99FF111-256C-645D-F04D-300BB3621ADF}"/>
              </a:ext>
            </a:extLst>
          </p:cNvPr>
          <p:cNvSpPr txBox="1"/>
          <p:nvPr/>
        </p:nvSpPr>
        <p:spPr>
          <a:xfrm>
            <a:off x="1039888" y="838335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B7C67C7-5A03-0C0D-61FF-D40424521E0A}"/>
              </a:ext>
            </a:extLst>
          </p:cNvPr>
          <p:cNvGrpSpPr/>
          <p:nvPr/>
        </p:nvGrpSpPr>
        <p:grpSpPr>
          <a:xfrm rot="2431300">
            <a:off x="2120176" y="8515351"/>
            <a:ext cx="795212" cy="651519"/>
            <a:chOff x="4111470" y="2294672"/>
            <a:chExt cx="795212" cy="863709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27EE12A-87FD-0473-7D62-032EB018D73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27C0F5D6-AC33-2536-1D13-A28C710234FF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92FB22A7-EFDF-3EFD-C579-09BDC0B26EC2}"/>
              </a:ext>
            </a:extLst>
          </p:cNvPr>
          <p:cNvSpPr txBox="1"/>
          <p:nvPr/>
        </p:nvSpPr>
        <p:spPr>
          <a:xfrm>
            <a:off x="1465395" y="863231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20BC825-F3C1-0D14-40A4-2114F88D5565}"/>
              </a:ext>
            </a:extLst>
          </p:cNvPr>
          <p:cNvSpPr txBox="1"/>
          <p:nvPr/>
        </p:nvSpPr>
        <p:spPr>
          <a:xfrm>
            <a:off x="2150893" y="8563236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AF83F0F-7D53-EBA6-49A7-3145413CEF6B}"/>
              </a:ext>
            </a:extLst>
          </p:cNvPr>
          <p:cNvSpPr txBox="1"/>
          <p:nvPr/>
        </p:nvSpPr>
        <p:spPr>
          <a:xfrm>
            <a:off x="2271539" y="909819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4E8FEF8-A8E1-B68A-73FC-79D3DE61B4CF}"/>
              </a:ext>
            </a:extLst>
          </p:cNvPr>
          <p:cNvSpPr txBox="1"/>
          <p:nvPr/>
        </p:nvSpPr>
        <p:spPr>
          <a:xfrm>
            <a:off x="3958236" y="9316672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1993F64-C79E-6C33-7D8A-E3D0639131F5}"/>
              </a:ext>
            </a:extLst>
          </p:cNvPr>
          <p:cNvSpPr txBox="1"/>
          <p:nvPr/>
        </p:nvSpPr>
        <p:spPr>
          <a:xfrm>
            <a:off x="3935318" y="825870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4948016-208A-11C8-8A54-E6E0C7656870}"/>
              </a:ext>
            </a:extLst>
          </p:cNvPr>
          <p:cNvSpPr txBox="1"/>
          <p:nvPr/>
        </p:nvSpPr>
        <p:spPr>
          <a:xfrm>
            <a:off x="4405868" y="882912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184AC82-1AE6-8E21-571F-6E06AF302569}"/>
              </a:ext>
            </a:extLst>
          </p:cNvPr>
          <p:cNvSpPr txBox="1"/>
          <p:nvPr/>
        </p:nvSpPr>
        <p:spPr>
          <a:xfrm>
            <a:off x="5565728" y="80926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5B96026-5601-FD3A-1700-C9DB338EEDAB}"/>
              </a:ext>
            </a:extLst>
          </p:cNvPr>
          <p:cNvSpPr txBox="1"/>
          <p:nvPr/>
        </p:nvSpPr>
        <p:spPr>
          <a:xfrm>
            <a:off x="6097065" y="867266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98D7615-1337-FCE6-44AA-4EE6328BD9B3}"/>
              </a:ext>
            </a:extLst>
          </p:cNvPr>
          <p:cNvSpPr txBox="1"/>
          <p:nvPr/>
        </p:nvSpPr>
        <p:spPr>
          <a:xfrm>
            <a:off x="5511607" y="93099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BD05CE3-6B0F-DB96-994E-FF15D6C35A67}"/>
              </a:ext>
            </a:extLst>
          </p:cNvPr>
          <p:cNvGrpSpPr/>
          <p:nvPr/>
        </p:nvGrpSpPr>
        <p:grpSpPr>
          <a:xfrm rot="5400000">
            <a:off x="4084807" y="8545087"/>
            <a:ext cx="794168" cy="706967"/>
            <a:chOff x="4145148" y="1037242"/>
            <a:chExt cx="941009" cy="706967"/>
          </a:xfrm>
        </p:grpSpPr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DA3B8068-426F-5941-9FD3-EDC8FC0A4696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5D15A01-14F6-0DDC-5D7E-17F212FEE88B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3DAAE4C0-5774-5E1E-80C3-0F2E7276410B}"/>
              </a:ext>
            </a:extLst>
          </p:cNvPr>
          <p:cNvSpPr txBox="1"/>
          <p:nvPr/>
        </p:nvSpPr>
        <p:spPr>
          <a:xfrm>
            <a:off x="4279069" y="825870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9C869E4-B451-F374-D9B3-300CFE3D3016}"/>
              </a:ext>
            </a:extLst>
          </p:cNvPr>
          <p:cNvGrpSpPr/>
          <p:nvPr/>
        </p:nvGrpSpPr>
        <p:grpSpPr>
          <a:xfrm rot="21359980">
            <a:off x="5320771" y="8497640"/>
            <a:ext cx="795212" cy="651519"/>
            <a:chOff x="4111470" y="2294672"/>
            <a:chExt cx="795212" cy="863709"/>
          </a:xfrm>
        </p:grpSpPr>
        <p:sp>
          <p:nvSpPr>
            <p:cNvPr id="241" name="Isosceles Triangle 240">
              <a:extLst>
                <a:ext uri="{FF2B5EF4-FFF2-40B4-BE49-F238E27FC236}">
                  <a16:creationId xmlns:a16="http://schemas.microsoft.com/office/drawing/2014/main" id="{2F218308-5BE4-A228-F57E-1E6FB15C8B6C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A484363-385B-F07F-BCAB-E5905E453574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3" name="TextBox 242">
            <a:extLst>
              <a:ext uri="{FF2B5EF4-FFF2-40B4-BE49-F238E27FC236}">
                <a16:creationId xmlns:a16="http://schemas.microsoft.com/office/drawing/2014/main" id="{7B77026E-A7E0-36B7-157E-F9FD8D1AF47C}"/>
              </a:ext>
            </a:extLst>
          </p:cNvPr>
          <p:cNvSpPr txBox="1"/>
          <p:nvPr/>
        </p:nvSpPr>
        <p:spPr>
          <a:xfrm>
            <a:off x="4829479" y="8322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5D86666-6751-BC9A-0D2B-388355E96081}"/>
              </a:ext>
            </a:extLst>
          </p:cNvPr>
          <p:cNvSpPr txBox="1"/>
          <p:nvPr/>
        </p:nvSpPr>
        <p:spPr>
          <a:xfrm>
            <a:off x="5252405" y="8672965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C3933E8-D576-7DDF-D56B-229FB7C844A2}"/>
              </a:ext>
            </a:extLst>
          </p:cNvPr>
          <p:cNvSpPr txBox="1"/>
          <p:nvPr/>
        </p:nvSpPr>
        <p:spPr>
          <a:xfrm>
            <a:off x="5801142" y="835057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52389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5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419288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3493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You must bullet point your reasons in full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419288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11111" r="-444000" b="-8761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996CCA-563B-D06D-A73D-5A6E883FC2E7}"/>
              </a:ext>
            </a:extLst>
          </p:cNvPr>
          <p:cNvSpPr/>
          <p:nvPr/>
        </p:nvSpPr>
        <p:spPr>
          <a:xfrm>
            <a:off x="-3003" y="6038112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FB463-446C-EF96-C793-AC65A72CF420}"/>
              </a:ext>
            </a:extLst>
          </p:cNvPr>
          <p:cNvSpPr txBox="1"/>
          <p:nvPr/>
        </p:nvSpPr>
        <p:spPr>
          <a:xfrm>
            <a:off x="1574196" y="6010898"/>
            <a:ext cx="4375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5.  Write down the correct reason of congruence for each set of triangles. (SSS, ASA, SAS, RHS)</a:t>
            </a:r>
            <a:endParaRPr lang="en-GB" sz="1200" b="1" dirty="0"/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48A0-4E5B-034E-B7DC-7B418A7F5989}"/>
              </a:ext>
            </a:extLst>
          </p:cNvPr>
          <p:cNvSpPr txBox="1"/>
          <p:nvPr/>
        </p:nvSpPr>
        <p:spPr>
          <a:xfrm>
            <a:off x="3956555" y="16849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DE710-4873-E51C-BDAA-C43CB6832A07}"/>
              </a:ext>
            </a:extLst>
          </p:cNvPr>
          <p:cNvSpPr txBox="1"/>
          <p:nvPr/>
        </p:nvSpPr>
        <p:spPr>
          <a:xfrm>
            <a:off x="4312737" y="6756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F0892-2BEF-B78D-48B2-7BE71EB296A9}"/>
              </a:ext>
            </a:extLst>
          </p:cNvPr>
          <p:cNvSpPr txBox="1"/>
          <p:nvPr/>
        </p:nvSpPr>
        <p:spPr>
          <a:xfrm>
            <a:off x="4571506" y="1393034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30679-2157-334E-92E9-4C381A5994CE}"/>
              </a:ext>
            </a:extLst>
          </p:cNvPr>
          <p:cNvSpPr txBox="1"/>
          <p:nvPr/>
        </p:nvSpPr>
        <p:spPr>
          <a:xfrm>
            <a:off x="3960596" y="205493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E86ED-3409-7C46-A9BB-B2B887C419A1}"/>
              </a:ext>
            </a:extLst>
          </p:cNvPr>
          <p:cNvSpPr txBox="1"/>
          <p:nvPr/>
        </p:nvSpPr>
        <p:spPr>
          <a:xfrm>
            <a:off x="4333502" y="27826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ADA770-AB73-6A32-7DD0-B9CF3638D35A}"/>
              </a:ext>
            </a:extLst>
          </p:cNvPr>
          <p:cNvGrpSpPr/>
          <p:nvPr/>
        </p:nvGrpSpPr>
        <p:grpSpPr>
          <a:xfrm rot="6592782">
            <a:off x="4178868" y="1109770"/>
            <a:ext cx="941009" cy="706967"/>
            <a:chOff x="4145148" y="1037242"/>
            <a:chExt cx="941009" cy="706967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802BD95-DFBE-F06F-040F-E161A2B970B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3F2F55-6F1F-BC80-77B3-0DA89D5C9A9C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3E7A39-071E-C7CA-CBDA-3B8FF92EBAFF}"/>
              </a:ext>
            </a:extLst>
          </p:cNvPr>
          <p:cNvSpPr txBox="1"/>
          <p:nvPr/>
        </p:nvSpPr>
        <p:spPr>
          <a:xfrm>
            <a:off x="3941063" y="106383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18EBAC-8777-D853-B6FD-8E1BEB2A4BEC}"/>
              </a:ext>
            </a:extLst>
          </p:cNvPr>
          <p:cNvGrpSpPr/>
          <p:nvPr/>
        </p:nvGrpSpPr>
        <p:grpSpPr>
          <a:xfrm rot="6180129">
            <a:off x="4255357" y="1985442"/>
            <a:ext cx="863618" cy="863709"/>
            <a:chOff x="4111470" y="2294672"/>
            <a:chExt cx="863618" cy="863709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704E319-739D-5153-D18E-52BAD744BB41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36A95E-F2DD-9897-7FD4-FC2B1591C059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E42298-8554-7877-8710-0810E08A4EEE}"/>
              </a:ext>
            </a:extLst>
          </p:cNvPr>
          <p:cNvSpPr txBox="1"/>
          <p:nvPr/>
        </p:nvSpPr>
        <p:spPr>
          <a:xfrm>
            <a:off x="5092795" y="9963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23F9F-FF7E-4C76-94E8-C1E95FB1DDA8}"/>
              </a:ext>
            </a:extLst>
          </p:cNvPr>
          <p:cNvSpPr txBox="1"/>
          <p:nvPr/>
        </p:nvSpPr>
        <p:spPr>
          <a:xfrm>
            <a:off x="4472708" y="207706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AA926-8FAE-3FE8-129B-FD78B7D64322}"/>
              </a:ext>
            </a:extLst>
          </p:cNvPr>
          <p:cNvSpPr txBox="1"/>
          <p:nvPr/>
        </p:nvSpPr>
        <p:spPr>
          <a:xfrm>
            <a:off x="4014441" y="253668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950E7A-D633-056F-135F-0AC518B1C89C}"/>
              </a:ext>
            </a:extLst>
          </p:cNvPr>
          <p:cNvGrpSpPr/>
          <p:nvPr/>
        </p:nvGrpSpPr>
        <p:grpSpPr>
          <a:xfrm rot="10800000">
            <a:off x="2641734" y="828403"/>
            <a:ext cx="1224483" cy="1274379"/>
            <a:chOff x="957121" y="6137506"/>
            <a:chExt cx="2122103" cy="182927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5AB164-075C-DC4B-EDEB-81296F9142C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2D7E03-1370-BA02-D42A-12408BC29701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B27589-E833-FA7E-F066-0D45189CDA22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D073AE4-89DB-5A2A-E61E-7A5FB3B35325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8CDCFC3-93CD-C6E0-773B-FB5FB8E99C6A}"/>
              </a:ext>
            </a:extLst>
          </p:cNvPr>
          <p:cNvSpPr txBox="1"/>
          <p:nvPr/>
        </p:nvSpPr>
        <p:spPr>
          <a:xfrm>
            <a:off x="3667560" y="207499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837F58-7C7C-4D79-55E0-717C02210A4F}"/>
              </a:ext>
            </a:extLst>
          </p:cNvPr>
          <p:cNvSpPr txBox="1"/>
          <p:nvPr/>
        </p:nvSpPr>
        <p:spPr>
          <a:xfrm>
            <a:off x="3046843" y="777398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0E3825-A535-57AA-6628-D534C592933C}"/>
              </a:ext>
            </a:extLst>
          </p:cNvPr>
          <p:cNvSpPr txBox="1"/>
          <p:nvPr/>
        </p:nvSpPr>
        <p:spPr>
          <a:xfrm>
            <a:off x="3520662" y="1320249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06F837-0A51-EC5C-CE3C-16510E3273D6}"/>
              </a:ext>
            </a:extLst>
          </p:cNvPr>
          <p:cNvSpPr txBox="1"/>
          <p:nvPr/>
        </p:nvSpPr>
        <p:spPr>
          <a:xfrm>
            <a:off x="2800589" y="136926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6F5DF3-55C2-1B15-B6F0-00DACC0234C1}"/>
              </a:ext>
            </a:extLst>
          </p:cNvPr>
          <p:cNvGrpSpPr/>
          <p:nvPr/>
        </p:nvGrpSpPr>
        <p:grpSpPr>
          <a:xfrm rot="2071051">
            <a:off x="2686564" y="2184952"/>
            <a:ext cx="1463441" cy="1056381"/>
            <a:chOff x="2654788" y="7698774"/>
            <a:chExt cx="1463441" cy="10563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F8F5FC-9C7F-08C2-0597-94A1866C4B72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E6FE4F-08E5-FCBD-AA1E-F0CFFD240F6C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263A92-3812-1059-54F4-C9945519A19A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C82C39E-1CA1-B55D-5306-2A17B280A269}"/>
                </a:ext>
              </a:extLst>
            </p:cNvPr>
            <p:cNvSpPr txBox="1"/>
            <p:nvPr/>
          </p:nvSpPr>
          <p:spPr>
            <a:xfrm rot="19528949">
              <a:off x="3486293" y="7919259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8cm</a:t>
              </a:r>
              <a:endParaRPr lang="en-GB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184122-8E61-E36E-774F-04B54FDCBB68}"/>
                </a:ext>
              </a:extLst>
            </p:cNvPr>
            <p:cNvSpPr txBox="1"/>
            <p:nvPr/>
          </p:nvSpPr>
          <p:spPr>
            <a:xfrm rot="19528949">
              <a:off x="2741246" y="7887439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7.1cm</a:t>
              </a:r>
              <a:endParaRPr lang="en-GB" sz="1200" dirty="0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8DF65E28-731A-EDBC-7092-5839455938F4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5002C71-9722-DE15-FBB8-62C8CC8C354C}"/>
              </a:ext>
            </a:extLst>
          </p:cNvPr>
          <p:cNvSpPr txBox="1"/>
          <p:nvPr/>
        </p:nvSpPr>
        <p:spPr>
          <a:xfrm>
            <a:off x="1650337" y="733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982651-597D-3CFC-17F1-D2902A9176CD}"/>
              </a:ext>
            </a:extLst>
          </p:cNvPr>
          <p:cNvSpPr txBox="1"/>
          <p:nvPr/>
        </p:nvSpPr>
        <p:spPr>
          <a:xfrm>
            <a:off x="1370095" y="171638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2B57BF-6202-9956-6F24-BBF1F3790F78}"/>
              </a:ext>
            </a:extLst>
          </p:cNvPr>
          <p:cNvSpPr txBox="1"/>
          <p:nvPr/>
        </p:nvSpPr>
        <p:spPr>
          <a:xfrm>
            <a:off x="2315901" y="170722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B29CF6B-8EF8-C790-0B46-ED5843FE3D2B}"/>
              </a:ext>
            </a:extLst>
          </p:cNvPr>
          <p:cNvSpPr/>
          <p:nvPr/>
        </p:nvSpPr>
        <p:spPr bwMode="auto">
          <a:xfrm>
            <a:off x="1559068" y="94894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7B5065-BFBF-D9ED-0DB2-E90AD7421139}"/>
              </a:ext>
            </a:extLst>
          </p:cNvPr>
          <p:cNvSpPr txBox="1"/>
          <p:nvPr/>
        </p:nvSpPr>
        <p:spPr>
          <a:xfrm>
            <a:off x="1262911" y="1182130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DDCD86-952B-2D0A-7D4A-1354A3C95963}"/>
              </a:ext>
            </a:extLst>
          </p:cNvPr>
          <p:cNvSpPr txBox="1"/>
          <p:nvPr/>
        </p:nvSpPr>
        <p:spPr>
          <a:xfrm>
            <a:off x="2038990" y="1171275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B83708-1A1F-C202-DED7-D909460F40A2}"/>
              </a:ext>
            </a:extLst>
          </p:cNvPr>
          <p:cNvSpPr txBox="1"/>
          <p:nvPr/>
        </p:nvSpPr>
        <p:spPr>
          <a:xfrm>
            <a:off x="1510603" y="190013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82BAF7-FEB9-0A3F-BE69-DCEAAA428AF2}"/>
              </a:ext>
            </a:extLst>
          </p:cNvPr>
          <p:cNvSpPr txBox="1"/>
          <p:nvPr/>
        </p:nvSpPr>
        <p:spPr>
          <a:xfrm>
            <a:off x="1620128" y="314039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543993-2E24-06F8-3A9F-9680015AC4B3}"/>
              </a:ext>
            </a:extLst>
          </p:cNvPr>
          <p:cNvSpPr txBox="1"/>
          <p:nvPr/>
        </p:nvSpPr>
        <p:spPr>
          <a:xfrm>
            <a:off x="2350729" y="250618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A7E865-AED6-ED19-07D8-5386F136AFEC}"/>
              </a:ext>
            </a:extLst>
          </p:cNvPr>
          <p:cNvSpPr txBox="1"/>
          <p:nvPr/>
        </p:nvSpPr>
        <p:spPr>
          <a:xfrm>
            <a:off x="1303935" y="2537412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5F053-316B-669A-BBF6-7F56DB6F574A}"/>
              </a:ext>
            </a:extLst>
          </p:cNvPr>
          <p:cNvSpPr txBox="1"/>
          <p:nvPr/>
        </p:nvSpPr>
        <p:spPr>
          <a:xfrm>
            <a:off x="2003979" y="2106058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9AE5E936-B244-6330-A5A6-D7D6C633275B}"/>
              </a:ext>
            </a:extLst>
          </p:cNvPr>
          <p:cNvSpPr/>
          <p:nvPr/>
        </p:nvSpPr>
        <p:spPr bwMode="auto">
          <a:xfrm rot="19225229" flipH="1">
            <a:off x="1391240" y="215800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0" name="Pie 72">
            <a:extLst>
              <a:ext uri="{FF2B5EF4-FFF2-40B4-BE49-F238E27FC236}">
                <a16:creationId xmlns:a16="http://schemas.microsoft.com/office/drawing/2014/main" id="{34F84C02-9804-D221-7AA0-879486D8A310}"/>
              </a:ext>
            </a:extLst>
          </p:cNvPr>
          <p:cNvSpPr/>
          <p:nvPr/>
        </p:nvSpPr>
        <p:spPr>
          <a:xfrm rot="12981654">
            <a:off x="1422756" y="577363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/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ie 72">
            <a:extLst>
              <a:ext uri="{FF2B5EF4-FFF2-40B4-BE49-F238E27FC236}">
                <a16:creationId xmlns:a16="http://schemas.microsoft.com/office/drawing/2014/main" id="{BED81AD8-1BA3-BD54-5C1C-3E30781DD70F}"/>
              </a:ext>
            </a:extLst>
          </p:cNvPr>
          <p:cNvSpPr/>
          <p:nvPr/>
        </p:nvSpPr>
        <p:spPr>
          <a:xfrm rot="11823490">
            <a:off x="1336872" y="1766070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/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blipFill>
                <a:blip r:embed="rId5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0C0EAE69-DA98-6E41-8D5C-358707678E03}"/>
              </a:ext>
            </a:extLst>
          </p:cNvPr>
          <p:cNvSpPr txBox="1"/>
          <p:nvPr/>
        </p:nvSpPr>
        <p:spPr>
          <a:xfrm>
            <a:off x="5346230" y="726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E98894-0BCC-4816-E10B-C3AC8DDCA405}"/>
              </a:ext>
            </a:extLst>
          </p:cNvPr>
          <p:cNvSpPr txBox="1"/>
          <p:nvPr/>
        </p:nvSpPr>
        <p:spPr>
          <a:xfrm>
            <a:off x="5710722" y="17047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E246FE-DB6F-9B91-09DA-2A7805C2709A}"/>
              </a:ext>
            </a:extLst>
          </p:cNvPr>
          <p:cNvSpPr txBox="1"/>
          <p:nvPr/>
        </p:nvSpPr>
        <p:spPr>
          <a:xfrm>
            <a:off x="6469951" y="11420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75CC27C9-3007-AE1A-CB4C-109C8F63D7E1}"/>
              </a:ext>
            </a:extLst>
          </p:cNvPr>
          <p:cNvSpPr/>
          <p:nvPr/>
        </p:nvSpPr>
        <p:spPr bwMode="auto">
          <a:xfrm rot="19431443">
            <a:off x="5527708" y="7642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06B9CB-2F2D-3571-0B0E-60E78C402AB4}"/>
              </a:ext>
            </a:extLst>
          </p:cNvPr>
          <p:cNvSpPr txBox="1"/>
          <p:nvPr/>
        </p:nvSpPr>
        <p:spPr>
          <a:xfrm>
            <a:off x="5933773" y="188646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57F02E-A871-C63F-4764-69632DACD41B}"/>
              </a:ext>
            </a:extLst>
          </p:cNvPr>
          <p:cNvSpPr txBox="1"/>
          <p:nvPr/>
        </p:nvSpPr>
        <p:spPr>
          <a:xfrm>
            <a:off x="6091135" y="14894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44F169-1DF0-3CE1-E752-246CA8EE0F18}"/>
              </a:ext>
            </a:extLst>
          </p:cNvPr>
          <p:cNvSpPr txBox="1"/>
          <p:nvPr/>
        </p:nvSpPr>
        <p:spPr>
          <a:xfrm>
            <a:off x="5392219" y="295284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33C58F-98EB-90B3-F5EC-8992861DB4C3}"/>
              </a:ext>
            </a:extLst>
          </p:cNvPr>
          <p:cNvSpPr txBox="1"/>
          <p:nvPr/>
        </p:nvSpPr>
        <p:spPr>
          <a:xfrm>
            <a:off x="6361261" y="283818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8734D1-238A-B3C6-0814-8589548C8709}"/>
              </a:ext>
            </a:extLst>
          </p:cNvPr>
          <p:cNvSpPr txBox="1"/>
          <p:nvPr/>
        </p:nvSpPr>
        <p:spPr>
          <a:xfrm>
            <a:off x="6205141" y="2316595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EE08EE88-F6E2-8C4F-6F2A-A469F3441B95}"/>
              </a:ext>
            </a:extLst>
          </p:cNvPr>
          <p:cNvSpPr/>
          <p:nvPr/>
        </p:nvSpPr>
        <p:spPr bwMode="auto">
          <a:xfrm rot="21073808" flipH="1">
            <a:off x="5526078" y="213608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84" name="Pie 72">
            <a:extLst>
              <a:ext uri="{FF2B5EF4-FFF2-40B4-BE49-F238E27FC236}">
                <a16:creationId xmlns:a16="http://schemas.microsoft.com/office/drawing/2014/main" id="{744BBF5A-8768-5271-A95C-699DFCC6F845}"/>
              </a:ext>
            </a:extLst>
          </p:cNvPr>
          <p:cNvSpPr/>
          <p:nvPr/>
        </p:nvSpPr>
        <p:spPr>
          <a:xfrm rot="3219977">
            <a:off x="5488438" y="1413537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/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ie 72">
            <a:extLst>
              <a:ext uri="{FF2B5EF4-FFF2-40B4-BE49-F238E27FC236}">
                <a16:creationId xmlns:a16="http://schemas.microsoft.com/office/drawing/2014/main" id="{20602D3A-FFA6-640D-C958-5BD929982048}"/>
              </a:ext>
            </a:extLst>
          </p:cNvPr>
          <p:cNvSpPr/>
          <p:nvPr/>
        </p:nvSpPr>
        <p:spPr>
          <a:xfrm rot="20140094">
            <a:off x="6051379" y="2562614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/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Pie 72">
            <a:extLst>
              <a:ext uri="{FF2B5EF4-FFF2-40B4-BE49-F238E27FC236}">
                <a16:creationId xmlns:a16="http://schemas.microsoft.com/office/drawing/2014/main" id="{8B8A6C03-DED8-4138-7368-DC83C90A5676}"/>
              </a:ext>
            </a:extLst>
          </p:cNvPr>
          <p:cNvSpPr/>
          <p:nvPr/>
        </p:nvSpPr>
        <p:spPr>
          <a:xfrm rot="17302843">
            <a:off x="6149224" y="9331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/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blipFill>
                <a:blip r:embed="rId8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/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blipFill>
                <a:blip r:embed="rId9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Pie 72">
            <a:extLst>
              <a:ext uri="{FF2B5EF4-FFF2-40B4-BE49-F238E27FC236}">
                <a16:creationId xmlns:a16="http://schemas.microsoft.com/office/drawing/2014/main" id="{7347FE1C-7EA5-D8CC-0B8E-6C9E65BE2B21}"/>
              </a:ext>
            </a:extLst>
          </p:cNvPr>
          <p:cNvSpPr/>
          <p:nvPr/>
        </p:nvSpPr>
        <p:spPr>
          <a:xfrm rot="12982297">
            <a:off x="5683895" y="1748643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43DE32F7-4B0A-F6A8-86A3-7E5210FB2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060784"/>
              </p:ext>
            </p:extLst>
          </p:nvPr>
        </p:nvGraphicFramePr>
        <p:xfrm>
          <a:off x="108860" y="6591452"/>
          <a:ext cx="6624906" cy="3212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302">
                  <a:extLst>
                    <a:ext uri="{9D8B030D-6E8A-4147-A177-3AD203B41FA5}">
                      <a16:colId xmlns:a16="http://schemas.microsoft.com/office/drawing/2014/main" val="4185366085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2981377121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813419953"/>
                    </a:ext>
                  </a:extLst>
                </a:gridCol>
              </a:tblGrid>
              <a:tr h="3212329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97831"/>
                  </a:ext>
                </a:extLst>
              </a:tr>
            </a:tbl>
          </a:graphicData>
        </a:graphic>
      </p:graphicFrame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04035E5-CA65-630B-34D1-64BADC388242}"/>
              </a:ext>
            </a:extLst>
          </p:cNvPr>
          <p:cNvGrpSpPr/>
          <p:nvPr/>
        </p:nvGrpSpPr>
        <p:grpSpPr>
          <a:xfrm>
            <a:off x="2251322" y="7219232"/>
            <a:ext cx="1413121" cy="1305015"/>
            <a:chOff x="470050" y="628283"/>
            <a:chExt cx="1413121" cy="1305015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6591076-F83D-692B-6050-F5977D65FB4D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7551045-12DB-5B6F-A3C2-25619D09059E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D531706-CA24-889B-4782-A852E89C7F27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77FC33C-C16A-5296-D869-711A90ED552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04" name="Isosceles Triangle 203">
                <a:extLst>
                  <a:ext uri="{FF2B5EF4-FFF2-40B4-BE49-F238E27FC236}">
                    <a16:creationId xmlns:a16="http://schemas.microsoft.com/office/drawing/2014/main" id="{8050451C-3E6A-E891-1723-CC9E6703D6E4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5EF632C-3FF5-A761-A150-BD2F0AEB01C6}"/>
                </a:ext>
              </a:extLst>
            </p:cNvPr>
            <p:cNvSpPr txBox="1"/>
            <p:nvPr/>
          </p:nvSpPr>
          <p:spPr>
            <a:xfrm>
              <a:off x="470050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A7AA072-3E87-7857-BF7F-4C657C716688}"/>
                </a:ext>
              </a:extLst>
            </p:cNvPr>
            <p:cNvSpPr txBox="1"/>
            <p:nvPr/>
          </p:nvSpPr>
          <p:spPr>
            <a:xfrm>
              <a:off x="1228654" y="1048958"/>
              <a:ext cx="6545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0117A6C-1208-3A2C-47BA-C1E1E029575E}"/>
                </a:ext>
              </a:extLst>
            </p:cNvPr>
            <p:cNvSpPr txBox="1"/>
            <p:nvPr/>
          </p:nvSpPr>
          <p:spPr>
            <a:xfrm>
              <a:off x="967144" y="1656299"/>
              <a:ext cx="5918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4ADC1A9-1182-4372-90E5-3B56D8984276}"/>
              </a:ext>
            </a:extLst>
          </p:cNvPr>
          <p:cNvGrpSpPr/>
          <p:nvPr/>
        </p:nvGrpSpPr>
        <p:grpSpPr>
          <a:xfrm rot="19225229">
            <a:off x="3189382" y="6555354"/>
            <a:ext cx="1400560" cy="1370875"/>
            <a:chOff x="1292856" y="7502406"/>
            <a:chExt cx="1400560" cy="1370875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159B359-96DB-7887-10C1-E3A92BC9024B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D8BF08E-1BAE-6B68-B0FC-F5E8DF35909F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B7DD326F-CA99-0102-1DD9-4D64FA889C60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897320D-55EF-30A9-14A8-6564089DB664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56C367C-E416-0E37-5A96-3C9B08C6B3E6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8F6BDF9-2223-7AA2-BF1F-5A88E5201247}"/>
                </a:ext>
              </a:extLst>
            </p:cNvPr>
            <p:cNvSpPr txBox="1"/>
            <p:nvPr/>
          </p:nvSpPr>
          <p:spPr>
            <a:xfrm rot="2374771">
              <a:off x="1337641" y="7821067"/>
              <a:ext cx="625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B639C5D7-7C65-6587-3F4D-3C16FC7ADB28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EF65F28-5ED0-B18C-1198-B07237533EB2}"/>
              </a:ext>
            </a:extLst>
          </p:cNvPr>
          <p:cNvGrpSpPr/>
          <p:nvPr/>
        </p:nvGrpSpPr>
        <p:grpSpPr>
          <a:xfrm>
            <a:off x="4548658" y="6808788"/>
            <a:ext cx="1519463" cy="1403287"/>
            <a:chOff x="7661099" y="3189503"/>
            <a:chExt cx="1519463" cy="1403287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05D5D33-8018-9BA9-E936-9CE1EE446611}"/>
                </a:ext>
              </a:extLst>
            </p:cNvPr>
            <p:cNvSpPr txBox="1"/>
            <p:nvPr/>
          </p:nvSpPr>
          <p:spPr>
            <a:xfrm>
              <a:off x="7661099" y="3189503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CB08F125-B399-2A47-433B-3C4D7EDEA89F}"/>
                </a:ext>
              </a:extLst>
            </p:cNvPr>
            <p:cNvSpPr txBox="1"/>
            <p:nvPr/>
          </p:nvSpPr>
          <p:spPr>
            <a:xfrm>
              <a:off x="8025591" y="4167509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8AB762CD-20AE-A89B-6B31-07A95E197B6E}"/>
                </a:ext>
              </a:extLst>
            </p:cNvPr>
            <p:cNvSpPr txBox="1"/>
            <p:nvPr/>
          </p:nvSpPr>
          <p:spPr>
            <a:xfrm>
              <a:off x="8784820" y="3604868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874A4502-F74A-1EB5-F0D2-785C781B3751}"/>
                </a:ext>
              </a:extLst>
            </p:cNvPr>
            <p:cNvSpPr/>
            <p:nvPr/>
          </p:nvSpPr>
          <p:spPr bwMode="auto">
            <a:xfrm rot="19431443">
              <a:off x="7842577" y="3227044"/>
              <a:ext cx="811749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C6B739-EBE5-17E0-65DB-C86E5E2E3B0F}"/>
                </a:ext>
              </a:extLst>
            </p:cNvPr>
            <p:cNvSpPr txBox="1"/>
            <p:nvPr/>
          </p:nvSpPr>
          <p:spPr>
            <a:xfrm>
              <a:off x="8406004" y="3952248"/>
              <a:ext cx="602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20" name="Pie 72">
              <a:extLst>
                <a:ext uri="{FF2B5EF4-FFF2-40B4-BE49-F238E27FC236}">
                  <a16:creationId xmlns:a16="http://schemas.microsoft.com/office/drawing/2014/main" id="{67FECB14-4CC9-619B-DE38-065D21120C97}"/>
                </a:ext>
              </a:extLst>
            </p:cNvPr>
            <p:cNvSpPr/>
            <p:nvPr/>
          </p:nvSpPr>
          <p:spPr>
            <a:xfrm rot="3219977">
              <a:off x="7803307" y="3876322"/>
              <a:ext cx="727781" cy="705156"/>
            </a:xfrm>
            <a:prstGeom prst="pie">
              <a:avLst>
                <a:gd name="adj1" fmla="val 11757949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FB064327-087D-DAAD-AD27-433A93F74D9C}"/>
                    </a:ext>
                  </a:extLst>
                </p:cNvPr>
                <p:cNvSpPr txBox="1"/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B3574EB-2D6C-859E-8D7E-D4E3993F7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2" name="Pie 72">
              <a:extLst>
                <a:ext uri="{FF2B5EF4-FFF2-40B4-BE49-F238E27FC236}">
                  <a16:creationId xmlns:a16="http://schemas.microsoft.com/office/drawing/2014/main" id="{71A7572C-8FAF-94B5-759A-3516B6E7E306}"/>
                </a:ext>
              </a:extLst>
            </p:cNvPr>
            <p:cNvSpPr/>
            <p:nvPr/>
          </p:nvSpPr>
          <p:spPr>
            <a:xfrm rot="17302843">
              <a:off x="8464093" y="3395935"/>
              <a:ext cx="727781" cy="705156"/>
            </a:xfrm>
            <a:prstGeom prst="pie">
              <a:avLst>
                <a:gd name="adj1" fmla="val 12928313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D68216B8-2115-BD7A-25B7-29446529B61A}"/>
                    </a:ext>
                  </a:extLst>
                </p:cNvPr>
                <p:cNvSpPr txBox="1"/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8ACF995-07ED-D4D9-64F9-2CD3B0045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blipFill>
                  <a:blip r:embed="rId26"/>
                  <a:stretch>
                    <a:fillRect r="-564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A90EE9-C25F-07CA-584E-51CDF508011D}"/>
              </a:ext>
            </a:extLst>
          </p:cNvPr>
          <p:cNvGrpSpPr/>
          <p:nvPr/>
        </p:nvGrpSpPr>
        <p:grpSpPr>
          <a:xfrm>
            <a:off x="5403058" y="7157342"/>
            <a:ext cx="1514948" cy="1519127"/>
            <a:chOff x="7707088" y="4211428"/>
            <a:chExt cx="1514948" cy="1519127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20DCCC3-7C75-74F1-2D62-591668096BBB}"/>
                </a:ext>
              </a:extLst>
            </p:cNvPr>
            <p:cNvSpPr txBox="1"/>
            <p:nvPr/>
          </p:nvSpPr>
          <p:spPr>
            <a:xfrm>
              <a:off x="8248642" y="434924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4FB1E05-1E31-197A-433D-5C41C8BC8576}"/>
                </a:ext>
              </a:extLst>
            </p:cNvPr>
            <p:cNvSpPr txBox="1"/>
            <p:nvPr/>
          </p:nvSpPr>
          <p:spPr>
            <a:xfrm>
              <a:off x="7707088" y="5415629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F6FD8F5C-62AC-CFFF-74B0-AEEFDD099DAD}"/>
                </a:ext>
              </a:extLst>
            </p:cNvPr>
            <p:cNvSpPr txBox="1"/>
            <p:nvPr/>
          </p:nvSpPr>
          <p:spPr>
            <a:xfrm>
              <a:off x="8676130" y="530097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DFF7CC6-B664-4A2E-56B0-F0DB974D9FC9}"/>
                </a:ext>
              </a:extLst>
            </p:cNvPr>
            <p:cNvSpPr txBox="1"/>
            <p:nvPr/>
          </p:nvSpPr>
          <p:spPr>
            <a:xfrm>
              <a:off x="8520010" y="4779380"/>
              <a:ext cx="702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2F2C11ED-1F29-0A3D-939F-3FB1B1A0828E}"/>
                </a:ext>
              </a:extLst>
            </p:cNvPr>
            <p:cNvSpPr/>
            <p:nvPr/>
          </p:nvSpPr>
          <p:spPr bwMode="auto">
            <a:xfrm rot="21073808" flipH="1">
              <a:off x="7840947" y="4598868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Pie 72">
              <a:extLst>
                <a:ext uri="{FF2B5EF4-FFF2-40B4-BE49-F238E27FC236}">
                  <a16:creationId xmlns:a16="http://schemas.microsoft.com/office/drawing/2014/main" id="{8B725886-AF37-2CC7-10FC-83AEBD2502B2}"/>
                </a:ext>
              </a:extLst>
            </p:cNvPr>
            <p:cNvSpPr/>
            <p:nvPr/>
          </p:nvSpPr>
          <p:spPr>
            <a:xfrm rot="20140094">
              <a:off x="8366248" y="5025399"/>
              <a:ext cx="727781" cy="705156"/>
            </a:xfrm>
            <a:prstGeom prst="pie">
              <a:avLst>
                <a:gd name="adj1" fmla="val 11757949"/>
                <a:gd name="adj2" fmla="val 162435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8A10B0AB-00FC-3448-E850-B66CE5991B74}"/>
                    </a:ext>
                  </a:extLst>
                </p:cNvPr>
                <p:cNvSpPr txBox="1"/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33B3A84-FA73-39B0-D387-62788BB14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969700C8-2308-4BFC-2D4A-1429669C97D4}"/>
                    </a:ext>
                  </a:extLst>
                </p:cNvPr>
                <p:cNvSpPr txBox="1"/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E597B14-CA73-923B-3B10-97F9D4799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blipFill>
                  <a:blip r:embed="rId28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Pie 72">
              <a:extLst>
                <a:ext uri="{FF2B5EF4-FFF2-40B4-BE49-F238E27FC236}">
                  <a16:creationId xmlns:a16="http://schemas.microsoft.com/office/drawing/2014/main" id="{F137B0A4-6CF1-8DC1-1E82-08C9E3D342F0}"/>
                </a:ext>
              </a:extLst>
            </p:cNvPr>
            <p:cNvSpPr/>
            <p:nvPr/>
          </p:nvSpPr>
          <p:spPr>
            <a:xfrm rot="12982297">
              <a:off x="7998764" y="4211428"/>
              <a:ext cx="753069" cy="736551"/>
            </a:xfrm>
            <a:prstGeom prst="pie">
              <a:avLst>
                <a:gd name="adj1" fmla="val 12645635"/>
                <a:gd name="adj2" fmla="val 1559181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EB4DA54-0F2E-ADFF-F09F-1735C69E67BC}"/>
              </a:ext>
            </a:extLst>
          </p:cNvPr>
          <p:cNvGrpSpPr/>
          <p:nvPr/>
        </p:nvGrpSpPr>
        <p:grpSpPr>
          <a:xfrm>
            <a:off x="53389" y="6835141"/>
            <a:ext cx="1423822" cy="1394875"/>
            <a:chOff x="9673215" y="2681550"/>
            <a:chExt cx="1423822" cy="1394875"/>
          </a:xfrm>
        </p:grpSpPr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430E557A-BF7E-2653-61DD-8A394060DECD}"/>
                </a:ext>
              </a:extLst>
            </p:cNvPr>
            <p:cNvSpPr txBox="1"/>
            <p:nvPr/>
          </p:nvSpPr>
          <p:spPr>
            <a:xfrm>
              <a:off x="10368881" y="3678930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751FE5B5-67AF-ED26-1814-942A1E72DE43}"/>
                </a:ext>
              </a:extLst>
            </p:cNvPr>
            <p:cNvSpPr txBox="1"/>
            <p:nvPr/>
          </p:nvSpPr>
          <p:spPr>
            <a:xfrm>
              <a:off x="10610238" y="2681550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9623D64-E80B-0DAF-BA6C-4FEFC0DD3875}"/>
                </a:ext>
              </a:extLst>
            </p:cNvPr>
            <p:cNvSpPr txBox="1"/>
            <p:nvPr/>
          </p:nvSpPr>
          <p:spPr>
            <a:xfrm>
              <a:off x="9673215" y="2690711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6" name="Isosceles Triangle 245">
              <a:extLst>
                <a:ext uri="{FF2B5EF4-FFF2-40B4-BE49-F238E27FC236}">
                  <a16:creationId xmlns:a16="http://schemas.microsoft.com/office/drawing/2014/main" id="{52989BB7-B0FA-1FE8-812F-EC99E164967B}"/>
                </a:ext>
              </a:extLst>
            </p:cNvPr>
            <p:cNvSpPr/>
            <p:nvPr/>
          </p:nvSpPr>
          <p:spPr bwMode="auto">
            <a:xfrm rot="10800000">
              <a:off x="9896976" y="2881114"/>
              <a:ext cx="811750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A605AD9-DDC5-A4DE-DE73-AEB96DA3657B}"/>
                </a:ext>
              </a:extLst>
            </p:cNvPr>
            <p:cNvSpPr txBox="1"/>
            <p:nvPr/>
          </p:nvSpPr>
          <p:spPr>
            <a:xfrm>
              <a:off x="10525052" y="3218342"/>
              <a:ext cx="5719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BA8E867-83BF-2768-823F-271FDB2F6CF0}"/>
                </a:ext>
              </a:extLst>
            </p:cNvPr>
            <p:cNvSpPr txBox="1"/>
            <p:nvPr/>
          </p:nvSpPr>
          <p:spPr>
            <a:xfrm>
              <a:off x="9740898" y="3222415"/>
              <a:ext cx="5719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49" name="Pie 72">
              <a:extLst>
                <a:ext uri="{FF2B5EF4-FFF2-40B4-BE49-F238E27FC236}">
                  <a16:creationId xmlns:a16="http://schemas.microsoft.com/office/drawing/2014/main" id="{DD29C3DB-ACAF-A568-5127-8DE92B32CE7C}"/>
                </a:ext>
              </a:extLst>
            </p:cNvPr>
            <p:cNvSpPr/>
            <p:nvPr/>
          </p:nvSpPr>
          <p:spPr>
            <a:xfrm rot="2114827">
              <a:off x="10121764" y="3371269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F284441-419D-7EE5-2A23-557C0CE1510C}"/>
                    </a:ext>
                  </a:extLst>
                </p:cNvPr>
                <p:cNvSpPr txBox="1"/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37B5F76-3458-4593-9D16-F1F2E510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A381C05-4D55-0F3A-EB49-9ABE55902156}"/>
              </a:ext>
            </a:extLst>
          </p:cNvPr>
          <p:cNvGrpSpPr/>
          <p:nvPr/>
        </p:nvGrpSpPr>
        <p:grpSpPr>
          <a:xfrm>
            <a:off x="932839" y="7362903"/>
            <a:ext cx="1604092" cy="1460206"/>
            <a:chOff x="9600458" y="5606358"/>
            <a:chExt cx="1604092" cy="1460206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998C5EDC-A8CA-8263-AFDF-FFB963382E98}"/>
                </a:ext>
              </a:extLst>
            </p:cNvPr>
            <p:cNvSpPr txBox="1"/>
            <p:nvPr/>
          </p:nvSpPr>
          <p:spPr>
            <a:xfrm>
              <a:off x="10349656" y="678956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DD4FBA0-0FA4-1558-8673-03405552A02B}"/>
                </a:ext>
              </a:extLst>
            </p:cNvPr>
            <p:cNvSpPr txBox="1"/>
            <p:nvPr/>
          </p:nvSpPr>
          <p:spPr>
            <a:xfrm rot="21424689">
              <a:off x="9600458" y="6181160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D30845F-D013-F8C7-0E7E-989BDC2BA4AA}"/>
                </a:ext>
              </a:extLst>
            </p:cNvPr>
            <p:cNvSpPr txBox="1"/>
            <p:nvPr/>
          </p:nvSpPr>
          <p:spPr>
            <a:xfrm>
              <a:off x="10714813" y="5762164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2614240-1DF7-2B22-054A-7355FB06BE8C}"/>
                </a:ext>
              </a:extLst>
            </p:cNvPr>
            <p:cNvSpPr txBox="1"/>
            <p:nvPr/>
          </p:nvSpPr>
          <p:spPr>
            <a:xfrm>
              <a:off x="10523638" y="6342420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EEA93F5-8E8E-BA2C-8EAC-A7188F16042A}"/>
                </a:ext>
              </a:extLst>
            </p:cNvPr>
            <p:cNvSpPr txBox="1"/>
            <p:nvPr/>
          </p:nvSpPr>
          <p:spPr>
            <a:xfrm>
              <a:off x="9918065" y="5918050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57" name="Isosceles Triangle 256">
              <a:extLst>
                <a:ext uri="{FF2B5EF4-FFF2-40B4-BE49-F238E27FC236}">
                  <a16:creationId xmlns:a16="http://schemas.microsoft.com/office/drawing/2014/main" id="{9CC80446-1B0E-C2C3-0A7F-ADC81EF7E6A8}"/>
                </a:ext>
              </a:extLst>
            </p:cNvPr>
            <p:cNvSpPr/>
            <p:nvPr/>
          </p:nvSpPr>
          <p:spPr bwMode="auto">
            <a:xfrm rot="2071051" flipH="1">
              <a:off x="9971301" y="5791927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58" name="Pie 72">
              <a:extLst>
                <a:ext uri="{FF2B5EF4-FFF2-40B4-BE49-F238E27FC236}">
                  <a16:creationId xmlns:a16="http://schemas.microsoft.com/office/drawing/2014/main" id="{FFDBA1A9-249C-736A-CF22-537ABD55ED5A}"/>
                </a:ext>
              </a:extLst>
            </p:cNvPr>
            <p:cNvSpPr/>
            <p:nvPr/>
          </p:nvSpPr>
          <p:spPr>
            <a:xfrm rot="16200000">
              <a:off x="10416277" y="5617671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BA98DE74-5DE9-95C3-67DA-955B52E59C8F}"/>
                    </a:ext>
                  </a:extLst>
                </p:cNvPr>
                <p:cNvSpPr txBox="1"/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49B8674B-DF25-77F9-9BB1-ADE651650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blipFill>
                  <a:blip r:embed="rId30"/>
                  <a:stretch>
                    <a:fillRect r="-2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2894F353-EDAC-A534-007A-ABE4C227F8CF}"/>
              </a:ext>
            </a:extLst>
          </p:cNvPr>
          <p:cNvSpPr txBox="1"/>
          <p:nvPr/>
        </p:nvSpPr>
        <p:spPr>
          <a:xfrm>
            <a:off x="5120983" y="2435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62" name="Slide Number Placeholder 1">
            <a:extLst>
              <a:ext uri="{FF2B5EF4-FFF2-40B4-BE49-F238E27FC236}">
                <a16:creationId xmlns:a16="http://schemas.microsoft.com/office/drawing/2014/main" id="{1E7BBCAF-00D6-B473-B30A-9FDB5BA8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223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15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37939" y="47167"/>
            <a:ext cx="654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6. </a:t>
            </a:r>
            <a:r>
              <a:rPr lang="en-US" sz="1200" dirty="0">
                <a:solidFill>
                  <a:schemeClr val="tx1"/>
                </a:solidFill>
              </a:rPr>
              <a:t>Are these triangles congruent? If so, you must give </a:t>
            </a:r>
            <a:r>
              <a:rPr lang="en-US" sz="1200" dirty="0"/>
              <a:t>full bullet pointed</a:t>
            </a:r>
            <a:r>
              <a:rPr lang="en-US" sz="1200" dirty="0">
                <a:solidFill>
                  <a:schemeClr val="tx1"/>
                </a:solidFill>
              </a:rPr>
              <a:t> reason for your answer.</a:t>
            </a:r>
            <a:r>
              <a:rPr lang="en-US" sz="120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5D23A7-826C-5A1B-0B27-25FCA517A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57413"/>
              </p:ext>
            </p:extLst>
          </p:nvPr>
        </p:nvGraphicFramePr>
        <p:xfrm>
          <a:off x="171413" y="508832"/>
          <a:ext cx="6569606" cy="922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FD108128-0EC9-4035-8909-394E0CBF0911}"/>
              </a:ext>
            </a:extLst>
          </p:cNvPr>
          <p:cNvGrpSpPr/>
          <p:nvPr/>
        </p:nvGrpSpPr>
        <p:grpSpPr>
          <a:xfrm>
            <a:off x="3649699" y="723798"/>
            <a:ext cx="1327253" cy="1129451"/>
            <a:chOff x="398098" y="4683771"/>
            <a:chExt cx="1773053" cy="1508811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E18AEE8-9C08-69F0-5A19-36D0A9DBD155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A67C03-540E-2DE5-6C89-409C2E67DFA8}"/>
                </a:ext>
              </a:extLst>
            </p:cNvPr>
            <p:cNvSpPr txBox="1"/>
            <p:nvPr/>
          </p:nvSpPr>
          <p:spPr>
            <a:xfrm>
              <a:off x="398098" y="5204138"/>
              <a:ext cx="774404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096965-1A2B-9046-CF56-998F4AC98229}"/>
                </a:ext>
              </a:extLst>
            </p:cNvPr>
            <p:cNvSpPr txBox="1"/>
            <p:nvPr/>
          </p:nvSpPr>
          <p:spPr>
            <a:xfrm>
              <a:off x="1413085" y="5152249"/>
              <a:ext cx="75806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589405-4358-8275-C7C3-FCEDA6AF1EA2}"/>
                </a:ext>
              </a:extLst>
            </p:cNvPr>
            <p:cNvSpPr txBox="1"/>
            <p:nvPr/>
          </p:nvSpPr>
          <p:spPr>
            <a:xfrm>
              <a:off x="1158315" y="5822544"/>
              <a:ext cx="63842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18E037-ED72-68A2-D7BB-0C189EE24453}"/>
                </a:ext>
              </a:extLst>
            </p:cNvPr>
            <p:cNvSpPr txBox="1"/>
            <p:nvPr/>
          </p:nvSpPr>
          <p:spPr>
            <a:xfrm>
              <a:off x="857603" y="4683771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60B594-1256-DAFF-7508-FA27754C5A2F}"/>
                </a:ext>
              </a:extLst>
            </p:cNvPr>
            <p:cNvSpPr txBox="1"/>
            <p:nvPr/>
          </p:nvSpPr>
          <p:spPr>
            <a:xfrm>
              <a:off x="638442" y="5786064"/>
              <a:ext cx="251460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64E954-E990-3FEC-BB91-722E09E9DC66}"/>
                </a:ext>
              </a:extLst>
            </p:cNvPr>
            <p:cNvSpPr txBox="1"/>
            <p:nvPr/>
          </p:nvSpPr>
          <p:spPr>
            <a:xfrm>
              <a:off x="1813694" y="5713533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DEB367-0582-DC33-B650-440A2715BEF5}"/>
              </a:ext>
            </a:extLst>
          </p:cNvPr>
          <p:cNvGrpSpPr/>
          <p:nvPr/>
        </p:nvGrpSpPr>
        <p:grpSpPr>
          <a:xfrm>
            <a:off x="5384352" y="2828487"/>
            <a:ext cx="1259120" cy="1354294"/>
            <a:chOff x="2148327" y="5751408"/>
            <a:chExt cx="968768" cy="135429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2D4933-E662-7641-1E9B-FA499608135C}"/>
                </a:ext>
              </a:extLst>
            </p:cNvPr>
            <p:cNvGrpSpPr/>
            <p:nvPr/>
          </p:nvGrpSpPr>
          <p:grpSpPr>
            <a:xfrm>
              <a:off x="2148327" y="5751408"/>
              <a:ext cx="968768" cy="1354294"/>
              <a:chOff x="2148327" y="5751408"/>
              <a:chExt cx="968768" cy="135429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380F2BE-782A-0242-7DDE-FDABD4650F5A}"/>
                  </a:ext>
                </a:extLst>
              </p:cNvPr>
              <p:cNvGrpSpPr/>
              <p:nvPr/>
            </p:nvGrpSpPr>
            <p:grpSpPr>
              <a:xfrm>
                <a:off x="2148327" y="5751408"/>
                <a:ext cx="968768" cy="1354294"/>
                <a:chOff x="2522458" y="4740319"/>
                <a:chExt cx="968768" cy="1354294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1B84088-0F0C-80E3-C343-CF2C66C8CECC}"/>
                    </a:ext>
                  </a:extLst>
                </p:cNvPr>
                <p:cNvSpPr txBox="1"/>
                <p:nvPr/>
              </p:nvSpPr>
              <p:spPr>
                <a:xfrm>
                  <a:off x="2522458" y="5817614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X</a:t>
                  </a:r>
                  <a:endParaRPr lang="en-GB" sz="1200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F1201CB-262F-52A9-D2BB-752EEBC183CA}"/>
                    </a:ext>
                  </a:extLst>
                </p:cNvPr>
                <p:cNvSpPr txBox="1"/>
                <p:nvPr/>
              </p:nvSpPr>
              <p:spPr>
                <a:xfrm>
                  <a:off x="3213277" y="4740319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  <a:endParaRPr lang="en-GB" sz="1200" dirty="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4FF37E4-0AF8-D291-8566-CB6462EEE9DF}"/>
                    </a:ext>
                  </a:extLst>
                </p:cNvPr>
                <p:cNvSpPr txBox="1"/>
                <p:nvPr/>
              </p:nvSpPr>
              <p:spPr>
                <a:xfrm>
                  <a:off x="3239766" y="5793667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Z</a:t>
                  </a:r>
                  <a:endParaRPr lang="en-GB" sz="1200" dirty="0"/>
                </a:p>
              </p:txBody>
            </p:sp>
          </p:grpSp>
          <p:sp>
            <p:nvSpPr>
              <p:cNvPr id="33" name="Right Triangle 32">
                <a:extLst>
                  <a:ext uri="{FF2B5EF4-FFF2-40B4-BE49-F238E27FC236}">
                    <a16:creationId xmlns:a16="http://schemas.microsoft.com/office/drawing/2014/main" id="{48618C4E-EB84-AB1B-75C3-72231D635714}"/>
                  </a:ext>
                </a:extLst>
              </p:cNvPr>
              <p:cNvSpPr/>
              <p:nvPr/>
            </p:nvSpPr>
            <p:spPr>
              <a:xfrm flipH="1">
                <a:off x="2315498" y="6007785"/>
                <a:ext cx="612659" cy="87079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4128B0-0D30-B38F-6EB6-5B78AF9E33E3}"/>
                </a:ext>
              </a:extLst>
            </p:cNvPr>
            <p:cNvSpPr/>
            <p:nvPr/>
          </p:nvSpPr>
          <p:spPr>
            <a:xfrm>
              <a:off x="2827706" y="6748056"/>
              <a:ext cx="100113" cy="1288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4886F99-4514-90C7-FCA8-B2750AEC6E7B}"/>
              </a:ext>
            </a:extLst>
          </p:cNvPr>
          <p:cNvSpPr txBox="1"/>
          <p:nvPr/>
        </p:nvSpPr>
        <p:spPr>
          <a:xfrm>
            <a:off x="4347852" y="326710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BD8F32-C3EB-8817-FC10-5B55CF0461B4}"/>
              </a:ext>
            </a:extLst>
          </p:cNvPr>
          <p:cNvSpPr txBox="1"/>
          <p:nvPr/>
        </p:nvSpPr>
        <p:spPr>
          <a:xfrm>
            <a:off x="5550516" y="33007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0E869-1C6C-71A3-0C20-8D07112195ED}"/>
              </a:ext>
            </a:extLst>
          </p:cNvPr>
          <p:cNvGrpSpPr/>
          <p:nvPr/>
        </p:nvGrpSpPr>
        <p:grpSpPr>
          <a:xfrm>
            <a:off x="3602133" y="2847707"/>
            <a:ext cx="1494336" cy="1367595"/>
            <a:chOff x="3755613" y="2880316"/>
            <a:chExt cx="1494336" cy="136759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934ACAD-32FB-0A8A-06E3-8886EEFCAB18}"/>
                </a:ext>
              </a:extLst>
            </p:cNvPr>
            <p:cNvGrpSpPr/>
            <p:nvPr/>
          </p:nvGrpSpPr>
          <p:grpSpPr>
            <a:xfrm>
              <a:off x="3968207" y="2880316"/>
              <a:ext cx="1281742" cy="1367595"/>
              <a:chOff x="255266" y="5759394"/>
              <a:chExt cx="1281742" cy="136759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8CC131-A113-9AA0-A90B-863590295687}"/>
                  </a:ext>
                </a:extLst>
              </p:cNvPr>
              <p:cNvGrpSpPr/>
              <p:nvPr/>
            </p:nvGrpSpPr>
            <p:grpSpPr>
              <a:xfrm>
                <a:off x="255266" y="5759394"/>
                <a:ext cx="1281742" cy="1367595"/>
                <a:chOff x="255266" y="5759394"/>
                <a:chExt cx="1281742" cy="1367595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B452571E-96F2-B839-E6BB-828E385E2903}"/>
                    </a:ext>
                  </a:extLst>
                </p:cNvPr>
                <p:cNvGrpSpPr/>
                <p:nvPr/>
              </p:nvGrpSpPr>
              <p:grpSpPr>
                <a:xfrm>
                  <a:off x="255266" y="5759394"/>
                  <a:ext cx="1281742" cy="1367595"/>
                  <a:chOff x="716695" y="4702042"/>
                  <a:chExt cx="1281742" cy="1367595"/>
                </a:xfrm>
              </p:grpSpPr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451AA81B-A537-40CD-3042-98C230FF9DDA}"/>
                      </a:ext>
                    </a:extLst>
                  </p:cNvPr>
                  <p:cNvSpPr txBox="1"/>
                  <p:nvPr/>
                </p:nvSpPr>
                <p:spPr>
                  <a:xfrm>
                    <a:off x="745894" y="470204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51A81002-F480-4CAE-A8FB-E267BCE2C510}"/>
                      </a:ext>
                    </a:extLst>
                  </p:cNvPr>
                  <p:cNvSpPr txBox="1"/>
                  <p:nvPr/>
                </p:nvSpPr>
                <p:spPr>
                  <a:xfrm>
                    <a:off x="716695" y="578606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2F373CC7-7114-3EA9-BC2B-77E6634ACB04}"/>
                      </a:ext>
                    </a:extLst>
                  </p:cNvPr>
                  <p:cNvSpPr txBox="1"/>
                  <p:nvPr/>
                </p:nvSpPr>
                <p:spPr>
                  <a:xfrm>
                    <a:off x="1746977" y="5792638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93" name="Right Triangle 92">
                  <a:extLst>
                    <a:ext uri="{FF2B5EF4-FFF2-40B4-BE49-F238E27FC236}">
                      <a16:creationId xmlns:a16="http://schemas.microsoft.com/office/drawing/2014/main" id="{FB523A89-97FF-EB80-0C4D-DC9A3697A5DA}"/>
                    </a:ext>
                  </a:extLst>
                </p:cNvPr>
                <p:cNvSpPr/>
                <p:nvPr/>
              </p:nvSpPr>
              <p:spPr>
                <a:xfrm>
                  <a:off x="499269" y="6020944"/>
                  <a:ext cx="826548" cy="893362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7318CC1-654C-055E-AE88-A3850DD72985}"/>
                  </a:ext>
                </a:extLst>
              </p:cNvPr>
              <p:cNvSpPr/>
              <p:nvPr/>
            </p:nvSpPr>
            <p:spPr>
              <a:xfrm>
                <a:off x="499695" y="6762745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D52CBA-90F1-8112-2AC9-76D98EAAAFD6}"/>
                </a:ext>
              </a:extLst>
            </p:cNvPr>
            <p:cNvSpPr txBox="1"/>
            <p:nvPr/>
          </p:nvSpPr>
          <p:spPr>
            <a:xfrm>
              <a:off x="3755613" y="351328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512C25E-8992-78B1-6400-FC2EEB1699FC}"/>
              </a:ext>
            </a:extLst>
          </p:cNvPr>
          <p:cNvSpPr txBox="1"/>
          <p:nvPr/>
        </p:nvSpPr>
        <p:spPr>
          <a:xfrm>
            <a:off x="5687593" y="39202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10cm</a:t>
            </a:r>
            <a:endParaRPr lang="en-GB" sz="12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8D19522-1792-74BF-BD83-6AD827F504DA}"/>
              </a:ext>
            </a:extLst>
          </p:cNvPr>
          <p:cNvGrpSpPr/>
          <p:nvPr/>
        </p:nvGrpSpPr>
        <p:grpSpPr>
          <a:xfrm rot="1505301">
            <a:off x="5345814" y="5025938"/>
            <a:ext cx="1257914" cy="1491069"/>
            <a:chOff x="-2496981" y="5031303"/>
            <a:chExt cx="1257914" cy="1491069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A029C39-EFF2-974F-5C68-D739CD5183E6}"/>
                </a:ext>
              </a:extLst>
            </p:cNvPr>
            <p:cNvGrpSpPr/>
            <p:nvPr/>
          </p:nvGrpSpPr>
          <p:grpSpPr>
            <a:xfrm>
              <a:off x="-2496981" y="5031303"/>
              <a:ext cx="1257914" cy="1491069"/>
              <a:chOff x="2396482" y="4605401"/>
              <a:chExt cx="1257914" cy="1491069"/>
            </a:xfrm>
          </p:grpSpPr>
          <p:sp>
            <p:nvSpPr>
              <p:cNvPr id="142" name="Isosceles Triangle 141">
                <a:extLst>
                  <a:ext uri="{FF2B5EF4-FFF2-40B4-BE49-F238E27FC236}">
                    <a16:creationId xmlns:a16="http://schemas.microsoft.com/office/drawing/2014/main" id="{128BD499-4C6A-B97A-D655-B5D901FBA46A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35B1528-0961-6015-643C-0A3B2F870883}"/>
                  </a:ext>
                </a:extLst>
              </p:cNvPr>
              <p:cNvSpPr txBox="1"/>
              <p:nvPr/>
            </p:nvSpPr>
            <p:spPr>
              <a:xfrm>
                <a:off x="2835986" y="5819471"/>
                <a:ext cx="550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0BDCB95-E6D4-CC1C-A639-171BA5A23FA9}"/>
                  </a:ext>
                </a:extLst>
              </p:cNvPr>
              <p:cNvSpPr txBox="1"/>
              <p:nvPr/>
            </p:nvSpPr>
            <p:spPr>
              <a:xfrm rot="20094699">
                <a:off x="2396482" y="580263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38280A8-E7BD-8FC9-6E06-347A7E0C6378}"/>
                  </a:ext>
                </a:extLst>
              </p:cNvPr>
              <p:cNvSpPr txBox="1"/>
              <p:nvPr/>
            </p:nvSpPr>
            <p:spPr>
              <a:xfrm rot="20094699">
                <a:off x="3077389" y="460540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EC358AE-D5AB-22A3-265B-54CFA3564AAE}"/>
                  </a:ext>
                </a:extLst>
              </p:cNvPr>
              <p:cNvSpPr txBox="1"/>
              <p:nvPr/>
            </p:nvSpPr>
            <p:spPr>
              <a:xfrm rot="20094699"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52A927B9-78BF-FE29-905B-F3791736BF02}"/>
                </a:ext>
              </a:extLst>
            </p:cNvPr>
            <p:cNvSpPr/>
            <p:nvPr/>
          </p:nvSpPr>
          <p:spPr>
            <a:xfrm rot="675041">
              <a:off x="-2392922" y="6063916"/>
              <a:ext cx="379443" cy="397475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51E3C39-ABF6-7EDD-AC54-88F6FAE8E8B6}"/>
                    </a:ext>
                  </a:extLst>
                </p:cNvPr>
                <p:cNvSpPr txBox="1"/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Arc 131">
              <a:extLst>
                <a:ext uri="{FF2B5EF4-FFF2-40B4-BE49-F238E27FC236}">
                  <a16:creationId xmlns:a16="http://schemas.microsoft.com/office/drawing/2014/main" id="{8C9F4AE8-EE99-578A-7E9A-D8B9E3AAADB6}"/>
                </a:ext>
              </a:extLst>
            </p:cNvPr>
            <p:cNvSpPr/>
            <p:nvPr/>
          </p:nvSpPr>
          <p:spPr>
            <a:xfrm rot="15701562">
              <a:off x="-1656629" y="6059058"/>
              <a:ext cx="333346" cy="413000"/>
            </a:xfrm>
            <a:prstGeom prst="arc">
              <a:avLst>
                <a:gd name="adj1" fmla="val 16200000"/>
                <a:gd name="adj2" fmla="val 100201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E69B881-2BC8-43A6-2408-CEBE654B7647}"/>
                    </a:ext>
                  </a:extLst>
                </p:cNvPr>
                <p:cNvSpPr txBox="1"/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76B6CFA-1091-84E7-329D-750CB2BA67CA}"/>
              </a:ext>
            </a:extLst>
          </p:cNvPr>
          <p:cNvGrpSpPr/>
          <p:nvPr/>
        </p:nvGrpSpPr>
        <p:grpSpPr>
          <a:xfrm>
            <a:off x="3550682" y="5193918"/>
            <a:ext cx="1547449" cy="1511227"/>
            <a:chOff x="274915" y="5200122"/>
            <a:chExt cx="1547449" cy="151122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A5BF549-14BB-732D-843C-1A304E927712}"/>
                </a:ext>
              </a:extLst>
            </p:cNvPr>
            <p:cNvGrpSpPr/>
            <p:nvPr/>
          </p:nvGrpSpPr>
          <p:grpSpPr>
            <a:xfrm>
              <a:off x="281385" y="5200122"/>
              <a:ext cx="1540979" cy="1330797"/>
              <a:chOff x="560519" y="4732265"/>
              <a:chExt cx="1540979" cy="1330797"/>
            </a:xfrm>
          </p:grpSpPr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A4E2EAB5-08AC-8B9E-FD8D-680C8BB3FDF4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7F99BE8-A35B-5DC5-E4C0-C16B65253E6D}"/>
                  </a:ext>
                </a:extLst>
              </p:cNvPr>
              <p:cNvSpPr txBox="1"/>
              <p:nvPr/>
            </p:nvSpPr>
            <p:spPr>
              <a:xfrm>
                <a:off x="560519" y="5199630"/>
                <a:ext cx="51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C6FCB0C-7CC5-8173-E1EB-0AB6138D8763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28D0648-01D2-7616-4889-92E8AEA65554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045B8EB-E15C-C111-C3BB-2AD5CC977F77}"/>
                  </a:ext>
                </a:extLst>
              </p:cNvPr>
              <p:cNvSpPr txBox="1"/>
              <p:nvPr/>
            </p:nvSpPr>
            <p:spPr>
              <a:xfrm>
                <a:off x="1850038" y="574825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F9F0FFE5-BEF1-5519-267A-0E4E166E1DF7}"/>
                </a:ext>
              </a:extLst>
            </p:cNvPr>
            <p:cNvSpPr/>
            <p:nvPr/>
          </p:nvSpPr>
          <p:spPr>
            <a:xfrm rot="6256064">
              <a:off x="588651" y="5407838"/>
              <a:ext cx="372220" cy="400579"/>
            </a:xfrm>
            <a:prstGeom prst="arc">
              <a:avLst>
                <a:gd name="adj1" fmla="val 16200000"/>
                <a:gd name="adj2" fmla="val 7009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E4BF814-BB18-5B45-9F90-D3E1F3FAC28E}"/>
                    </a:ext>
                  </a:extLst>
                </p:cNvPr>
                <p:cNvSpPr txBox="1"/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E1B87A64-7840-B023-71F1-E1365260D309}"/>
                    </a:ext>
                  </a:extLst>
                </p:cNvPr>
                <p:cNvSpPr txBox="1"/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EA4B94EB-A055-7CAA-8232-C0177C5AD821}"/>
                </a:ext>
              </a:extLst>
            </p:cNvPr>
            <p:cNvSpPr/>
            <p:nvPr/>
          </p:nvSpPr>
          <p:spPr>
            <a:xfrm rot="675041">
              <a:off x="274915" y="60995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209C96A-3DD7-AAA6-F845-18D510F45D6D}"/>
              </a:ext>
            </a:extLst>
          </p:cNvPr>
          <p:cNvGrpSpPr/>
          <p:nvPr/>
        </p:nvGrpSpPr>
        <p:grpSpPr>
          <a:xfrm>
            <a:off x="489573" y="5269173"/>
            <a:ext cx="1531846" cy="1240060"/>
            <a:chOff x="4055170" y="5284409"/>
            <a:chExt cx="1531846" cy="1240060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80D1BCA-1C59-57C5-8EE8-752021B0911F}"/>
                </a:ext>
              </a:extLst>
            </p:cNvPr>
            <p:cNvGrpSpPr/>
            <p:nvPr/>
          </p:nvGrpSpPr>
          <p:grpSpPr>
            <a:xfrm>
              <a:off x="4055170" y="5328064"/>
              <a:ext cx="1202625" cy="1196405"/>
              <a:chOff x="260077" y="7767231"/>
              <a:chExt cx="1202625" cy="1196405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6E080E41-06A7-E543-6684-6BA1081C56A4}"/>
                  </a:ext>
                </a:extLst>
              </p:cNvPr>
              <p:cNvGrpSpPr/>
              <p:nvPr/>
            </p:nvGrpSpPr>
            <p:grpSpPr>
              <a:xfrm>
                <a:off x="260077" y="7767231"/>
                <a:ext cx="1202625" cy="1196405"/>
                <a:chOff x="255995" y="5937095"/>
                <a:chExt cx="1202625" cy="1196405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489D1F90-61B9-70FC-B3B7-F7D2B9815FB3}"/>
                    </a:ext>
                  </a:extLst>
                </p:cNvPr>
                <p:cNvGrpSpPr/>
                <p:nvPr/>
              </p:nvGrpSpPr>
              <p:grpSpPr>
                <a:xfrm>
                  <a:off x="255995" y="5937095"/>
                  <a:ext cx="1202625" cy="1196405"/>
                  <a:chOff x="717424" y="4879743"/>
                  <a:chExt cx="1202625" cy="1196405"/>
                </a:xfrm>
              </p:grpSpPr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584D0725-A783-2B50-920A-EBDA1872931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424" y="4879743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C264C8D-8D2A-751D-F570-52C910A1B21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8589" y="4894154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A5E33AA8-2D4E-6270-F1BF-5B6ABDCE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1641564" y="5799149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181" name="Right Triangle 180">
                  <a:extLst>
                    <a:ext uri="{FF2B5EF4-FFF2-40B4-BE49-F238E27FC236}">
                      <a16:creationId xmlns:a16="http://schemas.microsoft.com/office/drawing/2014/main" id="{EE271E75-0D7B-9D44-5D75-7DBA11D881C6}"/>
                    </a:ext>
                  </a:extLst>
                </p:cNvPr>
                <p:cNvSpPr/>
                <p:nvPr/>
              </p:nvSpPr>
              <p:spPr>
                <a:xfrm rot="10800000">
                  <a:off x="455465" y="6145851"/>
                  <a:ext cx="79397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2C3FE55-0D9D-CA31-2FCE-6583C3DF08F4}"/>
                  </a:ext>
                </a:extLst>
              </p:cNvPr>
              <p:cNvSpPr/>
              <p:nvPr/>
            </p:nvSpPr>
            <p:spPr>
              <a:xfrm>
                <a:off x="1106554" y="7975462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2E8699C-4F54-950C-6B00-62C9E2F83675}"/>
                </a:ext>
              </a:extLst>
            </p:cNvPr>
            <p:cNvSpPr txBox="1"/>
            <p:nvPr/>
          </p:nvSpPr>
          <p:spPr>
            <a:xfrm>
              <a:off x="5056101" y="576489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6FD572D-D256-AA0D-367A-ED6B058BAEE3}"/>
                </a:ext>
              </a:extLst>
            </p:cNvPr>
            <p:cNvSpPr txBox="1"/>
            <p:nvPr/>
          </p:nvSpPr>
          <p:spPr>
            <a:xfrm>
              <a:off x="4397867" y="528440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9536C18-FD39-92A0-0549-97143DA5FBF2}"/>
              </a:ext>
            </a:extLst>
          </p:cNvPr>
          <p:cNvGrpSpPr/>
          <p:nvPr/>
        </p:nvGrpSpPr>
        <p:grpSpPr>
          <a:xfrm rot="19744054">
            <a:off x="2102546" y="5304059"/>
            <a:ext cx="1576701" cy="1269606"/>
            <a:chOff x="5355632" y="5202820"/>
            <a:chExt cx="1576701" cy="126960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D76E7A4-AF71-F2A3-FB7F-DEA21BCF931C}"/>
                </a:ext>
              </a:extLst>
            </p:cNvPr>
            <p:cNvGrpSpPr/>
            <p:nvPr/>
          </p:nvGrpSpPr>
          <p:grpSpPr>
            <a:xfrm>
              <a:off x="5618602" y="5269971"/>
              <a:ext cx="1313731" cy="1202455"/>
              <a:chOff x="1834996" y="7711235"/>
              <a:chExt cx="1313731" cy="1202455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0C1894E6-67E6-5044-5991-C4A48608C913}"/>
                  </a:ext>
                </a:extLst>
              </p:cNvPr>
              <p:cNvGrpSpPr/>
              <p:nvPr/>
            </p:nvGrpSpPr>
            <p:grpSpPr>
              <a:xfrm>
                <a:off x="1834996" y="7711235"/>
                <a:ext cx="1313731" cy="1202455"/>
                <a:chOff x="328968" y="5923807"/>
                <a:chExt cx="1313731" cy="1202455"/>
              </a:xfrm>
            </p:grpSpPr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862DAEAA-9C71-26D4-621D-89161BAAF69A}"/>
                    </a:ext>
                  </a:extLst>
                </p:cNvPr>
                <p:cNvGrpSpPr/>
                <p:nvPr/>
              </p:nvGrpSpPr>
              <p:grpSpPr>
                <a:xfrm>
                  <a:off x="328968" y="5923807"/>
                  <a:ext cx="1313731" cy="1202455"/>
                  <a:chOff x="790397" y="4866455"/>
                  <a:chExt cx="1313731" cy="1202455"/>
                </a:xfrm>
              </p:grpSpPr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C2045AD6-573D-EC02-C509-AF3F848C1F51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1852668" y="4894646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X</a:t>
                    </a:r>
                    <a:endParaRPr lang="en-GB" sz="1200" dirty="0"/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896AD502-310B-3E67-C905-10551FAA427F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829541" y="4866455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Y</a:t>
                    </a:r>
                    <a:endParaRPr lang="en-GB" sz="1200" dirty="0"/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C051919-6D68-68DF-7F6C-07AF790E9923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790397" y="5791911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Z</a:t>
                    </a:r>
                    <a:endParaRPr lang="en-GB" sz="1200" dirty="0"/>
                  </a:p>
                </p:txBody>
              </p:sp>
            </p:grpSp>
            <p:sp>
              <p:nvSpPr>
                <p:cNvPr id="192" name="Right Triangle 191">
                  <a:extLst>
                    <a:ext uri="{FF2B5EF4-FFF2-40B4-BE49-F238E27FC236}">
                      <a16:creationId xmlns:a16="http://schemas.microsoft.com/office/drawing/2014/main" id="{ADF31D67-BFA8-1CBF-6BBE-1A2D2EEF5FA6}"/>
                    </a:ext>
                  </a:extLst>
                </p:cNvPr>
                <p:cNvSpPr/>
                <p:nvPr/>
              </p:nvSpPr>
              <p:spPr>
                <a:xfrm rot="10800000" flipH="1">
                  <a:off x="529255" y="6149080"/>
                  <a:ext cx="88364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BEC58C8-F097-8E7B-F2B9-79FB156A5D25}"/>
                  </a:ext>
                </a:extLst>
              </p:cNvPr>
              <p:cNvSpPr/>
              <p:nvPr/>
            </p:nvSpPr>
            <p:spPr>
              <a:xfrm>
                <a:off x="2036259" y="7937430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BDC50DF-0A4E-1A42-C84F-D9D182E2ACA3}"/>
                </a:ext>
              </a:extLst>
            </p:cNvPr>
            <p:cNvSpPr txBox="1"/>
            <p:nvPr/>
          </p:nvSpPr>
          <p:spPr>
            <a:xfrm rot="1855946">
              <a:off x="5976277" y="5202820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240135B-450B-B518-7DEE-F4E3C64604FA}"/>
                </a:ext>
              </a:extLst>
            </p:cNvPr>
            <p:cNvSpPr txBox="1"/>
            <p:nvPr/>
          </p:nvSpPr>
          <p:spPr>
            <a:xfrm rot="1855946">
              <a:off x="5355632" y="569201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04544CE-8138-042F-76FD-7DCDDC366E2C}"/>
              </a:ext>
            </a:extLst>
          </p:cNvPr>
          <p:cNvGrpSpPr/>
          <p:nvPr/>
        </p:nvGrpSpPr>
        <p:grpSpPr>
          <a:xfrm>
            <a:off x="1954675" y="526412"/>
            <a:ext cx="1286732" cy="1609914"/>
            <a:chOff x="1776627" y="686935"/>
            <a:chExt cx="1286732" cy="1609914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D44394E2-A42F-1E01-5416-224E11A27F17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DD5A9399-06BD-45D8-B5D9-F06E03A2AFA4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53617EA-4BED-C929-3D0A-3FC73BF01E9E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D28A641-1ED5-D2DA-45EF-3EEA31D7AE2D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F4AC5984-8209-8B14-1C85-938585D5322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8CE8509-F7CC-5AF2-53EC-23E60B08BB65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BBEB2B5-542E-96E2-642B-0899F45FC166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E5AF29D3-9E46-271F-75B2-C02862E19541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64F93D16-C03F-80E2-4835-224DEDD1CB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B8AB811-0043-546E-33AF-F59F03C6D7CF}"/>
              </a:ext>
            </a:extLst>
          </p:cNvPr>
          <p:cNvGrpSpPr/>
          <p:nvPr/>
        </p:nvGrpSpPr>
        <p:grpSpPr>
          <a:xfrm>
            <a:off x="377841" y="537084"/>
            <a:ext cx="1532709" cy="1463312"/>
            <a:chOff x="36390" y="769285"/>
            <a:chExt cx="1532709" cy="1463312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0B43CBD3-00A5-2F4A-FCB8-F9F90825ABC3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90BA9F3A-AE61-E08B-D805-FDEEA780508D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54EA0C0-F2B1-8A51-F962-3529BFB47622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5BF35DC-BC49-1CF2-84BA-8E065275563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CB2A485-18CE-9AC4-FB84-DD76BACB0FA0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0E0810E-A4D1-1A5F-5DB7-3DA3F0A69EDC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BF331CE-28FF-B8F0-8F0E-D70C15B83661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9F64D3D-E65E-00E7-7293-972DA0EC592E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0C4442CA-3D32-4A6E-F949-6A41B83E94C0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68BED73-9366-B43B-4D8C-BBED01006739}"/>
              </a:ext>
            </a:extLst>
          </p:cNvPr>
          <p:cNvGrpSpPr/>
          <p:nvPr/>
        </p:nvGrpSpPr>
        <p:grpSpPr>
          <a:xfrm rot="6721848">
            <a:off x="267348" y="7361785"/>
            <a:ext cx="1292233" cy="1447931"/>
            <a:chOff x="504170" y="4668832"/>
            <a:chExt cx="1726271" cy="1934262"/>
          </a:xfrm>
        </p:grpSpPr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F3D368A6-729C-65C8-E0F2-3BE7420468C2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62973-9F71-94E1-86C0-71360E0A0592}"/>
                </a:ext>
              </a:extLst>
            </p:cNvPr>
            <p:cNvSpPr txBox="1"/>
            <p:nvPr/>
          </p:nvSpPr>
          <p:spPr>
            <a:xfrm rot="14878152">
              <a:off x="258615" y="5067596"/>
              <a:ext cx="86114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E5D9C0C-F751-8D5F-4F1B-B5E852D0487F}"/>
                </a:ext>
              </a:extLst>
            </p:cNvPr>
            <p:cNvSpPr txBox="1"/>
            <p:nvPr/>
          </p:nvSpPr>
          <p:spPr>
            <a:xfrm rot="14878152">
              <a:off x="1137220" y="4984530"/>
              <a:ext cx="88401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48mm</a:t>
              </a:r>
              <a:endParaRPr lang="en-GB" sz="120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F3154E2-8B1A-656A-ED78-6D313453B5B2}"/>
                </a:ext>
              </a:extLst>
            </p:cNvPr>
            <p:cNvSpPr txBox="1"/>
            <p:nvPr/>
          </p:nvSpPr>
          <p:spPr>
            <a:xfrm rot="14878152">
              <a:off x="998077" y="5999361"/>
              <a:ext cx="83742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E8339FF-58BF-654E-F256-B0A22EF7B4AC}"/>
                </a:ext>
              </a:extLst>
            </p:cNvPr>
            <p:cNvSpPr txBox="1"/>
            <p:nvPr/>
          </p:nvSpPr>
          <p:spPr>
            <a:xfrm rot="14878152">
              <a:off x="866644" y="4609543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CE463BC0-89E7-0DEA-C9B9-798CCC984E19}"/>
                </a:ext>
              </a:extLst>
            </p:cNvPr>
            <p:cNvSpPr txBox="1"/>
            <p:nvPr/>
          </p:nvSpPr>
          <p:spPr>
            <a:xfrm rot="14878152">
              <a:off x="639651" y="5805816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84DEA54-B686-B46B-529A-ABD349471C12}"/>
                </a:ext>
              </a:extLst>
            </p:cNvPr>
            <p:cNvSpPr txBox="1"/>
            <p:nvPr/>
          </p:nvSpPr>
          <p:spPr>
            <a:xfrm rot="14878152">
              <a:off x="1919692" y="5731848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A38FB2B-0AC3-6B63-1844-A2E2C21EA64A}"/>
              </a:ext>
            </a:extLst>
          </p:cNvPr>
          <p:cNvGrpSpPr/>
          <p:nvPr/>
        </p:nvGrpSpPr>
        <p:grpSpPr>
          <a:xfrm>
            <a:off x="1884669" y="7469066"/>
            <a:ext cx="1625544" cy="1322746"/>
            <a:chOff x="2445575" y="4567160"/>
            <a:chExt cx="1395259" cy="1445612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9FAFF32-839E-11C8-5910-8D2E1AAFB588}"/>
                </a:ext>
              </a:extLst>
            </p:cNvPr>
            <p:cNvSpPr/>
            <p:nvPr/>
          </p:nvSpPr>
          <p:spPr>
            <a:xfrm rot="15489156">
              <a:off x="2537502" y="4960613"/>
              <a:ext cx="862323" cy="785641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BAC691E8-BA03-6B0E-76A8-A6A9772E35D4}"/>
                </a:ext>
              </a:extLst>
            </p:cNvPr>
            <p:cNvSpPr txBox="1"/>
            <p:nvPr/>
          </p:nvSpPr>
          <p:spPr>
            <a:xfrm>
              <a:off x="2849891" y="5710043"/>
              <a:ext cx="571339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2425FFD-D778-023B-9E33-52BDD5CE66F1}"/>
                </a:ext>
              </a:extLst>
            </p:cNvPr>
            <p:cNvSpPr txBox="1"/>
            <p:nvPr/>
          </p:nvSpPr>
          <p:spPr>
            <a:xfrm>
              <a:off x="3299102" y="5110729"/>
              <a:ext cx="541732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4F4FAC0-EB30-AF2C-EE53-0186FBF02767}"/>
                </a:ext>
              </a:extLst>
            </p:cNvPr>
            <p:cNvSpPr txBox="1"/>
            <p:nvPr/>
          </p:nvSpPr>
          <p:spPr>
            <a:xfrm>
              <a:off x="2534465" y="5003291"/>
              <a:ext cx="571426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4.8cm</a:t>
              </a:r>
              <a:endParaRPr lang="en-GB" sz="12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EF4E3A38-9C0A-0149-BE0D-6362B718A501}"/>
                </a:ext>
              </a:extLst>
            </p:cNvPr>
            <p:cNvSpPr txBox="1"/>
            <p:nvPr/>
          </p:nvSpPr>
          <p:spPr>
            <a:xfrm>
              <a:off x="2445575" y="565138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EFB27110-1727-7247-8B3B-3F257D46BC44}"/>
                </a:ext>
              </a:extLst>
            </p:cNvPr>
            <p:cNvSpPr txBox="1"/>
            <p:nvPr/>
          </p:nvSpPr>
          <p:spPr>
            <a:xfrm>
              <a:off x="3189360" y="456716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F3EC083-2F85-E64A-931B-0D288284BA08}"/>
                </a:ext>
              </a:extLst>
            </p:cNvPr>
            <p:cNvSpPr txBox="1"/>
            <p:nvPr/>
          </p:nvSpPr>
          <p:spPr>
            <a:xfrm>
              <a:off x="3403576" y="5582418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695BBA1-6D41-1029-5430-B3E2AB689B13}"/>
              </a:ext>
            </a:extLst>
          </p:cNvPr>
          <p:cNvGrpSpPr/>
          <p:nvPr/>
        </p:nvGrpSpPr>
        <p:grpSpPr>
          <a:xfrm>
            <a:off x="5339242" y="7442098"/>
            <a:ext cx="1286732" cy="1609914"/>
            <a:chOff x="1776627" y="686935"/>
            <a:chExt cx="1286732" cy="1609914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16DABA8-D575-09CE-4262-34A2F53EFFEA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2496"/>
              <a:chOff x="2376159" y="4625591"/>
              <a:chExt cx="1278237" cy="1472496"/>
            </a:xfrm>
          </p:grpSpPr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5CAD1920-C469-A573-9137-0D9C8CBEF266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371B18C-A3F7-A66E-AB12-DB098FFA8142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190cm</a:t>
                </a:r>
                <a:endParaRPr lang="en-GB" sz="1200" dirty="0"/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534E741-C869-38AA-29DD-3863DEB0357C}"/>
                  </a:ext>
                </a:extLst>
              </p:cNvPr>
              <p:cNvSpPr txBox="1"/>
              <p:nvPr/>
            </p:nvSpPr>
            <p:spPr>
              <a:xfrm>
                <a:off x="2797812" y="5821088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150cm</a:t>
                </a:r>
                <a:endParaRPr lang="en-GB" sz="1200" dirty="0"/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B29FE11-8C78-B61C-A816-5083FDA5CBE3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9FE8F42C-9254-7705-C263-C1288948D054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9D57E74A-B758-1C44-55DB-26E926427FB5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520CD3A9-4765-4C27-80B9-4ECBB267F252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210CCC87-7BC8-B7F4-CE71-7AC641E98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5" name="Arc 234">
              <a:extLst>
                <a:ext uri="{FF2B5EF4-FFF2-40B4-BE49-F238E27FC236}">
                  <a16:creationId xmlns:a16="http://schemas.microsoft.com/office/drawing/2014/main" id="{6EF257FF-D955-7FCE-874A-0B7C511915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765372C-D488-CAEA-1AEC-0600BFE6647A}"/>
              </a:ext>
            </a:extLst>
          </p:cNvPr>
          <p:cNvGrpSpPr/>
          <p:nvPr/>
        </p:nvGrpSpPr>
        <p:grpSpPr>
          <a:xfrm>
            <a:off x="3731884" y="7437327"/>
            <a:ext cx="1698446" cy="1490926"/>
            <a:chOff x="66858" y="675899"/>
            <a:chExt cx="1698446" cy="1490926"/>
          </a:xfrm>
        </p:grpSpPr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B0E8B5B5-2074-DFAF-526E-5AD33693B212}"/>
                </a:ext>
              </a:extLst>
            </p:cNvPr>
            <p:cNvGrpSpPr/>
            <p:nvPr/>
          </p:nvGrpSpPr>
          <p:grpSpPr>
            <a:xfrm>
              <a:off x="66858" y="769285"/>
              <a:ext cx="1698446" cy="1397540"/>
              <a:chOff x="668910" y="4732265"/>
              <a:chExt cx="1698446" cy="1397540"/>
            </a:xfrm>
          </p:grpSpPr>
          <p:sp>
            <p:nvSpPr>
              <p:cNvPr id="285" name="Isosceles Triangle 284">
                <a:extLst>
                  <a:ext uri="{FF2B5EF4-FFF2-40B4-BE49-F238E27FC236}">
                    <a16:creationId xmlns:a16="http://schemas.microsoft.com/office/drawing/2014/main" id="{C41D3233-A6F0-3EBD-D0E5-F2D3C1DAC0B3}"/>
                  </a:ext>
                </a:extLst>
              </p:cNvPr>
              <p:cNvSpPr/>
              <p:nvPr/>
            </p:nvSpPr>
            <p:spPr>
              <a:xfrm rot="10800000"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dirty="0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02C4DAB-9CB1-278E-914F-EE19B091550A}"/>
                  </a:ext>
                </a:extLst>
              </p:cNvPr>
              <p:cNvSpPr txBox="1"/>
              <p:nvPr/>
            </p:nvSpPr>
            <p:spPr>
              <a:xfrm>
                <a:off x="1749666" y="5282643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1.5m</a:t>
                </a:r>
                <a:endParaRPr lang="en-GB" sz="1200" dirty="0"/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2A61AB15-AAFF-11AD-B09B-D93618F00333}"/>
                  </a:ext>
                </a:extLst>
              </p:cNvPr>
              <p:cNvSpPr txBox="1"/>
              <p:nvPr/>
            </p:nvSpPr>
            <p:spPr>
              <a:xfrm>
                <a:off x="1173577" y="4732265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1.9m</a:t>
                </a:r>
                <a:endParaRPr lang="en-GB" sz="1200" dirty="0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DCE1A621-0223-630D-ADC3-5B10EE97A0C5}"/>
                  </a:ext>
                </a:extLst>
              </p:cNvPr>
              <p:cNvSpPr txBox="1"/>
              <p:nvPr/>
            </p:nvSpPr>
            <p:spPr>
              <a:xfrm>
                <a:off x="668910" y="475294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2774097-230A-D88C-FB39-F865B16B3F2E}"/>
                  </a:ext>
                </a:extLst>
              </p:cNvPr>
              <p:cNvSpPr txBox="1"/>
              <p:nvPr/>
            </p:nvSpPr>
            <p:spPr>
              <a:xfrm>
                <a:off x="1613204" y="585280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0172433C-18F2-5CFD-E3D5-CC2B0FA68953}"/>
                  </a:ext>
                </a:extLst>
              </p:cNvPr>
              <p:cNvSpPr txBox="1"/>
              <p:nvPr/>
            </p:nvSpPr>
            <p:spPr>
              <a:xfrm>
                <a:off x="1821890" y="476195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A30DBDC4-466D-8241-066C-C493824A2306}"/>
                    </a:ext>
                  </a:extLst>
                </p:cNvPr>
                <p:cNvSpPr txBox="1"/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3A965DC0-4DEB-A09C-BB6A-DC6C822B2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EC20817A-1434-6BED-8EB9-AD47647BA57E}"/>
                </a:ext>
              </a:extLst>
            </p:cNvPr>
            <p:cNvSpPr/>
            <p:nvPr/>
          </p:nvSpPr>
          <p:spPr>
            <a:xfrm rot="11891400">
              <a:off x="1028719" y="675899"/>
              <a:ext cx="602748" cy="611824"/>
            </a:xfrm>
            <a:prstGeom prst="arc">
              <a:avLst>
                <a:gd name="adj1" fmla="val 15934899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8EAF0716-A4AC-5F41-0C75-F3249BEF8220}"/>
              </a:ext>
            </a:extLst>
          </p:cNvPr>
          <p:cNvSpPr/>
          <p:nvPr/>
        </p:nvSpPr>
        <p:spPr>
          <a:xfrm rot="17130981">
            <a:off x="1848474" y="3044074"/>
            <a:ext cx="1050405" cy="882777"/>
          </a:xfrm>
          <a:prstGeom prst="triangle">
            <a:avLst>
              <a:gd name="adj" fmla="val 185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66F3146F-0F79-7019-CF6B-98C2BF34C027}"/>
              </a:ext>
            </a:extLst>
          </p:cNvPr>
          <p:cNvSpPr txBox="1"/>
          <p:nvPr/>
        </p:nvSpPr>
        <p:spPr>
          <a:xfrm>
            <a:off x="1968273" y="3872975"/>
            <a:ext cx="550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00FB5E5-BD30-8DF5-93CC-60DD7C908ECA}"/>
              </a:ext>
            </a:extLst>
          </p:cNvPr>
          <p:cNvSpPr txBox="1"/>
          <p:nvPr/>
        </p:nvSpPr>
        <p:spPr>
          <a:xfrm>
            <a:off x="1643481" y="3611201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0D0DE9-55D9-C550-CBF9-20A80766CF99}"/>
              </a:ext>
            </a:extLst>
          </p:cNvPr>
          <p:cNvSpPr txBox="1"/>
          <p:nvPr/>
        </p:nvSpPr>
        <p:spPr>
          <a:xfrm>
            <a:off x="2865023" y="2865882"/>
            <a:ext cx="19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0A31B4F-C59F-04EC-BD86-E0586E72F857}"/>
              </a:ext>
            </a:extLst>
          </p:cNvPr>
          <p:cNvSpPr txBox="1"/>
          <p:nvPr/>
        </p:nvSpPr>
        <p:spPr>
          <a:xfrm>
            <a:off x="2544306" y="4063117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20E1036-9041-986E-A90D-0035E46F6689}"/>
              </a:ext>
            </a:extLst>
          </p:cNvPr>
          <p:cNvGrpSpPr/>
          <p:nvPr/>
        </p:nvGrpSpPr>
        <p:grpSpPr>
          <a:xfrm>
            <a:off x="212901" y="2769003"/>
            <a:ext cx="1399539" cy="1568751"/>
            <a:chOff x="191943" y="2670107"/>
            <a:chExt cx="1399539" cy="1568751"/>
          </a:xfrm>
        </p:grpSpPr>
        <p:sp>
          <p:nvSpPr>
            <p:cNvPr id="297" name="Isosceles Triangle 296">
              <a:extLst>
                <a:ext uri="{FF2B5EF4-FFF2-40B4-BE49-F238E27FC236}">
                  <a16:creationId xmlns:a16="http://schemas.microsoft.com/office/drawing/2014/main" id="{28AA7D0B-90BA-37AF-0868-A37AE476EB75}"/>
                </a:ext>
              </a:extLst>
            </p:cNvPr>
            <p:cNvSpPr/>
            <p:nvPr/>
          </p:nvSpPr>
          <p:spPr>
            <a:xfrm rot="1522450">
              <a:off x="544848" y="2989343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43DE2B3-4A8B-F718-CE22-C9287004F598}"/>
                </a:ext>
              </a:extLst>
            </p:cNvPr>
            <p:cNvSpPr txBox="1"/>
            <p:nvPr/>
          </p:nvSpPr>
          <p:spPr>
            <a:xfrm>
              <a:off x="542541" y="3819016"/>
              <a:ext cx="519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8F8FCF58-B685-5D64-F92C-961B90504FC0}"/>
                </a:ext>
              </a:extLst>
            </p:cNvPr>
            <p:cNvSpPr txBox="1"/>
            <p:nvPr/>
          </p:nvSpPr>
          <p:spPr>
            <a:xfrm>
              <a:off x="822895" y="2670107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81073BB9-F0AF-D64A-E1C1-496DE607FA2B}"/>
                </a:ext>
              </a:extLst>
            </p:cNvPr>
            <p:cNvSpPr txBox="1"/>
            <p:nvPr/>
          </p:nvSpPr>
          <p:spPr>
            <a:xfrm>
              <a:off x="191943" y="3534883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E93F7B24-1904-4286-E9F9-B1D90CD73356}"/>
                </a:ext>
              </a:extLst>
            </p:cNvPr>
            <p:cNvSpPr txBox="1"/>
            <p:nvPr/>
          </p:nvSpPr>
          <p:spPr>
            <a:xfrm>
              <a:off x="1284412" y="3961859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377528B0-A3D7-9947-7B00-D47C3E35FE0A}"/>
                </a:ext>
              </a:extLst>
            </p:cNvPr>
            <p:cNvSpPr/>
            <p:nvPr/>
          </p:nvSpPr>
          <p:spPr>
            <a:xfrm rot="17139037">
              <a:off x="983688" y="3751271"/>
              <a:ext cx="405173" cy="434276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CEA87161-A5DD-9FC9-EA68-E52344E93DD4}"/>
                    </a:ext>
                  </a:extLst>
                </p:cNvPr>
                <p:cNvSpPr txBox="1"/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EB4E6482-11AA-2349-9E69-73A86036C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A39B4959-A74D-808B-0932-C2287ECAC41C}"/>
                    </a:ext>
                  </a:extLst>
                </p:cNvPr>
                <p:cNvSpPr txBox="1"/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47589F0A-6FAE-007E-7A02-A10C826F0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473BF1AB-F503-F088-2625-7D785AA8423F}"/>
                </a:ext>
              </a:extLst>
            </p:cNvPr>
            <p:cNvSpPr/>
            <p:nvPr/>
          </p:nvSpPr>
          <p:spPr>
            <a:xfrm rot="588658">
              <a:off x="314279" y="3423149"/>
              <a:ext cx="385139" cy="613604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/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/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Arc 307">
            <a:extLst>
              <a:ext uri="{FF2B5EF4-FFF2-40B4-BE49-F238E27FC236}">
                <a16:creationId xmlns:a16="http://schemas.microsoft.com/office/drawing/2014/main" id="{69CC0151-9F21-5BAB-10D2-6600962443E9}"/>
              </a:ext>
            </a:extLst>
          </p:cNvPr>
          <p:cNvSpPr/>
          <p:nvPr/>
        </p:nvSpPr>
        <p:spPr>
          <a:xfrm rot="17312313">
            <a:off x="2407567" y="3747943"/>
            <a:ext cx="489894" cy="591946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309" name="Arc 308">
            <a:extLst>
              <a:ext uri="{FF2B5EF4-FFF2-40B4-BE49-F238E27FC236}">
                <a16:creationId xmlns:a16="http://schemas.microsoft.com/office/drawing/2014/main" id="{1F6DC15B-227C-8024-216D-B0B8DCB3D2B9}"/>
              </a:ext>
            </a:extLst>
          </p:cNvPr>
          <p:cNvSpPr/>
          <p:nvPr/>
        </p:nvSpPr>
        <p:spPr>
          <a:xfrm rot="10612528">
            <a:off x="2632063" y="3077594"/>
            <a:ext cx="371596" cy="346587"/>
          </a:xfrm>
          <a:prstGeom prst="arc">
            <a:avLst>
              <a:gd name="adj1" fmla="val 15833748"/>
              <a:gd name="adj2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0A49CE8-658E-0B0E-C9DE-9FFBC0385668}"/>
              </a:ext>
            </a:extLst>
          </p:cNvPr>
          <p:cNvGrpSpPr/>
          <p:nvPr/>
        </p:nvGrpSpPr>
        <p:grpSpPr>
          <a:xfrm rot="3154748">
            <a:off x="5140972" y="420648"/>
            <a:ext cx="1406715" cy="1450385"/>
            <a:chOff x="2484634" y="4558436"/>
            <a:chExt cx="1207431" cy="1585108"/>
          </a:xfrm>
        </p:grpSpPr>
        <p:sp>
          <p:nvSpPr>
            <p:cNvPr id="311" name="Isosceles Triangle 310">
              <a:extLst>
                <a:ext uri="{FF2B5EF4-FFF2-40B4-BE49-F238E27FC236}">
                  <a16:creationId xmlns:a16="http://schemas.microsoft.com/office/drawing/2014/main" id="{9FD313BB-548E-5592-89B1-EC1E40419053}"/>
                </a:ext>
              </a:extLst>
            </p:cNvPr>
            <p:cNvSpPr/>
            <p:nvPr/>
          </p:nvSpPr>
          <p:spPr>
            <a:xfrm rot="15489156">
              <a:off x="2564461" y="4965642"/>
              <a:ext cx="843317" cy="746842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C8FEAF2C-C7CA-DB48-9A8A-67719126816F}"/>
                </a:ext>
              </a:extLst>
            </p:cNvPr>
            <p:cNvSpPr txBox="1"/>
            <p:nvPr/>
          </p:nvSpPr>
          <p:spPr>
            <a:xfrm rot="18445252">
              <a:off x="2577472" y="5054645"/>
              <a:ext cx="59118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81FB066-2481-090A-D415-15FD1588C659}"/>
                </a:ext>
              </a:extLst>
            </p:cNvPr>
            <p:cNvSpPr txBox="1"/>
            <p:nvPr/>
          </p:nvSpPr>
          <p:spPr>
            <a:xfrm rot="18445252">
              <a:off x="3228301" y="5132290"/>
              <a:ext cx="68976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1F68945D-4293-E40D-9FB0-CCF2C024EAB9}"/>
                </a:ext>
              </a:extLst>
            </p:cNvPr>
            <p:cNvSpPr txBox="1"/>
            <p:nvPr/>
          </p:nvSpPr>
          <p:spPr>
            <a:xfrm rot="18445252">
              <a:off x="2653028" y="5718761"/>
              <a:ext cx="61180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FF593358-7BD9-80F8-E5D2-3C3A4EFEE348}"/>
                </a:ext>
              </a:extLst>
            </p:cNvPr>
            <p:cNvSpPr txBox="1"/>
            <p:nvPr/>
          </p:nvSpPr>
          <p:spPr>
            <a:xfrm rot="18445252">
              <a:off x="2443425" y="5647541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461120B-4F88-A69A-D87D-AFBADDE297DD}"/>
                </a:ext>
              </a:extLst>
            </p:cNvPr>
            <p:cNvSpPr txBox="1"/>
            <p:nvPr/>
          </p:nvSpPr>
          <p:spPr>
            <a:xfrm rot="18445252">
              <a:off x="3155003" y="4599645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98769887-6E43-64FF-589F-E8A41904D0DF}"/>
                </a:ext>
              </a:extLst>
            </p:cNvPr>
            <p:cNvSpPr txBox="1"/>
            <p:nvPr/>
          </p:nvSpPr>
          <p:spPr>
            <a:xfrm rot="18445252">
              <a:off x="3381757" y="5615075"/>
              <a:ext cx="320175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913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20731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6      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3359484" y="14918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4989352" y="260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204" name="Slide Number Placeholder 1">
            <a:extLst>
              <a:ext uri="{FF2B5EF4-FFF2-40B4-BE49-F238E27FC236}">
                <a16:creationId xmlns:a16="http://schemas.microsoft.com/office/drawing/2014/main" id="{A32E87C6-3620-272F-1513-38A42A82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4D9BD7-B551-45C7-55F5-8E8C5B945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45345"/>
              </p:ext>
            </p:extLst>
          </p:nvPr>
        </p:nvGraphicFramePr>
        <p:xfrm>
          <a:off x="117105" y="5318968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09413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04706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90070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lengths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28457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4688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8" t="-292121" r="-344490" b="-6848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4C6A77E-F293-E08B-5509-B7E80E28E561}"/>
              </a:ext>
            </a:extLst>
          </p:cNvPr>
          <p:cNvSpPr txBox="1"/>
          <p:nvPr/>
        </p:nvSpPr>
        <p:spPr>
          <a:xfrm>
            <a:off x="3661672" y="8561648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97266-A2F4-3791-C4BD-629112AFDEBE}"/>
              </a:ext>
            </a:extLst>
          </p:cNvPr>
          <p:cNvSpPr txBox="1"/>
          <p:nvPr/>
        </p:nvSpPr>
        <p:spPr>
          <a:xfrm>
            <a:off x="4017854" y="755234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4C242-2280-FA2C-090C-329644322305}"/>
              </a:ext>
            </a:extLst>
          </p:cNvPr>
          <p:cNvSpPr txBox="1"/>
          <p:nvPr/>
        </p:nvSpPr>
        <p:spPr>
          <a:xfrm>
            <a:off x="5899844" y="1444997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51A1-4335-7884-8237-61B0204C6556}"/>
              </a:ext>
            </a:extLst>
          </p:cNvPr>
          <p:cNvSpPr txBox="1"/>
          <p:nvPr/>
        </p:nvSpPr>
        <p:spPr>
          <a:xfrm>
            <a:off x="5022314" y="779023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91C711-85B4-21F7-EE7D-0412020617A7}"/>
              </a:ext>
            </a:extLst>
          </p:cNvPr>
          <p:cNvSpPr txBox="1"/>
          <p:nvPr/>
        </p:nvSpPr>
        <p:spPr>
          <a:xfrm>
            <a:off x="6528801" y="794056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046F51-D800-97C2-3FBE-85FF26F47246}"/>
              </a:ext>
            </a:extLst>
          </p:cNvPr>
          <p:cNvGrpSpPr/>
          <p:nvPr/>
        </p:nvGrpSpPr>
        <p:grpSpPr>
          <a:xfrm rot="6592782">
            <a:off x="3883985" y="7986499"/>
            <a:ext cx="941009" cy="706967"/>
            <a:chOff x="4145148" y="1037242"/>
            <a:chExt cx="941009" cy="706967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0BC980C-6D0A-0817-A0AD-3D0CA0E853F8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6BD2E7-1C34-8B47-099C-168FB92163B5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9E61736-F925-2AAF-0387-DBC0EB3DF3DB}"/>
              </a:ext>
            </a:extLst>
          </p:cNvPr>
          <p:cNvSpPr txBox="1"/>
          <p:nvPr/>
        </p:nvSpPr>
        <p:spPr>
          <a:xfrm>
            <a:off x="3559205" y="7925986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34F3E23-9C7F-0083-2A8B-7C074C9D881F}"/>
              </a:ext>
            </a:extLst>
          </p:cNvPr>
          <p:cNvSpPr/>
          <p:nvPr/>
        </p:nvSpPr>
        <p:spPr bwMode="auto">
          <a:xfrm rot="3805358" flipH="1">
            <a:off x="5555597" y="7430984"/>
            <a:ext cx="687181" cy="1195085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61BB5D-3D28-4298-06C8-CCB79902A396}"/>
              </a:ext>
            </a:extLst>
          </p:cNvPr>
          <p:cNvSpPr txBox="1"/>
          <p:nvPr/>
        </p:nvSpPr>
        <p:spPr>
          <a:xfrm>
            <a:off x="4797912" y="787304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68DE4A-E94F-B602-DE81-DABDBCE01774}"/>
              </a:ext>
            </a:extLst>
          </p:cNvPr>
          <p:cNvSpPr txBox="1"/>
          <p:nvPr/>
        </p:nvSpPr>
        <p:spPr>
          <a:xfrm>
            <a:off x="5503442" y="77369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44F61A-C527-F47F-C6E0-1AE7FCA1F96B}"/>
              </a:ext>
            </a:extLst>
          </p:cNvPr>
          <p:cNvSpPr txBox="1"/>
          <p:nvPr/>
        </p:nvSpPr>
        <p:spPr>
          <a:xfrm>
            <a:off x="5909018" y="830204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237292-D257-4EAF-26C4-E3AFC8623537}"/>
              </a:ext>
            </a:extLst>
          </p:cNvPr>
          <p:cNvSpPr txBox="1"/>
          <p:nvPr/>
        </p:nvSpPr>
        <p:spPr>
          <a:xfrm>
            <a:off x="3993510" y="53953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6D3C9F-F6C5-4B99-AB40-7C45956C8559}"/>
              </a:ext>
            </a:extLst>
          </p:cNvPr>
          <p:cNvSpPr txBox="1"/>
          <p:nvPr/>
        </p:nvSpPr>
        <p:spPr>
          <a:xfrm>
            <a:off x="3713268" y="636279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D4945-9541-8043-78F7-D287421AC82F}"/>
              </a:ext>
            </a:extLst>
          </p:cNvPr>
          <p:cNvSpPr txBox="1"/>
          <p:nvPr/>
        </p:nvSpPr>
        <p:spPr>
          <a:xfrm>
            <a:off x="4659074" y="635363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E9B1DBE-BF44-B234-28C1-641CEF07FE08}"/>
              </a:ext>
            </a:extLst>
          </p:cNvPr>
          <p:cNvSpPr/>
          <p:nvPr/>
        </p:nvSpPr>
        <p:spPr bwMode="auto">
          <a:xfrm>
            <a:off x="3902241" y="559535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6777A-02F3-DEE2-7119-A5691883A001}"/>
              </a:ext>
            </a:extLst>
          </p:cNvPr>
          <p:cNvSpPr txBox="1"/>
          <p:nvPr/>
        </p:nvSpPr>
        <p:spPr>
          <a:xfrm>
            <a:off x="4032834" y="642174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/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718299A-7C14-A356-0C3D-D91B4980D0F6}"/>
              </a:ext>
            </a:extLst>
          </p:cNvPr>
          <p:cNvSpPr txBox="1"/>
          <p:nvPr/>
        </p:nvSpPr>
        <p:spPr>
          <a:xfrm>
            <a:off x="1658188" y="76460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A52E4-C311-5993-6E3D-58CF5F671D17}"/>
              </a:ext>
            </a:extLst>
          </p:cNvPr>
          <p:cNvSpPr txBox="1"/>
          <p:nvPr/>
        </p:nvSpPr>
        <p:spPr>
          <a:xfrm>
            <a:off x="2916588" y="164846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98394F-8D24-69D4-88B1-9590D9FB174B}"/>
              </a:ext>
            </a:extLst>
          </p:cNvPr>
          <p:cNvSpPr txBox="1"/>
          <p:nvPr/>
        </p:nvSpPr>
        <p:spPr>
          <a:xfrm>
            <a:off x="2663978" y="269055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EE4D170-A8CB-2354-A3ED-C7BA66917302}"/>
              </a:ext>
            </a:extLst>
          </p:cNvPr>
          <p:cNvSpPr/>
          <p:nvPr/>
        </p:nvSpPr>
        <p:spPr bwMode="auto">
          <a:xfrm rot="19431443">
            <a:off x="3762072" y="217147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B1E29E-0843-5C40-FE20-C18FDF4FA18B}"/>
              </a:ext>
            </a:extLst>
          </p:cNvPr>
          <p:cNvSpPr txBox="1"/>
          <p:nvPr/>
        </p:nvSpPr>
        <p:spPr>
          <a:xfrm>
            <a:off x="1680246" y="3059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075D1C-2002-DAE0-7878-84BE0AAFFEA1}"/>
              </a:ext>
            </a:extLst>
          </p:cNvPr>
          <p:cNvSpPr txBox="1"/>
          <p:nvPr/>
        </p:nvSpPr>
        <p:spPr>
          <a:xfrm>
            <a:off x="1677311" y="18907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57BF04-3C09-86B4-72B3-6DBAE4B2C31E}"/>
              </a:ext>
            </a:extLst>
          </p:cNvPr>
          <p:cNvSpPr txBox="1"/>
          <p:nvPr/>
        </p:nvSpPr>
        <p:spPr>
          <a:xfrm>
            <a:off x="3090798" y="348810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0D6DCBB-FCB1-B9CA-6BE2-EFDFFADC6203}"/>
              </a:ext>
            </a:extLst>
          </p:cNvPr>
          <p:cNvSpPr/>
          <p:nvPr/>
        </p:nvSpPr>
        <p:spPr bwMode="auto">
          <a:xfrm rot="21073808" flipH="1">
            <a:off x="3522934" y="102503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/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/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blipFill>
                <a:blip r:embed="rId6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/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/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blipFill>
                <a:blip r:embed="rId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2FC4228-4F30-9D7F-3A18-4D681C24DA28}"/>
              </a:ext>
            </a:extLst>
          </p:cNvPr>
          <p:cNvSpPr txBox="1"/>
          <p:nvPr/>
        </p:nvSpPr>
        <p:spPr>
          <a:xfrm>
            <a:off x="2783763" y="2061609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AA442-583B-FA1E-BDF8-8A5F2D1C94A1}"/>
              </a:ext>
            </a:extLst>
          </p:cNvPr>
          <p:cNvSpPr txBox="1"/>
          <p:nvPr/>
        </p:nvSpPr>
        <p:spPr>
          <a:xfrm>
            <a:off x="4130836" y="220947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8A35C244-B806-7565-5690-BC1753847C1A}"/>
              </a:ext>
            </a:extLst>
          </p:cNvPr>
          <p:cNvSpPr/>
          <p:nvPr/>
        </p:nvSpPr>
        <p:spPr bwMode="auto">
          <a:xfrm rot="3669099">
            <a:off x="1581390" y="1420922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/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blipFill>
                <a:blip r:embed="rId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/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blipFill>
                <a:blip r:embed="rId10"/>
                <a:stretch>
                  <a:fillRect r="-41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89D41D77-FA95-5974-087C-C3A0330D41E8}"/>
              </a:ext>
            </a:extLst>
          </p:cNvPr>
          <p:cNvSpPr txBox="1"/>
          <p:nvPr/>
        </p:nvSpPr>
        <p:spPr>
          <a:xfrm>
            <a:off x="2050120" y="3290224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46640475-60AB-EFA7-1F55-7DB90C95BF1F}"/>
              </a:ext>
            </a:extLst>
          </p:cNvPr>
          <p:cNvSpPr/>
          <p:nvPr/>
        </p:nvSpPr>
        <p:spPr bwMode="auto">
          <a:xfrm rot="13638664">
            <a:off x="1288848" y="2780240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/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/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/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71F00230-A22A-B487-C197-20B117E64791}"/>
              </a:ext>
            </a:extLst>
          </p:cNvPr>
          <p:cNvSpPr/>
          <p:nvPr/>
        </p:nvSpPr>
        <p:spPr bwMode="auto">
          <a:xfrm rot="21073808" flipH="1">
            <a:off x="5361880" y="899996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/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blipFill>
                <a:blip r:embed="rId9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/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AD1A7158-5AEA-C387-A928-0CA2E53EC44B}"/>
              </a:ext>
            </a:extLst>
          </p:cNvPr>
          <p:cNvSpPr txBox="1"/>
          <p:nvPr/>
        </p:nvSpPr>
        <p:spPr>
          <a:xfrm>
            <a:off x="4372400" y="164846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1FCFDB-3506-16A8-4F3E-3B6B74A0D66A}"/>
              </a:ext>
            </a:extLst>
          </p:cNvPr>
          <p:cNvSpPr txBox="1"/>
          <p:nvPr/>
        </p:nvSpPr>
        <p:spPr>
          <a:xfrm>
            <a:off x="6319216" y="21118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6CE05E-EE26-DD4A-4562-37B1F69B3A48}"/>
              </a:ext>
            </a:extLst>
          </p:cNvPr>
          <p:cNvSpPr txBox="1"/>
          <p:nvPr/>
        </p:nvSpPr>
        <p:spPr>
          <a:xfrm>
            <a:off x="3920754" y="74383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CDDF50-BBF2-056A-56E3-A3162B34598B}"/>
              </a:ext>
            </a:extLst>
          </p:cNvPr>
          <p:cNvSpPr txBox="1"/>
          <p:nvPr/>
        </p:nvSpPr>
        <p:spPr>
          <a:xfrm>
            <a:off x="3396303" y="192752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FFAF79-DB01-1D6C-75EC-22935A45C13B}"/>
              </a:ext>
            </a:extLst>
          </p:cNvPr>
          <p:cNvSpPr txBox="1"/>
          <p:nvPr/>
        </p:nvSpPr>
        <p:spPr>
          <a:xfrm>
            <a:off x="4729190" y="251891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537E51-CAAC-4446-8A3E-B0842D1B637E}"/>
              </a:ext>
            </a:extLst>
          </p:cNvPr>
          <p:cNvSpPr txBox="1"/>
          <p:nvPr/>
        </p:nvSpPr>
        <p:spPr>
          <a:xfrm>
            <a:off x="3531337" y="220667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AE235A-6DF6-9C94-63A6-8D29530E38B5}"/>
              </a:ext>
            </a:extLst>
          </p:cNvPr>
          <p:cNvSpPr txBox="1"/>
          <p:nvPr/>
        </p:nvSpPr>
        <p:spPr>
          <a:xfrm>
            <a:off x="3933901" y="320479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FB5921-E8DE-3FED-1B30-4DD4EEB019CF}"/>
              </a:ext>
            </a:extLst>
          </p:cNvPr>
          <p:cNvSpPr txBox="1"/>
          <p:nvPr/>
        </p:nvSpPr>
        <p:spPr>
          <a:xfrm>
            <a:off x="5469840" y="253260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DE736243-FB47-22CE-FF84-CC975EE30A29}"/>
              </a:ext>
            </a:extLst>
          </p:cNvPr>
          <p:cNvSpPr/>
          <p:nvPr/>
        </p:nvSpPr>
        <p:spPr bwMode="auto">
          <a:xfrm rot="16200000" flipH="1">
            <a:off x="5367813" y="2171610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/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blipFill>
                <a:blip r:embed="rId14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/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A7D870F9-AB3D-B7FA-6DD3-B9A8358D9987}"/>
              </a:ext>
            </a:extLst>
          </p:cNvPr>
          <p:cNvSpPr txBox="1"/>
          <p:nvPr/>
        </p:nvSpPr>
        <p:spPr>
          <a:xfrm>
            <a:off x="5261674" y="23808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A573C3-A684-E31E-661E-1E455B673F16}"/>
              </a:ext>
            </a:extLst>
          </p:cNvPr>
          <p:cNvSpPr txBox="1"/>
          <p:nvPr/>
        </p:nvSpPr>
        <p:spPr>
          <a:xfrm>
            <a:off x="5321315" y="6970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6ED21A-16BF-CF23-9B38-C9C4B295FB2A}"/>
              </a:ext>
            </a:extLst>
          </p:cNvPr>
          <p:cNvSpPr txBox="1"/>
          <p:nvPr/>
        </p:nvSpPr>
        <p:spPr>
          <a:xfrm>
            <a:off x="6467562" y="329278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B1B8E8-3467-3C86-A4D7-697911C4CDA6}"/>
              </a:ext>
            </a:extLst>
          </p:cNvPr>
          <p:cNvSpPr txBox="1"/>
          <p:nvPr/>
        </p:nvSpPr>
        <p:spPr>
          <a:xfrm>
            <a:off x="4945212" y="281915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0D099E-9074-B298-A8F5-6C38702A1155}"/>
              </a:ext>
            </a:extLst>
          </p:cNvPr>
          <p:cNvSpPr txBox="1"/>
          <p:nvPr/>
        </p:nvSpPr>
        <p:spPr>
          <a:xfrm>
            <a:off x="6502847" y="226004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9416B3-DE23-64F6-7A93-5CA9243178F9}"/>
              </a:ext>
            </a:extLst>
          </p:cNvPr>
          <p:cNvSpPr/>
          <p:nvPr/>
        </p:nvSpPr>
        <p:spPr>
          <a:xfrm>
            <a:off x="-3562" y="495783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144D8D-5D0A-EEF7-FE69-6C09C2FA6D82}"/>
              </a:ext>
            </a:extLst>
          </p:cNvPr>
          <p:cNvSpPr txBox="1"/>
          <p:nvPr/>
        </p:nvSpPr>
        <p:spPr>
          <a:xfrm>
            <a:off x="1559018" y="4903085"/>
            <a:ext cx="529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</a:t>
            </a:r>
            <a:r>
              <a:rPr lang="en-US" sz="1200" b="1" dirty="0">
                <a:solidFill>
                  <a:schemeClr val="tx1"/>
                </a:solidFill>
              </a:rPr>
              <a:t>. Are these triangles congruent? You must give reasoning for your answer.</a:t>
            </a:r>
            <a:r>
              <a:rPr lang="en-US" sz="1200" b="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BAFDBD3-AF44-0D19-90E6-0EFDE3A7A43D}"/>
              </a:ext>
            </a:extLst>
          </p:cNvPr>
          <p:cNvGrpSpPr/>
          <p:nvPr/>
        </p:nvGrpSpPr>
        <p:grpSpPr>
          <a:xfrm>
            <a:off x="358422" y="7564627"/>
            <a:ext cx="1383776" cy="1331360"/>
            <a:chOff x="3480792" y="633897"/>
            <a:chExt cx="1383776" cy="13313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126CE70-F2D5-813A-F2A4-C3734A14F46B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A4CB243-F78B-FB8F-1989-42D3CE2BB88B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F0B5D3C-414C-76EF-98D5-06B58605B6F6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A502DC-63E7-E9AC-91F2-5A05D471AD87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961D21AA-205D-DA77-A033-92EDD94EEFF8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1EF3EB1-D333-F5AF-10F6-CCA69A0BC082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1EE9A325-751C-2041-DB1E-D00D149DB8BB}"/>
              </a:ext>
            </a:extLst>
          </p:cNvPr>
          <p:cNvSpPr txBox="1"/>
          <p:nvPr/>
        </p:nvSpPr>
        <p:spPr>
          <a:xfrm>
            <a:off x="2051715" y="867628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3FAD472-2741-B083-B8AC-571AC8A32C8A}"/>
              </a:ext>
            </a:extLst>
          </p:cNvPr>
          <p:cNvGrpSpPr/>
          <p:nvPr/>
        </p:nvGrpSpPr>
        <p:grpSpPr>
          <a:xfrm rot="2071051">
            <a:off x="1949974" y="7690375"/>
            <a:ext cx="1341036" cy="918777"/>
            <a:chOff x="2465629" y="7615007"/>
            <a:chExt cx="1341036" cy="918777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D6B2278-3049-A0B0-F245-41D52AA59711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A95D333-B591-7CD7-85A1-1034590F96F9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D1D7AE9-BBF9-3EF3-BF7D-E716E640AAFD}"/>
                </a:ext>
              </a:extLst>
            </p:cNvPr>
            <p:cNvSpPr txBox="1"/>
            <p:nvPr/>
          </p:nvSpPr>
          <p:spPr>
            <a:xfrm rot="19528949">
              <a:off x="2936256" y="7615007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38cm</a:t>
              </a:r>
              <a:endParaRPr lang="en-GB" sz="1200" dirty="0"/>
            </a:p>
          </p:txBody>
        </p:sp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C34165BF-56E4-8B2B-9736-87AA1F0B8713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/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/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F3618806-6C92-0F8B-E1EC-FB491598D965}"/>
              </a:ext>
            </a:extLst>
          </p:cNvPr>
          <p:cNvSpPr txBox="1"/>
          <p:nvPr/>
        </p:nvSpPr>
        <p:spPr>
          <a:xfrm>
            <a:off x="2537610" y="8429434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/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F0C70971-D120-E4D2-188B-01018A63CAD9}"/>
              </a:ext>
            </a:extLst>
          </p:cNvPr>
          <p:cNvSpPr txBox="1"/>
          <p:nvPr/>
        </p:nvSpPr>
        <p:spPr>
          <a:xfrm>
            <a:off x="703538" y="8632011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/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B5650CE3-06B5-EF5E-9C0D-E0E6B8F65EE8}"/>
              </a:ext>
            </a:extLst>
          </p:cNvPr>
          <p:cNvSpPr txBox="1"/>
          <p:nvPr/>
        </p:nvSpPr>
        <p:spPr>
          <a:xfrm>
            <a:off x="4334130" y="764208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CA3BE96-5CCC-EFD1-6647-65E9E0CD0616}"/>
              </a:ext>
            </a:extLst>
          </p:cNvPr>
          <p:cNvSpPr/>
          <p:nvPr/>
        </p:nvSpPr>
        <p:spPr>
          <a:xfrm rot="3858371">
            <a:off x="5489313" y="8467800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403D4E7-4474-7FDB-C036-CD1D5211A607}"/>
              </a:ext>
            </a:extLst>
          </p:cNvPr>
          <p:cNvSpPr txBox="1"/>
          <p:nvPr/>
        </p:nvSpPr>
        <p:spPr>
          <a:xfrm rot="21424689">
            <a:off x="5385143" y="85673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41C6CBC-F178-7FA5-D915-BE3EFAB01D4E}"/>
              </a:ext>
            </a:extLst>
          </p:cNvPr>
          <p:cNvSpPr txBox="1"/>
          <p:nvPr/>
        </p:nvSpPr>
        <p:spPr>
          <a:xfrm>
            <a:off x="1784178" y="805234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9471E3-E219-0D22-0D83-523C71B9AA5F}"/>
              </a:ext>
            </a:extLst>
          </p:cNvPr>
          <p:cNvGrpSpPr/>
          <p:nvPr/>
        </p:nvGrpSpPr>
        <p:grpSpPr>
          <a:xfrm>
            <a:off x="373944" y="5354359"/>
            <a:ext cx="1285371" cy="1331360"/>
            <a:chOff x="3579197" y="633897"/>
            <a:chExt cx="1285371" cy="1331360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F3BD7B0A-2805-B96A-1565-270D13B4398A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6C70155-6433-811D-B02A-CCF3001E219E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68705A6-A955-59DA-7A99-0AF985109765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C0CB8AD-260D-044B-BFC7-661205D49FDF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9" name="Isosceles Triangle 148">
                <a:extLst>
                  <a:ext uri="{FF2B5EF4-FFF2-40B4-BE49-F238E27FC236}">
                    <a16:creationId xmlns:a16="http://schemas.microsoft.com/office/drawing/2014/main" id="{8185515A-6E32-30F7-8E51-1D39A7C62659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CE8652-8364-9057-5C92-104D062EB0AE}"/>
                </a:ext>
              </a:extLst>
            </p:cNvPr>
            <p:cNvSpPr txBox="1"/>
            <p:nvPr/>
          </p:nvSpPr>
          <p:spPr>
            <a:xfrm>
              <a:off x="3579197" y="1050728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113F7671-05E7-8144-98D5-98B6DD3C0F91}"/>
              </a:ext>
            </a:extLst>
          </p:cNvPr>
          <p:cNvSpPr txBox="1"/>
          <p:nvPr/>
        </p:nvSpPr>
        <p:spPr>
          <a:xfrm>
            <a:off x="1968832" y="646601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C911505-EE32-F89F-2EE6-9D9DBBAD6055}"/>
              </a:ext>
            </a:extLst>
          </p:cNvPr>
          <p:cNvGrpSpPr/>
          <p:nvPr/>
        </p:nvGrpSpPr>
        <p:grpSpPr>
          <a:xfrm rot="2071051">
            <a:off x="1845094" y="5550909"/>
            <a:ext cx="1341036" cy="841141"/>
            <a:chOff x="2465629" y="7692643"/>
            <a:chExt cx="1341036" cy="841141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E885F35-D0A2-3E4F-0F09-1BC891E2727F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28487D2-09B0-7E26-11A0-5E815C7B0993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6CEBCBA3-1DDD-7FA1-0BC0-09ABD97B7389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/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blipFill>
                <a:blip r:embed="rId1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>
            <a:extLst>
              <a:ext uri="{FF2B5EF4-FFF2-40B4-BE49-F238E27FC236}">
                <a16:creationId xmlns:a16="http://schemas.microsoft.com/office/drawing/2014/main" id="{E1E3774C-CB30-5E70-1BD9-9E41F71E54B6}"/>
              </a:ext>
            </a:extLst>
          </p:cNvPr>
          <p:cNvSpPr txBox="1"/>
          <p:nvPr/>
        </p:nvSpPr>
        <p:spPr>
          <a:xfrm>
            <a:off x="620655" y="6421743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/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blipFill>
                <a:blip r:embed="rId1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42DA0F91-C802-1E71-7D6D-44148D88B9EA}"/>
              </a:ext>
            </a:extLst>
          </p:cNvPr>
          <p:cNvSpPr txBox="1"/>
          <p:nvPr/>
        </p:nvSpPr>
        <p:spPr>
          <a:xfrm>
            <a:off x="1701295" y="5842081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/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blipFill>
                <a:blip r:embed="rId2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/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/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TextBox 161">
            <a:extLst>
              <a:ext uri="{FF2B5EF4-FFF2-40B4-BE49-F238E27FC236}">
                <a16:creationId xmlns:a16="http://schemas.microsoft.com/office/drawing/2014/main" id="{7068244C-EAC3-2303-F66C-56E2BF387AE1}"/>
              </a:ext>
            </a:extLst>
          </p:cNvPr>
          <p:cNvSpPr txBox="1"/>
          <p:nvPr/>
        </p:nvSpPr>
        <p:spPr>
          <a:xfrm>
            <a:off x="5126930" y="53184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0547F45-04B5-413B-1FBC-67E13599051A}"/>
              </a:ext>
            </a:extLst>
          </p:cNvPr>
          <p:cNvSpPr txBox="1"/>
          <p:nvPr/>
        </p:nvSpPr>
        <p:spPr>
          <a:xfrm>
            <a:off x="5362258" y="631739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E92802B-66B6-337D-F2AF-E0B31E42A4F4}"/>
              </a:ext>
            </a:extLst>
          </p:cNvPr>
          <p:cNvSpPr txBox="1"/>
          <p:nvPr/>
        </p:nvSpPr>
        <p:spPr>
          <a:xfrm>
            <a:off x="6190615" y="543261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3472D9AA-6E19-0AA1-59B0-25A29B01CA7C}"/>
              </a:ext>
            </a:extLst>
          </p:cNvPr>
          <p:cNvSpPr/>
          <p:nvPr/>
        </p:nvSpPr>
        <p:spPr bwMode="auto">
          <a:xfrm rot="4655770">
            <a:off x="5403082" y="544350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9951DE-0AD8-BED2-C30F-59E52592AD66}"/>
              </a:ext>
            </a:extLst>
          </p:cNvPr>
          <p:cNvSpPr txBox="1"/>
          <p:nvPr/>
        </p:nvSpPr>
        <p:spPr>
          <a:xfrm>
            <a:off x="5743658" y="593815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/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TextBox 171">
            <a:extLst>
              <a:ext uri="{FF2B5EF4-FFF2-40B4-BE49-F238E27FC236}">
                <a16:creationId xmlns:a16="http://schemas.microsoft.com/office/drawing/2014/main" id="{B45D067E-729E-3FB9-E9A5-644998B19A90}"/>
              </a:ext>
            </a:extLst>
          </p:cNvPr>
          <p:cNvSpPr txBox="1"/>
          <p:nvPr/>
        </p:nvSpPr>
        <p:spPr>
          <a:xfrm>
            <a:off x="3484219" y="5850419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/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/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47F50239-67DB-C8A9-54C4-A3053A9F84F3}"/>
              </a:ext>
            </a:extLst>
          </p:cNvPr>
          <p:cNvSpPr txBox="1"/>
          <p:nvPr/>
        </p:nvSpPr>
        <p:spPr>
          <a:xfrm>
            <a:off x="4204569" y="125014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4FEBD53-D1AB-5DB4-8452-8543EB47D999}"/>
              </a:ext>
            </a:extLst>
          </p:cNvPr>
          <p:cNvSpPr txBox="1"/>
          <p:nvPr/>
        </p:nvSpPr>
        <p:spPr>
          <a:xfrm>
            <a:off x="5049155" y="163777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439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067" y="9573287"/>
            <a:ext cx="366521" cy="411091"/>
          </a:xfrm>
        </p:spPr>
        <p:txBody>
          <a:bodyPr/>
          <a:lstStyle/>
          <a:p>
            <a:fld id="{E4DEC6BC-0541-46B9-A826-622D336144DD}" type="slidenum">
              <a:rPr lang="en-GB" smtClean="0"/>
              <a:t>17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CD5D9-58B7-FC4B-B26E-AADBAD1F772C}"/>
              </a:ext>
            </a:extLst>
          </p:cNvPr>
          <p:cNvSpPr txBox="1"/>
          <p:nvPr/>
        </p:nvSpPr>
        <p:spPr>
          <a:xfrm>
            <a:off x="62189" y="114453"/>
            <a:ext cx="563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/>
            <a:r>
              <a:rPr lang="en-GB" sz="1200" b="1" dirty="0"/>
              <a:t>8.  </a:t>
            </a:r>
            <a:r>
              <a:rPr lang="en-GB" sz="1200" dirty="0"/>
              <a:t>Write down whether each statement is always true, sometimes true or never true.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8D51AB-C93B-B6D9-9546-A75FEE1D8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906774"/>
              </p:ext>
            </p:extLst>
          </p:nvPr>
        </p:nvGraphicFramePr>
        <p:xfrm>
          <a:off x="114653" y="352190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reflected in a line, the object and image are congruent.</a:t>
                      </a:r>
                    </a:p>
                    <a:p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rotated about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c)  When a triangle is translated with a column vector, the object and image are congruent.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/>
                      <a:r>
                        <a:rPr lang="en-GB" sz="1200" b="0" dirty="0"/>
                        <a:t>d)  When a triangle is enlarged from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7C62908-0537-97FB-94E3-E61B3F3EC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73639"/>
              </p:ext>
            </p:extLst>
          </p:nvPr>
        </p:nvGraphicFramePr>
        <p:xfrm>
          <a:off x="114653" y="4861560"/>
          <a:ext cx="6628694" cy="2213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sz="1200" b="1" dirty="0"/>
                        <a:t>9.  </a:t>
                      </a:r>
                      <a:r>
                        <a:rPr lang="en-GB" sz="1200" dirty="0"/>
                        <a:t>Jez says that these two triangles are congruent because two angles and a side are the same.</a:t>
                      </a:r>
                    </a:p>
                    <a:p>
                      <a:pPr marL="185738" indent="-185738"/>
                      <a:r>
                        <a:rPr lang="en-GB" sz="1200" dirty="0"/>
                        <a:t>	Explain why he is wrong.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09211B8-57BE-CD1B-FF81-690394225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918"/>
          <a:stretch/>
        </p:blipFill>
        <p:spPr>
          <a:xfrm>
            <a:off x="293819" y="5266266"/>
            <a:ext cx="1824866" cy="9897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AA1D7F-D2ED-E57C-E287-B6F3050C02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01"/>
          <a:stretch/>
        </p:blipFill>
        <p:spPr>
          <a:xfrm>
            <a:off x="729150" y="6000084"/>
            <a:ext cx="1628977" cy="989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E0FCDB-A76B-95B4-A944-5686702B99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33895"/>
          <a:stretch/>
        </p:blipFill>
        <p:spPr>
          <a:xfrm>
            <a:off x="0" y="7075154"/>
            <a:ext cx="6858000" cy="26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4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99" y="9528136"/>
            <a:ext cx="379155" cy="482919"/>
          </a:xfrm>
        </p:spPr>
        <p:txBody>
          <a:bodyPr/>
          <a:lstStyle/>
          <a:p>
            <a:fld id="{19F1D9CC-7119-45EC-A96C-D8C0660F3AAB}" type="slidenum">
              <a:rPr lang="en-GB" smtClean="0"/>
              <a:t>18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D194C-F165-0C48-998B-D7E301D91B33}"/>
              </a:ext>
            </a:extLst>
          </p:cNvPr>
          <p:cNvSpPr txBox="1"/>
          <p:nvPr/>
        </p:nvSpPr>
        <p:spPr>
          <a:xfrm>
            <a:off x="132688" y="235473"/>
            <a:ext cx="6585130" cy="338554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noProof="0" dirty="0">
                <a:solidFill>
                  <a:prstClr val="white"/>
                </a:solidFill>
                <a:latin typeface="Calibri" panose="020F0502020204030204"/>
              </a:rPr>
              <a:t>Skills Check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1033" y="9629001"/>
            <a:ext cx="913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……/4</a:t>
            </a:r>
            <a:endParaRPr lang="en-GB" sz="12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74BF7D4-0F72-BCEA-C7A1-12226181E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245573"/>
              </p:ext>
            </p:extLst>
          </p:nvPr>
        </p:nvGraphicFramePr>
        <p:xfrm>
          <a:off x="148213" y="661323"/>
          <a:ext cx="6569605" cy="898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1)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80341"/>
                  </a:ext>
                </a:extLst>
              </a:tr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2)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35445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3) Which pair of triangles are congruent?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4) </a:t>
                      </a:r>
                      <a:r>
                        <a:rPr lang="en-GB" sz="1200" b="0" u="none" dirty="0"/>
                        <a:t>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3141BA2-74AE-7F7B-F52C-5F24A005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02206"/>
              </p:ext>
            </p:extLst>
          </p:nvPr>
        </p:nvGraphicFramePr>
        <p:xfrm>
          <a:off x="4266646" y="5033676"/>
          <a:ext cx="2016000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 and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Not enough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pic>
        <p:nvPicPr>
          <p:cNvPr id="20" name="Picture 2">
            <a:extLst>
              <a:ext uri="{FF2B5EF4-FFF2-40B4-BE49-F238E27FC236}">
                <a16:creationId xmlns:a16="http://schemas.microsoft.com/office/drawing/2014/main" id="{EEE2DF6E-8854-8DAC-4453-8557D0FE2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72" y="4366006"/>
            <a:ext cx="3455561" cy="315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5B9BE7-7BF8-6C3E-C8F2-A4E82E35CF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337" b="10564"/>
          <a:stretch/>
        </p:blipFill>
        <p:spPr>
          <a:xfrm>
            <a:off x="819423" y="983773"/>
            <a:ext cx="1777546" cy="1355568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316C16-09C7-14F5-577D-AE3353551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776941"/>
              </p:ext>
            </p:extLst>
          </p:nvPr>
        </p:nvGraphicFramePr>
        <p:xfrm>
          <a:off x="3913767" y="767361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35B845-F9FB-0C21-D01A-4B725B06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71989"/>
              </p:ext>
            </p:extLst>
          </p:nvPr>
        </p:nvGraphicFramePr>
        <p:xfrm>
          <a:off x="3913767" y="250779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B4D73D3-C7E7-1790-D9EF-E7EBFA2B4C86}"/>
              </a:ext>
            </a:extLst>
          </p:cNvPr>
          <p:cNvGrpSpPr/>
          <p:nvPr/>
        </p:nvGrpSpPr>
        <p:grpSpPr>
          <a:xfrm>
            <a:off x="2157793" y="2687787"/>
            <a:ext cx="1286732" cy="1609914"/>
            <a:chOff x="1776627" y="686935"/>
            <a:chExt cx="1286732" cy="160991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AB0DB22-F5D8-1DAE-9F21-172A2C8C5774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E1E616CA-1233-9BCC-D4C8-E924E4B26CF9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A245CA-F8F7-1DC6-A6CC-CFF6F7E42FDB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581DC3-8CEB-546C-8304-8773F1BA0CFF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79DF5B-63AA-5309-1C1D-4C236B4FFA8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F721C31-CB89-9CB0-B315-C6737AB6538B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5B4EC-597A-5EBD-1118-4AA1B8742BDC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E767AC-9AD2-B89C-D875-F6D0070BB8D4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D481C3C-A0A2-1BBA-B472-6D06951CF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EC396FEB-36E3-A57B-560F-B5E4C8AE0EA5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CDBB1-CD54-2012-CE97-AFA5EAD64131}"/>
              </a:ext>
            </a:extLst>
          </p:cNvPr>
          <p:cNvGrpSpPr/>
          <p:nvPr/>
        </p:nvGrpSpPr>
        <p:grpSpPr>
          <a:xfrm>
            <a:off x="580959" y="2698459"/>
            <a:ext cx="1532709" cy="1463312"/>
            <a:chOff x="36390" y="769285"/>
            <a:chExt cx="1532709" cy="14633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E1AF75-2250-D725-038C-AF6515B448BE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5B872CAC-327B-55F8-5337-4A6A2032D851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A6F23B-C1E8-9925-2A3F-354098D4778E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55FD5C-05D5-F3A1-8963-5E8D22AC79C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5DAF0A-32CE-12F5-F388-2A0B79FBA6F9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83DE63-6ABB-23D6-A364-1E742B4AADB9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2EF5D8-1D20-10B6-2BDD-A3AF4BA8940C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9C689E8-FC9B-5D76-DE8A-B23FDFF8AE28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3B8F958-EA39-C326-41EF-74106920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C946313-42DC-69C5-D723-9F39CA598CA2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2150C300-8504-16E7-B76C-6EB86DE8C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2" y="7993976"/>
            <a:ext cx="2636976" cy="1382730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FDA1212-9673-5ABA-FD29-7E81EEE79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57980"/>
              </p:ext>
            </p:extLst>
          </p:nvPr>
        </p:nvGraphicFramePr>
        <p:xfrm>
          <a:off x="3857443" y="787770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628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80318" y="9557156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19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70E904-6651-F644-8F71-1E9716BF5CAB}"/>
              </a:ext>
            </a:extLst>
          </p:cNvPr>
          <p:cNvSpPr/>
          <p:nvPr/>
        </p:nvSpPr>
        <p:spPr>
          <a:xfrm>
            <a:off x="-17655" y="0"/>
            <a:ext cx="6858000" cy="2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Subtopic 3 – Congruence Proofs</a:t>
            </a:r>
            <a:endParaRPr lang="en-GB" b="1" dirty="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69561" y="2288180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78190" y="2548121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419433" y="2528333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3919" y="1818470"/>
            <a:ext cx="6660998" cy="2230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11673" y="1809092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35724" y="1776706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26820" y="2906230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616538" y="291376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1673" y="1989936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Using mathematical reasoning to explain why two shapes are congruent.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87" y="200011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Involves several stages of working.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Every step is explained.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cxnSp>
        <p:nvCxnSpPr>
          <p:cNvPr id="14" name="Straight Connector 13"/>
          <p:cNvCxnSpPr>
            <a:cxnSpLocks/>
            <a:endCxn id="7" idx="3"/>
          </p:cNvCxnSpPr>
          <p:nvPr/>
        </p:nvCxnSpPr>
        <p:spPr>
          <a:xfrm>
            <a:off x="100289" y="2922171"/>
            <a:ext cx="6654628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391951" y="1833923"/>
            <a:ext cx="17790" cy="2230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0165" y="2724354"/>
            <a:ext cx="1962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Congruence Proofs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5F989-28B6-434B-8AA4-0B0EDB09CDFC}"/>
              </a:ext>
            </a:extLst>
          </p:cNvPr>
          <p:cNvSpPr/>
          <p:nvPr/>
        </p:nvSpPr>
        <p:spPr>
          <a:xfrm>
            <a:off x="88982" y="367538"/>
            <a:ext cx="6647773" cy="1345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A8AEE-56C3-DA47-B9C8-D7FB61FD9080}"/>
              </a:ext>
            </a:extLst>
          </p:cNvPr>
          <p:cNvSpPr txBox="1"/>
          <p:nvPr/>
        </p:nvSpPr>
        <p:spPr>
          <a:xfrm>
            <a:off x="464517" y="768778"/>
            <a:ext cx="2333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CC7EA-9EF9-4644-9991-6589286CBB31}"/>
              </a:ext>
            </a:extLst>
          </p:cNvPr>
          <p:cNvSpPr txBox="1"/>
          <p:nvPr/>
        </p:nvSpPr>
        <p:spPr>
          <a:xfrm>
            <a:off x="961041" y="467532"/>
            <a:ext cx="4853019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kern="0" dirty="0"/>
              <a:t>Learning outcome: </a:t>
            </a:r>
            <a:r>
              <a:rPr lang="en-GB" sz="1200" kern="0" dirty="0"/>
              <a:t>Use knowledge about congruence to complete proofs.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A0E43-BD4B-2948-A4BE-E448778A1A76}"/>
              </a:ext>
            </a:extLst>
          </p:cNvPr>
          <p:cNvSpPr txBox="1"/>
          <p:nvPr/>
        </p:nvSpPr>
        <p:spPr>
          <a:xfrm>
            <a:off x="905881" y="1002830"/>
            <a:ext cx="2936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 dirty="0"/>
              <a:t>1. Prove how two shapes are congruent.</a:t>
            </a:r>
          </a:p>
          <a:p>
            <a:pPr>
              <a:defRPr/>
            </a:pPr>
            <a:r>
              <a:rPr lang="en-GB" sz="1200" dirty="0"/>
              <a:t>2. Find triangles within different shapes.</a:t>
            </a:r>
          </a:p>
          <a:p>
            <a:pPr>
              <a:defRPr/>
            </a:pPr>
            <a:r>
              <a:rPr lang="en-US" sz="1200" dirty="0"/>
              <a:t>3. Give clear mathematical reasoning.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BF1AF6-BDE0-3841-9C53-A6F70AD896F9}"/>
              </a:ext>
            </a:extLst>
          </p:cNvPr>
          <p:cNvSpPr txBox="1"/>
          <p:nvPr/>
        </p:nvSpPr>
        <p:spPr>
          <a:xfrm>
            <a:off x="5143844" y="951124"/>
            <a:ext cx="146294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Congruence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Proof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88982" y="4075894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</a:t>
            </a:r>
            <a:r>
              <a:rPr kumimoji="0" lang="en-GB" sz="1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do…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2279474" y="4073852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chemeClr val="accent2"/>
                </a:solidFill>
                <a:latin typeface="Calibri" panose="020F0502020204030204"/>
              </a:rPr>
              <a:t>We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304791" y="3280881"/>
            <a:ext cx="1470144" cy="516150"/>
            <a:chOff x="847165" y="2205318"/>
            <a:chExt cx="4141694" cy="1896035"/>
          </a:xfrm>
        </p:grpSpPr>
        <p:sp>
          <p:nvSpPr>
            <p:cNvPr id="57" name="Rectangle 56"/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/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/>
          <p:cNvSpPr txBox="1"/>
          <p:nvPr/>
        </p:nvSpPr>
        <p:spPr>
          <a:xfrm>
            <a:off x="103084" y="3098011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1696596" y="370156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02499" y="3483457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701935" y="309441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111477" y="37116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1813141" y="3315032"/>
            <a:ext cx="1634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BOC are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5140471" y="3307687"/>
            <a:ext cx="1664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AOB are not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512390-E5EA-3C2C-A457-384BB8928077}"/>
              </a:ext>
            </a:extLst>
          </p:cNvPr>
          <p:cNvGrpSpPr/>
          <p:nvPr/>
        </p:nvGrpSpPr>
        <p:grpSpPr>
          <a:xfrm>
            <a:off x="3597038" y="3269726"/>
            <a:ext cx="1470144" cy="516150"/>
            <a:chOff x="847165" y="2205318"/>
            <a:chExt cx="4141694" cy="189603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47B7A7-38A9-32B1-BB53-E9F7C1215EBA}"/>
                </a:ext>
              </a:extLst>
            </p:cNvPr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3C962E5-3AE5-FD8E-2D9F-B9B08CDCC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A54511E-5A57-911F-7E2C-A64CD2167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9FEB53C-F5E3-EC9A-C284-6AEEFDE58449}"/>
              </a:ext>
            </a:extLst>
          </p:cNvPr>
          <p:cNvSpPr txBox="1"/>
          <p:nvPr/>
        </p:nvSpPr>
        <p:spPr>
          <a:xfrm>
            <a:off x="3395331" y="3086856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A7F7E7-4CDF-076B-446D-AF7711A95EAD}"/>
              </a:ext>
            </a:extLst>
          </p:cNvPr>
          <p:cNvSpPr txBox="1"/>
          <p:nvPr/>
        </p:nvSpPr>
        <p:spPr>
          <a:xfrm>
            <a:off x="4988843" y="369040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31F138-3A8D-00A1-5FFE-96364140EB88}"/>
              </a:ext>
            </a:extLst>
          </p:cNvPr>
          <p:cNvSpPr txBox="1"/>
          <p:nvPr/>
        </p:nvSpPr>
        <p:spPr>
          <a:xfrm>
            <a:off x="4194746" y="3464682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300ADE-370D-96F4-2DD6-ACD9FE390F4A}"/>
              </a:ext>
            </a:extLst>
          </p:cNvPr>
          <p:cNvSpPr txBox="1"/>
          <p:nvPr/>
        </p:nvSpPr>
        <p:spPr>
          <a:xfrm>
            <a:off x="4994182" y="30832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56D7C9-F55E-3DC0-EC70-46C0E78C5C47}"/>
              </a:ext>
            </a:extLst>
          </p:cNvPr>
          <p:cNvSpPr txBox="1"/>
          <p:nvPr/>
        </p:nvSpPr>
        <p:spPr>
          <a:xfrm>
            <a:off x="3403724" y="370050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43D302-046E-6FA4-90FD-28429B05BEF2}"/>
              </a:ext>
            </a:extLst>
          </p:cNvPr>
          <p:cNvSpPr txBox="1"/>
          <p:nvPr/>
        </p:nvSpPr>
        <p:spPr>
          <a:xfrm>
            <a:off x="4543337" y="4071339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91276D-B8DF-D099-67E2-3F5C8B591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9561"/>
              </p:ext>
            </p:extLst>
          </p:nvPr>
        </p:nvGraphicFramePr>
        <p:xfrm>
          <a:off x="117761" y="4388360"/>
          <a:ext cx="6645444" cy="52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148">
                  <a:extLst>
                    <a:ext uri="{9D8B030D-6E8A-4147-A177-3AD203B41FA5}">
                      <a16:colId xmlns:a16="http://schemas.microsoft.com/office/drawing/2014/main" val="3194196134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3183764962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205492315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is a parallelogram, where lines AC and BD pass through the centre point O.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Prove that the triangles AOD and BOC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AOD and BOC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AOB and COD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906345"/>
                  </a:ext>
                </a:extLst>
              </a:tr>
              <a:tr h="306000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218696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08C30832-2388-8B96-D73A-6C98A81DF659}"/>
              </a:ext>
            </a:extLst>
          </p:cNvPr>
          <p:cNvGrpSpPr/>
          <p:nvPr/>
        </p:nvGrpSpPr>
        <p:grpSpPr>
          <a:xfrm>
            <a:off x="4616564" y="5525979"/>
            <a:ext cx="2128478" cy="1015042"/>
            <a:chOff x="4608277" y="5332627"/>
            <a:chExt cx="1867792" cy="89424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841420E-8277-865F-5B04-CBDBD105BE96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21AFBB7-5BDE-4E38-1EB8-AAD8E4A5B6B1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A41BFB4-0D22-CDAC-36DB-5D0D1126A4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11136FF-1B05-846A-167A-471AAE3643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18DB4D-6A12-63BE-964D-21EC46651983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9E61AE7-B227-9A2D-5EDA-FDDB45778DE4}"/>
                </a:ext>
              </a:extLst>
            </p:cNvPr>
            <p:cNvSpPr txBox="1"/>
            <p:nvPr/>
          </p:nvSpPr>
          <p:spPr>
            <a:xfrm>
              <a:off x="6201789" y="593977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2B21CB-1C16-D6A1-36CA-6588E8CE8D07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B61B7C1-10CC-94BB-7363-E51BDD416CE5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677F8E5-3DDF-E17B-224C-20B75521A079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77083B0-F48D-B4E7-F97A-A438376E737C}"/>
              </a:ext>
            </a:extLst>
          </p:cNvPr>
          <p:cNvGrpSpPr/>
          <p:nvPr/>
        </p:nvGrpSpPr>
        <p:grpSpPr>
          <a:xfrm>
            <a:off x="111477" y="5552488"/>
            <a:ext cx="2108280" cy="976743"/>
            <a:chOff x="3117612" y="6256656"/>
            <a:chExt cx="3210423" cy="1503950"/>
          </a:xfrm>
        </p:grpSpPr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FE28AEF5-6012-4331-299A-7CA57512C1CF}"/>
                </a:ext>
              </a:extLst>
            </p:cNvPr>
            <p:cNvSpPr/>
            <p:nvPr/>
          </p:nvSpPr>
          <p:spPr>
            <a:xfrm>
              <a:off x="3398850" y="6533654"/>
              <a:ext cx="2743200" cy="1062318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23B2995-F9E1-7333-A3D6-EA5C2CDDC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7055" y="6552513"/>
              <a:ext cx="2731593" cy="10357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625DBE8-1EFF-FAEC-B665-D1FF97A7B5D4}"/>
                </a:ext>
              </a:extLst>
            </p:cNvPr>
            <p:cNvCxnSpPr>
              <a:cxnSpLocks/>
            </p:cNvCxnSpPr>
            <p:nvPr/>
          </p:nvCxnSpPr>
          <p:spPr>
            <a:xfrm>
              <a:off x="3660720" y="6533654"/>
              <a:ext cx="2212388" cy="1047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9C4A999-9ED2-7D02-7366-CF1ACB7EF2FF}"/>
                </a:ext>
              </a:extLst>
            </p:cNvPr>
            <p:cNvSpPr txBox="1"/>
            <p:nvPr/>
          </p:nvSpPr>
          <p:spPr>
            <a:xfrm>
              <a:off x="3320274" y="628648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1EB79DC-9385-A5F4-B00E-DA1C45C1DED2}"/>
                </a:ext>
              </a:extLst>
            </p:cNvPr>
            <p:cNvSpPr txBox="1"/>
            <p:nvPr/>
          </p:nvSpPr>
          <p:spPr>
            <a:xfrm>
              <a:off x="5769841" y="744294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D6C8CE5-9CD8-3908-CC4C-C1F8CFEDF66E}"/>
                </a:ext>
              </a:extLst>
            </p:cNvPr>
            <p:cNvSpPr txBox="1"/>
            <p:nvPr/>
          </p:nvSpPr>
          <p:spPr>
            <a:xfrm>
              <a:off x="4570324" y="69863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7CCBC01-78E4-1DD9-4B9D-DF1DB473DB6C}"/>
                </a:ext>
              </a:extLst>
            </p:cNvPr>
            <p:cNvSpPr txBox="1"/>
            <p:nvPr/>
          </p:nvSpPr>
          <p:spPr>
            <a:xfrm>
              <a:off x="6059094" y="62566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03603F2-D247-725B-A3FF-AEB0A9B23BB8}"/>
                </a:ext>
              </a:extLst>
            </p:cNvPr>
            <p:cNvSpPr txBox="1"/>
            <p:nvPr/>
          </p:nvSpPr>
          <p:spPr>
            <a:xfrm>
              <a:off x="3117612" y="7483608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11" name="Arc 110">
            <a:extLst>
              <a:ext uri="{FF2B5EF4-FFF2-40B4-BE49-F238E27FC236}">
                <a16:creationId xmlns:a16="http://schemas.microsoft.com/office/drawing/2014/main" id="{B4D2BB67-837A-9BA8-0C6B-DA217A2DC6EA}"/>
              </a:ext>
            </a:extLst>
          </p:cNvPr>
          <p:cNvSpPr/>
          <p:nvPr/>
        </p:nvSpPr>
        <p:spPr>
          <a:xfrm rot="10800000">
            <a:off x="1948074" y="5693258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8B50FD42-1F1D-90BC-236D-BC122DB11968}"/>
              </a:ext>
            </a:extLst>
          </p:cNvPr>
          <p:cNvSpPr/>
          <p:nvPr/>
        </p:nvSpPr>
        <p:spPr>
          <a:xfrm rot="21240248">
            <a:off x="241032" y="6268052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B0163DA1-5AD2-647C-A825-2B14BECA0B22}"/>
              </a:ext>
            </a:extLst>
          </p:cNvPr>
          <p:cNvSpPr/>
          <p:nvPr/>
        </p:nvSpPr>
        <p:spPr>
          <a:xfrm rot="6955307">
            <a:off x="386200" y="5646581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C408C31-73A7-6657-9BF3-5782C68788E2}"/>
              </a:ext>
            </a:extLst>
          </p:cNvPr>
          <p:cNvSpPr/>
          <p:nvPr/>
        </p:nvSpPr>
        <p:spPr>
          <a:xfrm rot="6955307">
            <a:off x="357192" y="5608048"/>
            <a:ext cx="277781" cy="277013"/>
          </a:xfrm>
          <a:prstGeom prst="arc">
            <a:avLst>
              <a:gd name="adj1" fmla="val 16200000"/>
              <a:gd name="adj2" fmla="val 2137184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45BEDD58-6D7D-691B-B352-E93AA3599B70}"/>
              </a:ext>
            </a:extLst>
          </p:cNvPr>
          <p:cNvSpPr/>
          <p:nvPr/>
        </p:nvSpPr>
        <p:spPr>
          <a:xfrm rot="17696517">
            <a:off x="1795227" y="6305374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D619D5C2-0EF8-B25E-CCA0-D59C5FD22797}"/>
              </a:ext>
            </a:extLst>
          </p:cNvPr>
          <p:cNvSpPr/>
          <p:nvPr/>
        </p:nvSpPr>
        <p:spPr>
          <a:xfrm rot="17696517">
            <a:off x="1766219" y="6266841"/>
            <a:ext cx="277781" cy="277013"/>
          </a:xfrm>
          <a:prstGeom prst="arc">
            <a:avLst>
              <a:gd name="adj1" fmla="val 16200000"/>
              <a:gd name="adj2" fmla="val 2146954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/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/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Arc 120">
            <a:extLst>
              <a:ext uri="{FF2B5EF4-FFF2-40B4-BE49-F238E27FC236}">
                <a16:creationId xmlns:a16="http://schemas.microsoft.com/office/drawing/2014/main" id="{7335D05F-F659-799E-C9EE-E494AC8F1C3A}"/>
              </a:ext>
            </a:extLst>
          </p:cNvPr>
          <p:cNvSpPr/>
          <p:nvPr/>
        </p:nvSpPr>
        <p:spPr>
          <a:xfrm rot="11589579">
            <a:off x="6194123" y="5653323"/>
            <a:ext cx="216223" cy="202124"/>
          </a:xfrm>
          <a:prstGeom prst="arc">
            <a:avLst>
              <a:gd name="adj1" fmla="val 17519056"/>
              <a:gd name="adj2" fmla="val 21177346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13468A8-58B3-627B-D350-97916E2EB65F}"/>
              </a:ext>
            </a:extLst>
          </p:cNvPr>
          <p:cNvGrpSpPr/>
          <p:nvPr/>
        </p:nvGrpSpPr>
        <p:grpSpPr>
          <a:xfrm>
            <a:off x="2379150" y="5552488"/>
            <a:ext cx="2137634" cy="1018823"/>
            <a:chOff x="4608277" y="5332627"/>
            <a:chExt cx="1875827" cy="897575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879E1C1-BA22-7AE4-9206-89336B28AA8C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8201CCE-55B5-85FB-4848-D7875CB657C6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7874C4BB-6EC0-C238-2A14-09537FB49E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A69EAFB-FB75-A92D-E597-DA7B961C3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01F15B7-503F-5305-CB2C-8A9FA0553728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07CA2BF-1413-5617-79C4-5A3BB82B7328}"/>
                </a:ext>
              </a:extLst>
            </p:cNvPr>
            <p:cNvSpPr txBox="1"/>
            <p:nvPr/>
          </p:nvSpPr>
          <p:spPr>
            <a:xfrm>
              <a:off x="6215163" y="5953203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192BD2B-41A6-A601-6787-18822EF21C66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2BF3303-9D16-DF08-7D2B-37251255749A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0800F3D-6268-5729-A0C4-33928D21F28F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42" name="Arc 141">
            <a:extLst>
              <a:ext uri="{FF2B5EF4-FFF2-40B4-BE49-F238E27FC236}">
                <a16:creationId xmlns:a16="http://schemas.microsoft.com/office/drawing/2014/main" id="{8A4D4D8C-75B2-9B5A-C206-9204C432EE84}"/>
              </a:ext>
            </a:extLst>
          </p:cNvPr>
          <p:cNvSpPr/>
          <p:nvPr/>
        </p:nvSpPr>
        <p:spPr>
          <a:xfrm rot="10800000">
            <a:off x="4177001" y="5697594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Arc 142">
            <a:extLst>
              <a:ext uri="{FF2B5EF4-FFF2-40B4-BE49-F238E27FC236}">
                <a16:creationId xmlns:a16="http://schemas.microsoft.com/office/drawing/2014/main" id="{E7ED895C-CC86-E7F2-CF47-8EB5319EA335}"/>
              </a:ext>
            </a:extLst>
          </p:cNvPr>
          <p:cNvSpPr/>
          <p:nvPr/>
        </p:nvSpPr>
        <p:spPr>
          <a:xfrm rot="21240248">
            <a:off x="2522245" y="6213837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Arc 143">
            <a:extLst>
              <a:ext uri="{FF2B5EF4-FFF2-40B4-BE49-F238E27FC236}">
                <a16:creationId xmlns:a16="http://schemas.microsoft.com/office/drawing/2014/main" id="{C4DA3846-05BD-B316-9794-8439DA1C2065}"/>
              </a:ext>
            </a:extLst>
          </p:cNvPr>
          <p:cNvSpPr/>
          <p:nvPr/>
        </p:nvSpPr>
        <p:spPr>
          <a:xfrm rot="6955307">
            <a:off x="2554946" y="566829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Arc 144">
            <a:extLst>
              <a:ext uri="{FF2B5EF4-FFF2-40B4-BE49-F238E27FC236}">
                <a16:creationId xmlns:a16="http://schemas.microsoft.com/office/drawing/2014/main" id="{DAE42552-519B-299E-8628-74A3B57CFBEB}"/>
              </a:ext>
            </a:extLst>
          </p:cNvPr>
          <p:cNvSpPr/>
          <p:nvPr/>
        </p:nvSpPr>
        <p:spPr>
          <a:xfrm rot="6879580">
            <a:off x="2524165" y="563241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/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blipFill>
                <a:blip r:embed="rId7"/>
                <a:stretch>
                  <a:fillRect l="-3030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/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blipFill>
                <a:blip r:embed="rId8"/>
                <a:stretch>
                  <a:fillRect l="-6250" r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Arc 147">
            <a:extLst>
              <a:ext uri="{FF2B5EF4-FFF2-40B4-BE49-F238E27FC236}">
                <a16:creationId xmlns:a16="http://schemas.microsoft.com/office/drawing/2014/main" id="{C8C75D97-8B31-E340-B310-59A81BB5AA5B}"/>
              </a:ext>
            </a:extLst>
          </p:cNvPr>
          <p:cNvSpPr/>
          <p:nvPr/>
        </p:nvSpPr>
        <p:spPr>
          <a:xfrm rot="17380291">
            <a:off x="4137278" y="622385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Arc 148">
            <a:extLst>
              <a:ext uri="{FF2B5EF4-FFF2-40B4-BE49-F238E27FC236}">
                <a16:creationId xmlns:a16="http://schemas.microsoft.com/office/drawing/2014/main" id="{5DFDBB6A-054D-1208-7909-DED861654AEF}"/>
              </a:ext>
            </a:extLst>
          </p:cNvPr>
          <p:cNvSpPr/>
          <p:nvPr/>
        </p:nvSpPr>
        <p:spPr>
          <a:xfrm rot="17304564">
            <a:off x="4106497" y="618797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/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blipFill>
                <a:blip r:embed="rId10"/>
                <a:stretch>
                  <a:fillRect t="-6061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/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Arc 170">
            <a:extLst>
              <a:ext uri="{FF2B5EF4-FFF2-40B4-BE49-F238E27FC236}">
                <a16:creationId xmlns:a16="http://schemas.microsoft.com/office/drawing/2014/main" id="{E0048AB3-E153-16DB-065E-09EE477DDECE}"/>
              </a:ext>
            </a:extLst>
          </p:cNvPr>
          <p:cNvSpPr/>
          <p:nvPr/>
        </p:nvSpPr>
        <p:spPr>
          <a:xfrm rot="1659766">
            <a:off x="4945218" y="6188226"/>
            <a:ext cx="216223" cy="202124"/>
          </a:xfrm>
          <a:prstGeom prst="arc">
            <a:avLst>
              <a:gd name="adj1" fmla="val 17519056"/>
              <a:gd name="adj2" fmla="val 2098551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Arc 171">
            <a:extLst>
              <a:ext uri="{FF2B5EF4-FFF2-40B4-BE49-F238E27FC236}">
                <a16:creationId xmlns:a16="http://schemas.microsoft.com/office/drawing/2014/main" id="{34EB0E43-EFD3-3233-3EBD-0CB88CECABD8}"/>
              </a:ext>
            </a:extLst>
          </p:cNvPr>
          <p:cNvSpPr/>
          <p:nvPr/>
        </p:nvSpPr>
        <p:spPr>
          <a:xfrm rot="16200000">
            <a:off x="6245388" y="6223445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Arc 172">
            <a:extLst>
              <a:ext uri="{FF2B5EF4-FFF2-40B4-BE49-F238E27FC236}">
                <a16:creationId xmlns:a16="http://schemas.microsoft.com/office/drawing/2014/main" id="{93238156-D9B3-F8C7-D532-58D5B7DD6602}"/>
              </a:ext>
            </a:extLst>
          </p:cNvPr>
          <p:cNvSpPr/>
          <p:nvPr/>
        </p:nvSpPr>
        <p:spPr>
          <a:xfrm rot="16200000">
            <a:off x="6290281" y="6232082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Arc 173">
            <a:extLst>
              <a:ext uri="{FF2B5EF4-FFF2-40B4-BE49-F238E27FC236}">
                <a16:creationId xmlns:a16="http://schemas.microsoft.com/office/drawing/2014/main" id="{34A6237E-7247-36C1-3FC4-BA831F73BB4A}"/>
              </a:ext>
            </a:extLst>
          </p:cNvPr>
          <p:cNvSpPr/>
          <p:nvPr/>
        </p:nvSpPr>
        <p:spPr>
          <a:xfrm rot="5125915">
            <a:off x="4922717" y="5647252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Arc 174">
            <a:extLst>
              <a:ext uri="{FF2B5EF4-FFF2-40B4-BE49-F238E27FC236}">
                <a16:creationId xmlns:a16="http://schemas.microsoft.com/office/drawing/2014/main" id="{BBCD7ED4-AAE0-0760-F18E-D736FCB28F19}"/>
              </a:ext>
            </a:extLst>
          </p:cNvPr>
          <p:cNvSpPr/>
          <p:nvPr/>
        </p:nvSpPr>
        <p:spPr>
          <a:xfrm rot="5125915">
            <a:off x="4873075" y="5641691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02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896E00-2A82-B999-BEB0-74B9FA2F3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63822"/>
              </p:ext>
            </p:extLst>
          </p:nvPr>
        </p:nvGraphicFramePr>
        <p:xfrm>
          <a:off x="125307" y="422409"/>
          <a:ext cx="6628694" cy="92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1. </a:t>
                      </a:r>
                      <a:r>
                        <a:rPr lang="en-US" sz="1200" b="0" dirty="0"/>
                        <a:t>The diagram shows a parallelogram split across a diagonal. Prove that ABD and CBD are congruent.</a:t>
                      </a:r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2. </a:t>
                      </a:r>
                      <a:r>
                        <a:rPr lang="en-US" sz="1200" b="0" dirty="0"/>
                        <a:t>ABCD is a parallelogram. E is  the point where AC and BD meet. Prove ADE and BCE are congruent triangles.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124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3. </a:t>
                      </a:r>
                      <a:r>
                        <a:rPr lang="en-US" sz="1200" b="0" dirty="0"/>
                        <a:t>ABDC is a parallelogram. Prove that the triangle ABC is congruent with the triangle BCD.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US" sz="1200" b="1" dirty="0"/>
                        <a:t>4. </a:t>
                      </a:r>
                      <a:r>
                        <a:rPr lang="en-US" sz="1200" b="0" dirty="0"/>
                        <a:t>ABC is an equilateral triangle.</a:t>
                      </a:r>
                    </a:p>
                    <a:p>
                      <a:r>
                        <a:rPr lang="en-US" sz="1200" b="0" dirty="0"/>
                        <a:t>    D lies on BC.</a:t>
                      </a:r>
                    </a:p>
                    <a:p>
                      <a:r>
                        <a:rPr lang="en-US" sz="1200" b="0" dirty="0"/>
                        <a:t>    AD is perpendicular to BC.</a:t>
                      </a:r>
                    </a:p>
                    <a:p>
                      <a:r>
                        <a:rPr lang="en-US" sz="1200" b="0" dirty="0"/>
                        <a:t>Prove that triangles ACD and ADB are congruent.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31020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20</a:t>
            </a:fld>
            <a:endParaRPr lang="en-GB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/>
          <a:srcRect l="2938" t="2969" r="8645" b="2703"/>
          <a:stretch/>
        </p:blipFill>
        <p:spPr>
          <a:xfrm>
            <a:off x="474979" y="690126"/>
            <a:ext cx="1899285" cy="1885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AADA0C-A817-1D87-5F72-C6B69E6E5E04}"/>
              </a:ext>
            </a:extLst>
          </p:cNvPr>
          <p:cNvSpPr/>
          <p:nvPr/>
        </p:nvSpPr>
        <p:spPr>
          <a:xfrm>
            <a:off x="0" y="0"/>
            <a:ext cx="3429000" cy="3506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GCSE Questions: Congruence Proofs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69235C-080D-4442-BE45-65EF3656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0" y="3051028"/>
            <a:ext cx="1645922" cy="177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691DD-F4BC-BA4E-9A9D-0D9144956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" y="7939829"/>
            <a:ext cx="2289956" cy="166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6420D-6DFD-DE67-C998-3AFFD3528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99" y="5328209"/>
            <a:ext cx="3243635" cy="122916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56C060-202B-1C52-1FF4-6809608998D0}"/>
              </a:ext>
            </a:extLst>
          </p:cNvPr>
          <p:cNvCxnSpPr>
            <a:cxnSpLocks/>
          </p:cNvCxnSpPr>
          <p:nvPr/>
        </p:nvCxnSpPr>
        <p:spPr>
          <a:xfrm flipV="1">
            <a:off x="435683" y="5483426"/>
            <a:ext cx="2887980" cy="9245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64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28" y="9726270"/>
            <a:ext cx="406472" cy="179730"/>
          </a:xfrm>
        </p:spPr>
        <p:txBody>
          <a:bodyPr/>
          <a:lstStyle/>
          <a:p>
            <a:fld id="{E4DEC6BC-0541-46B9-A826-622D336144DD}" type="slidenum">
              <a:rPr lang="en-GB" smtClean="0"/>
              <a:t>21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FF160-0C46-AA6D-2021-0F40F49A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897" y="163622"/>
            <a:ext cx="2649421" cy="1624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/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/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/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blipFill>
                <a:blip r:embed="rId6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/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blipFill>
                <a:blip r:embed="rId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A28F2-7054-D708-1672-D5170A76DBD2}"/>
              </a:ext>
            </a:extLst>
          </p:cNvPr>
          <p:cNvCxnSpPr>
            <a:cxnSpLocks/>
          </p:cNvCxnSpPr>
          <p:nvPr/>
        </p:nvCxnSpPr>
        <p:spPr>
          <a:xfrm flipV="1">
            <a:off x="5395686" y="317818"/>
            <a:ext cx="0" cy="13182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9C8EE2-15FD-010D-9B08-A162B6331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00684"/>
              </p:ext>
            </p:extLst>
          </p:nvPr>
        </p:nvGraphicFramePr>
        <p:xfrm>
          <a:off x="120176" y="88618"/>
          <a:ext cx="6628694" cy="965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196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sz="1200" b="0" i="0" dirty="0"/>
                        <a:t>ABCD is a quadrilateral.</a:t>
                      </a:r>
                    </a:p>
                    <a:p>
                      <a:r>
                        <a:rPr lang="en-US" sz="1200" b="0" i="0" dirty="0"/>
                        <a:t>    AB = AD</a:t>
                      </a:r>
                    </a:p>
                    <a:p>
                      <a:r>
                        <a:rPr lang="en-US" sz="1200" b="0" i="0" dirty="0"/>
                        <a:t>    BC = CD</a:t>
                      </a:r>
                    </a:p>
                    <a:p>
                      <a:r>
                        <a:rPr lang="en-US" sz="1200" b="0" i="0" dirty="0"/>
                        <a:t>Prove that the triangles ABC and ACD are congruent. </a:t>
                      </a:r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rhombus.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 and N are points on BD such that DN = MB.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DNC is congruent to triangle BMC.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/>
                        <a:t>7.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parallelogram.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ABP and QDC are straight lines.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Angle ADP = angle CBQ = 90°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ADP is congruent to triangle CBQ.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diagram shows a triangle ADE.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 = DE</a:t>
                      </a:r>
                      <a:b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 : BC : CD = 1 : 2 : 1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ACE is congruent to triangle DBE.</a:t>
                      </a: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pic>
        <p:nvPicPr>
          <p:cNvPr id="17" name="Picture 2">
            <a:extLst>
              <a:ext uri="{FF2B5EF4-FFF2-40B4-BE49-F238E27FC236}">
                <a16:creationId xmlns:a16="http://schemas.microsoft.com/office/drawing/2014/main" id="{E53A7066-EA83-FBCF-CA33-E4A0A1BB7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884" y="2422671"/>
            <a:ext cx="2707497" cy="192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23CB589F-C7D7-B616-B312-BEFDA32EB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7" r="7995"/>
          <a:stretch/>
        </p:blipFill>
        <p:spPr bwMode="auto">
          <a:xfrm>
            <a:off x="3515638" y="4774992"/>
            <a:ext cx="3177680" cy="139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4F8D6F8F-8065-9311-93EF-669C5770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945" y="7295208"/>
            <a:ext cx="2168373" cy="213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29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376" y="9572437"/>
            <a:ext cx="336899" cy="356713"/>
          </a:xfrm>
        </p:spPr>
        <p:txBody>
          <a:bodyPr/>
          <a:lstStyle/>
          <a:p>
            <a:fld id="{E4DEC6BC-0541-46B9-A826-622D336144DD}" type="slidenum">
              <a:rPr lang="en-GB" smtClean="0"/>
              <a:t>22</a:t>
            </a:fld>
            <a:endParaRPr lang="en-GB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0192BBC-652D-FBD2-53FC-BF0EB1BC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11. </a:t>
                          </a:r>
                          <a:r>
                            <a:rPr lang="en-US" sz="1200" dirty="0"/>
                            <a:t>A and C are points on a circle, centre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oMath>
                          </a14:m>
                          <a:r>
                            <a:rPr lang="en-GB" sz="1200" dirty="0"/>
                            <a:t>. AB and BC are tangents to the circle.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       Prove ABO and BOC are congruent triangles.</a:t>
                          </a: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2" t="-277053" r="-184" b="-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" name="Picture 1">
            <a:extLst>
              <a:ext uri="{FF2B5EF4-FFF2-40B4-BE49-F238E27FC236}">
                <a16:creationId xmlns:a16="http://schemas.microsoft.com/office/drawing/2014/main" id="{B401B558-55B4-7E3F-1758-81A8C3D54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814" y="322352"/>
            <a:ext cx="3287792" cy="144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B2B4DFC1-C52A-976F-5C03-214C3BFEF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01"/>
          <a:stretch/>
        </p:blipFill>
        <p:spPr bwMode="auto">
          <a:xfrm>
            <a:off x="3948580" y="3093700"/>
            <a:ext cx="2453833" cy="371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20958A-89E3-F610-8555-668E88419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281" y="7719672"/>
            <a:ext cx="2730820" cy="156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9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85E1ED-C021-4547-9E5C-F99A3F78D5D8}">
  <ds:schemaRefs>
    <ds:schemaRef ds:uri="4107bf07-21f4-40c7-8e50-0159514febca"/>
    <ds:schemaRef ds:uri="http://purl.org/dc/dcmitype/"/>
    <ds:schemaRef ds:uri="http://schemas.microsoft.com/office/2006/metadata/properties"/>
    <ds:schemaRef ds:uri="0018d05b-3cfe-487f-b19b-1f2eb516b934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5EB77F-B020-4D77-8C60-C5ED7ED56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49AA4-6F10-4F6C-BF4D-3C40924AA69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4540</Words>
  <Application>Microsoft Office PowerPoint</Application>
  <PresentationFormat>A4 Paper (210x297 mm)</PresentationFormat>
  <Paragraphs>1837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.AppleSystemUIFont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Hargreaves (Staff, Astrea Academy Sheffield)</dc:creator>
  <cp:lastModifiedBy>Adam Brown (Astrea Central)</cp:lastModifiedBy>
  <cp:revision>6</cp:revision>
  <cp:lastPrinted>2023-08-29T12:03:03Z</cp:lastPrinted>
  <dcterms:created xsi:type="dcterms:W3CDTF">2023-06-17T12:28:04Z</dcterms:created>
  <dcterms:modified xsi:type="dcterms:W3CDTF">2025-12-23T13:03:30Z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