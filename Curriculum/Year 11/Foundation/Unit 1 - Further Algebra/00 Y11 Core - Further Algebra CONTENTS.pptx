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7" r:id="rId5"/>
    <p:sldId id="258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3A1EF6B-C867-48C1-A581-46F7CF0F61BE}">
          <p14:sldIdLst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C08EB3B-5835-B75B-6063-544D6C77522D}" name="Kathryn Clark (Astrea Central)" initials="KC" userId="S::kathryn.clark@astreaacademytrust.org::d0e16b62-87cd-4242-828a-2f5e276be710" providerId="AD"/>
  <p188:author id="{96C0476A-192A-E270-0014-0328538DA927}" name="Adam Brown (Astrea Central)" initials="AC" userId="S::adam.brown@astreaacademytrust.org::e4577f1c-a0ea-4eef-9851-9bdbe8619e58" providerId="AD"/>
  <p188:author id="{0E0E0699-6B8A-23CD-720D-DFF91356B330}" name="Kathryn Clark (Astrea Central)" initials="KC" userId="S::Kathryn.Clark@astreaacademytrust.org::d0e16b62-87cd-4242-828a-2f5e276be71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242"/>
    <a:srgbClr val="00D25F"/>
    <a:srgbClr val="82ADE1"/>
    <a:srgbClr val="EF7266"/>
    <a:srgbClr val="7E2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0CDB9D-2ADE-0A81-06A4-1D6E96FD8265}" v="1" dt="2025-08-06T09:34:09.534"/>
    <p1510:client id="{247BA1CF-304F-48FC-894D-74B2A0C0C552}" v="162" dt="2025-08-06T16:28:02.223"/>
    <p1510:client id="{B546AAAC-F199-43ED-9917-FB3A38A96D7B}" v="38" dt="2025-08-06T09:56:42.2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3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hryn Clark (Astrea Central)" userId="S::kathryn.clark@astreaacademytrust.org::d0e16b62-87cd-4242-828a-2f5e276be710" providerId="AD" clId="Web-{99E29CE7-D03A-576A-2F95-38BDD9D19AA4}"/>
    <pc:docChg chg="mod">
      <pc:chgData name="Kathryn Clark (Astrea Central)" userId="S::kathryn.clark@astreaacademytrust.org::d0e16b62-87cd-4242-828a-2f5e276be710" providerId="AD" clId="Web-{99E29CE7-D03A-576A-2F95-38BDD9D19AA4}" dt="2025-07-02T14:19:51.043" v="0"/>
      <pc:docMkLst>
        <pc:docMk/>
      </pc:docMkLst>
    </pc:docChg>
  </pc:docChgLst>
  <pc:docChgLst>
    <pc:chgData name="Kathryn Clark (Astrea Central)" userId="d0e16b62-87cd-4242-828a-2f5e276be710" providerId="ADAL" clId="{E9E53160-A7E3-4065-A3DF-3F8FEE715E1E}"/>
    <pc:docChg chg="undo custSel addSld delSld modSld addSection modSection">
      <pc:chgData name="Kathryn Clark (Astrea Central)" userId="d0e16b62-87cd-4242-828a-2f5e276be710" providerId="ADAL" clId="{E9E53160-A7E3-4065-A3DF-3F8FEE715E1E}" dt="2025-06-30T16:11:01.088" v="216" actId="47"/>
      <pc:docMkLst>
        <pc:docMk/>
      </pc:docMkLst>
      <pc:sldChg chg="modSp mod">
        <pc:chgData name="Kathryn Clark (Astrea Central)" userId="d0e16b62-87cd-4242-828a-2f5e276be710" providerId="ADAL" clId="{E9E53160-A7E3-4065-A3DF-3F8FEE715E1E}" dt="2025-06-30T15:31:16.998" v="189" actId="20577"/>
        <pc:sldMkLst>
          <pc:docMk/>
          <pc:sldMk cId="3872383198" sldId="257"/>
        </pc:sldMkLst>
        <pc:graphicFrameChg chg="modGraphic">
          <ac:chgData name="Kathryn Clark (Astrea Central)" userId="d0e16b62-87cd-4242-828a-2f5e276be710" providerId="ADAL" clId="{E9E53160-A7E3-4065-A3DF-3F8FEE715E1E}" dt="2025-06-30T15:31:16.998" v="189" actId="20577"/>
          <ac:graphicFrameMkLst>
            <pc:docMk/>
            <pc:sldMk cId="3872383198" sldId="257"/>
            <ac:graphicFrameMk id="3" creationId="{00000000-0000-0000-0000-000000000000}"/>
          </ac:graphicFrameMkLst>
        </pc:graphicFrameChg>
      </pc:sldChg>
      <pc:sldChg chg="modSp mod">
        <pc:chgData name="Kathryn Clark (Astrea Central)" userId="d0e16b62-87cd-4242-828a-2f5e276be710" providerId="ADAL" clId="{E9E53160-A7E3-4065-A3DF-3F8FEE715E1E}" dt="2025-06-30T15:30:28.964" v="166" actId="20577"/>
        <pc:sldMkLst>
          <pc:docMk/>
          <pc:sldMk cId="3405770585" sldId="258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877068480" sldId="385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56907853" sldId="38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37162702" sldId="389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219000895" sldId="390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898110452" sldId="39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571822142" sldId="392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2383950560" sldId="39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450021662" sldId="394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866325359" sldId="39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167869659" sldId="39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520011281" sldId="58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E9E53160-A7E3-4065-A3DF-3F8FEE715E1E}" dt="2025-06-30T15:42:54.728" v="193" actId="47"/>
        <pc:sldMkLst>
          <pc:docMk/>
          <pc:sldMk cId="2256777514" sldId="634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420299832" sldId="68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08024738" sldId="68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754420381" sldId="68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37754641" sldId="68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97299661" sldId="690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685425301" sldId="693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534798675" sldId="696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44855750" sldId="697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226401228" sldId="698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2902289112" sldId="699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808954895" sldId="700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958006941" sldId="701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020095710" sldId="70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825275511" sldId="70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229741830" sldId="70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145139309" sldId="707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40744406" sldId="70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659657367" sldId="71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216392958" sldId="71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077937691" sldId="71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007198627" sldId="71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534680821" sldId="71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864444121" sldId="71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37459663" sldId="719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4123504392" sldId="72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164592704" sldId="721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754239031" sldId="72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038323404" sldId="723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387616564" sldId="724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172123028" sldId="725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629263725" sldId="726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3987164763" sldId="727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2202981554" sldId="728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980075744" sldId="72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87619576" sldId="73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973222117" sldId="73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494193463" sldId="73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06603858" sldId="740"/>
        </pc:sldMkLst>
      </pc:sldChg>
      <pc:sldChg chg="addSp delSp modSp add del mod">
        <pc:chgData name="Kathryn Clark (Astrea Central)" userId="d0e16b62-87cd-4242-828a-2f5e276be710" providerId="ADAL" clId="{E9E53160-A7E3-4065-A3DF-3F8FEE715E1E}" dt="2025-06-30T16:11:01.088" v="216" actId="47"/>
        <pc:sldMkLst>
          <pc:docMk/>
          <pc:sldMk cId="1371891853" sldId="741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943141915" sldId="742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208901415" sldId="743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922628727" sldId="744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1724626238" sldId="745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567034086" sldId="746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4185088232" sldId="74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530955478" sldId="752"/>
        </pc:sldMkLst>
      </pc:sldChg>
      <pc:sldChg chg="add">
        <pc:chgData name="Kathryn Clark (Astrea Central)" userId="d0e16b62-87cd-4242-828a-2f5e276be710" providerId="ADAL" clId="{E9E53160-A7E3-4065-A3DF-3F8FEE715E1E}" dt="2025-06-30T15:41:11.863" v="190"/>
        <pc:sldMkLst>
          <pc:docMk/>
          <pc:sldMk cId="3364502094" sldId="779"/>
        </pc:sldMkLst>
      </pc:sldChg>
      <pc:sldChg chg="del">
        <pc:chgData name="Kathryn Clark (Astrea Central)" userId="d0e16b62-87cd-4242-828a-2f5e276be710" providerId="ADAL" clId="{E9E53160-A7E3-4065-A3DF-3F8FEE715E1E}" dt="2025-06-30T15:42:53.151" v="192" actId="47"/>
        <pc:sldMkLst>
          <pc:docMk/>
          <pc:sldMk cId="4228041536" sldId="859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010217414" sldId="992"/>
        </pc:sldMkLst>
      </pc:sldChg>
      <pc:sldChg chg="add">
        <pc:chgData name="Kathryn Clark (Astrea Central)" userId="d0e16b62-87cd-4242-828a-2f5e276be710" providerId="ADAL" clId="{E9E53160-A7E3-4065-A3DF-3F8FEE715E1E}" dt="2025-06-30T15:42:42.802" v="191"/>
        <pc:sldMkLst>
          <pc:docMk/>
          <pc:sldMk cId="1179576727" sldId="99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3295259342" sldId="99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253984274" sldId="121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39866304" sldId="121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92644395" sldId="121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79054774" sldId="122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497399336" sldId="123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323390205" sldId="123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33198936" sldId="125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19205928" sldId="125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268313574" sldId="125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141730267" sldId="125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008329193" sldId="126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147899049" sldId="126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151857062" sldId="126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456297609" sldId="126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644577293" sldId="126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274479591" sldId="126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098089706" sldId="126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00638804" sldId="1268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998917385" sldId="1269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900469656" sldId="1270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867229049" sldId="1271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726936922" sldId="1272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1459505126" sldId="1273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722116122" sldId="127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920620145" sldId="127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48435665" sldId="1276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978893645" sldId="260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810527692" sldId="2603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236198652" sldId="2604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1196532462" sldId="2605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2398298622" sldId="2611"/>
        </pc:sldMkLst>
      </pc:sldChg>
      <pc:sldChg chg="add">
        <pc:chgData name="Kathryn Clark (Astrea Central)" userId="d0e16b62-87cd-4242-828a-2f5e276be710" providerId="ADAL" clId="{E9E53160-A7E3-4065-A3DF-3F8FEE715E1E}" dt="2025-06-30T15:54:21.526" v="200"/>
        <pc:sldMkLst>
          <pc:docMk/>
          <pc:sldMk cId="456801237" sldId="266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888631115" sldId="266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78473732" sldId="2695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492178883" sldId="2696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527980205" sldId="2697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800564505" sldId="2698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689107183" sldId="2699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921029909" sldId="2700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591683603" sldId="2701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40179314" sldId="2702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4064036166" sldId="270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095329613" sldId="2704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472423686" sldId="2705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746315300" sldId="2706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93292637" sldId="2707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329243498" sldId="2708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501259011" sldId="2709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343074288" sldId="2710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694266614" sldId="2711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389567068" sldId="2712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1838999864" sldId="271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3626947470" sldId="2714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490285267" sldId="271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857558838" sldId="271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5549879" sldId="271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660213305" sldId="271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982959648" sldId="271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044138969" sldId="272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131534759" sldId="272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336694868" sldId="272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279240226" sldId="2723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672075193" sldId="2724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578618602" sldId="272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271499334" sldId="272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827505513" sldId="272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634526352" sldId="272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820953386" sldId="272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3158602697" sldId="273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046473592" sldId="273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550113328" sldId="273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244038654" sldId="2733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91852916" sldId="2734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538936063" sldId="2735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4041451842" sldId="2736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007235271" sldId="2737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708647637" sldId="2738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717132647" sldId="2739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933710123" sldId="2740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1633011772" sldId="2741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2490732034" sldId="2742"/>
        </pc:sldMkLst>
      </pc:sldChg>
      <pc:sldChg chg="add">
        <pc:chgData name="Kathryn Clark (Astrea Central)" userId="d0e16b62-87cd-4242-828a-2f5e276be710" providerId="ADAL" clId="{E9E53160-A7E3-4065-A3DF-3F8FEE715E1E}" dt="2025-06-30T15:55:59.394" v="205"/>
        <pc:sldMkLst>
          <pc:docMk/>
          <pc:sldMk cId="919257085" sldId="2743"/>
        </pc:sldMkLst>
      </pc:sldChg>
      <pc:sldChg chg="add">
        <pc:chgData name="Kathryn Clark (Astrea Central)" userId="d0e16b62-87cd-4242-828a-2f5e276be710" providerId="ADAL" clId="{E9E53160-A7E3-4065-A3DF-3F8FEE715E1E}" dt="2025-06-30T15:57:20.306" v="208"/>
        <pc:sldMkLst>
          <pc:docMk/>
          <pc:sldMk cId="2583529761" sldId="2744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65309983" sldId="2745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2825450557" sldId="2746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4109880761" sldId="2747"/>
        </pc:sldMkLst>
      </pc:sldChg>
      <pc:sldChg chg="add">
        <pc:chgData name="Kathryn Clark (Astrea Central)" userId="d0e16b62-87cd-4242-828a-2f5e276be710" providerId="ADAL" clId="{E9E53160-A7E3-4065-A3DF-3F8FEE715E1E}" dt="2025-06-30T15:58:21.086" v="211"/>
        <pc:sldMkLst>
          <pc:docMk/>
          <pc:sldMk cId="3203229536" sldId="2748"/>
        </pc:sldMkLst>
      </pc:sldChg>
    </pc:docChg>
  </pc:docChgLst>
  <pc:docChgLst>
    <pc:chgData name="Adam Brown (Astrea Central)" userId="e4577f1c-a0ea-4eef-9851-9bdbe8619e58" providerId="ADAL" clId="{B546AAAC-F199-43ED-9917-FB3A38A96D7B}"/>
    <pc:docChg chg="undo redo custSel modSld">
      <pc:chgData name="Adam Brown (Astrea Central)" userId="e4577f1c-a0ea-4eef-9851-9bdbe8619e58" providerId="ADAL" clId="{B546AAAC-F199-43ED-9917-FB3A38A96D7B}" dt="2025-08-06T09:56:42.250" v="34" actId="120"/>
      <pc:docMkLst>
        <pc:docMk/>
      </pc:docMkLst>
      <pc:sldChg chg="modSp mod">
        <pc:chgData name="Adam Brown (Astrea Central)" userId="e4577f1c-a0ea-4eef-9851-9bdbe8619e58" providerId="ADAL" clId="{B546AAAC-F199-43ED-9917-FB3A38A96D7B}" dt="2025-08-06T09:55:32.147" v="30" actId="1076"/>
        <pc:sldMkLst>
          <pc:docMk/>
          <pc:sldMk cId="3987619576" sldId="730"/>
        </pc:sldMkLst>
        <pc:spChg chg="mod">
          <ac:chgData name="Adam Brown (Astrea Central)" userId="e4577f1c-a0ea-4eef-9851-9bdbe8619e58" providerId="ADAL" clId="{B546AAAC-F199-43ED-9917-FB3A38A96D7B}" dt="2025-08-06T09:55:29.797" v="29" actId="1076"/>
          <ac:spMkLst>
            <pc:docMk/>
            <pc:sldMk cId="3987619576" sldId="730"/>
            <ac:spMk id="25" creationId="{02ACB1A0-7C2A-3530-95C7-A35E6B3C133E}"/>
          </ac:spMkLst>
        </pc:spChg>
        <pc:spChg chg="mod">
          <ac:chgData name="Adam Brown (Astrea Central)" userId="e4577f1c-a0ea-4eef-9851-9bdbe8619e58" providerId="ADAL" clId="{B546AAAC-F199-43ED-9917-FB3A38A96D7B}" dt="2025-08-06T09:55:32.147" v="30" actId="1076"/>
          <ac:spMkLst>
            <pc:docMk/>
            <pc:sldMk cId="3987619576" sldId="730"/>
            <ac:spMk id="27" creationId="{5AD94B8E-A3D4-9C4A-13BF-33445681FAE0}"/>
          </ac:spMkLst>
        </pc:spChg>
        <pc:graphicFrameChg chg="mod">
          <ac:chgData name="Adam Brown (Astrea Central)" userId="e4577f1c-a0ea-4eef-9851-9bdbe8619e58" providerId="ADAL" clId="{B546AAAC-F199-43ED-9917-FB3A38A96D7B}" dt="2025-08-06T09:55:29.797" v="29" actId="1076"/>
          <ac:graphicFrameMkLst>
            <pc:docMk/>
            <pc:sldMk cId="3987619576" sldId="730"/>
            <ac:graphicFrameMk id="31" creationId="{F0292B00-BBEB-9300-A386-D96A71F7CE3A}"/>
          </ac:graphicFrameMkLst>
        </pc:graphicFrameChg>
        <pc:picChg chg="mod">
          <ac:chgData name="Adam Brown (Astrea Central)" userId="e4577f1c-a0ea-4eef-9851-9bdbe8619e58" providerId="ADAL" clId="{B546AAAC-F199-43ED-9917-FB3A38A96D7B}" dt="2025-08-06T09:55:29.797" v="29" actId="1076"/>
          <ac:picMkLst>
            <pc:docMk/>
            <pc:sldMk cId="3987619576" sldId="730"/>
            <ac:picMk id="30" creationId="{9145286F-E18D-0FC5-9AF2-D4DFA82AD7D5}"/>
          </ac:picMkLst>
        </pc:picChg>
      </pc:sldChg>
      <pc:sldChg chg="modSp mod">
        <pc:chgData name="Adam Brown (Astrea Central)" userId="e4577f1c-a0ea-4eef-9851-9bdbe8619e58" providerId="ADAL" clId="{B546AAAC-F199-43ED-9917-FB3A38A96D7B}" dt="2025-08-06T09:51:44.925" v="10" actId="14100"/>
        <pc:sldMkLst>
          <pc:docMk/>
          <pc:sldMk cId="529695953" sldId="1203"/>
        </pc:sldMkLst>
        <pc:spChg chg="mod">
          <ac:chgData name="Adam Brown (Astrea Central)" userId="e4577f1c-a0ea-4eef-9851-9bdbe8619e58" providerId="ADAL" clId="{B546AAAC-F199-43ED-9917-FB3A38A96D7B}" dt="2025-08-06T09:51:44.925" v="10" actId="14100"/>
          <ac:spMkLst>
            <pc:docMk/>
            <pc:sldMk cId="529695953" sldId="1203"/>
            <ac:spMk id="13" creationId="{C06479D3-6398-5AA5-67B9-CB97ED0B10E7}"/>
          </ac:spMkLst>
        </pc:spChg>
        <pc:grpChg chg="mod">
          <ac:chgData name="Adam Brown (Astrea Central)" userId="e4577f1c-a0ea-4eef-9851-9bdbe8619e58" providerId="ADAL" clId="{B546AAAC-F199-43ED-9917-FB3A38A96D7B}" dt="2025-08-06T09:51:42.553" v="9" actId="1076"/>
          <ac:grpSpMkLst>
            <pc:docMk/>
            <pc:sldMk cId="529695953" sldId="1203"/>
            <ac:grpSpMk id="17" creationId="{FE4F50AA-670F-5188-607F-F63649481C5E}"/>
          </ac:grpSpMkLst>
        </pc:grpChg>
        <pc:graphicFrameChg chg="mod modGraphic">
          <ac:chgData name="Adam Brown (Astrea Central)" userId="e4577f1c-a0ea-4eef-9851-9bdbe8619e58" providerId="ADAL" clId="{B546AAAC-F199-43ED-9917-FB3A38A96D7B}" dt="2025-08-06T09:51:42.553" v="9" actId="1076"/>
          <ac:graphicFrameMkLst>
            <pc:docMk/>
            <pc:sldMk cId="529695953" sldId="1203"/>
            <ac:graphicFrameMk id="4" creationId="{56366789-88F9-8B67-5109-11FD87A08417}"/>
          </ac:graphicFrameMkLst>
        </pc:graphicFrameChg>
        <pc:picChg chg="mod">
          <ac:chgData name="Adam Brown (Astrea Central)" userId="e4577f1c-a0ea-4eef-9851-9bdbe8619e58" providerId="ADAL" clId="{B546AAAC-F199-43ED-9917-FB3A38A96D7B}" dt="2025-08-06T09:51:42.553" v="9" actId="1076"/>
          <ac:picMkLst>
            <pc:docMk/>
            <pc:sldMk cId="529695953" sldId="1203"/>
            <ac:picMk id="6" creationId="{40B1A5F2-D7AA-B453-71F0-CF383AF6CD86}"/>
          </ac:picMkLst>
        </pc:picChg>
        <pc:picChg chg="mod">
          <ac:chgData name="Adam Brown (Astrea Central)" userId="e4577f1c-a0ea-4eef-9851-9bdbe8619e58" providerId="ADAL" clId="{B546AAAC-F199-43ED-9917-FB3A38A96D7B}" dt="2025-08-06T09:51:42.553" v="9" actId="1076"/>
          <ac:picMkLst>
            <pc:docMk/>
            <pc:sldMk cId="529695953" sldId="1203"/>
            <ac:picMk id="8" creationId="{7C5FC538-85CE-F308-F81A-4618BEBF37A4}"/>
          </ac:picMkLst>
        </pc:picChg>
      </pc:sldChg>
      <pc:sldChg chg="modSp mod">
        <pc:chgData name="Adam Brown (Astrea Central)" userId="e4577f1c-a0ea-4eef-9851-9bdbe8619e58" providerId="ADAL" clId="{B546AAAC-F199-43ED-9917-FB3A38A96D7B}" dt="2025-08-06T09:54:11.584" v="16" actId="1076"/>
        <pc:sldMkLst>
          <pc:docMk/>
          <pc:sldMk cId="3292644395" sldId="1219"/>
        </pc:sldMkLst>
        <pc:spChg chg="mod">
          <ac:chgData name="Adam Brown (Astrea Central)" userId="e4577f1c-a0ea-4eef-9851-9bdbe8619e58" providerId="ADAL" clId="{B546AAAC-F199-43ED-9917-FB3A38A96D7B}" dt="2025-08-06T09:54:11.584" v="16" actId="1076"/>
          <ac:spMkLst>
            <pc:docMk/>
            <pc:sldMk cId="3292644395" sldId="1219"/>
            <ac:spMk id="43" creationId="{0A957A02-3138-EE4C-1955-FDB648D599E3}"/>
          </ac:spMkLst>
        </pc:spChg>
        <pc:spChg chg="mod">
          <ac:chgData name="Adam Brown (Astrea Central)" userId="e4577f1c-a0ea-4eef-9851-9bdbe8619e58" providerId="ADAL" clId="{B546AAAC-F199-43ED-9917-FB3A38A96D7B}" dt="2025-08-06T09:54:11.584" v="16" actId="1076"/>
          <ac:spMkLst>
            <pc:docMk/>
            <pc:sldMk cId="3292644395" sldId="1219"/>
            <ac:spMk id="44" creationId="{973ECD71-F32C-6DB7-9C11-22010D7B9944}"/>
          </ac:spMkLst>
        </pc:spChg>
        <pc:spChg chg="mod">
          <ac:chgData name="Adam Brown (Astrea Central)" userId="e4577f1c-a0ea-4eef-9851-9bdbe8619e58" providerId="ADAL" clId="{B546AAAC-F199-43ED-9917-FB3A38A96D7B}" dt="2025-08-06T09:53:54.606" v="13" actId="1076"/>
          <ac:spMkLst>
            <pc:docMk/>
            <pc:sldMk cId="3292644395" sldId="1219"/>
            <ac:spMk id="46" creationId="{3C13BB24-B2C7-F827-3582-A9C217F6DAAC}"/>
          </ac:spMkLst>
        </pc:spChg>
        <pc:graphicFrameChg chg="mod modGraphic">
          <ac:chgData name="Adam Brown (Astrea Central)" userId="e4577f1c-a0ea-4eef-9851-9bdbe8619e58" providerId="ADAL" clId="{B546AAAC-F199-43ED-9917-FB3A38A96D7B}" dt="2025-08-06T09:54:11.584" v="16" actId="1076"/>
          <ac:graphicFrameMkLst>
            <pc:docMk/>
            <pc:sldMk cId="3292644395" sldId="1219"/>
            <ac:graphicFrameMk id="45" creationId="{68828CDD-0D46-689E-7A21-E4FC5C649051}"/>
          </ac:graphicFrameMkLst>
        </pc:graphicFrameChg>
      </pc:sldChg>
      <pc:sldChg chg="modSp mod">
        <pc:chgData name="Adam Brown (Astrea Central)" userId="e4577f1c-a0ea-4eef-9851-9bdbe8619e58" providerId="ADAL" clId="{B546AAAC-F199-43ED-9917-FB3A38A96D7B}" dt="2025-08-06T09:54:56.107" v="26" actId="1076"/>
        <pc:sldMkLst>
          <pc:docMk/>
          <pc:sldMk cId="2268313574" sldId="1258"/>
        </pc:sldMkLst>
        <pc:spChg chg="mod">
          <ac:chgData name="Adam Brown (Astrea Central)" userId="e4577f1c-a0ea-4eef-9851-9bdbe8619e58" providerId="ADAL" clId="{B546AAAC-F199-43ED-9917-FB3A38A96D7B}" dt="2025-08-06T09:54:56.107" v="26" actId="1076"/>
          <ac:spMkLst>
            <pc:docMk/>
            <pc:sldMk cId="2268313574" sldId="1258"/>
            <ac:spMk id="3" creationId="{1A3D08B0-6566-313F-A24C-07714E973A1D}"/>
          </ac:spMkLst>
        </pc:spChg>
        <pc:spChg chg="mod">
          <ac:chgData name="Adam Brown (Astrea Central)" userId="e4577f1c-a0ea-4eef-9851-9bdbe8619e58" providerId="ADAL" clId="{B546AAAC-F199-43ED-9917-FB3A38A96D7B}" dt="2025-08-06T09:54:56.107" v="26" actId="1076"/>
          <ac:spMkLst>
            <pc:docMk/>
            <pc:sldMk cId="2268313574" sldId="1258"/>
            <ac:spMk id="12" creationId="{20CDA4F4-5FBD-0B42-318B-74CFE8030EDF}"/>
          </ac:spMkLst>
        </pc:spChg>
        <pc:grpChg chg="mod">
          <ac:chgData name="Adam Brown (Astrea Central)" userId="e4577f1c-a0ea-4eef-9851-9bdbe8619e58" providerId="ADAL" clId="{B546AAAC-F199-43ED-9917-FB3A38A96D7B}" dt="2025-08-06T09:54:56.107" v="26" actId="1076"/>
          <ac:grpSpMkLst>
            <pc:docMk/>
            <pc:sldMk cId="2268313574" sldId="1258"/>
            <ac:grpSpMk id="22" creationId="{B9D71AD2-CB4C-97C3-4741-FDDCC560B5EB}"/>
          </ac:grpSpMkLst>
        </pc:grpChg>
        <pc:grpChg chg="mod">
          <ac:chgData name="Adam Brown (Astrea Central)" userId="e4577f1c-a0ea-4eef-9851-9bdbe8619e58" providerId="ADAL" clId="{B546AAAC-F199-43ED-9917-FB3A38A96D7B}" dt="2025-08-06T09:54:56.107" v="26" actId="1076"/>
          <ac:grpSpMkLst>
            <pc:docMk/>
            <pc:sldMk cId="2268313574" sldId="1258"/>
            <ac:grpSpMk id="46" creationId="{B620A0E3-24F3-8A11-3AEB-FAAA171A6B05}"/>
          </ac:grpSpMkLst>
        </pc:grpChg>
        <pc:grpChg chg="mod">
          <ac:chgData name="Adam Brown (Astrea Central)" userId="e4577f1c-a0ea-4eef-9851-9bdbe8619e58" providerId="ADAL" clId="{B546AAAC-F199-43ED-9917-FB3A38A96D7B}" dt="2025-08-06T09:54:56.107" v="26" actId="1076"/>
          <ac:grpSpMkLst>
            <pc:docMk/>
            <pc:sldMk cId="2268313574" sldId="1258"/>
            <ac:grpSpMk id="50" creationId="{4F3E1C44-E980-2D4B-0A3D-9026EB4F5984}"/>
          </ac:grpSpMkLst>
        </pc:grpChg>
        <pc:graphicFrameChg chg="mod modGraphic">
          <ac:chgData name="Adam Brown (Astrea Central)" userId="e4577f1c-a0ea-4eef-9851-9bdbe8619e58" providerId="ADAL" clId="{B546AAAC-F199-43ED-9917-FB3A38A96D7B}" dt="2025-08-06T09:54:30.755" v="18" actId="14100"/>
          <ac:graphicFrameMkLst>
            <pc:docMk/>
            <pc:sldMk cId="2268313574" sldId="1258"/>
            <ac:graphicFrameMk id="7" creationId="{32855AAC-AC6E-4DB3-1E39-CF0874CD5D32}"/>
          </ac:graphicFrameMkLst>
        </pc:graphicFrameChg>
        <pc:graphicFrameChg chg="mod">
          <ac:chgData name="Adam Brown (Astrea Central)" userId="e4577f1c-a0ea-4eef-9851-9bdbe8619e58" providerId="ADAL" clId="{B546AAAC-F199-43ED-9917-FB3A38A96D7B}" dt="2025-08-06T09:54:50.363" v="24" actId="6549"/>
          <ac:graphicFrameMkLst>
            <pc:docMk/>
            <pc:sldMk cId="2268313574" sldId="1258"/>
            <ac:graphicFrameMk id="14" creationId="{A24A3131-9C0E-7D41-FDA6-26EA7192660C}"/>
          </ac:graphicFrameMkLst>
        </pc:graphicFrameChg>
        <pc:graphicFrameChg chg="mod modGraphic">
          <ac:chgData name="Adam Brown (Astrea Central)" userId="e4577f1c-a0ea-4eef-9851-9bdbe8619e58" providerId="ADAL" clId="{B546AAAC-F199-43ED-9917-FB3A38A96D7B}" dt="2025-08-06T09:54:56.107" v="26" actId="1076"/>
          <ac:graphicFrameMkLst>
            <pc:docMk/>
            <pc:sldMk cId="2268313574" sldId="1258"/>
            <ac:graphicFrameMk id="18" creationId="{68875B65-CA7C-416A-42D7-ED16A79E0770}"/>
          </ac:graphicFrameMkLst>
        </pc:graphicFrameChg>
      </pc:sldChg>
      <pc:sldChg chg="modSp mod">
        <pc:chgData name="Adam Brown (Astrea Central)" userId="e4577f1c-a0ea-4eef-9851-9bdbe8619e58" providerId="ADAL" clId="{B546AAAC-F199-43ED-9917-FB3A38A96D7B}" dt="2025-08-06T09:55:13.060" v="28" actId="6549"/>
        <pc:sldMkLst>
          <pc:docMk/>
          <pc:sldMk cId="1151857062" sldId="1262"/>
        </pc:sldMkLst>
        <pc:graphicFrameChg chg="mod modGraphic">
          <ac:chgData name="Adam Brown (Astrea Central)" userId="e4577f1c-a0ea-4eef-9851-9bdbe8619e58" providerId="ADAL" clId="{B546AAAC-F199-43ED-9917-FB3A38A96D7B}" dt="2025-08-06T09:55:13.060" v="28" actId="6549"/>
          <ac:graphicFrameMkLst>
            <pc:docMk/>
            <pc:sldMk cId="1151857062" sldId="1262"/>
            <ac:graphicFrameMk id="3" creationId="{BDD86CD8-35B5-2F41-FF5E-B1C85A396853}"/>
          </ac:graphicFrameMkLst>
        </pc:graphicFrameChg>
      </pc:sldChg>
      <pc:sldChg chg="modSp">
        <pc:chgData name="Adam Brown (Astrea Central)" userId="e4577f1c-a0ea-4eef-9851-9bdbe8619e58" providerId="ADAL" clId="{B546AAAC-F199-43ED-9917-FB3A38A96D7B}" dt="2025-08-06T09:55:42.661" v="32" actId="6549"/>
        <pc:sldMkLst>
          <pc:docMk/>
          <pc:sldMk cId="2456297609" sldId="1263"/>
        </pc:sldMkLst>
        <pc:graphicFrameChg chg="mod">
          <ac:chgData name="Adam Brown (Astrea Central)" userId="e4577f1c-a0ea-4eef-9851-9bdbe8619e58" providerId="ADAL" clId="{B546AAAC-F199-43ED-9917-FB3A38A96D7B}" dt="2025-08-06T09:55:39.443" v="31" actId="6549"/>
          <ac:graphicFrameMkLst>
            <pc:docMk/>
            <pc:sldMk cId="2456297609" sldId="1263"/>
            <ac:graphicFrameMk id="3" creationId="{EA87E254-BB6A-AF56-F26B-0F32EF31E245}"/>
          </ac:graphicFrameMkLst>
        </pc:graphicFrameChg>
        <pc:graphicFrameChg chg="mod">
          <ac:chgData name="Adam Brown (Astrea Central)" userId="e4577f1c-a0ea-4eef-9851-9bdbe8619e58" providerId="ADAL" clId="{B546AAAC-F199-43ED-9917-FB3A38A96D7B}" dt="2025-08-06T09:55:42.661" v="32" actId="6549"/>
          <ac:graphicFrameMkLst>
            <pc:docMk/>
            <pc:sldMk cId="2456297609" sldId="1263"/>
            <ac:graphicFrameMk id="13" creationId="{A24B47E7-C40B-C153-7D4A-DDA700A5A67A}"/>
          </ac:graphicFrameMkLst>
        </pc:graphicFrameChg>
      </pc:sldChg>
      <pc:sldChg chg="modSp mod">
        <pc:chgData name="Adam Brown (Astrea Central)" userId="e4577f1c-a0ea-4eef-9851-9bdbe8619e58" providerId="ADAL" clId="{B546AAAC-F199-43ED-9917-FB3A38A96D7B}" dt="2025-08-06T09:48:54.360" v="4" actId="20577"/>
        <pc:sldMkLst>
          <pc:docMk/>
          <pc:sldMk cId="2375111560" sldId="2613"/>
        </pc:sldMkLst>
        <pc:spChg chg="mod">
          <ac:chgData name="Adam Brown (Astrea Central)" userId="e4577f1c-a0ea-4eef-9851-9bdbe8619e58" providerId="ADAL" clId="{B546AAAC-F199-43ED-9917-FB3A38A96D7B}" dt="2025-08-06T09:48:54.360" v="4" actId="20577"/>
          <ac:spMkLst>
            <pc:docMk/>
            <pc:sldMk cId="2375111560" sldId="2613"/>
            <ac:spMk id="2" creationId="{9894DD08-3744-064D-18B1-6B19A2FADE17}"/>
          </ac:spMkLst>
        </pc:spChg>
      </pc:sldChg>
      <pc:sldChg chg="modSp mod">
        <pc:chgData name="Adam Brown (Astrea Central)" userId="e4577f1c-a0ea-4eef-9851-9bdbe8619e58" providerId="ADAL" clId="{B546AAAC-F199-43ED-9917-FB3A38A96D7B}" dt="2025-08-06T09:35:47.807" v="3" actId="14100"/>
        <pc:sldMkLst>
          <pc:docMk/>
          <pc:sldMk cId="2860981141" sldId="2634"/>
        </pc:sldMkLst>
        <pc:graphicFrameChg chg="mod modGraphic">
          <ac:chgData name="Adam Brown (Astrea Central)" userId="e4577f1c-a0ea-4eef-9851-9bdbe8619e58" providerId="ADAL" clId="{B546AAAC-F199-43ED-9917-FB3A38A96D7B}" dt="2025-08-06T09:35:47.807" v="3" actId="14100"/>
          <ac:graphicFrameMkLst>
            <pc:docMk/>
            <pc:sldMk cId="2860981141" sldId="2634"/>
            <ac:graphicFrameMk id="3" creationId="{C7B585F8-003B-A45D-70D5-13B73C1CF858}"/>
          </ac:graphicFrameMkLst>
        </pc:graphicFrameChg>
      </pc:sldChg>
      <pc:sldChg chg="modSp mod">
        <pc:chgData name="Adam Brown (Astrea Central)" userId="e4577f1c-a0ea-4eef-9851-9bdbe8619e58" providerId="ADAL" clId="{B546AAAC-F199-43ED-9917-FB3A38A96D7B}" dt="2025-08-06T09:35:34.665" v="1" actId="1076"/>
        <pc:sldMkLst>
          <pc:docMk/>
          <pc:sldMk cId="738503352" sldId="2707"/>
        </pc:sldMkLst>
        <pc:spChg chg="mod">
          <ac:chgData name="Adam Brown (Astrea Central)" userId="e4577f1c-a0ea-4eef-9851-9bdbe8619e58" providerId="ADAL" clId="{B546AAAC-F199-43ED-9917-FB3A38A96D7B}" dt="2025-08-06T09:35:34.665" v="1" actId="1076"/>
          <ac:spMkLst>
            <pc:docMk/>
            <pc:sldMk cId="738503352" sldId="2707"/>
            <ac:spMk id="7" creationId="{E7093188-5A6B-55B6-F458-791B5FA2D951}"/>
          </ac:spMkLst>
        </pc:spChg>
        <pc:spChg chg="mod">
          <ac:chgData name="Adam Brown (Astrea Central)" userId="e4577f1c-a0ea-4eef-9851-9bdbe8619e58" providerId="ADAL" clId="{B546AAAC-F199-43ED-9917-FB3A38A96D7B}" dt="2025-08-06T09:35:34.665" v="1" actId="1076"/>
          <ac:spMkLst>
            <pc:docMk/>
            <pc:sldMk cId="738503352" sldId="2707"/>
            <ac:spMk id="8" creationId="{D3DBC2B0-E4BD-03FA-EF02-FC85A1E11BB1}"/>
          </ac:spMkLst>
        </pc:spChg>
        <pc:graphicFrameChg chg="mod modGraphic">
          <ac:chgData name="Adam Brown (Astrea Central)" userId="e4577f1c-a0ea-4eef-9851-9bdbe8619e58" providerId="ADAL" clId="{B546AAAC-F199-43ED-9917-FB3A38A96D7B}" dt="2025-08-06T09:35:34.665" v="1" actId="1076"/>
          <ac:graphicFrameMkLst>
            <pc:docMk/>
            <pc:sldMk cId="738503352" sldId="2707"/>
            <ac:graphicFrameMk id="9" creationId="{866CAA32-35F5-320C-7522-04BA947D8718}"/>
          </ac:graphicFrameMkLst>
        </pc:graphicFrameChg>
      </pc:sldChg>
      <pc:sldChg chg="addSp modSp mod">
        <pc:chgData name="Adam Brown (Astrea Central)" userId="e4577f1c-a0ea-4eef-9851-9bdbe8619e58" providerId="ADAL" clId="{B546AAAC-F199-43ED-9917-FB3A38A96D7B}" dt="2025-08-06T09:50:27.884" v="6" actId="13822"/>
        <pc:sldMkLst>
          <pc:docMk/>
          <pc:sldMk cId="530186686" sldId="2744"/>
        </pc:sldMkLst>
        <pc:cxnChg chg="add mod">
          <ac:chgData name="Adam Brown (Astrea Central)" userId="e4577f1c-a0ea-4eef-9851-9bdbe8619e58" providerId="ADAL" clId="{B546AAAC-F199-43ED-9917-FB3A38A96D7B}" dt="2025-08-06T09:50:27.884" v="6" actId="13822"/>
          <ac:cxnSpMkLst>
            <pc:docMk/>
            <pc:sldMk cId="530186686" sldId="2744"/>
            <ac:cxnSpMk id="6" creationId="{6657EBDC-0C43-420D-21B8-8698E6943BBE}"/>
          </ac:cxnSpMkLst>
        </pc:cxnChg>
      </pc:sldChg>
      <pc:sldChg chg="modSp mod">
        <pc:chgData name="Adam Brown (Astrea Central)" userId="e4577f1c-a0ea-4eef-9851-9bdbe8619e58" providerId="ADAL" clId="{B546AAAC-F199-43ED-9917-FB3A38A96D7B}" dt="2025-08-06T09:56:42.250" v="34" actId="120"/>
        <pc:sldMkLst>
          <pc:docMk/>
          <pc:sldMk cId="303439746" sldId="2772"/>
        </pc:sldMkLst>
        <pc:graphicFrameChg chg="modGraphic">
          <ac:chgData name="Adam Brown (Astrea Central)" userId="e4577f1c-a0ea-4eef-9851-9bdbe8619e58" providerId="ADAL" clId="{B546AAAC-F199-43ED-9917-FB3A38A96D7B}" dt="2025-08-06T09:56:42.250" v="34" actId="120"/>
          <ac:graphicFrameMkLst>
            <pc:docMk/>
            <pc:sldMk cId="303439746" sldId="2772"/>
            <ac:graphicFrameMk id="3" creationId="{3952819D-FA62-DA03-6149-4F60B506E9B0}"/>
          </ac:graphicFrameMkLst>
        </pc:graphicFrameChg>
      </pc:sldChg>
    </pc:docChg>
  </pc:docChgLst>
  <pc:docChgLst>
    <pc:chgData name="Kathryn Clark (Astrea Central)" userId="d0e16b62-87cd-4242-828a-2f5e276be710" providerId="ADAL" clId="{247BA1CF-304F-48FC-894D-74B2A0C0C552}"/>
    <pc:docChg chg="undo custSel delSld modSld delSection modSection">
      <pc:chgData name="Kathryn Clark (Astrea Central)" userId="d0e16b62-87cd-4242-828a-2f5e276be710" providerId="ADAL" clId="{247BA1CF-304F-48FC-894D-74B2A0C0C552}" dt="2025-08-06T16:30:51.632" v="1011" actId="20577"/>
      <pc:docMkLst>
        <pc:docMk/>
      </pc:docMkLst>
      <pc:sldChg chg="addSp delSp modSp mod">
        <pc:chgData name="Kathryn Clark (Astrea Central)" userId="d0e16b62-87cd-4242-828a-2f5e276be710" providerId="ADAL" clId="{247BA1CF-304F-48FC-894D-74B2A0C0C552}" dt="2025-08-06T14:50:22.238" v="287" actId="478"/>
        <pc:sldMkLst>
          <pc:docMk/>
          <pc:sldMk cId="3872383198" sldId="257"/>
        </pc:sldMkLst>
        <pc:spChg chg="add del mod">
          <ac:chgData name="Kathryn Clark (Astrea Central)" userId="d0e16b62-87cd-4242-828a-2f5e276be710" providerId="ADAL" clId="{247BA1CF-304F-48FC-894D-74B2A0C0C552}" dt="2025-08-06T14:50:22.238" v="287" actId="478"/>
          <ac:spMkLst>
            <pc:docMk/>
            <pc:sldMk cId="3872383198" sldId="257"/>
            <ac:spMk id="11" creationId="{4C166CAC-A2B8-CFE5-7EE7-9305375B0200}"/>
          </ac:spMkLst>
        </pc:spChg>
        <pc:graphicFrameChg chg="modGraphic">
          <ac:chgData name="Kathryn Clark (Astrea Central)" userId="d0e16b62-87cd-4242-828a-2f5e276be710" providerId="ADAL" clId="{247BA1CF-304F-48FC-894D-74B2A0C0C552}" dt="2025-08-06T14:44:05.535" v="78" actId="20577"/>
          <ac:graphicFrameMkLst>
            <pc:docMk/>
            <pc:sldMk cId="3872383198" sldId="257"/>
            <ac:graphicFrameMk id="3" creationId="{00000000-0000-0000-0000-000000000000}"/>
          </ac:graphicFrameMkLst>
        </pc:graphicFrameChg>
        <pc:graphicFrameChg chg="mod modGraphic">
          <ac:chgData name="Kathryn Clark (Astrea Central)" userId="d0e16b62-87cd-4242-828a-2f5e276be710" providerId="ADAL" clId="{247BA1CF-304F-48FC-894D-74B2A0C0C552}" dt="2025-08-06T14:50:15.939" v="286" actId="1035"/>
          <ac:graphicFrameMkLst>
            <pc:docMk/>
            <pc:sldMk cId="3872383198" sldId="257"/>
            <ac:graphicFrameMk id="32" creationId="{00000000-0000-0000-0000-000000000000}"/>
          </ac:graphicFrameMkLst>
        </pc:graphicFrameChg>
        <pc:picChg chg="add mod">
          <ac:chgData name="Kathryn Clark (Astrea Central)" userId="d0e16b62-87cd-4242-828a-2f5e276be710" providerId="ADAL" clId="{247BA1CF-304F-48FC-894D-74B2A0C0C552}" dt="2025-08-06T14:45:56.486" v="102" actId="1076"/>
          <ac:picMkLst>
            <pc:docMk/>
            <pc:sldMk cId="3872383198" sldId="257"/>
            <ac:picMk id="2" creationId="{DC45867E-5541-DE5F-1038-4241C274FA7D}"/>
          </ac:picMkLst>
        </pc:picChg>
        <pc:picChg chg="add mod">
          <ac:chgData name="Kathryn Clark (Astrea Central)" userId="d0e16b62-87cd-4242-828a-2f5e276be710" providerId="ADAL" clId="{247BA1CF-304F-48FC-894D-74B2A0C0C552}" dt="2025-08-06T14:45:54.327" v="101" actId="14100"/>
          <ac:picMkLst>
            <pc:docMk/>
            <pc:sldMk cId="3872383198" sldId="257"/>
            <ac:picMk id="5" creationId="{E7E7AED8-2B72-767C-9D18-853E0B883684}"/>
          </ac:picMkLst>
        </pc:picChg>
        <pc:picChg chg="add mod">
          <ac:chgData name="Kathryn Clark (Astrea Central)" userId="d0e16b62-87cd-4242-828a-2f5e276be710" providerId="ADAL" clId="{247BA1CF-304F-48FC-894D-74B2A0C0C552}" dt="2025-08-06T14:45:57.717" v="103" actId="1076"/>
          <ac:picMkLst>
            <pc:docMk/>
            <pc:sldMk cId="3872383198" sldId="257"/>
            <ac:picMk id="6" creationId="{110C9528-BBCE-13F2-F904-C5485BE97BEA}"/>
          </ac:picMkLst>
        </pc:picChg>
        <pc:picChg chg="add mod">
          <ac:chgData name="Kathryn Clark (Astrea Central)" userId="d0e16b62-87cd-4242-828a-2f5e276be710" providerId="ADAL" clId="{247BA1CF-304F-48FC-894D-74B2A0C0C552}" dt="2025-08-06T14:45:54.327" v="101" actId="14100"/>
          <ac:picMkLst>
            <pc:docMk/>
            <pc:sldMk cId="3872383198" sldId="257"/>
            <ac:picMk id="7" creationId="{5D20B69F-AB34-77F8-1829-845D3A2D3550}"/>
          </ac:picMkLst>
        </pc:picChg>
        <pc:picChg chg="add mod">
          <ac:chgData name="Kathryn Clark (Astrea Central)" userId="d0e16b62-87cd-4242-828a-2f5e276be710" providerId="ADAL" clId="{247BA1CF-304F-48FC-894D-74B2A0C0C552}" dt="2025-08-06T14:45:54.327" v="101" actId="14100"/>
          <ac:picMkLst>
            <pc:docMk/>
            <pc:sldMk cId="3872383198" sldId="257"/>
            <ac:picMk id="8" creationId="{6D133860-0CA9-A68B-3FDC-B1F215E7F800}"/>
          </ac:picMkLst>
        </pc:picChg>
        <pc:picChg chg="add mod">
          <ac:chgData name="Kathryn Clark (Astrea Central)" userId="d0e16b62-87cd-4242-828a-2f5e276be710" providerId="ADAL" clId="{247BA1CF-304F-48FC-894D-74B2A0C0C552}" dt="2025-08-06T14:46:17.674" v="113" actId="1076"/>
          <ac:picMkLst>
            <pc:docMk/>
            <pc:sldMk cId="3872383198" sldId="257"/>
            <ac:picMk id="9" creationId="{870C43FA-C2F9-DFFF-8D5C-23B1279A401D}"/>
          </ac:picMkLst>
        </pc:picChg>
        <pc:picChg chg="mod">
          <ac:chgData name="Kathryn Clark (Astrea Central)" userId="d0e16b62-87cd-4242-828a-2f5e276be710" providerId="ADAL" clId="{247BA1CF-304F-48FC-894D-74B2A0C0C552}" dt="2025-08-06T14:46:19.196" v="114" actId="1076"/>
          <ac:picMkLst>
            <pc:docMk/>
            <pc:sldMk cId="3872383198" sldId="257"/>
            <ac:picMk id="27650" creationId="{6F197759-5193-3D2F-E71E-0C8DB3A7EE45}"/>
          </ac:picMkLst>
        </pc:picChg>
        <pc:picChg chg="mod">
          <ac:chgData name="Kathryn Clark (Astrea Central)" userId="d0e16b62-87cd-4242-828a-2f5e276be710" providerId="ADAL" clId="{247BA1CF-304F-48FC-894D-74B2A0C0C552}" dt="2025-08-06T14:46:13.977" v="111" actId="1076"/>
          <ac:picMkLst>
            <pc:docMk/>
            <pc:sldMk cId="3872383198" sldId="257"/>
            <ac:picMk id="27652" creationId="{1EC1204E-FDAA-7B85-0325-274F7ACB0963}"/>
          </ac:picMkLst>
        </pc:picChg>
        <pc:picChg chg="mod">
          <ac:chgData name="Kathryn Clark (Astrea Central)" userId="d0e16b62-87cd-4242-828a-2f5e276be710" providerId="ADAL" clId="{247BA1CF-304F-48FC-894D-74B2A0C0C552}" dt="2025-08-06T14:46:22.175" v="115" actId="1076"/>
          <ac:picMkLst>
            <pc:docMk/>
            <pc:sldMk cId="3872383198" sldId="257"/>
            <ac:picMk id="27654" creationId="{99C5255D-B1EB-D356-6B6A-E0445AF64476}"/>
          </ac:picMkLst>
        </pc:picChg>
      </pc:sldChg>
      <pc:sldChg chg="addSp delSp modSp mod modCm">
        <pc:chgData name="Kathryn Clark (Astrea Central)" userId="d0e16b62-87cd-4242-828a-2f5e276be710" providerId="ADAL" clId="{247BA1CF-304F-48FC-894D-74B2A0C0C552}" dt="2025-08-06T16:30:51.632" v="1011" actId="20577"/>
        <pc:sldMkLst>
          <pc:docMk/>
          <pc:sldMk cId="3405770585" sldId="258"/>
        </pc:sldMkLst>
        <pc:spChg chg="mod">
          <ac:chgData name="Kathryn Clark (Astrea Central)" userId="d0e16b62-87cd-4242-828a-2f5e276be710" providerId="ADAL" clId="{247BA1CF-304F-48FC-894D-74B2A0C0C552}" dt="2025-08-06T16:18:55.558" v="974" actId="1076"/>
          <ac:spMkLst>
            <pc:docMk/>
            <pc:sldMk cId="3405770585" sldId="258"/>
            <ac:spMk id="13" creationId="{9A792D72-F304-604A-BEF9-8DCC40AB7F18}"/>
          </ac:spMkLst>
        </pc:spChg>
        <pc:spChg chg="mod">
          <ac:chgData name="Kathryn Clark (Astrea Central)" userId="d0e16b62-87cd-4242-828a-2f5e276be710" providerId="ADAL" clId="{247BA1CF-304F-48FC-894D-74B2A0C0C552}" dt="2025-08-06T16:19:12.170" v="977" actId="1076"/>
          <ac:spMkLst>
            <pc:docMk/>
            <pc:sldMk cId="3405770585" sldId="258"/>
            <ac:spMk id="28" creationId="{CFEC2E0D-B4F1-5A40-9012-916FCC3B7020}"/>
          </ac:spMkLst>
        </pc:spChg>
        <pc:spChg chg="mod">
          <ac:chgData name="Kathryn Clark (Astrea Central)" userId="d0e16b62-87cd-4242-828a-2f5e276be710" providerId="ADAL" clId="{247BA1CF-304F-48FC-894D-74B2A0C0C552}" dt="2025-08-06T16:19:08.744" v="976" actId="14100"/>
          <ac:spMkLst>
            <pc:docMk/>
            <pc:sldMk cId="3405770585" sldId="258"/>
            <ac:spMk id="29" creationId="{A11C8A4C-2D19-6148-9355-4F5F2238BE5C}"/>
          </ac:spMkLst>
        </pc:spChg>
        <pc:grpChg chg="del">
          <ac:chgData name="Kathryn Clark (Astrea Central)" userId="d0e16b62-87cd-4242-828a-2f5e276be710" providerId="ADAL" clId="{247BA1CF-304F-48FC-894D-74B2A0C0C552}" dt="2025-08-06T14:50:44.618" v="293" actId="478"/>
          <ac:grpSpMkLst>
            <pc:docMk/>
            <pc:sldMk cId="3405770585" sldId="258"/>
            <ac:grpSpMk id="30" creationId="{00000000-0000-0000-0000-000000000000}"/>
          </ac:grpSpMkLst>
        </pc:grpChg>
        <pc:graphicFrameChg chg="add mod modGraphic">
          <ac:chgData name="Kathryn Clark (Astrea Central)" userId="d0e16b62-87cd-4242-828a-2f5e276be710" providerId="ADAL" clId="{247BA1CF-304F-48FC-894D-74B2A0C0C552}" dt="2025-08-06T16:30:51.632" v="1011" actId="20577"/>
          <ac:graphicFrameMkLst>
            <pc:docMk/>
            <pc:sldMk cId="3405770585" sldId="258"/>
            <ac:graphicFrameMk id="2" creationId="{CEEA57CE-0592-D019-C3EE-2E17412D4143}"/>
          </ac:graphicFrameMkLst>
        </pc:graphicFrameChg>
        <pc:graphicFrameChg chg="del mod modGraphic">
          <ac:chgData name="Kathryn Clark (Astrea Central)" userId="d0e16b62-87cd-4242-828a-2f5e276be710" providerId="ADAL" clId="{247BA1CF-304F-48FC-894D-74B2A0C0C552}" dt="2025-08-06T15:47:19.861" v="854" actId="478"/>
          <ac:graphicFrameMkLst>
            <pc:docMk/>
            <pc:sldMk cId="3405770585" sldId="258"/>
            <ac:graphicFrameMk id="22" creationId="{00000000-0000-0000-0000-000000000000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thryn Clark (Astrea Central)" userId="d0e16b62-87cd-4242-828a-2f5e276be710" providerId="ADAL" clId="{247BA1CF-304F-48FC-894D-74B2A0C0C552}" dt="2025-08-06T16:30:51.632" v="1011" actId="20577"/>
              <pc2:cmMkLst xmlns:pc2="http://schemas.microsoft.com/office/powerpoint/2019/9/main/command">
                <pc:docMk/>
                <pc:sldMk cId="3405770585" sldId="258"/>
                <pc2:cmMk id="{5147AD9B-19C4-495D-897F-D3907373A935}"/>
              </pc2:cmMkLst>
            </pc226:cmChg>
          </p:ext>
        </pc:extLst>
      </pc:sldChg>
      <pc:sldChg chg="del">
        <pc:chgData name="Kathryn Clark (Astrea Central)" userId="d0e16b62-87cd-4242-828a-2f5e276be710" providerId="ADAL" clId="{247BA1CF-304F-48FC-894D-74B2A0C0C552}" dt="2025-08-06T14:43:04.381" v="0" actId="47"/>
        <pc:sldMkLst>
          <pc:docMk/>
          <pc:sldMk cId="3577189475" sldId="259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084990881" sldId="273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107775372" sldId="274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271792515" sldId="510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1520011281" sldId="583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1908024738" sldId="686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737754641" sldId="688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1864444121" sldId="718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1937459663" sldId="719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265309983" sldId="729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987619576" sldId="730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973222117" sldId="736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494193463" sldId="739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706603858" sldId="740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825450557" sldId="742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922628727" sldId="744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529695953" sldId="1203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2979056539" sldId="1213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4253984274" sldId="1216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292644395" sldId="1219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1323390205" sldId="1235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268313574" sldId="1258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141730267" sldId="1259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008329193" sldId="1260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1147899049" sldId="1261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1151857062" sldId="1262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456297609" sldId="1263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4274479591" sldId="1265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900469656" sldId="1270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867229049" sldId="1271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1726936922" sldId="1272"/>
        </pc:sldMkLst>
      </pc:sldChg>
      <pc:sldChg chg="del">
        <pc:chgData name="Kathryn Clark (Astrea Central)" userId="d0e16b62-87cd-4242-828a-2f5e276be710" providerId="ADAL" clId="{247BA1CF-304F-48FC-894D-74B2A0C0C552}" dt="2025-08-06T14:44:39.973" v="85" actId="47"/>
        <pc:sldMkLst>
          <pc:docMk/>
          <pc:sldMk cId="722116122" sldId="1274"/>
        </pc:sldMkLst>
      </pc:sldChg>
      <pc:sldChg chg="del">
        <pc:chgData name="Kathryn Clark (Astrea Central)" userId="d0e16b62-87cd-4242-828a-2f5e276be710" providerId="ADAL" clId="{247BA1CF-304F-48FC-894D-74B2A0C0C552}" dt="2025-08-06T14:44:39.973" v="85" actId="47"/>
        <pc:sldMkLst>
          <pc:docMk/>
          <pc:sldMk cId="3248435665" sldId="1276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346473540" sldId="2609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375111560" sldId="2613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1265900831" sldId="2615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860981141" sldId="2634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440933357" sldId="2639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3492178883" sldId="2696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3527980205" sldId="2697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800564505" sldId="2698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921029909" sldId="2700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2591683603" sldId="2701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140179314" sldId="2702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2923777065" sldId="2703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3361736352" sldId="2704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1605219722" sldId="2705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738503352" sldId="2707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715339575" sldId="2708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3848619431" sldId="2709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843583959" sldId="2710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244115812" sldId="2711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684023289" sldId="2712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1996236475" sldId="2713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2351065339" sldId="2714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96827732" sldId="2715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1200818547" sldId="2716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649351142" sldId="2717"/>
        </pc:sldMkLst>
      </pc:sldChg>
      <pc:sldChg chg="del">
        <pc:chgData name="Kathryn Clark (Astrea Central)" userId="d0e16b62-87cd-4242-828a-2f5e276be710" providerId="ADAL" clId="{247BA1CF-304F-48FC-894D-74B2A0C0C552}" dt="2025-08-06T14:44:17.004" v="79" actId="47"/>
        <pc:sldMkLst>
          <pc:docMk/>
          <pc:sldMk cId="3148525930" sldId="2718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725805775" sldId="2719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2311879112" sldId="2720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3570258967" sldId="2721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1907887199" sldId="2722"/>
        </pc:sldMkLst>
      </pc:sldChg>
      <pc:sldChg chg="del">
        <pc:chgData name="Kathryn Clark (Astrea Central)" userId="d0e16b62-87cd-4242-828a-2f5e276be710" providerId="ADAL" clId="{247BA1CF-304F-48FC-894D-74B2A0C0C552}" dt="2025-08-06T14:44:28.477" v="81" actId="47"/>
        <pc:sldMkLst>
          <pc:docMk/>
          <pc:sldMk cId="3950690817" sldId="2723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7649978" sldId="2725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550387963" sldId="2726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2393471396" sldId="2727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1558718074" sldId="2728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1242708490" sldId="2729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822218257" sldId="2730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4237765148" sldId="2731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2354787100" sldId="2732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671824443" sldId="2733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2682670728" sldId="2734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269876765" sldId="2735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2551116451" sldId="2736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26515954" sldId="2737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4064081495" sldId="2738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372495540" sldId="2739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2625264916" sldId="2740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056171141" sldId="2741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393827516" sldId="2743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530186686" sldId="2744"/>
        </pc:sldMkLst>
      </pc:sldChg>
      <pc:sldChg chg="del">
        <pc:chgData name="Kathryn Clark (Astrea Central)" userId="d0e16b62-87cd-4242-828a-2f5e276be710" providerId="ADAL" clId="{247BA1CF-304F-48FC-894D-74B2A0C0C552}" dt="2025-08-06T14:44:24.179" v="80" actId="47"/>
        <pc:sldMkLst>
          <pc:docMk/>
          <pc:sldMk cId="1871282795" sldId="2745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2725294789" sldId="2749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148116952" sldId="2750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507532733" sldId="2752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420241785" sldId="2753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2003019914" sldId="2754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4278620915" sldId="2755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777841971" sldId="2756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4207511937" sldId="2757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4129393176" sldId="2758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2561133856" sldId="2765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128374997" sldId="2766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3507381526" sldId="2767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2592245757" sldId="2768"/>
        </pc:sldMkLst>
      </pc:sldChg>
      <pc:sldChg chg="del">
        <pc:chgData name="Kathryn Clark (Astrea Central)" userId="d0e16b62-87cd-4242-828a-2f5e276be710" providerId="ADAL" clId="{247BA1CF-304F-48FC-894D-74B2A0C0C552}" dt="2025-08-06T14:44:38.108" v="84" actId="47"/>
        <pc:sldMkLst>
          <pc:docMk/>
          <pc:sldMk cId="3575009653" sldId="2769"/>
        </pc:sldMkLst>
      </pc:sldChg>
      <pc:sldChg chg="del">
        <pc:chgData name="Kathryn Clark (Astrea Central)" userId="d0e16b62-87cd-4242-828a-2f5e276be710" providerId="ADAL" clId="{247BA1CF-304F-48FC-894D-74B2A0C0C552}" dt="2025-08-06T14:44:33.817" v="83" actId="47"/>
        <pc:sldMkLst>
          <pc:docMk/>
          <pc:sldMk cId="2394020783" sldId="2770"/>
        </pc:sldMkLst>
      </pc:sldChg>
      <pc:sldChg chg="del">
        <pc:chgData name="Kathryn Clark (Astrea Central)" userId="d0e16b62-87cd-4242-828a-2f5e276be710" providerId="ADAL" clId="{247BA1CF-304F-48FC-894D-74B2A0C0C552}" dt="2025-08-06T14:44:31.081" v="82" actId="47"/>
        <pc:sldMkLst>
          <pc:docMk/>
          <pc:sldMk cId="2915799323" sldId="2771"/>
        </pc:sldMkLst>
      </pc:sldChg>
      <pc:sldChg chg="del">
        <pc:chgData name="Kathryn Clark (Astrea Central)" userId="d0e16b62-87cd-4242-828a-2f5e276be710" providerId="ADAL" clId="{247BA1CF-304F-48FC-894D-74B2A0C0C552}" dt="2025-08-06T14:44:39.973" v="85" actId="47"/>
        <pc:sldMkLst>
          <pc:docMk/>
          <pc:sldMk cId="303439746" sldId="2772"/>
        </pc:sldMkLst>
      </pc:sldChg>
      <pc:sldChg chg="del">
        <pc:chgData name="Kathryn Clark (Astrea Central)" userId="d0e16b62-87cd-4242-828a-2f5e276be710" providerId="ADAL" clId="{247BA1CF-304F-48FC-894D-74B2A0C0C552}" dt="2025-08-06T14:44:39.973" v="85" actId="47"/>
        <pc:sldMkLst>
          <pc:docMk/>
          <pc:sldMk cId="2572332978" sldId="2773"/>
        </pc:sldMkLst>
      </pc:sldChg>
      <pc:sldChg chg="del">
        <pc:chgData name="Kathryn Clark (Astrea Central)" userId="d0e16b62-87cd-4242-828a-2f5e276be710" providerId="ADAL" clId="{247BA1CF-304F-48FC-894D-74B2A0C0C552}" dt="2025-08-06T14:44:39.973" v="85" actId="47"/>
        <pc:sldMkLst>
          <pc:docMk/>
          <pc:sldMk cId="2497437870" sldId="2774"/>
        </pc:sldMkLst>
      </pc:sldChg>
    </pc:docChg>
  </pc:docChgLst>
  <pc:docChgLst>
    <pc:chgData name="Kathryn Clark (Astrea Central)" userId="d0e16b62-87cd-4242-828a-2f5e276be710" providerId="ADAL" clId="{9DC0DCD2-5121-4CBD-BEDF-3B7C5B935354}"/>
    <pc:docChg chg="undo custSel addSld delSld modSld sldOrd addSection delSection modSection">
      <pc:chgData name="Kathryn Clark (Astrea Central)" userId="d0e16b62-87cd-4242-828a-2f5e276be710" providerId="ADAL" clId="{9DC0DCD2-5121-4CBD-BEDF-3B7C5B935354}" dt="2025-07-01T11:05:36.446" v="927" actId="47"/>
      <pc:docMkLst>
        <pc:docMk/>
      </pc:docMkLst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44988901" sldId="26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298809760" sldId="26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35812588" sldId="26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800818377" sldId="26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22769965" sldId="26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10446999" sldId="26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56719208" sldId="26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42899529" sldId="26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53001837" sldId="26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82240599" sldId="26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14084658" sldId="27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054399999" sldId="27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23999436" sldId="27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55687156" sldId="27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31911984" sldId="27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88137902" sldId="27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146658951" sldId="27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87637966" sldId="27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197034761" sldId="27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89196625" sldId="2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672236804" sldId="28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68544672" sldId="28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98028280" sldId="28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75977025" sldId="28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71028310" sldId="28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33324030" sldId="28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51265218" sldId="28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83040939" sldId="28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062622595" sldId="28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74314852" sldId="28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623754354" sldId="29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45467097" sldId="29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953605078" sldId="29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47600163" sldId="29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123673023" sldId="29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60333315" sldId="29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71942290" sldId="296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877068480" sldId="385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56907853" sldId="38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37162702" sldId="389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219000895" sldId="390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898110452" sldId="39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571822142" sldId="392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2383950560" sldId="39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450021662" sldId="394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866325359" sldId="39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167869659" sldId="39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520011281" sldId="58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705307990" sldId="62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420299832" sldId="68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08024738" sldId="68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754420381" sldId="68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37754641" sldId="68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97299661" sldId="69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685425301" sldId="693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534798675" sldId="696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44855750" sldId="697"/>
        </pc:sldMkLst>
      </pc:sldChg>
      <pc:sldChg chg="modSp add del mod ord modNotesTx">
        <pc:chgData name="Kathryn Clark (Astrea Central)" userId="d0e16b62-87cd-4242-828a-2f5e276be710" providerId="ADAL" clId="{9DC0DCD2-5121-4CBD-BEDF-3B7C5B935354}" dt="2025-07-01T11:01:40.992" v="895" actId="47"/>
        <pc:sldMkLst>
          <pc:docMk/>
          <pc:sldMk cId="3226401228" sldId="698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2902289112" sldId="699"/>
        </pc:sldMkLst>
      </pc:sldChg>
      <pc:sldChg chg="add del modNotesTx">
        <pc:chgData name="Kathryn Clark (Astrea Central)" userId="d0e16b62-87cd-4242-828a-2f5e276be710" providerId="ADAL" clId="{9DC0DCD2-5121-4CBD-BEDF-3B7C5B935354}" dt="2025-06-30T16:25:02.803" v="70"/>
        <pc:sldMkLst>
          <pc:docMk/>
          <pc:sldMk cId="3808954895" sldId="700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958006941" sldId="70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020095710" sldId="70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825275511" sldId="70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229741830" sldId="70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145139309" sldId="707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40744406" sldId="70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659657367" sldId="71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216392958" sldId="71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077937691" sldId="71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007198627" sldId="71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534680821" sldId="71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864444121" sldId="71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37459663" sldId="719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4123504392" sldId="72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164592704" sldId="72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754239031" sldId="72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038323404" sldId="723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387616564" sldId="724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172123028" sldId="725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629263725" sldId="726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3987164763" sldId="727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2202981554" sldId="728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980075744" sldId="72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87619576" sldId="73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973222117" sldId="73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494193463" sldId="73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06603858" sldId="740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371891853" sldId="741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943141915" sldId="742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208901415" sldId="743"/>
        </pc:sldMkLst>
      </pc:sldChg>
      <pc:sldChg chg="add del modNotesTx">
        <pc:chgData name="Kathryn Clark (Astrea Central)" userId="d0e16b62-87cd-4242-828a-2f5e276be710" providerId="ADAL" clId="{9DC0DCD2-5121-4CBD-BEDF-3B7C5B935354}" dt="2025-06-30T16:25:01.649" v="69"/>
        <pc:sldMkLst>
          <pc:docMk/>
          <pc:sldMk cId="922628727" sldId="744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1724626238" sldId="745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3567034086" sldId="746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4185088232" sldId="74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530955478" sldId="752"/>
        </pc:sldMkLst>
      </pc:sldChg>
      <pc:sldChg chg="del">
        <pc:chgData name="Kathryn Clark (Astrea Central)" userId="d0e16b62-87cd-4242-828a-2f5e276be710" providerId="ADAL" clId="{9DC0DCD2-5121-4CBD-BEDF-3B7C5B935354}" dt="2025-06-30T16:17:07.990" v="1" actId="47"/>
        <pc:sldMkLst>
          <pc:docMk/>
          <pc:sldMk cId="3364502094" sldId="7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768601689" sldId="94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02214598" sldId="95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312846986" sldId="95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753479950" sldId="95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28519001" sldId="95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54087703" sldId="95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61337165" sldId="95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37687486" sldId="95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34552584" sldId="95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403764935" sldId="95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467340240" sldId="95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824118204" sldId="96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022720388" sldId="96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1953142" sldId="96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651128130" sldId="96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623609214" sldId="96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874385786" sldId="966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962015683" sldId="96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8561353" sldId="96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825187523" sldId="96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56224976" sldId="97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031722019" sldId="97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96356508" sldId="974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99644270" sldId="97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752120071" sldId="97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76531831" sldId="98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4195919322" sldId="981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99061422" sldId="982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518942764" sldId="983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696658123" sldId="985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328723957" sldId="987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3066300513" sldId="988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594028101" sldId="989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2219029894" sldId="990"/>
        </pc:sldMkLst>
      </pc:sldChg>
      <pc:sldChg chg="del">
        <pc:chgData name="Kathryn Clark (Astrea Central)" userId="d0e16b62-87cd-4242-828a-2f5e276be710" providerId="ADAL" clId="{9DC0DCD2-5121-4CBD-BEDF-3B7C5B935354}" dt="2025-06-30T16:17:28.456" v="3" actId="47"/>
        <pc:sldMkLst>
          <pc:docMk/>
          <pc:sldMk cId="1904270567" sldId="991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010217414" sldId="992"/>
        </pc:sldMkLst>
      </pc:sldChg>
      <pc:sldChg chg="del">
        <pc:chgData name="Kathryn Clark (Astrea Central)" userId="d0e16b62-87cd-4242-828a-2f5e276be710" providerId="ADAL" clId="{9DC0DCD2-5121-4CBD-BEDF-3B7C5B935354}" dt="2025-06-30T16:17:34.001" v="4" actId="47"/>
        <pc:sldMkLst>
          <pc:docMk/>
          <pc:sldMk cId="1179576727" sldId="99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3295259342" sldId="99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253984274" sldId="121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39866304" sldId="121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92644395" sldId="121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79054774" sldId="122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497399336" sldId="123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323390205" sldId="123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33198936" sldId="125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19205928" sldId="125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268313574" sldId="125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141730267" sldId="125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008329193" sldId="126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147899049" sldId="126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151857062" sldId="126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456297609" sldId="126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644577293" sldId="126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274479591" sldId="126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098089706" sldId="126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00638804" sldId="1268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998917385" sldId="1269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900469656" sldId="1270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867229049" sldId="1271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726936922" sldId="1272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1459505126" sldId="1273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722116122" sldId="127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920620145" sldId="127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48435665" sldId="1276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978893645" sldId="260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810527692" sldId="2603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236198652" sldId="2604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1196532462" sldId="2605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2398298622" sldId="2611"/>
        </pc:sldMkLst>
      </pc:sldChg>
      <pc:sldChg chg="del">
        <pc:chgData name="Kathryn Clark (Astrea Central)" userId="d0e16b62-87cd-4242-828a-2f5e276be710" providerId="ADAL" clId="{9DC0DCD2-5121-4CBD-BEDF-3B7C5B935354}" dt="2025-06-30T16:17:37.145" v="5" actId="47"/>
        <pc:sldMkLst>
          <pc:docMk/>
          <pc:sldMk cId="456801237" sldId="266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888631115" sldId="266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78473732" sldId="2695"/>
        </pc:sldMkLst>
      </pc:sldChg>
      <pc:sldChg chg="modSp add del modNotesTx">
        <pc:chgData name="Kathryn Clark (Astrea Central)" userId="d0e16b62-87cd-4242-828a-2f5e276be710" providerId="ADAL" clId="{9DC0DCD2-5121-4CBD-BEDF-3B7C5B935354}" dt="2025-07-01T10:52:31.425" v="833" actId="20577"/>
        <pc:sldMkLst>
          <pc:docMk/>
          <pc:sldMk cId="3492178883" sldId="2696"/>
        </pc:sldMkLst>
      </pc:sldChg>
      <pc:sldChg chg="modSp add del mod modNotesTx">
        <pc:chgData name="Kathryn Clark (Astrea Central)" userId="d0e16b62-87cd-4242-828a-2f5e276be710" providerId="ADAL" clId="{9DC0DCD2-5121-4CBD-BEDF-3B7C5B935354}" dt="2025-07-01T10:55:24.604" v="856" actId="20577"/>
        <pc:sldMkLst>
          <pc:docMk/>
          <pc:sldMk cId="3527980205" sldId="2697"/>
        </pc:sldMkLst>
      </pc:sldChg>
      <pc:sldChg chg="addSp delSp modSp add del mod modNotesTx">
        <pc:chgData name="Kathryn Clark (Astrea Central)" userId="d0e16b62-87cd-4242-828a-2f5e276be710" providerId="ADAL" clId="{9DC0DCD2-5121-4CBD-BEDF-3B7C5B935354}" dt="2025-07-01T10:59:59.502" v="894" actId="478"/>
        <pc:sldMkLst>
          <pc:docMk/>
          <pc:sldMk cId="800564505" sldId="2698"/>
        </pc:sldMkLst>
      </pc:sldChg>
      <pc:sldChg chg="delSp add del mod modNotesTx">
        <pc:chgData name="Kathryn Clark (Astrea Central)" userId="d0e16b62-87cd-4242-828a-2f5e276be710" providerId="ADAL" clId="{9DC0DCD2-5121-4CBD-BEDF-3B7C5B935354}" dt="2025-07-01T11:05:36.446" v="927" actId="47"/>
        <pc:sldMkLst>
          <pc:docMk/>
          <pc:sldMk cId="689107183" sldId="2699"/>
        </pc:sldMkLst>
      </pc:sldChg>
      <pc:sldChg chg="add del modNotesTx">
        <pc:chgData name="Kathryn Clark (Astrea Central)" userId="d0e16b62-87cd-4242-828a-2f5e276be710" providerId="ADAL" clId="{9DC0DCD2-5121-4CBD-BEDF-3B7C5B935354}" dt="2025-06-30T16:24:11.947" v="64"/>
        <pc:sldMkLst>
          <pc:docMk/>
          <pc:sldMk cId="921029909" sldId="2700"/>
        </pc:sldMkLst>
      </pc:sldChg>
      <pc:sldChg chg="add del modNotesTx">
        <pc:chgData name="Kathryn Clark (Astrea Central)" userId="d0e16b62-87cd-4242-828a-2f5e276be710" providerId="ADAL" clId="{9DC0DCD2-5121-4CBD-BEDF-3B7C5B935354}" dt="2025-06-30T16:24:13.550" v="65"/>
        <pc:sldMkLst>
          <pc:docMk/>
          <pc:sldMk cId="2591683603" sldId="2701"/>
        </pc:sldMkLst>
      </pc:sldChg>
      <pc:sldChg chg="add del modNotesTx">
        <pc:chgData name="Kathryn Clark (Astrea Central)" userId="d0e16b62-87cd-4242-828a-2f5e276be710" providerId="ADAL" clId="{9DC0DCD2-5121-4CBD-BEDF-3B7C5B935354}" dt="2025-06-30T16:24:14.638" v="66"/>
        <pc:sldMkLst>
          <pc:docMk/>
          <pc:sldMk cId="140179314" sldId="2702"/>
        </pc:sldMkLst>
      </pc:sldChg>
      <pc:sldChg chg="addSp delSp modSp new mod">
        <pc:chgData name="Kathryn Clark (Astrea Central)" userId="d0e16b62-87cd-4242-828a-2f5e276be710" providerId="ADAL" clId="{9DC0DCD2-5121-4CBD-BEDF-3B7C5B935354}" dt="2025-06-30T17:34:42.349" v="694"/>
        <pc:sldMkLst>
          <pc:docMk/>
          <pc:sldMk cId="2923777065" sldId="270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4064036166" sldId="270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095329613" sldId="2704"/>
        </pc:sldMkLst>
      </pc:sldChg>
      <pc:sldChg chg="addSp delSp modSp add mod">
        <pc:chgData name="Kathryn Clark (Astrea Central)" userId="d0e16b62-87cd-4242-828a-2f5e276be710" providerId="ADAL" clId="{9DC0DCD2-5121-4CBD-BEDF-3B7C5B935354}" dt="2025-06-30T16:51:54.629" v="410" actId="1076"/>
        <pc:sldMkLst>
          <pc:docMk/>
          <pc:sldMk cId="3361736352" sldId="2704"/>
        </pc:sldMkLst>
      </pc:sldChg>
      <pc:sldChg chg="addSp modSp new mod">
        <pc:chgData name="Kathryn Clark (Astrea Central)" userId="d0e16b62-87cd-4242-828a-2f5e276be710" providerId="ADAL" clId="{9DC0DCD2-5121-4CBD-BEDF-3B7C5B935354}" dt="2025-06-30T16:52:15.990" v="415" actId="1076"/>
        <pc:sldMkLst>
          <pc:docMk/>
          <pc:sldMk cId="1605219722" sldId="2705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472423686" sldId="2705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746315300" sldId="2706"/>
        </pc:sldMkLst>
      </pc:sldChg>
      <pc:sldChg chg="addSp delSp modSp new mod">
        <pc:chgData name="Kathryn Clark (Astrea Central)" userId="d0e16b62-87cd-4242-828a-2f5e276be710" providerId="ADAL" clId="{9DC0DCD2-5121-4CBD-BEDF-3B7C5B935354}" dt="2025-07-01T11:05:33.620" v="926"/>
        <pc:sldMkLst>
          <pc:docMk/>
          <pc:sldMk cId="3239936472" sldId="2706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93292637" sldId="2707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329243498" sldId="2708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501259011" sldId="2709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343074288" sldId="2710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694266614" sldId="2711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389567068" sldId="2712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1838999864" sldId="271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3626947470" sldId="2714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490285267" sldId="271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857558838" sldId="271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5549879" sldId="271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660213305" sldId="271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982959648" sldId="271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044138969" sldId="272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131534759" sldId="272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336694868" sldId="272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279240226" sldId="2723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672075193" sldId="2724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578618602" sldId="272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271499334" sldId="272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827505513" sldId="272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634526352" sldId="272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820953386" sldId="272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3158602697" sldId="273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046473592" sldId="273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550113328" sldId="273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244038654" sldId="2733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91852916" sldId="2734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538936063" sldId="2735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4041451842" sldId="2736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007235271" sldId="2737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708647637" sldId="2738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717132647" sldId="2739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933710123" sldId="2740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1633011772" sldId="2741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2490732034" sldId="2742"/>
        </pc:sldMkLst>
      </pc:sldChg>
      <pc:sldChg chg="del">
        <pc:chgData name="Kathryn Clark (Astrea Central)" userId="d0e16b62-87cd-4242-828a-2f5e276be710" providerId="ADAL" clId="{9DC0DCD2-5121-4CBD-BEDF-3B7C5B935354}" dt="2025-06-30T16:17:40.713" v="6" actId="47"/>
        <pc:sldMkLst>
          <pc:docMk/>
          <pc:sldMk cId="919257085" sldId="2743"/>
        </pc:sldMkLst>
      </pc:sldChg>
      <pc:sldChg chg="del">
        <pc:chgData name="Kathryn Clark (Astrea Central)" userId="d0e16b62-87cd-4242-828a-2f5e276be710" providerId="ADAL" clId="{9DC0DCD2-5121-4CBD-BEDF-3B7C5B935354}" dt="2025-06-30T16:17:01.924" v="0" actId="47"/>
        <pc:sldMkLst>
          <pc:docMk/>
          <pc:sldMk cId="2583529761" sldId="2744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65309983" sldId="2745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2825450557" sldId="2746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4109880761" sldId="2747"/>
        </pc:sldMkLst>
      </pc:sldChg>
      <pc:sldChg chg="del">
        <pc:chgData name="Kathryn Clark (Astrea Central)" userId="d0e16b62-87cd-4242-828a-2f5e276be710" providerId="ADAL" clId="{9DC0DCD2-5121-4CBD-BEDF-3B7C5B935354}" dt="2025-06-30T16:17:18.533" v="2" actId="47"/>
        <pc:sldMkLst>
          <pc:docMk/>
          <pc:sldMk cId="3203229536" sldId="2748"/>
        </pc:sldMkLst>
      </pc:sldChg>
    </pc:docChg>
  </pc:docChgLst>
  <pc:docChgLst>
    <pc:chgData name="Kathryn Clark (Astrea Central)" userId="d0e16b62-87cd-4242-828a-2f5e276be710" providerId="ADAL" clId="{19CD6828-3A08-4F98-B6C5-E5A747E4B7D1}"/>
    <pc:docChg chg="undo redo custSel addSld delSld modSld sldOrd addSection delSection modSection">
      <pc:chgData name="Kathryn Clark (Astrea Central)" userId="d0e16b62-87cd-4242-828a-2f5e276be710" providerId="ADAL" clId="{19CD6828-3A08-4F98-B6C5-E5A747E4B7D1}" dt="2025-08-06T12:52:22.618" v="45359" actId="1036"/>
      <pc:docMkLst>
        <pc:docMk/>
      </pc:docMkLst>
      <pc:sldChg chg="addSp modSp mod">
        <pc:chgData name="Kathryn Clark (Astrea Central)" userId="d0e16b62-87cd-4242-828a-2f5e276be710" providerId="ADAL" clId="{19CD6828-3A08-4F98-B6C5-E5A747E4B7D1}" dt="2025-08-04T16:33:43.394" v="45341" actId="20577"/>
        <pc:sldMkLst>
          <pc:docMk/>
          <pc:sldMk cId="3872383198" sldId="257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872383198" sldId="257"/>
            <ac:spMk id="4" creationId="{00000000-0000-0000-0000-000000000000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872383198" sldId="257"/>
            <ac:spMk id="33" creationId="{00000000-0000-0000-0000-000000000000}"/>
          </ac:spMkLst>
        </pc:spChg>
        <pc:graphicFrameChg chg="modGraphic">
          <ac:chgData name="Kathryn Clark (Astrea Central)" userId="d0e16b62-87cd-4242-828a-2f5e276be710" providerId="ADAL" clId="{19CD6828-3A08-4F98-B6C5-E5A747E4B7D1}" dt="2025-08-04T16:33:43.394" v="45341" actId="20577"/>
          <ac:graphicFrameMkLst>
            <pc:docMk/>
            <pc:sldMk cId="3872383198" sldId="257"/>
            <ac:graphicFrameMk id="3" creationId="{00000000-0000-0000-0000-000000000000}"/>
          </ac:graphicFrameMkLst>
        </pc:graphicFrameChg>
        <pc:graphicFrameChg chg="modGraphic">
          <ac:chgData name="Kathryn Clark (Astrea Central)" userId="d0e16b62-87cd-4242-828a-2f5e276be710" providerId="ADAL" clId="{19CD6828-3A08-4F98-B6C5-E5A747E4B7D1}" dt="2025-07-25T13:39:46.133" v="10568" actId="790"/>
          <ac:graphicFrameMkLst>
            <pc:docMk/>
            <pc:sldMk cId="3872383198" sldId="257"/>
            <ac:graphicFrameMk id="15" creationId="{00000000-0000-0000-0000-000000000000}"/>
          </ac:graphicFrameMkLst>
        </pc:graphicFrameChg>
        <pc:graphicFrameChg chg="mod modGraphic">
          <ac:chgData name="Kathryn Clark (Astrea Central)" userId="d0e16b62-87cd-4242-828a-2f5e276be710" providerId="ADAL" clId="{19CD6828-3A08-4F98-B6C5-E5A747E4B7D1}" dt="2025-08-04T14:52:10.381" v="45336" actId="242"/>
          <ac:graphicFrameMkLst>
            <pc:docMk/>
            <pc:sldMk cId="3872383198" sldId="257"/>
            <ac:graphicFrameMk id="32" creationId="{00000000-0000-0000-0000-000000000000}"/>
          </ac:graphicFrameMkLst>
        </pc:graphicFrameChg>
        <pc:picChg chg="add mod">
          <ac:chgData name="Kathryn Clark (Astrea Central)" userId="d0e16b62-87cd-4242-828a-2f5e276be710" providerId="ADAL" clId="{19CD6828-3A08-4F98-B6C5-E5A747E4B7D1}" dt="2025-08-04T11:14:25.939" v="44080" actId="1076"/>
          <ac:picMkLst>
            <pc:docMk/>
            <pc:sldMk cId="3872383198" sldId="257"/>
            <ac:picMk id="27650" creationId="{6F197759-5193-3D2F-E71E-0C8DB3A7EE45}"/>
          </ac:picMkLst>
        </pc:picChg>
        <pc:picChg chg="add mod">
          <ac:chgData name="Kathryn Clark (Astrea Central)" userId="d0e16b62-87cd-4242-828a-2f5e276be710" providerId="ADAL" clId="{19CD6828-3A08-4F98-B6C5-E5A747E4B7D1}" dt="2025-08-04T11:10:00.304" v="44076" actId="1076"/>
          <ac:picMkLst>
            <pc:docMk/>
            <pc:sldMk cId="3872383198" sldId="257"/>
            <ac:picMk id="27652" creationId="{1EC1204E-FDAA-7B85-0325-274F7ACB0963}"/>
          </ac:picMkLst>
        </pc:picChg>
        <pc:picChg chg="add mod">
          <ac:chgData name="Kathryn Clark (Astrea Central)" userId="d0e16b62-87cd-4242-828a-2f5e276be710" providerId="ADAL" clId="{19CD6828-3A08-4F98-B6C5-E5A747E4B7D1}" dt="2025-08-04T11:09:57.435" v="44074" actId="14100"/>
          <ac:picMkLst>
            <pc:docMk/>
            <pc:sldMk cId="3872383198" sldId="257"/>
            <ac:picMk id="27654" creationId="{99C5255D-B1EB-D356-6B6A-E0445AF64476}"/>
          </ac:picMkLst>
        </pc:picChg>
      </pc:sldChg>
      <pc:sldChg chg="modSp mod modCm">
        <pc:chgData name="Kathryn Clark (Astrea Central)" userId="d0e16b62-87cd-4242-828a-2f5e276be710" providerId="ADAL" clId="{19CD6828-3A08-4F98-B6C5-E5A747E4B7D1}" dt="2025-08-04T11:22:39.093" v="44275" actId="20577"/>
        <pc:sldMkLst>
          <pc:docMk/>
          <pc:sldMk cId="3405770585" sldId="258"/>
        </pc:sldMkLst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405770585" sldId="258"/>
            <ac:spMk id="8" creationId="{00000000-0000-0000-0000-000000000000}"/>
          </ac:spMkLst>
        </pc:spChg>
        <pc:spChg chg="mod">
          <ac:chgData name="Kathryn Clark (Astrea Central)" userId="d0e16b62-87cd-4242-828a-2f5e276be710" providerId="ADAL" clId="{19CD6828-3A08-4F98-B6C5-E5A747E4B7D1}" dt="2025-08-04T11:22:39.093" v="44275" actId="20577"/>
          <ac:spMkLst>
            <pc:docMk/>
            <pc:sldMk cId="3405770585" sldId="258"/>
            <ac:spMk id="13" creationId="{9A792D72-F304-604A-BEF9-8DCC40AB7F18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405770585" sldId="258"/>
            <ac:spMk id="28" creationId="{CFEC2E0D-B4F1-5A40-9012-916FCC3B7020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405770585" sldId="258"/>
            <ac:spMk id="29" creationId="{A11C8A4C-2D19-6148-9355-4F5F2238BE5C}"/>
          </ac:spMkLst>
        </pc:spChg>
        <pc:spChg chg="mod">
          <ac:chgData name="Kathryn Clark (Astrea Central)" userId="d0e16b62-87cd-4242-828a-2f5e276be710" providerId="ADAL" clId="{19CD6828-3A08-4F98-B6C5-E5A747E4B7D1}" dt="2025-07-25T13:39:46.133" v="10568" actId="790"/>
          <ac:spMkLst>
            <pc:docMk/>
            <pc:sldMk cId="3405770585" sldId="258"/>
            <ac:spMk id="36" creationId="{3117BEEC-0E58-1341-A11D-9DBDBB61BE29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Kathryn Clark (Astrea Central)" userId="d0e16b62-87cd-4242-828a-2f5e276be710" providerId="ADAL" clId="{19CD6828-3A08-4F98-B6C5-E5A747E4B7D1}" dt="2025-08-04T11:22:39.093" v="44275" actId="20577"/>
              <pc2:cmMkLst xmlns:pc2="http://schemas.microsoft.com/office/powerpoint/2019/9/main/command">
                <pc:docMk/>
                <pc:sldMk cId="3405770585" sldId="258"/>
                <pc2:cmMk id="{5147AD9B-19C4-495D-897F-D3907373A935}"/>
              </pc2:cmMkLst>
            </pc226:cmChg>
          </p:ext>
        </pc:extLst>
      </pc:sldChg>
      <pc:sldChg chg="modSp mod modShow">
        <pc:chgData name="Kathryn Clark (Astrea Central)" userId="d0e16b62-87cd-4242-828a-2f5e276be710" providerId="ADAL" clId="{19CD6828-3A08-4F98-B6C5-E5A747E4B7D1}" dt="2025-07-29T15:22:57.653" v="14511" actId="729"/>
        <pc:sldMkLst>
          <pc:docMk/>
          <pc:sldMk cId="3577189475" sldId="259"/>
        </pc:sldMkLst>
      </pc:sldChg>
      <pc:sldChg chg="modSp add del mod">
        <pc:chgData name="Kathryn Clark (Astrea Central)" userId="d0e16b62-87cd-4242-828a-2f5e276be710" providerId="ADAL" clId="{19CD6828-3A08-4F98-B6C5-E5A747E4B7D1}" dt="2025-07-30T08:54:12.332" v="15922" actId="47"/>
        <pc:sldMkLst>
          <pc:docMk/>
          <pc:sldMk cId="4122743361" sldId="2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084990881" sldId="273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20:33.953" v="16822" actId="113"/>
        <pc:sldMkLst>
          <pc:docMk/>
          <pc:sldMk cId="3107775372" sldId="274"/>
        </pc:sldMkLst>
      </pc:sldChg>
      <pc:sldChg chg="add del mod modShow">
        <pc:chgData name="Kathryn Clark (Astrea Central)" userId="d0e16b62-87cd-4242-828a-2f5e276be710" providerId="ADAL" clId="{19CD6828-3A08-4F98-B6C5-E5A747E4B7D1}" dt="2025-07-30T12:39:36.096" v="20015" actId="47"/>
        <pc:sldMkLst>
          <pc:docMk/>
          <pc:sldMk cId="450605746" sldId="279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45:59.030" v="17508" actId="20577"/>
        <pc:sldMkLst>
          <pc:docMk/>
          <pc:sldMk cId="2271792515" sldId="51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5:35.473" v="44306" actId="1076"/>
        <pc:sldMkLst>
          <pc:docMk/>
          <pc:sldMk cId="1520011281" sldId="583"/>
        </pc:sldMkLst>
      </pc:sldChg>
      <pc:sldChg chg="addSp modSp add mod">
        <pc:chgData name="Kathryn Clark (Astrea Central)" userId="d0e16b62-87cd-4242-828a-2f5e276be710" providerId="ADAL" clId="{19CD6828-3A08-4F98-B6C5-E5A747E4B7D1}" dt="2025-08-04T14:04:29.160" v="44499" actId="207"/>
        <pc:sldMkLst>
          <pc:docMk/>
          <pc:sldMk cId="3705307990" sldId="62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908024738" sldId="68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5:26.484" v="44303" actId="242"/>
        <pc:sldMkLst>
          <pc:docMk/>
          <pc:sldMk cId="737754641" sldId="688"/>
        </pc:sldMkLst>
      </pc:sldChg>
      <pc:sldChg chg="modSp del mod ord">
        <pc:chgData name="Kathryn Clark (Astrea Central)" userId="d0e16b62-87cd-4242-828a-2f5e276be710" providerId="ADAL" clId="{19CD6828-3A08-4F98-B6C5-E5A747E4B7D1}" dt="2025-07-29T13:36:25.072" v="11346" actId="47"/>
        <pc:sldMkLst>
          <pc:docMk/>
          <pc:sldMk cId="3808954895" sldId="700"/>
        </pc:sldMkLst>
      </pc:sldChg>
      <pc:sldChg chg="addSp modSp add del mod">
        <pc:chgData name="Kathryn Clark (Astrea Central)" userId="d0e16b62-87cd-4242-828a-2f5e276be710" providerId="ADAL" clId="{19CD6828-3A08-4F98-B6C5-E5A747E4B7D1}" dt="2025-07-31T11:05:28.792" v="25778" actId="47"/>
        <pc:sldMkLst>
          <pc:docMk/>
          <pc:sldMk cId="2077937691" sldId="715"/>
        </pc:sldMkLst>
      </pc:sldChg>
      <pc:sldChg chg="add del">
        <pc:chgData name="Kathryn Clark (Astrea Central)" userId="d0e16b62-87cd-4242-828a-2f5e276be710" providerId="ADAL" clId="{19CD6828-3A08-4F98-B6C5-E5A747E4B7D1}" dt="2025-07-31T11:08:56.416" v="25823" actId="47"/>
        <pc:sldMkLst>
          <pc:docMk/>
          <pc:sldMk cId="1007198627" sldId="716"/>
        </pc:sldMkLst>
      </pc:sldChg>
      <pc:sldChg chg="add del">
        <pc:chgData name="Kathryn Clark (Astrea Central)" userId="d0e16b62-87cd-4242-828a-2f5e276be710" providerId="ADAL" clId="{19CD6828-3A08-4F98-B6C5-E5A747E4B7D1}" dt="2025-07-31T11:15:16.354" v="26025" actId="47"/>
        <pc:sldMkLst>
          <pc:docMk/>
          <pc:sldMk cId="3534680821" sldId="717"/>
        </pc:sldMkLst>
      </pc:sldChg>
      <pc:sldChg chg="addSp delSp modSp add mod">
        <pc:chgData name="Kathryn Clark (Astrea Central)" userId="d0e16b62-87cd-4242-828a-2f5e276be710" providerId="ADAL" clId="{19CD6828-3A08-4F98-B6C5-E5A747E4B7D1}" dt="2025-07-31T11:15:14.090" v="26024" actId="20577"/>
        <pc:sldMkLst>
          <pc:docMk/>
          <pc:sldMk cId="1864444121" sldId="71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3:55:46.621" v="44308" actId="1035"/>
        <pc:sldMkLst>
          <pc:docMk/>
          <pc:sldMk cId="1937459663" sldId="719"/>
        </pc:sldMkLst>
      </pc:sldChg>
      <pc:sldChg chg="add del">
        <pc:chgData name="Kathryn Clark (Astrea Central)" userId="d0e16b62-87cd-4242-828a-2f5e276be710" providerId="ADAL" clId="{19CD6828-3A08-4F98-B6C5-E5A747E4B7D1}" dt="2025-08-01T10:09:39.416" v="26778" actId="47"/>
        <pc:sldMkLst>
          <pc:docMk/>
          <pc:sldMk cId="4164592704" sldId="721"/>
        </pc:sldMkLst>
      </pc:sldChg>
      <pc:sldChg chg="addSp delSp modSp add mod">
        <pc:chgData name="Kathryn Clark (Astrea Central)" userId="d0e16b62-87cd-4242-828a-2f5e276be710" providerId="ADAL" clId="{19CD6828-3A08-4F98-B6C5-E5A747E4B7D1}" dt="2025-08-01T11:49:12.436" v="28138" actId="1076"/>
        <pc:sldMkLst>
          <pc:docMk/>
          <pc:sldMk cId="3265309983" sldId="729"/>
        </pc:sldMkLst>
      </pc:sldChg>
      <pc:sldChg chg="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87619576" sldId="730"/>
        </pc:sldMkLst>
      </pc:sldChg>
      <pc:sldChg chg="modSp add mod">
        <pc:chgData name="Kathryn Clark (Astrea Central)" userId="d0e16b62-87cd-4242-828a-2f5e276be710" providerId="ADAL" clId="{19CD6828-3A08-4F98-B6C5-E5A747E4B7D1}" dt="2025-08-04T14:29:41.290" v="45223" actId="113"/>
        <pc:sldMkLst>
          <pc:docMk/>
          <pc:sldMk cId="2973222117" sldId="736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41:00.456" v="45270" actId="1036"/>
        <pc:sldMkLst>
          <pc:docMk/>
          <pc:sldMk cId="3494193463" sldId="739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30:33.300" v="45258" actId="113"/>
        <pc:sldMkLst>
          <pc:docMk/>
          <pc:sldMk cId="706603858" sldId="74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30:22.670" v="45253" actId="113"/>
        <pc:sldMkLst>
          <pc:docMk/>
          <pc:sldMk cId="2825450557" sldId="742"/>
        </pc:sldMkLst>
      </pc:sldChg>
      <pc:sldChg chg="add del">
        <pc:chgData name="Kathryn Clark (Astrea Central)" userId="d0e16b62-87cd-4242-828a-2f5e276be710" providerId="ADAL" clId="{19CD6828-3A08-4F98-B6C5-E5A747E4B7D1}" dt="2025-08-01T12:08:41.022" v="28308" actId="47"/>
        <pc:sldMkLst>
          <pc:docMk/>
          <pc:sldMk cId="4109880761" sldId="743"/>
        </pc:sldMkLst>
      </pc:sldChg>
      <pc:sldChg chg="addSp delSp modSp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22628727" sldId="744"/>
        </pc:sldMkLst>
      </pc:sldChg>
      <pc:sldChg chg="add del">
        <pc:chgData name="Kathryn Clark (Astrea Central)" userId="d0e16b62-87cd-4242-828a-2f5e276be710" providerId="ADAL" clId="{19CD6828-3A08-4F98-B6C5-E5A747E4B7D1}" dt="2025-08-01T10:09:40.307" v="26780" actId="47"/>
        <pc:sldMkLst>
          <pc:docMk/>
          <pc:sldMk cId="3530955478" sldId="75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529695953" sldId="1203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2:46:13.622" v="20085" actId="1076"/>
        <pc:sldMkLst>
          <pc:docMk/>
          <pc:sldMk cId="2979056539" sldId="121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3:54:34.276" v="44279" actId="1076"/>
        <pc:sldMkLst>
          <pc:docMk/>
          <pc:sldMk cId="4253984274" sldId="121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292644395" sldId="1219"/>
        </pc:sldMkLst>
      </pc:sldChg>
      <pc:sldChg chg="add del">
        <pc:chgData name="Kathryn Clark (Astrea Central)" userId="d0e16b62-87cd-4242-828a-2f5e276be710" providerId="ADAL" clId="{19CD6828-3A08-4F98-B6C5-E5A747E4B7D1}" dt="2025-08-01T10:09:37.267" v="26775" actId="47"/>
        <pc:sldMkLst>
          <pc:docMk/>
          <pc:sldMk cId="179054774" sldId="1221"/>
        </pc:sldMkLst>
      </pc:sldChg>
      <pc:sldChg chg="add del">
        <pc:chgData name="Kathryn Clark (Astrea Central)" userId="d0e16b62-87cd-4242-828a-2f5e276be710" providerId="ADAL" clId="{19CD6828-3A08-4F98-B6C5-E5A747E4B7D1}" dt="2025-08-01T10:09:36.576" v="26774" actId="47"/>
        <pc:sldMkLst>
          <pc:docMk/>
          <pc:sldMk cId="1497399336" sldId="1234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323390205" sldId="1235"/>
        </pc:sldMkLst>
      </pc:sldChg>
      <pc:sldChg chg="add del">
        <pc:chgData name="Kathryn Clark (Astrea Central)" userId="d0e16b62-87cd-4242-828a-2f5e276be710" providerId="ADAL" clId="{19CD6828-3A08-4F98-B6C5-E5A747E4B7D1}" dt="2025-08-01T10:09:38.768" v="26777" actId="47"/>
        <pc:sldMkLst>
          <pc:docMk/>
          <pc:sldMk cId="433198936" sldId="1256"/>
        </pc:sldMkLst>
      </pc:sldChg>
      <pc:sldChg chg="add del">
        <pc:chgData name="Kathryn Clark (Astrea Central)" userId="d0e16b62-87cd-4242-828a-2f5e276be710" providerId="ADAL" clId="{19CD6828-3A08-4F98-B6C5-E5A747E4B7D1}" dt="2025-08-01T10:09:39.850" v="26779" actId="47"/>
        <pc:sldMkLst>
          <pc:docMk/>
          <pc:sldMk cId="3919205928" sldId="1257"/>
        </pc:sldMkLst>
      </pc:sldChg>
      <pc:sldChg chg="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268313574" sldId="1258"/>
        </pc:sldMkLst>
      </pc:sldChg>
      <pc:sldChg chg="add del">
        <pc:chgData name="Kathryn Clark (Astrea Central)" userId="d0e16b62-87cd-4242-828a-2f5e276be710" providerId="ADAL" clId="{19CD6828-3A08-4F98-B6C5-E5A747E4B7D1}" dt="2025-08-01T13:19:08.659" v="30509"/>
        <pc:sldMkLst>
          <pc:docMk/>
          <pc:sldMk cId="3141730267" sldId="1259"/>
        </pc:sldMkLst>
      </pc:sldChg>
      <pc:sldChg chg="delSp modSp add del mod">
        <pc:chgData name="Kathryn Clark (Astrea Central)" userId="d0e16b62-87cd-4242-828a-2f5e276be710" providerId="ADAL" clId="{19CD6828-3A08-4F98-B6C5-E5A747E4B7D1}" dt="2025-08-04T14:28:47.748" v="45199" actId="1037"/>
        <pc:sldMkLst>
          <pc:docMk/>
          <pc:sldMk cId="2008329193" sldId="1260"/>
        </pc:sldMkLst>
      </pc:sldChg>
      <pc:sldChg chg="delSp add del mod">
        <pc:chgData name="Kathryn Clark (Astrea Central)" userId="d0e16b62-87cd-4242-828a-2f5e276be710" providerId="ADAL" clId="{19CD6828-3A08-4F98-B6C5-E5A747E4B7D1}" dt="2025-08-01T11:21:28.636" v="27585" actId="478"/>
        <pc:sldMkLst>
          <pc:docMk/>
          <pc:sldMk cId="1147899049" sldId="1261"/>
        </pc:sldMkLst>
      </pc:sldChg>
      <pc:sldChg chg="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151857062" sldId="126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456297609" sldId="1263"/>
        </pc:sldMkLst>
      </pc:sldChg>
      <pc:sldChg chg="modSp add mod">
        <pc:chgData name="Kathryn Clark (Astrea Central)" userId="d0e16b62-87cd-4242-828a-2f5e276be710" providerId="ADAL" clId="{19CD6828-3A08-4F98-B6C5-E5A747E4B7D1}" dt="2025-08-04T14:29:08.346" v="45209" actId="113"/>
        <pc:sldMkLst>
          <pc:docMk/>
          <pc:sldMk cId="4274479591" sldId="1265"/>
        </pc:sldMkLst>
      </pc:sldChg>
      <pc:sldChg chg="add del">
        <pc:chgData name="Kathryn Clark (Astrea Central)" userId="d0e16b62-87cd-4242-828a-2f5e276be710" providerId="ADAL" clId="{19CD6828-3A08-4F98-B6C5-E5A747E4B7D1}" dt="2025-08-04T09:35:50.922" v="41772"/>
        <pc:sldMkLst>
          <pc:docMk/>
          <pc:sldMk cId="1998917385" sldId="1269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00469656" sldId="1270"/>
        </pc:sldMkLst>
      </pc:sldChg>
      <pc:sldChg chg="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867229049" sldId="1271"/>
        </pc:sldMkLst>
      </pc:sldChg>
      <pc:sldChg chg="modSp add mod">
        <pc:chgData name="Kathryn Clark (Astrea Central)" userId="d0e16b62-87cd-4242-828a-2f5e276be710" providerId="ADAL" clId="{19CD6828-3A08-4F98-B6C5-E5A747E4B7D1}" dt="2025-08-04T14:08:05.211" v="44568" actId="1035"/>
        <pc:sldMkLst>
          <pc:docMk/>
          <pc:sldMk cId="1726936922" sldId="12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22116122" sldId="1274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0:59:01.133" v="43832" actId="164"/>
        <pc:sldMkLst>
          <pc:docMk/>
          <pc:sldMk cId="3248435665" sldId="1276"/>
        </pc:sldMkLst>
      </pc:sldChg>
      <pc:sldChg chg="add del">
        <pc:chgData name="Kathryn Clark (Astrea Central)" userId="d0e16b62-87cd-4242-828a-2f5e276be710" providerId="ADAL" clId="{19CD6828-3A08-4F98-B6C5-E5A747E4B7D1}" dt="2025-07-24T10:44:32.908" v="227" actId="47"/>
        <pc:sldMkLst>
          <pc:docMk/>
          <pc:sldMk cId="1803683105" sldId="2600"/>
        </pc:sldMkLst>
      </pc:sldChg>
      <pc:sldChg chg="addSp delSp modSp add mod chgLayout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46473540" sldId="2609"/>
        </pc:sldMkLst>
      </pc:sldChg>
      <pc:sldChg chg="add del">
        <pc:chgData name="Kathryn Clark (Astrea Central)" userId="d0e16b62-87cd-4242-828a-2f5e276be710" providerId="ADAL" clId="{19CD6828-3A08-4F98-B6C5-E5A747E4B7D1}" dt="2025-07-24T10:44:32.324" v="226" actId="47"/>
        <pc:sldMkLst>
          <pc:docMk/>
          <pc:sldMk cId="2955568586" sldId="2610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375111560" sldId="261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265900831" sldId="2615"/>
        </pc:sldMkLst>
      </pc:sldChg>
      <pc:sldChg chg="add del">
        <pc:chgData name="Kathryn Clark (Astrea Central)" userId="d0e16b62-87cd-4242-828a-2f5e276be710" providerId="ADAL" clId="{19CD6828-3A08-4F98-B6C5-E5A747E4B7D1}" dt="2025-07-24T10:44:42.716" v="238" actId="47"/>
        <pc:sldMkLst>
          <pc:docMk/>
          <pc:sldMk cId="2885549358" sldId="2615"/>
        </pc:sldMkLst>
      </pc:sldChg>
      <pc:sldChg chg="add del">
        <pc:chgData name="Kathryn Clark (Astrea Central)" userId="d0e16b62-87cd-4242-828a-2f5e276be710" providerId="ADAL" clId="{19CD6828-3A08-4F98-B6C5-E5A747E4B7D1}" dt="2025-07-24T10:44:38.713" v="234" actId="47"/>
        <pc:sldMkLst>
          <pc:docMk/>
          <pc:sldMk cId="2293880816" sldId="2620"/>
        </pc:sldMkLst>
      </pc:sldChg>
      <pc:sldChg chg="add del">
        <pc:chgData name="Kathryn Clark (Astrea Central)" userId="d0e16b62-87cd-4242-828a-2f5e276be710" providerId="ADAL" clId="{19CD6828-3A08-4F98-B6C5-E5A747E4B7D1}" dt="2025-07-24T10:44:44.152" v="240" actId="47"/>
        <pc:sldMkLst>
          <pc:docMk/>
          <pc:sldMk cId="3318039991" sldId="2621"/>
        </pc:sldMkLst>
      </pc:sldChg>
      <pc:sldChg chg="add del">
        <pc:chgData name="Kathryn Clark (Astrea Central)" userId="d0e16b62-87cd-4242-828a-2f5e276be710" providerId="ADAL" clId="{19CD6828-3A08-4F98-B6C5-E5A747E4B7D1}" dt="2025-07-24T10:44:35.377" v="228" actId="47"/>
        <pc:sldMkLst>
          <pc:docMk/>
          <pc:sldMk cId="3726160329" sldId="2629"/>
        </pc:sldMkLst>
      </pc:sldChg>
      <pc:sldChg chg="add del">
        <pc:chgData name="Kathryn Clark (Astrea Central)" userId="d0e16b62-87cd-4242-828a-2f5e276be710" providerId="ADAL" clId="{19CD6828-3A08-4F98-B6C5-E5A747E4B7D1}" dt="2025-07-24T10:44:36.280" v="230" actId="47"/>
        <pc:sldMkLst>
          <pc:docMk/>
          <pc:sldMk cId="2460304022" sldId="2630"/>
        </pc:sldMkLst>
      </pc:sldChg>
      <pc:sldChg chg="add del">
        <pc:chgData name="Kathryn Clark (Astrea Central)" userId="d0e16b62-87cd-4242-828a-2f5e276be710" providerId="ADAL" clId="{19CD6828-3A08-4F98-B6C5-E5A747E4B7D1}" dt="2025-07-24T10:44:35.754" v="229" actId="47"/>
        <pc:sldMkLst>
          <pc:docMk/>
          <pc:sldMk cId="60254147" sldId="2633"/>
        </pc:sldMkLst>
      </pc:sldChg>
      <pc:sldChg chg="addSp delSp modSp add del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860981141" sldId="2634"/>
        </pc:sldMkLst>
      </pc:sldChg>
      <pc:sldChg chg="add del">
        <pc:chgData name="Kathryn Clark (Astrea Central)" userId="d0e16b62-87cd-4242-828a-2f5e276be710" providerId="ADAL" clId="{19CD6828-3A08-4F98-B6C5-E5A747E4B7D1}" dt="2025-07-24T10:44:37.276" v="232" actId="47"/>
        <pc:sldMkLst>
          <pc:docMk/>
          <pc:sldMk cId="2802140507" sldId="2635"/>
        </pc:sldMkLst>
      </pc:sldChg>
      <pc:sldChg chg="add del">
        <pc:chgData name="Kathryn Clark (Astrea Central)" userId="d0e16b62-87cd-4242-828a-2f5e276be710" providerId="ADAL" clId="{19CD6828-3A08-4F98-B6C5-E5A747E4B7D1}" dt="2025-07-24T10:44:43.634" v="239" actId="47"/>
        <pc:sldMkLst>
          <pc:docMk/>
          <pc:sldMk cId="2896592550" sldId="2637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46:14.394" v="17524" actId="20577"/>
        <pc:sldMkLst>
          <pc:docMk/>
          <pc:sldMk cId="440933357" sldId="2639"/>
        </pc:sldMkLst>
      </pc:sldChg>
      <pc:sldChg chg="add del">
        <pc:chgData name="Kathryn Clark (Astrea Central)" userId="d0e16b62-87cd-4242-828a-2f5e276be710" providerId="ADAL" clId="{19CD6828-3A08-4F98-B6C5-E5A747E4B7D1}" dt="2025-07-24T10:44:37.796" v="233" actId="47"/>
        <pc:sldMkLst>
          <pc:docMk/>
          <pc:sldMk cId="3118846309" sldId="2644"/>
        </pc:sldMkLst>
      </pc:sldChg>
      <pc:sldChg chg="add del">
        <pc:chgData name="Kathryn Clark (Astrea Central)" userId="d0e16b62-87cd-4242-828a-2f5e276be710" providerId="ADAL" clId="{19CD6828-3A08-4F98-B6C5-E5A747E4B7D1}" dt="2025-07-24T10:44:39.662" v="235" actId="47"/>
        <pc:sldMkLst>
          <pc:docMk/>
          <pc:sldMk cId="4289431191" sldId="2646"/>
        </pc:sldMkLst>
      </pc:sldChg>
      <pc:sldChg chg="add del">
        <pc:chgData name="Kathryn Clark (Astrea Central)" userId="d0e16b62-87cd-4242-828a-2f5e276be710" providerId="ADAL" clId="{19CD6828-3A08-4F98-B6C5-E5A747E4B7D1}" dt="2025-07-24T10:44:45.698" v="242" actId="47"/>
        <pc:sldMkLst>
          <pc:docMk/>
          <pc:sldMk cId="3237239891" sldId="2647"/>
        </pc:sldMkLst>
      </pc:sldChg>
      <pc:sldChg chg="add del">
        <pc:chgData name="Kathryn Clark (Astrea Central)" userId="d0e16b62-87cd-4242-828a-2f5e276be710" providerId="ADAL" clId="{19CD6828-3A08-4F98-B6C5-E5A747E4B7D1}" dt="2025-07-24T10:44:44.808" v="241" actId="47"/>
        <pc:sldMkLst>
          <pc:docMk/>
          <pc:sldMk cId="2393022665" sldId="2648"/>
        </pc:sldMkLst>
      </pc:sldChg>
      <pc:sldChg chg="add del">
        <pc:chgData name="Kathryn Clark (Astrea Central)" userId="d0e16b62-87cd-4242-828a-2f5e276be710" providerId="ADAL" clId="{19CD6828-3A08-4F98-B6C5-E5A747E4B7D1}" dt="2025-07-24T10:44:40.985" v="237" actId="47"/>
        <pc:sldMkLst>
          <pc:docMk/>
          <pc:sldMk cId="3018605485" sldId="2690"/>
        </pc:sldMkLst>
      </pc:sldChg>
      <pc:sldChg chg="addSp delSp modSp mod">
        <pc:chgData name="Kathryn Clark (Astrea Central)" userId="d0e16b62-87cd-4242-828a-2f5e276be710" providerId="ADAL" clId="{19CD6828-3A08-4F98-B6C5-E5A747E4B7D1}" dt="2025-07-29T15:25:08.725" v="14541" actId="255"/>
        <pc:sldMkLst>
          <pc:docMk/>
          <pc:sldMk cId="3492178883" sldId="2696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27980205" sldId="2697"/>
        </pc:sldMkLst>
      </pc:sldChg>
      <pc:sldChg chg="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800564505" sldId="2698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21029909" sldId="2700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91683603" sldId="2701"/>
        </pc:sldMkLst>
      </pc:sldChg>
      <pc:sldChg chg="addSp delSp modSp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40179314" sldId="2702"/>
        </pc:sldMkLst>
      </pc:sldChg>
      <pc:sldChg chg="addSp modSp mod">
        <pc:chgData name="Kathryn Clark (Astrea Central)" userId="d0e16b62-87cd-4242-828a-2f5e276be710" providerId="ADAL" clId="{19CD6828-3A08-4F98-B6C5-E5A747E4B7D1}" dt="2025-07-29T14:54:44.901" v="13913" actId="1076"/>
        <pc:sldMkLst>
          <pc:docMk/>
          <pc:sldMk cId="2923777065" sldId="2703"/>
        </pc:sldMkLst>
      </pc:sldChg>
      <pc:sldChg chg="addSp modSp mod">
        <pc:chgData name="Kathryn Clark (Astrea Central)" userId="d0e16b62-87cd-4242-828a-2f5e276be710" providerId="ADAL" clId="{19CD6828-3A08-4F98-B6C5-E5A747E4B7D1}" dt="2025-08-04T14:04:17.161" v="44497" actId="1036"/>
        <pc:sldMkLst>
          <pc:docMk/>
          <pc:sldMk cId="3361736352" sldId="2704"/>
        </pc:sldMkLst>
      </pc:sldChg>
      <pc:sldChg chg="addSp delSp modSp mod">
        <pc:chgData name="Kathryn Clark (Astrea Central)" userId="d0e16b62-87cd-4242-828a-2f5e276be710" providerId="ADAL" clId="{19CD6828-3A08-4F98-B6C5-E5A747E4B7D1}" dt="2025-07-29T14:59:45.940" v="14036" actId="14100"/>
        <pc:sldMkLst>
          <pc:docMk/>
          <pc:sldMk cId="1605219722" sldId="2705"/>
        </pc:sldMkLst>
      </pc:sldChg>
      <pc:sldChg chg="modSp del mod">
        <pc:chgData name="Kathryn Clark (Astrea Central)" userId="d0e16b62-87cd-4242-828a-2f5e276be710" providerId="ADAL" clId="{19CD6828-3A08-4F98-B6C5-E5A747E4B7D1}" dt="2025-07-29T13:01:07.238" v="10626" actId="47"/>
        <pc:sldMkLst>
          <pc:docMk/>
          <pc:sldMk cId="3239936472" sldId="2706"/>
        </pc:sldMkLst>
      </pc:sldChg>
      <pc:sldChg chg="add del">
        <pc:chgData name="Kathryn Clark (Astrea Central)" userId="d0e16b62-87cd-4242-828a-2f5e276be710" providerId="ADAL" clId="{19CD6828-3A08-4F98-B6C5-E5A747E4B7D1}" dt="2025-07-24T10:44:46.329" v="243" actId="47"/>
        <pc:sldMkLst>
          <pc:docMk/>
          <pc:sldMk cId="661777489" sldId="2707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38503352" sldId="270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715339575" sldId="2708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848619431" sldId="2709"/>
        </pc:sldMkLst>
      </pc:sldChg>
      <pc:sldChg chg="addSp modSp new mod">
        <pc:chgData name="Kathryn Clark (Astrea Central)" userId="d0e16b62-87cd-4242-828a-2f5e276be710" providerId="ADAL" clId="{19CD6828-3A08-4F98-B6C5-E5A747E4B7D1}" dt="2025-07-29T15:02:57.363" v="14108" actId="14100"/>
        <pc:sldMkLst>
          <pc:docMk/>
          <pc:sldMk cId="843583959" sldId="2710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244115812" sldId="2711"/>
        </pc:sldMkLst>
      </pc:sldChg>
      <pc:sldChg chg="addSp delSp modSp new mod">
        <pc:chgData name="Kathryn Clark (Astrea Central)" userId="d0e16b62-87cd-4242-828a-2f5e276be710" providerId="ADAL" clId="{19CD6828-3A08-4F98-B6C5-E5A747E4B7D1}" dt="2025-07-29T15:03:32.312" v="14114" actId="14100"/>
        <pc:sldMkLst>
          <pc:docMk/>
          <pc:sldMk cId="2684023289" sldId="2712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6T12:52:22.618" v="45359" actId="1036"/>
        <pc:sldMkLst>
          <pc:docMk/>
          <pc:sldMk cId="1996236475" sldId="2713"/>
        </pc:sldMkLst>
        <pc:spChg chg="add mod">
          <ac:chgData name="Kathryn Clark (Astrea Central)" userId="d0e16b62-87cd-4242-828a-2f5e276be710" providerId="ADAL" clId="{19CD6828-3A08-4F98-B6C5-E5A747E4B7D1}" dt="2025-08-06T12:52:22.618" v="45359" actId="1036"/>
          <ac:spMkLst>
            <pc:docMk/>
            <pc:sldMk cId="1996236475" sldId="2713"/>
            <ac:spMk id="6" creationId="{9CDA6251-956B-C23E-CDF2-8DC50A0940C2}"/>
          </ac:spMkLst>
        </pc:spChg>
      </pc:sldChg>
      <pc:sldChg chg="addSp delSp modSp add mod">
        <pc:chgData name="Kathryn Clark (Astrea Central)" userId="d0e16b62-87cd-4242-828a-2f5e276be710" providerId="ADAL" clId="{19CD6828-3A08-4F98-B6C5-E5A747E4B7D1}" dt="2025-07-25T13:39:46.133" v="10568" actId="790"/>
        <pc:sldMkLst>
          <pc:docMk/>
          <pc:sldMk cId="2351065339" sldId="2714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96827732" sldId="2715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200818547" sldId="2716"/>
        </pc:sldMkLst>
      </pc:sldChg>
      <pc:sldChg chg="addSp delSp modSp add mod ord">
        <pc:chgData name="Kathryn Clark (Astrea Central)" userId="d0e16b62-87cd-4242-828a-2f5e276be710" providerId="ADAL" clId="{19CD6828-3A08-4F98-B6C5-E5A747E4B7D1}" dt="2025-07-29T15:03:52.359" v="14117" actId="14100"/>
        <pc:sldMkLst>
          <pc:docMk/>
          <pc:sldMk cId="649351142" sldId="2717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3:19:55.563" v="21267" actId="14100"/>
        <pc:sldMkLst>
          <pc:docMk/>
          <pc:sldMk cId="3148525930" sldId="2718"/>
        </pc:sldMkLst>
      </pc:sldChg>
      <pc:sldChg chg="add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725805775" sldId="2719"/>
        </pc:sldMkLst>
      </pc:sldChg>
      <pc:sldChg chg="addSp delSp modSp add mod ord modShow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311879112" sldId="272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70258967" sldId="272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3:29.592" v="44470" actId="1037"/>
        <pc:sldMkLst>
          <pc:docMk/>
          <pc:sldMk cId="1907887199" sldId="2722"/>
        </pc:sldMkLst>
      </pc:sldChg>
      <pc:sldChg chg="add del">
        <pc:chgData name="Kathryn Clark (Astrea Central)" userId="d0e16b62-87cd-4242-828a-2f5e276be710" providerId="ADAL" clId="{19CD6828-3A08-4F98-B6C5-E5A747E4B7D1}" dt="2025-07-29T14:19:04.231" v="12826" actId="47"/>
        <pc:sldMkLst>
          <pc:docMk/>
          <pc:sldMk cId="4064705746" sldId="2722"/>
        </pc:sldMkLst>
      </pc:sldChg>
      <pc:sldChg chg="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950690817" sldId="2723"/>
        </pc:sldMkLst>
      </pc:sldChg>
      <pc:sldChg chg="new del">
        <pc:chgData name="Kathryn Clark (Astrea Central)" userId="d0e16b62-87cd-4242-828a-2f5e276be710" providerId="ADAL" clId="{19CD6828-3A08-4F98-B6C5-E5A747E4B7D1}" dt="2025-07-29T15:21:46.845" v="14502" actId="47"/>
        <pc:sldMkLst>
          <pc:docMk/>
          <pc:sldMk cId="545438253" sldId="2724"/>
        </pc:sldMkLst>
      </pc:sldChg>
      <pc:sldChg chg="add del">
        <pc:chgData name="Kathryn Clark (Astrea Central)" userId="d0e16b62-87cd-4242-828a-2f5e276be710" providerId="ADAL" clId="{19CD6828-3A08-4F98-B6C5-E5A747E4B7D1}" dt="2025-07-30T08:55:07.985" v="15926" actId="47"/>
        <pc:sldMkLst>
          <pc:docMk/>
          <pc:sldMk cId="2272257009" sldId="2724"/>
        </pc:sldMkLst>
      </pc:sldChg>
      <pc:sldChg chg="addSp delSp modSp add mod">
        <pc:chgData name="Kathryn Clark (Astrea Central)" userId="d0e16b62-87cd-4242-828a-2f5e276be710" providerId="ADAL" clId="{19CD6828-3A08-4F98-B6C5-E5A747E4B7D1}" dt="2025-07-30T13:16:35.510" v="21160" actId="1036"/>
        <pc:sldMkLst>
          <pc:docMk/>
          <pc:sldMk cId="37649978" sldId="2725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29.282" v="45355" actId="20577"/>
        <pc:sldMkLst>
          <pc:docMk/>
          <pc:sldMk cId="550387963" sldId="2726"/>
        </pc:sldMkLst>
      </pc:sldChg>
      <pc:sldChg chg="addSp delSp modSp add mod">
        <pc:chgData name="Kathryn Clark (Astrea Central)" userId="d0e16b62-87cd-4242-828a-2f5e276be710" providerId="ADAL" clId="{19CD6828-3A08-4F98-B6C5-E5A747E4B7D1}" dt="2025-07-30T09:26:56.815" v="17020" actId="1036"/>
        <pc:sldMkLst>
          <pc:docMk/>
          <pc:sldMk cId="2393471396" sldId="272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1:33.173" v="44377" actId="14100"/>
        <pc:sldMkLst>
          <pc:docMk/>
          <pc:sldMk cId="1558718074" sldId="2728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11.368" v="44421" actId="14100"/>
        <pc:sldMkLst>
          <pc:docMk/>
          <pc:sldMk cId="1242708490" sldId="2729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6:44.715" v="22319" actId="1076"/>
        <pc:sldMkLst>
          <pc:docMk/>
          <pc:sldMk cId="3822218257" sldId="2730"/>
        </pc:sldMkLst>
      </pc:sldChg>
      <pc:sldChg chg="add del ord">
        <pc:chgData name="Kathryn Clark (Astrea Central)" userId="d0e16b62-87cd-4242-828a-2f5e276be710" providerId="ADAL" clId="{19CD6828-3A08-4F98-B6C5-E5A747E4B7D1}" dt="2025-07-30T09:48:38.038" v="17628" actId="47"/>
        <pc:sldMkLst>
          <pc:docMk/>
          <pc:sldMk cId="3594365347" sldId="273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237765148" sldId="2731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16.053" v="22324" actId="20577"/>
        <pc:sldMkLst>
          <pc:docMk/>
          <pc:sldMk cId="2354787100" sldId="273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671824443" sldId="2733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27.811" v="22327" actId="20577"/>
        <pc:sldMkLst>
          <pc:docMk/>
          <pc:sldMk cId="2682670728" sldId="2734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7:36.096" v="22330" actId="20577"/>
        <pc:sldMkLst>
          <pc:docMk/>
          <pc:sldMk cId="3269876765" sldId="2735"/>
        </pc:sldMkLst>
      </pc:sldChg>
      <pc:sldChg chg="modSp add mod">
        <pc:chgData name="Kathryn Clark (Astrea Central)" userId="d0e16b62-87cd-4242-828a-2f5e276be710" providerId="ADAL" clId="{19CD6828-3A08-4F98-B6C5-E5A747E4B7D1}" dt="2025-07-30T10:41:05.390" v="18810" actId="404"/>
        <pc:sldMkLst>
          <pc:docMk/>
          <pc:sldMk cId="2551116451" sldId="2736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26515954" sldId="2737"/>
        </pc:sldMkLst>
      </pc:sldChg>
      <pc:sldChg chg="add del">
        <pc:chgData name="Kathryn Clark (Astrea Central)" userId="d0e16b62-87cd-4242-828a-2f5e276be710" providerId="ADAL" clId="{19CD6828-3A08-4F98-B6C5-E5A747E4B7D1}" dt="2025-07-30T10:44:13.738" v="18861"/>
        <pc:sldMkLst>
          <pc:docMk/>
          <pc:sldMk cId="803180155" sldId="2737"/>
        </pc:sldMkLst>
      </pc:sldChg>
      <pc:sldChg chg="add del">
        <pc:chgData name="Kathryn Clark (Astrea Central)" userId="d0e16b62-87cd-4242-828a-2f5e276be710" providerId="ADAL" clId="{19CD6828-3A08-4F98-B6C5-E5A747E4B7D1}" dt="2025-07-30T10:41:29.614" v="18812"/>
        <pc:sldMkLst>
          <pc:docMk/>
          <pc:sldMk cId="3765666445" sldId="2737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064081495" sldId="273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372495540" sldId="2739"/>
        </pc:sldMkLst>
      </pc:sldChg>
      <pc:sldChg chg="addSp delSp modSp add mod">
        <pc:chgData name="Kathryn Clark (Astrea Central)" userId="d0e16b62-87cd-4242-828a-2f5e276be710" providerId="ADAL" clId="{19CD6828-3A08-4F98-B6C5-E5A747E4B7D1}" dt="2025-07-31T09:38:04.684" v="22338" actId="113"/>
        <pc:sldMkLst>
          <pc:docMk/>
          <pc:sldMk cId="2625264916" sldId="2740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50.873" v="44438" actId="1036"/>
        <pc:sldMkLst>
          <pc:docMk/>
          <pc:sldMk cId="3056171141" sldId="2741"/>
        </pc:sldMkLst>
      </pc:sldChg>
      <pc:sldChg chg="addSp delSp modSp add del mod ord">
        <pc:chgData name="Kathryn Clark (Astrea Central)" userId="d0e16b62-87cd-4242-828a-2f5e276be710" providerId="ADAL" clId="{19CD6828-3A08-4F98-B6C5-E5A747E4B7D1}" dt="2025-07-31T10:39:21.379" v="25059" actId="47"/>
        <pc:sldMkLst>
          <pc:docMk/>
          <pc:sldMk cId="73778366" sldId="274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1:47.061" v="44379" actId="14100"/>
        <pc:sldMkLst>
          <pc:docMk/>
          <pc:sldMk cId="393827516" sldId="274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2:06.480" v="44420" actId="1036"/>
        <pc:sldMkLst>
          <pc:docMk/>
          <pc:sldMk cId="530186686" sldId="2744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3:03.299" v="44465" actId="14100"/>
        <pc:sldMkLst>
          <pc:docMk/>
          <pc:sldMk cId="1871282795" sldId="2745"/>
        </pc:sldMkLst>
      </pc:sldChg>
      <pc:sldChg chg="delSp add del mod">
        <pc:chgData name="Kathryn Clark (Astrea Central)" userId="d0e16b62-87cd-4242-828a-2f5e276be710" providerId="ADAL" clId="{19CD6828-3A08-4F98-B6C5-E5A747E4B7D1}" dt="2025-07-31T10:58:39.775" v="25529" actId="47"/>
        <pc:sldMkLst>
          <pc:docMk/>
          <pc:sldMk cId="3203229536" sldId="2748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725294789" sldId="2749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148116952" sldId="2750"/>
        </pc:sldMkLst>
      </pc:sldChg>
      <pc:sldChg chg="delSp add del mod ord">
        <pc:chgData name="Kathryn Clark (Astrea Central)" userId="d0e16b62-87cd-4242-828a-2f5e276be710" providerId="ADAL" clId="{19CD6828-3A08-4F98-B6C5-E5A747E4B7D1}" dt="2025-08-01T11:32:00.043" v="27728" actId="47"/>
        <pc:sldMkLst>
          <pc:docMk/>
          <pc:sldMk cId="2101533061" sldId="2751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507532733" sldId="2752"/>
        </pc:sldMkLst>
      </pc:sldChg>
      <pc:sldChg chg="addSp delSp modSp new mod">
        <pc:chgData name="Kathryn Clark (Astrea Central)" userId="d0e16b62-87cd-4242-828a-2f5e276be710" providerId="ADAL" clId="{19CD6828-3A08-4F98-B6C5-E5A747E4B7D1}" dt="2025-08-04T14:28:28.617" v="45187" actId="113"/>
        <pc:sldMkLst>
          <pc:docMk/>
          <pc:sldMk cId="2420241785" sldId="2753"/>
        </pc:sldMkLst>
      </pc:sldChg>
      <pc:sldChg chg="add del">
        <pc:chgData name="Kathryn Clark (Astrea Central)" userId="d0e16b62-87cd-4242-828a-2f5e276be710" providerId="ADAL" clId="{19CD6828-3A08-4F98-B6C5-E5A747E4B7D1}" dt="2025-08-01T10:09:43.533" v="26786" actId="47"/>
        <pc:sldMkLst>
          <pc:docMk/>
          <pc:sldMk cId="3265309983" sldId="275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003019914" sldId="2754"/>
        </pc:sldMkLst>
      </pc:sldChg>
      <pc:sldChg chg="addSp delSp modSp add mod">
        <pc:chgData name="Kathryn Clark (Astrea Central)" userId="d0e16b62-87cd-4242-828a-2f5e276be710" providerId="ADAL" clId="{19CD6828-3A08-4F98-B6C5-E5A747E4B7D1}" dt="2025-08-01T13:27:57.558" v="30673"/>
        <pc:sldMkLst>
          <pc:docMk/>
          <pc:sldMk cId="4278620915" sldId="2755"/>
        </pc:sldMkLst>
      </pc:sldChg>
      <pc:sldChg chg="new del">
        <pc:chgData name="Kathryn Clark (Astrea Central)" userId="d0e16b62-87cd-4242-828a-2f5e276be710" providerId="ADAL" clId="{19CD6828-3A08-4F98-B6C5-E5A747E4B7D1}" dt="2025-08-01T12:53:45.213" v="30154" actId="680"/>
        <pc:sldMkLst>
          <pc:docMk/>
          <pc:sldMk cId="1867542935" sldId="2756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14:08:49.703" v="44586" actId="1036"/>
        <pc:sldMkLst>
          <pc:docMk/>
          <pc:sldMk cId="3777841971" sldId="2756"/>
        </pc:sldMkLst>
      </pc:sldChg>
      <pc:sldChg chg="add del">
        <pc:chgData name="Kathryn Clark (Astrea Central)" userId="d0e16b62-87cd-4242-828a-2f5e276be710" providerId="ADAL" clId="{19CD6828-3A08-4F98-B6C5-E5A747E4B7D1}" dt="2025-08-01T13:45:07.308" v="30976"/>
        <pc:sldMkLst>
          <pc:docMk/>
          <pc:sldMk cId="3316018198" sldId="275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207511937" sldId="275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4129393176" sldId="2758"/>
        </pc:sldMkLst>
      </pc:sldChg>
      <pc:sldChg chg="add del">
        <pc:chgData name="Kathryn Clark (Astrea Central)" userId="d0e16b62-87cd-4242-828a-2f5e276be710" providerId="ADAL" clId="{19CD6828-3A08-4F98-B6C5-E5A747E4B7D1}" dt="2025-08-01T15:39:15.143" v="34290" actId="47"/>
        <pc:sldMkLst>
          <pc:docMk/>
          <pc:sldMk cId="2490302120" sldId="2759"/>
        </pc:sldMkLst>
      </pc:sldChg>
      <pc:sldChg chg="addSp delSp modSp add del mod ord">
        <pc:chgData name="Kathryn Clark (Astrea Central)" userId="d0e16b62-87cd-4242-828a-2f5e276be710" providerId="ADAL" clId="{19CD6828-3A08-4F98-B6C5-E5A747E4B7D1}" dt="2025-08-01T16:12:06.205" v="35906" actId="47"/>
        <pc:sldMkLst>
          <pc:docMk/>
          <pc:sldMk cId="1745287727" sldId="2760"/>
        </pc:sldMkLst>
      </pc:sldChg>
      <pc:sldChg chg="add del ord">
        <pc:chgData name="Kathryn Clark (Astrea Central)" userId="d0e16b62-87cd-4242-828a-2f5e276be710" providerId="ADAL" clId="{19CD6828-3A08-4F98-B6C5-E5A747E4B7D1}" dt="2025-08-01T16:42:09.330" v="36638" actId="47"/>
        <pc:sldMkLst>
          <pc:docMk/>
          <pc:sldMk cId="1155721706" sldId="2761"/>
        </pc:sldMkLst>
      </pc:sldChg>
      <pc:sldChg chg="add del">
        <pc:chgData name="Kathryn Clark (Astrea Central)" userId="d0e16b62-87cd-4242-828a-2f5e276be710" providerId="ADAL" clId="{19CD6828-3A08-4F98-B6C5-E5A747E4B7D1}" dt="2025-08-01T16:42:56.515" v="36639" actId="47"/>
        <pc:sldMkLst>
          <pc:docMk/>
          <pc:sldMk cId="2038539790" sldId="2762"/>
        </pc:sldMkLst>
      </pc:sldChg>
      <pc:sldChg chg="add del">
        <pc:chgData name="Kathryn Clark (Astrea Central)" userId="d0e16b62-87cd-4242-828a-2f5e276be710" providerId="ADAL" clId="{19CD6828-3A08-4F98-B6C5-E5A747E4B7D1}" dt="2025-08-01T16:42:57.038" v="36640" actId="47"/>
        <pc:sldMkLst>
          <pc:docMk/>
          <pc:sldMk cId="3827536999" sldId="2763"/>
        </pc:sldMkLst>
      </pc:sldChg>
      <pc:sldChg chg="add del">
        <pc:chgData name="Kathryn Clark (Astrea Central)" userId="d0e16b62-87cd-4242-828a-2f5e276be710" providerId="ADAL" clId="{19CD6828-3A08-4F98-B6C5-E5A747E4B7D1}" dt="2025-08-01T16:43:04.215" v="36641" actId="47"/>
        <pc:sldMkLst>
          <pc:docMk/>
          <pc:sldMk cId="2631822624" sldId="2764"/>
        </pc:sldMkLst>
      </pc:sldChg>
      <pc:sldChg chg="delSp add del mod">
        <pc:chgData name="Kathryn Clark (Astrea Central)" userId="d0e16b62-87cd-4242-828a-2f5e276be710" providerId="ADAL" clId="{19CD6828-3A08-4F98-B6C5-E5A747E4B7D1}" dt="2025-08-01T15:44:41.827" v="34392" actId="47"/>
        <pc:sldMkLst>
          <pc:docMk/>
          <pc:sldMk cId="1099546865" sldId="2765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61133856" sldId="2765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14:27:31.703" v="45153" actId="113"/>
        <pc:sldMkLst>
          <pc:docMk/>
          <pc:sldMk cId="128374997" sldId="2766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4:27:49.779" v="45159" actId="113"/>
        <pc:sldMkLst>
          <pc:docMk/>
          <pc:sldMk cId="3507381526" sldId="2767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2592245757" sldId="2768"/>
        </pc:sldMkLst>
      </pc:sldChg>
      <pc:sldChg chg="addSp delSp modSp add mod ord">
        <pc:chgData name="Kathryn Clark (Astrea Central)" userId="d0e16b62-87cd-4242-828a-2f5e276be710" providerId="ADAL" clId="{19CD6828-3A08-4F98-B6C5-E5A747E4B7D1}" dt="2025-08-01T18:29:27.412" v="39448"/>
        <pc:sldMkLst>
          <pc:docMk/>
          <pc:sldMk cId="3575009653" sldId="2769"/>
        </pc:sldMkLst>
      </pc:sldChg>
      <pc:sldChg chg="addSp delSp modSp new mod ord">
        <pc:chgData name="Kathryn Clark (Astrea Central)" userId="d0e16b62-87cd-4242-828a-2f5e276be710" providerId="ADAL" clId="{19CD6828-3A08-4F98-B6C5-E5A747E4B7D1}" dt="2025-08-04T09:26:44.906" v="41124" actId="1076"/>
        <pc:sldMkLst>
          <pc:docMk/>
          <pc:sldMk cId="2394020783" sldId="2770"/>
        </pc:sldMkLst>
      </pc:sldChg>
      <pc:sldChg chg="addSp modSp new del mod">
        <pc:chgData name="Kathryn Clark (Astrea Central)" userId="d0e16b62-87cd-4242-828a-2f5e276be710" providerId="ADAL" clId="{19CD6828-3A08-4F98-B6C5-E5A747E4B7D1}" dt="2025-08-01T18:35:50.598" v="39895" actId="47"/>
        <pc:sldMkLst>
          <pc:docMk/>
          <pc:sldMk cId="2033803928" sldId="2771"/>
        </pc:sldMkLst>
      </pc:sldChg>
      <pc:sldChg chg="addSp modSp add mod">
        <pc:chgData name="Kathryn Clark (Astrea Central)" userId="d0e16b62-87cd-4242-828a-2f5e276be710" providerId="ADAL" clId="{19CD6828-3A08-4F98-B6C5-E5A747E4B7D1}" dt="2025-08-04T13:55:58.627" v="44315" actId="1036"/>
        <pc:sldMkLst>
          <pc:docMk/>
          <pc:sldMk cId="2915799323" sldId="2771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6:52:08.130" v="45344"/>
        <pc:sldMkLst>
          <pc:docMk/>
          <pc:sldMk cId="303439746" sldId="2772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9:33.532" v="44609" actId="1036"/>
        <pc:sldMkLst>
          <pc:docMk/>
          <pc:sldMk cId="2572332978" sldId="2773"/>
        </pc:sldMkLst>
      </pc:sldChg>
      <pc:sldChg chg="addSp delSp modSp add mod">
        <pc:chgData name="Kathryn Clark (Astrea Central)" userId="d0e16b62-87cd-4242-828a-2f5e276be710" providerId="ADAL" clId="{19CD6828-3A08-4F98-B6C5-E5A747E4B7D1}" dt="2025-08-04T14:09:44.638" v="44617" actId="20577"/>
        <pc:sldMkLst>
          <pc:docMk/>
          <pc:sldMk cId="2497437870" sldId="2774"/>
        </pc:sldMkLst>
      </pc:sldChg>
    </pc:docChg>
  </pc:docChgLst>
  <pc:docChgLst>
    <pc:chgData name="Adam Brown (Astrea Central)" userId="S::adam.brown@astreaacademytrust.org::e4577f1c-a0ea-4eef-9851-9bdbe8619e58" providerId="AD" clId="Web-{77350A8A-9B00-74A0-621F-18BFA3A67EFF}"/>
    <pc:docChg chg="mod">
      <pc:chgData name="Adam Brown (Astrea Central)" userId="S::adam.brown@astreaacademytrust.org::e4577f1c-a0ea-4eef-9851-9bdbe8619e58" providerId="AD" clId="Web-{77350A8A-9B00-74A0-621F-18BFA3A67EFF}" dt="2025-07-02T12:47:18.986" v="0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E2E22F-8037-4E73-996F-59D4E5C2D900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4EA30-B88E-4542-8A78-DB28F8B408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742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348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21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6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3768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3271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763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842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348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049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6341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259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21B172-0278-4771-B1CD-92D30C432896}" type="datetimeFigureOut">
              <a:rPr lang="en-GB" smtClean="0"/>
              <a:t>06/08/2025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3802B-DDA3-4EE6-A2A8-632B972C44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574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3"/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0"/>
          </a:p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33" name="AutoShape 6" descr="Image result for expression fun maths"/>
          <p:cNvSpPr>
            <a:spLocks noChangeAspect="1" noChangeArrowheads="1"/>
          </p:cNvSpPr>
          <p:nvPr/>
        </p:nvSpPr>
        <p:spPr bwMode="auto">
          <a:xfrm>
            <a:off x="155575" y="-623888"/>
            <a:ext cx="19240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noProof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2870002"/>
              </p:ext>
            </p:extLst>
          </p:nvPr>
        </p:nvGraphicFramePr>
        <p:xfrm>
          <a:off x="509042" y="1608653"/>
          <a:ext cx="5862340" cy="2034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2340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</a:tblGrid>
              <a:tr h="660862">
                <a:tc>
                  <a:txBody>
                    <a:bodyPr/>
                    <a:lstStyle/>
                    <a:p>
                      <a:pPr algn="ctr"/>
                      <a:r>
                        <a:rPr lang="en-GB" sz="3600" b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YEAR 11 CORE MATHEMATICS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615799">
                <a:tc>
                  <a:txBody>
                    <a:bodyPr/>
                    <a:lstStyle/>
                    <a:p>
                      <a:pPr algn="ctr"/>
                      <a:r>
                        <a:rPr lang="en-GB" sz="1800" b="1" i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Unit 1: Further </a:t>
                      </a:r>
                      <a:r>
                        <a:rPr lang="en-GB" sz="1800" b="1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Algebra</a:t>
                      </a:r>
                    </a:p>
                    <a:p>
                      <a:pPr algn="ctr"/>
                      <a:r>
                        <a:rPr lang="en-GB" sz="180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Linear Inequalities, Rearranging Formulae </a:t>
                      </a:r>
                      <a:br>
                        <a:rPr lang="en-GB" sz="180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</a:br>
                      <a:r>
                        <a:rPr lang="en-GB" sz="1800" baseline="0" noProof="0" dirty="0">
                          <a:solidFill>
                            <a:sysClr val="windowText" lastClr="000000"/>
                          </a:solidFill>
                          <a:latin typeface="Calibri (Body)"/>
                          <a:cs typeface="Calibri" panose="020F0502020204030204" pitchFamily="34" charset="0"/>
                        </a:rPr>
                        <a:t>&amp; Simultaneous Equations 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125024"/>
                  </a:ext>
                </a:extLst>
              </a:tr>
              <a:tr h="459573">
                <a:tc>
                  <a:txBody>
                    <a:bodyPr/>
                    <a:lstStyle/>
                    <a:p>
                      <a:pPr algn="ctr"/>
                      <a:endParaRPr lang="en-GB" sz="1800" noProof="0" dirty="0">
                        <a:solidFill>
                          <a:sysClr val="windowText" lastClr="000000"/>
                        </a:solidFill>
                        <a:latin typeface="Calibri (Body)"/>
                        <a:cs typeface="Calibri" panose="020F0502020204030204" pitchFamily="34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067449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480328"/>
              </p:ext>
            </p:extLst>
          </p:nvPr>
        </p:nvGraphicFramePr>
        <p:xfrm>
          <a:off x="3440212" y="393970"/>
          <a:ext cx="2972792" cy="113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861">
                  <a:extLst>
                    <a:ext uri="{9D8B030D-6E8A-4147-A177-3AD203B41FA5}">
                      <a16:colId xmlns:a16="http://schemas.microsoft.com/office/drawing/2014/main" val="3141629024"/>
                    </a:ext>
                  </a:extLst>
                </a:gridCol>
                <a:gridCol w="1971931">
                  <a:extLst>
                    <a:ext uri="{9D8B030D-6E8A-4147-A177-3AD203B41FA5}">
                      <a16:colId xmlns:a16="http://schemas.microsoft.com/office/drawing/2014/main" val="312534935"/>
                    </a:ext>
                  </a:extLst>
                </a:gridCol>
              </a:tblGrid>
              <a:tr h="310094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24906"/>
                  </a:ext>
                </a:extLst>
              </a:tr>
              <a:tr h="310094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83755"/>
                  </a:ext>
                </a:extLst>
              </a:tr>
              <a:tr h="440070">
                <a:tc>
                  <a:txBody>
                    <a:bodyPr/>
                    <a:lstStyle/>
                    <a:p>
                      <a:pPr algn="ctr"/>
                      <a:r>
                        <a:rPr lang="en-GB" sz="1400" b="0" noProof="0">
                          <a:solidFill>
                            <a:sysClr val="windowText" lastClr="000000"/>
                          </a:solidFill>
                          <a:latin typeface="+mn-lt"/>
                        </a:rPr>
                        <a:t>Tutor Group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b="1" noProof="0">
                        <a:solidFill>
                          <a:sysClr val="windowText" lastClr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8080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4707831"/>
                  </p:ext>
                </p:extLst>
              </p:nvPr>
            </p:nvGraphicFramePr>
            <p:xfrm>
              <a:off x="350715" y="4261622"/>
              <a:ext cx="6156570" cy="536448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5185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5021385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0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noProof="0">
                              <a:solidFill>
                                <a:schemeClr val="bg1"/>
                              </a:solidFill>
                              <a:latin typeface="+mn-lt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Constant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noProof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A fixed number on its own in an algebraic statement.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8178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latin typeface="+mn-lt"/>
                            </a:rPr>
                            <a:t>Variable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>
                              <a:solidFill>
                                <a:schemeClr val="tx1"/>
                              </a:solidFill>
                            </a:rPr>
                            <a:t>A symbol (usually a letter) standing in for an unknown numerical value in an equation.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noProof="0" dirty="0"/>
                            <a:t>A </a:t>
                          </a:r>
                          <a:r>
                            <a:rPr lang="en-GB" sz="1100" noProof="0" dirty="0">
                              <a:solidFill>
                                <a:srgbClr val="333333"/>
                              </a:solidFill>
                            </a:rPr>
                            <a:t>mathematical statement that two things are </a:t>
                          </a:r>
                          <a:r>
                            <a:rPr lang="en-GB" sz="1100" b="1" noProof="0" dirty="0">
                              <a:solidFill>
                                <a:srgbClr val="333333"/>
                              </a:solidFill>
                            </a:rPr>
                            <a:t>equal </a:t>
                          </a:r>
                          <a:r>
                            <a:rPr lang="en-GB" sz="1100" b="0" noProof="0" dirty="0">
                              <a:solidFill>
                                <a:srgbClr val="333333"/>
                              </a:solidFill>
                            </a:rPr>
                            <a:t>e.g..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b="0" i="1" noProof="0" smtClean="0">
                                  <a:solidFill>
                                    <a:srgbClr val="333333"/>
                                  </a:solidFill>
                                  <a:latin typeface="Cambria Math" panose="02040503050406030204" pitchFamily="18" charset="0"/>
                                </a:rPr>
                                <m:t>1+2=3</m:t>
                              </m:r>
                            </m:oMath>
                          </a14:m>
                          <a:endParaRPr lang="en-GB" sz="1100" b="0" noProof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latin typeface="+mn-lt"/>
                            </a:rPr>
                            <a:t>Inequality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A relationship between two variables that are </a:t>
                          </a:r>
                          <a:r>
                            <a:rPr lang="en-GB" sz="1100" b="0" u="sng" baseline="0" noProof="0" dirty="0">
                              <a:solidFill>
                                <a:schemeClr val="tx1"/>
                              </a:solidFill>
                            </a:rPr>
                            <a:t>not equal</a:t>
                          </a:r>
                          <a:r>
                            <a:rPr lang="en-GB" sz="1100" b="0" u="none" baseline="0" noProof="0" dirty="0">
                              <a:solidFill>
                                <a:schemeClr val="tx1"/>
                              </a:solidFill>
                            </a:rPr>
                            <a:t>, using the symbols: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i="1" smtClean="0"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,  </m:t>
                              </m:r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</m:oMath>
                          </a14:m>
                          <a:r>
                            <a:rPr lang="en-GB" sz="11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</m:oMath>
                          </a14:m>
                          <a:r>
                            <a:rPr lang="en-GB" sz="1100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</m:oMath>
                          </a14:m>
                          <a:r>
                            <a:rPr lang="en-GB" sz="1100" dirty="0"/>
                            <a:t> and</a:t>
                          </a:r>
                          <a14:m>
                            <m:oMath xmlns:m="http://schemas.openxmlformats.org/officeDocument/2006/math">
                              <m:r>
                                <a:rPr lang="en-GB" sz="11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GB" sz="1100" i="1"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</m:oMath>
                          </a14:m>
                          <a:endParaRPr lang="en-GB" sz="11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2501333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A relationship between multiple variables, expressed algebraically. E.g.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b="0" i="1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GB" sz="1100" b="0" i="1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a:rPr lang="en-GB" sz="1100" b="0" i="1" noProof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𝑏h</m:t>
                              </m:r>
                            </m:oMath>
                          </a14:m>
                          <a:endParaRPr lang="en-GB" sz="1100" b="0" noProof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91537903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Subject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</a:rPr>
                            <a:t>The single variable that everything else is equal to.  The subject should have no coefficient, constant, power or other function attached to it, and appear only once.</a:t>
                          </a:r>
                          <a:endParaRPr lang="en-GB" sz="1100" b="0" noProof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0015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b="1" noProof="0" dirty="0"/>
                            <a:t>Solve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i="0" noProof="0" dirty="0"/>
                            <a:t>To solve means to find</a:t>
                          </a:r>
                          <a:r>
                            <a:rPr lang="en-GB" sz="1100" i="0" baseline="0" noProof="0" dirty="0"/>
                            <a:t> a solution.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i="0" baseline="0" noProof="0" dirty="0"/>
                            <a:t>For an inequality this is a list or expression giving the possible values of the variable.</a:t>
                          </a:r>
                        </a:p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i="0" baseline="0" noProof="0" dirty="0"/>
                            <a:t>Simultaneous equations have </a:t>
                          </a:r>
                          <a:r>
                            <a:rPr lang="en-GB" sz="1100" b="1" i="0" baseline="0" noProof="0" dirty="0"/>
                            <a:t>multiple</a:t>
                          </a:r>
                          <a:r>
                            <a:rPr lang="en-GB" sz="1100" i="0" baseline="0" noProof="0" dirty="0"/>
                            <a:t> solutions. </a:t>
                          </a:r>
                          <a:endParaRPr lang="en-GB" sz="1100" i="0" noProof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31007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Balancing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Performing the same mathematical operation on both sides of the equation to maintain equality. Used to solve linear equations by isolating the variable.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In solving inequalities this method is ensures the relationship remains consistent.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89189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latin typeface="+mn-lt"/>
                            </a:rPr>
                            <a:t>Simultaneous Equations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Two or more equations that share variables.</a:t>
                          </a:r>
                          <a:b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</a:br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e.g.                              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GB" sz="1100" b="0" i="1" baseline="0" noProof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1100" b="0" i="1" baseline="0" noProof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+ </m:t>
                              </m:r>
                              <m:r>
                                <a:rPr lang="en-GB" sz="1100" b="0" i="1" baseline="0" noProof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1100" b="0" i="1" baseline="0" noProof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= 6</m:t>
                              </m:r>
                            </m:oMath>
                          </a14:m>
                          <a:b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</a:b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100" b="0" i="1" baseline="0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a:rPr lang="en-GB" sz="1100" b="0" i="1" baseline="0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GB" sz="1100" b="0" i="1" baseline="0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+ </m:t>
                                </m:r>
                                <m:r>
                                  <a:rPr lang="en-GB" sz="1100" b="0" i="1" baseline="0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GB" sz="1100" b="0" i="1" baseline="0" noProof="0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 = 2</m:t>
                                </m:r>
                              </m:oMath>
                            </m:oMathPara>
                          </a14:m>
                          <a:endParaRPr lang="en-GB" sz="1100" b="0" baseline="0" noProof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1898886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latin typeface="+mn-lt"/>
                            </a:rPr>
                            <a:t>Elimination 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“Eliminate" means to remove - this method works by removing variables until there is just one left. This is done by manipulating equations to give variables with equal coefficients then adding/subtracting them to eliminate them.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952042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latin typeface="+mn-lt"/>
                            </a:rPr>
                            <a:t>Substitution 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“Substitute” means to replace – this method works by writing one of the equations  in the form "variable = ...“ &amp; substituting this into the other equations, giving an equation in a single variable to be solved.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464528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2" name="Table 3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4707831"/>
                  </p:ext>
                </p:extLst>
              </p:nvPr>
            </p:nvGraphicFramePr>
            <p:xfrm>
              <a:off x="350715" y="4261622"/>
              <a:ext cx="6156570" cy="5364480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1135185">
                      <a:extLst>
                        <a:ext uri="{9D8B030D-6E8A-4147-A177-3AD203B41FA5}">
                          <a16:colId xmlns:a16="http://schemas.microsoft.com/office/drawing/2014/main" val="3563799444"/>
                        </a:ext>
                      </a:extLst>
                    </a:gridCol>
                    <a:gridCol w="5021385">
                      <a:extLst>
                        <a:ext uri="{9D8B030D-6E8A-4147-A177-3AD203B41FA5}">
                          <a16:colId xmlns:a16="http://schemas.microsoft.com/office/drawing/2014/main" val="2581643566"/>
                        </a:ext>
                      </a:extLst>
                    </a:gridCol>
                  </a:tblGrid>
                  <a:tr h="335280">
                    <a:tc gridSpan="2">
                      <a:txBody>
                        <a:bodyPr/>
                        <a:lstStyle/>
                        <a:p>
                          <a:pPr marL="0" marR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600" b="1" noProof="0">
                              <a:solidFill>
                                <a:schemeClr val="bg1"/>
                              </a:solidFill>
                              <a:latin typeface="+mn-lt"/>
                              <a:cs typeface="Calibri Light" panose="020F0302020204030204" pitchFamily="34" charset="0"/>
                            </a:rPr>
                            <a:t>KEY VOCABULARY LIST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2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/>
                        </a:p>
                      </a:txBody>
                      <a:tcPr>
                        <a:solidFill>
                          <a:srgbClr val="7E234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3826269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Constant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noProof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A fixed number on its own in an algebraic statement. 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817825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latin typeface="+mn-lt"/>
                            </a:rPr>
                            <a:t>Variable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>
                              <a:solidFill>
                                <a:schemeClr val="tx1"/>
                              </a:solidFill>
                            </a:rPr>
                            <a:t>A symbol (usually a letter) standing in for an unknown numerical value in an equation.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94320498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Equation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667" t="-407143" r="-242" b="-161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0976864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latin typeface="+mn-lt"/>
                            </a:rPr>
                            <a:t>Inequality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667" t="-304286" r="-242" b="-86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25013331"/>
                      </a:ext>
                    </a:extLst>
                  </a:tr>
                  <a:tr h="25908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667" t="-658140" r="-242" b="-131162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1537903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Subject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>
                            <a:buFont typeface="+mj-lt"/>
                            <a:buNone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</a:rPr>
                            <a:t>The single variable that everything else is equal to.  The subject should have no coefficient, constant, power or other function attached to it, and appear only once.</a:t>
                          </a:r>
                          <a:endParaRPr lang="en-GB" sz="1100" b="0" noProof="0" dirty="0">
                            <a:solidFill>
                              <a:schemeClr val="tx1"/>
                            </a:solidFill>
                            <a:effectLst/>
                            <a:latin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00152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1000" b="1" noProof="0" dirty="0"/>
                            <a:t>Solve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i="0" noProof="0" dirty="0"/>
                            <a:t>To solve means to find</a:t>
                          </a:r>
                          <a:r>
                            <a:rPr lang="en-GB" sz="1100" i="0" baseline="0" noProof="0" dirty="0"/>
                            <a:t> a solution. 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i="0" baseline="0" noProof="0" dirty="0"/>
                            <a:t>For an inequality this is a list or expression giving the possible values of the variable.</a:t>
                          </a:r>
                        </a:p>
                        <a:p>
                          <a:pPr marL="0" marR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i="0" baseline="0" noProof="0" dirty="0"/>
                            <a:t>Simultaneous equations have </a:t>
                          </a:r>
                          <a:r>
                            <a:rPr lang="en-GB" sz="1100" b="1" i="0" baseline="0" noProof="0" dirty="0"/>
                            <a:t>multiple</a:t>
                          </a:r>
                          <a:r>
                            <a:rPr lang="en-GB" sz="1100" i="0" baseline="0" noProof="0" dirty="0"/>
                            <a:t> solutions. </a:t>
                          </a:r>
                          <a:endParaRPr lang="en-GB" sz="1100" i="0" noProof="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10310079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a:t>Balancing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Performing the same mathematical operation on both sides of the equation to maintain equality. Used to solve linear equations by isolating the variable.</a:t>
                          </a:r>
                        </a:p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noProof="0" dirty="0">
                              <a:solidFill>
                                <a:schemeClr val="tx1"/>
                              </a:solidFill>
                              <a:effectLst/>
                              <a:latin typeface="Calibri" panose="020F0502020204030204" pitchFamily="34" charset="0"/>
                              <a:cs typeface="Times New Roman" panose="02020603050405020304" pitchFamily="18" charset="0"/>
                            </a:rPr>
                            <a:t>In solving inequalities this method is ensures the relationship remains consistent.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8918965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>
                              <a:latin typeface="+mn-lt"/>
                            </a:rPr>
                            <a:t>Simultaneous Equations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667" t="-603061" r="-242" b="-2051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898886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latin typeface="+mn-lt"/>
                            </a:rPr>
                            <a:t>Elimination 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“Eliminate" means to remove - this method works by removing variables until there is just one left. This is done by manipulating equations to give variables with equal coefficients then adding/subtracting them to eliminate them.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79520429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lvl="0" indent="0" algn="ctr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000" b="1" noProof="0" dirty="0">
                              <a:latin typeface="+mn-lt"/>
                            </a:rPr>
                            <a:t>Substitution 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6858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GB" sz="1100" b="0" baseline="0" noProof="0" dirty="0">
                              <a:solidFill>
                                <a:schemeClr val="tx1"/>
                              </a:solidFill>
                            </a:rPr>
                            <a:t>“Substitute” means to replace – this method works by writing one of the equations  in the form "variable = ...“ &amp; substituting this into the other equations, giving an equation in a single variable to be solved.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3464528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0" name="Picture 4" descr="Astrea Academy Trust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30" t="10183" r="18353" b="17160"/>
          <a:stretch/>
        </p:blipFill>
        <p:spPr bwMode="auto">
          <a:xfrm>
            <a:off x="411234" y="393186"/>
            <a:ext cx="1979272" cy="1186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0" name="Picture 2" descr="Module 7 (M7) – Algebra - Simultaneous equations - BBC Bitesize">
            <a:extLst>
              <a:ext uri="{FF2B5EF4-FFF2-40B4-BE49-F238E27FC236}">
                <a16:creationId xmlns:a16="http://schemas.microsoft.com/office/drawing/2014/main" id="{6F197759-5193-3D2F-E71E-0C8DB3A7EE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77" r="13611" b="7531"/>
          <a:stretch>
            <a:fillRect/>
          </a:stretch>
        </p:blipFill>
        <p:spPr bwMode="auto">
          <a:xfrm>
            <a:off x="3037515" y="3224104"/>
            <a:ext cx="1164840" cy="991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2" name="Picture 4" descr="Simultaneous Equations - GCSE Maths Revision Guide - Tutor In">
            <a:extLst>
              <a:ext uri="{FF2B5EF4-FFF2-40B4-BE49-F238E27FC236}">
                <a16:creationId xmlns:a16="http://schemas.microsoft.com/office/drawing/2014/main" id="{1EC1204E-FDAA-7B85-0325-274F7ACB09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90" t="20371" r="22762" b="26907"/>
          <a:stretch>
            <a:fillRect/>
          </a:stretch>
        </p:blipFill>
        <p:spPr bwMode="auto">
          <a:xfrm>
            <a:off x="5138738" y="3730512"/>
            <a:ext cx="1232644" cy="474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654" name="Picture 6" descr="SUVAT Equations - The Science and Maths Zone">
            <a:extLst>
              <a:ext uri="{FF2B5EF4-FFF2-40B4-BE49-F238E27FC236}">
                <a16:creationId xmlns:a16="http://schemas.microsoft.com/office/drawing/2014/main" id="{99C5255D-B1EB-D356-6B6A-E0445AF644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4880" y="3272762"/>
            <a:ext cx="1123456" cy="437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0" descr="Inequalities - Definition, Symbol, Applications, and Examples">
            <a:extLst>
              <a:ext uri="{FF2B5EF4-FFF2-40B4-BE49-F238E27FC236}">
                <a16:creationId xmlns:a16="http://schemas.microsoft.com/office/drawing/2014/main" id="{DC45867E-5541-DE5F-1038-4241C274FA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44" t="16738" r="40904" b="65254"/>
          <a:stretch>
            <a:fillRect/>
          </a:stretch>
        </p:blipFill>
        <p:spPr bwMode="auto">
          <a:xfrm>
            <a:off x="872500" y="3206930"/>
            <a:ext cx="397229" cy="32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0" descr="Inequalities - Definition, Symbol, Applications, and Examples">
            <a:extLst>
              <a:ext uri="{FF2B5EF4-FFF2-40B4-BE49-F238E27FC236}">
                <a16:creationId xmlns:a16="http://schemas.microsoft.com/office/drawing/2014/main" id="{E7E7AED8-2B72-767C-9D18-853E0B8836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9" t="18245" r="72959" b="63747"/>
          <a:stretch>
            <a:fillRect/>
          </a:stretch>
        </p:blipFill>
        <p:spPr bwMode="auto">
          <a:xfrm>
            <a:off x="464875" y="3206931"/>
            <a:ext cx="397229" cy="32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Inequalities - Definition, Symbol, Applications, and Examples">
            <a:extLst>
              <a:ext uri="{FF2B5EF4-FFF2-40B4-BE49-F238E27FC236}">
                <a16:creationId xmlns:a16="http://schemas.microsoft.com/office/drawing/2014/main" id="{110C9528-BBCE-13F2-F904-C5485BE97B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43" t="18988" r="9905" b="63004"/>
          <a:stretch>
            <a:fillRect/>
          </a:stretch>
        </p:blipFill>
        <p:spPr bwMode="auto">
          <a:xfrm>
            <a:off x="1712917" y="3263855"/>
            <a:ext cx="397229" cy="32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Inequalities - Definition, Symbol, Applications, and Examples">
            <a:extLst>
              <a:ext uri="{FF2B5EF4-FFF2-40B4-BE49-F238E27FC236}">
                <a16:creationId xmlns:a16="http://schemas.microsoft.com/office/drawing/2014/main" id="{5D20B69F-AB34-77F8-1829-845D3A2D355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8" t="55994" r="63660" b="25998"/>
          <a:stretch>
            <a:fillRect/>
          </a:stretch>
        </p:blipFill>
        <p:spPr bwMode="auto">
          <a:xfrm>
            <a:off x="2127832" y="3234794"/>
            <a:ext cx="397229" cy="32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Inequalities - Definition, Symbol, Applications, and Examples">
            <a:extLst>
              <a:ext uri="{FF2B5EF4-FFF2-40B4-BE49-F238E27FC236}">
                <a16:creationId xmlns:a16="http://schemas.microsoft.com/office/drawing/2014/main" id="{6D133860-0CA9-A68B-3FDC-B1F215E7F8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38" t="55591" r="22110" b="26401"/>
          <a:stretch>
            <a:fillRect/>
          </a:stretch>
        </p:blipFill>
        <p:spPr bwMode="auto">
          <a:xfrm>
            <a:off x="1345436" y="3234794"/>
            <a:ext cx="397229" cy="3251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2" descr="Inequalities - KS3 Maths - BBC Bitesize">
            <a:extLst>
              <a:ext uri="{FF2B5EF4-FFF2-40B4-BE49-F238E27FC236}">
                <a16:creationId xmlns:a16="http://schemas.microsoft.com/office/drawing/2014/main" id="{870C43FA-C2F9-DFFF-8D5C-23B1279A401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65" t="44991" r="17963" b="21953"/>
          <a:stretch>
            <a:fillRect/>
          </a:stretch>
        </p:blipFill>
        <p:spPr bwMode="auto">
          <a:xfrm>
            <a:off x="1085606" y="3711684"/>
            <a:ext cx="1539937" cy="437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383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Frame 3">
            <a:extLst>
              <a:ext uri="{FF2B5EF4-FFF2-40B4-BE49-F238E27FC236}">
                <a16:creationId xmlns:a16="http://schemas.microsoft.com/office/drawing/2014/main" id="{3117BEEC-0E58-1341-A11D-9DBDBB61BE29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custGeom>
            <a:avLst/>
            <a:gdLst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811060 w 6488483"/>
              <a:gd name="connsiteY5" fmla="*/ 811060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811060 w 6488483"/>
              <a:gd name="connsiteY9" fmla="*/ 811060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811060 w 6488483"/>
              <a:gd name="connsiteY6" fmla="*/ 8583460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5677423 w 6488483"/>
              <a:gd name="connsiteY7" fmla="*/ 8583460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5677423 w 6488483"/>
              <a:gd name="connsiteY8" fmla="*/ 811060 h 9394520"/>
              <a:gd name="connsiteX9" fmla="*/ 284967 w 6488483"/>
              <a:gd name="connsiteY9" fmla="*/ 272441 h 9394520"/>
              <a:gd name="connsiteX0" fmla="*/ 0 w 6488483"/>
              <a:gd name="connsiteY0" fmla="*/ 0 h 9394520"/>
              <a:gd name="connsiteX1" fmla="*/ 6488483 w 6488483"/>
              <a:gd name="connsiteY1" fmla="*/ 0 h 9394520"/>
              <a:gd name="connsiteX2" fmla="*/ 6488483 w 6488483"/>
              <a:gd name="connsiteY2" fmla="*/ 9394520 h 9394520"/>
              <a:gd name="connsiteX3" fmla="*/ 0 w 6488483"/>
              <a:gd name="connsiteY3" fmla="*/ 9394520 h 9394520"/>
              <a:gd name="connsiteX4" fmla="*/ 0 w 6488483"/>
              <a:gd name="connsiteY4" fmla="*/ 0 h 9394520"/>
              <a:gd name="connsiteX5" fmla="*/ 284967 w 6488483"/>
              <a:gd name="connsiteY5" fmla="*/ 272441 h 9394520"/>
              <a:gd name="connsiteX6" fmla="*/ 272441 w 6488483"/>
              <a:gd name="connsiteY6" fmla="*/ 9134605 h 9394520"/>
              <a:gd name="connsiteX7" fmla="*/ 6216042 w 6488483"/>
              <a:gd name="connsiteY7" fmla="*/ 9134606 h 9394520"/>
              <a:gd name="connsiteX8" fmla="*/ 6228568 w 6488483"/>
              <a:gd name="connsiteY8" fmla="*/ 272441 h 9394520"/>
              <a:gd name="connsiteX9" fmla="*/ 284967 w 6488483"/>
              <a:gd name="connsiteY9" fmla="*/ 272441 h 9394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488483" h="9394520">
                <a:moveTo>
                  <a:pt x="0" y="0"/>
                </a:moveTo>
                <a:lnTo>
                  <a:pt x="6488483" y="0"/>
                </a:lnTo>
                <a:lnTo>
                  <a:pt x="6488483" y="9394520"/>
                </a:lnTo>
                <a:lnTo>
                  <a:pt x="0" y="9394520"/>
                </a:lnTo>
                <a:lnTo>
                  <a:pt x="0" y="0"/>
                </a:lnTo>
                <a:close/>
                <a:moveTo>
                  <a:pt x="284967" y="272441"/>
                </a:moveTo>
                <a:cubicBezTo>
                  <a:pt x="280792" y="3226496"/>
                  <a:pt x="276616" y="6180550"/>
                  <a:pt x="272441" y="9134605"/>
                </a:cubicBezTo>
                <a:lnTo>
                  <a:pt x="6216042" y="9134606"/>
                </a:lnTo>
                <a:cubicBezTo>
                  <a:pt x="6220217" y="6180551"/>
                  <a:pt x="6224393" y="3226496"/>
                  <a:pt x="6228568" y="272441"/>
                </a:cubicBezTo>
                <a:lnTo>
                  <a:pt x="284967" y="272441"/>
                </a:lnTo>
                <a:close/>
              </a:path>
            </a:pathLst>
          </a:custGeom>
          <a:solidFill>
            <a:schemeClr val="bg2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b="1" noProof="0"/>
          </a:p>
          <a:p>
            <a:pPr algn="ctr"/>
            <a:endParaRPr lang="en-GB" noProof="0">
              <a:solidFill>
                <a:schemeClr val="tx1"/>
              </a:solidFill>
            </a:endParaRP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6553832" y="9643828"/>
            <a:ext cx="376738" cy="334742"/>
          </a:xfrm>
        </p:spPr>
        <p:txBody>
          <a:bodyPr/>
          <a:lstStyle/>
          <a:p>
            <a:pPr algn="ctr"/>
            <a:fld id="{19F1D9CC-7119-45EC-A96C-D8C0660F3AAB}" type="slidenum">
              <a:rPr lang="en-GB" noProof="0" smtClean="0">
                <a:solidFill>
                  <a:schemeClr val="bg1"/>
                </a:solidFill>
              </a:rPr>
              <a:pPr algn="ctr"/>
              <a:t>2</a:t>
            </a:fld>
            <a:endParaRPr lang="en-GB" sz="400" noProof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EC2E0D-B4F1-5A40-9012-916FCC3B7020}"/>
              </a:ext>
            </a:extLst>
          </p:cNvPr>
          <p:cNvSpPr txBox="1"/>
          <p:nvPr/>
        </p:nvSpPr>
        <p:spPr>
          <a:xfrm>
            <a:off x="1737116" y="7123101"/>
            <a:ext cx="3383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rPr>
              <a:t>BOOKLET STRUCTURE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11C8A4C-2D19-6148-9355-4F5F2238BE5C}"/>
              </a:ext>
            </a:extLst>
          </p:cNvPr>
          <p:cNvSpPr/>
          <p:nvPr/>
        </p:nvSpPr>
        <p:spPr>
          <a:xfrm>
            <a:off x="343272" y="7152967"/>
            <a:ext cx="6041916" cy="243874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92D72-F304-604A-BEF9-8DCC40AB7F18}"/>
              </a:ext>
            </a:extLst>
          </p:cNvPr>
          <p:cNvSpPr txBox="1"/>
          <p:nvPr/>
        </p:nvSpPr>
        <p:spPr>
          <a:xfrm>
            <a:off x="384670" y="7382883"/>
            <a:ext cx="5959119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defTabSz="914400">
              <a:buFont typeface="Arial" panose="020B0604020202020204" pitchFamily="34" charset="0"/>
              <a:buChar char="•"/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Start of subtopic: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  and annotate the information in the Frayer model or introduction text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 do (teacher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do (teacher and scholar led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 do (independent scholar example).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Whiteboard check.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Independent practice and mixed practice.</a:t>
            </a:r>
          </a:p>
          <a:p>
            <a:pPr marL="171450" lvl="0" indent="-171450" defTabSz="914400">
              <a:buFont typeface="Arial" panose="020B0604020202020204" pitchFamily="34" charset="0"/>
              <a:buChar char="•"/>
              <a:defRPr/>
            </a:pPr>
            <a:endParaRPr lang="en-GB" sz="5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1450" lvl="0" indent="-171450" defTabSz="914400">
              <a:buFont typeface="Arial" panose="020B0604020202020204" pitchFamily="34" charset="0"/>
              <a:buChar char="•"/>
              <a:defRPr/>
            </a:pPr>
            <a:r>
              <a:rPr lang="en-GB" sz="1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End of subtopic: </a:t>
            </a:r>
            <a:endParaRPr lang="en-GB" sz="1200" dirty="0">
              <a:solidFill>
                <a:prstClr val="black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28650" lvl="1" indent="-171450" defTabSz="91440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Skills checks – key questions to help your teachers to pinpoint any issues.</a:t>
            </a:r>
          </a:p>
          <a:p>
            <a:pPr marL="628650" lvl="1" indent="-171450">
              <a:buFont typeface="Arial" panose="020B0604020202020204" pitchFamily="34" charset="0"/>
              <a:buChar char="•"/>
              <a:defRPr/>
            </a:pPr>
            <a:r>
              <a:rPr lang="en-GB" sz="12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GCSE questions – to ensure you are confident with the style you will encounter in your exams.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EEA57CE-0592-D019-C3EE-2E17412D41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85802"/>
              </p:ext>
            </p:extLst>
          </p:nvPr>
        </p:nvGraphicFramePr>
        <p:xfrm>
          <a:off x="427774" y="401603"/>
          <a:ext cx="6002449" cy="660654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64918">
                  <a:extLst>
                    <a:ext uri="{9D8B030D-6E8A-4147-A177-3AD203B41FA5}">
                      <a16:colId xmlns:a16="http://schemas.microsoft.com/office/drawing/2014/main" val="3563799444"/>
                    </a:ext>
                  </a:extLst>
                </a:gridCol>
                <a:gridCol w="4299296">
                  <a:extLst>
                    <a:ext uri="{9D8B030D-6E8A-4147-A177-3AD203B41FA5}">
                      <a16:colId xmlns:a16="http://schemas.microsoft.com/office/drawing/2014/main" val="2615165745"/>
                    </a:ext>
                  </a:extLst>
                </a:gridCol>
                <a:gridCol w="538235">
                  <a:extLst>
                    <a:ext uri="{9D8B030D-6E8A-4147-A177-3AD203B41FA5}">
                      <a16:colId xmlns:a16="http://schemas.microsoft.com/office/drawing/2014/main" val="2154581278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CONTENTS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noProof="0">
                          <a:solidFill>
                            <a:schemeClr val="tx1"/>
                          </a:solidFill>
                          <a:latin typeface="+mn-lt"/>
                          <a:cs typeface="Calibri Light" panose="020F0302020204030204" pitchFamily="34" charset="0"/>
                        </a:rPr>
                        <a:t>PAGE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8262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RECAP: Solving Equations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35489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6087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RECAP: Solving Equations – Unknowns on Both Sides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37906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35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2A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Linear Inequalities: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422358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2B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Linear Inequalities: On a Number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997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28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3888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2C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Linear Inequalities: Solving Single-Sided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093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679788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2D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Linear Inequalities: Solving Double-Sided (Challenge)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47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0976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Rearranging Formulae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0846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52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4A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RECAP: Plotting Linear Graphs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GB" noProof="0" dirty="0"/>
                        <a:t>72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137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35604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4B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RECAP: </a:t>
                      </a:r>
                      <a:r>
                        <a:rPr lang="en-GB" sz="1200" b="0" dirty="0">
                          <a:solidFill>
                            <a:schemeClr val="tx1"/>
                          </a:solidFill>
                        </a:rPr>
                        <a:t>Equation of a Straight Line </a:t>
                      </a:r>
                      <a:endParaRPr lang="en-GB" sz="12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83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8337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558879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Simultaneous Equations: Graphical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27432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base"/>
                      <a:endParaRPr lang="en-GB" sz="12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1567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Simultaneous Equations: Algebraic  - By Elimination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70834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130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215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SUBTOPIC 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Simultaneous Equations – Form &amp; Solve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12511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b="0" i="0" noProof="0" dirty="0">
                        <a:solidFill>
                          <a:schemeClr val="tx1"/>
                        </a:solidFill>
                        <a:effectLst/>
                        <a:latin typeface="+mn-lt"/>
                        <a:cs typeface="Calibri Light" panose="020F03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GCSE QUESTIONS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GB" sz="1200" b="0" i="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Calibri Light" panose="020F0302020204030204" pitchFamily="34" charset="0"/>
                        </a:rPr>
                        <a:t>134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2082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770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AAB6388F5B3DD48A4F5524A84895604" ma:contentTypeVersion="14" ma:contentTypeDescription="Create a new document." ma:contentTypeScope="" ma:versionID="d122bacdc6e0e52b1daab86e5e474f38">
  <xsd:schema xmlns:xsd="http://www.w3.org/2001/XMLSchema" xmlns:xs="http://www.w3.org/2001/XMLSchema" xmlns:p="http://schemas.microsoft.com/office/2006/metadata/properties" xmlns:ns2="e30b71df-48f4-4db7-95c3-a9033c265cb9" xmlns:ns3="608ebbb4-e88b-4c99-b506-21d9362781c6" targetNamespace="http://schemas.microsoft.com/office/2006/metadata/properties" ma:root="true" ma:fieldsID="c50e756327527929f9f40a94500ed9ef" ns2:_="" ns3:_="">
    <xsd:import namespace="e30b71df-48f4-4db7-95c3-a9033c265cb9"/>
    <xsd:import namespace="608ebbb4-e88b-4c99-b506-21d9362781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0b71df-48f4-4db7-95c3-a9033c265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8ebbb4-e88b-4c99-b506-21d9362781c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59BB36-0F46-4EF3-B778-AB4974FDBB44}"/>
</file>

<file path=customXml/itemProps2.xml><?xml version="1.0" encoding="utf-8"?>
<ds:datastoreItem xmlns:ds="http://schemas.openxmlformats.org/officeDocument/2006/customXml" ds:itemID="{90B18C6B-5F2A-4076-B4FD-346B3D63DE76}">
  <ds:schemaRefs>
    <ds:schemaRef ds:uri="708ef247-9793-4e9e-8b20-f4e636cff1a2"/>
    <ds:schemaRef ds:uri="a46d2ac0-dd86-4235-9449-ba237a420c3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FB12542-D13C-4370-82E4-6859EAE6CA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</TotalTime>
  <Words>551</Words>
  <Application>Microsoft Office PowerPoint</Application>
  <PresentationFormat>A4 Paper (210x297 mm)</PresentationFormat>
  <Paragraphs>103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(Body)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Lindley (Staff, Astrea Academy Sheffield)</dc:creator>
  <cp:lastModifiedBy>Kathryn Clark (Astrea Central)</cp:lastModifiedBy>
  <cp:revision>1</cp:revision>
  <dcterms:created xsi:type="dcterms:W3CDTF">2024-09-30T17:58:18Z</dcterms:created>
  <dcterms:modified xsi:type="dcterms:W3CDTF">2025-08-06T16:31:52Z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0x010100CAAB6388F5B3DD48A4F5524A84895604</vt:lpwstr>
  </property>
  <property fmtid="{D5CDD505-2E9C-101B-9397-08002B2CF9AE}" pid="3" name="MediaServiceImageTags">
    <vt:lpwstr/>
  </property>
  <property fmtid="{D5CDD505-2E9C-101B-9397-08002B2CF9AE}" pid="4" name="xd_ProgID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</Properties>
</file>