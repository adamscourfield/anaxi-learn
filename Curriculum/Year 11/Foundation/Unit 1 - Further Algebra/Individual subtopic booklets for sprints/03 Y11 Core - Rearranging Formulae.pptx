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0"/>
  </p:notesMasterIdLst>
  <p:sldIdLst>
    <p:sldId id="2696" r:id="rId5"/>
    <p:sldId id="2697" r:id="rId6"/>
    <p:sldId id="2698" r:id="rId7"/>
    <p:sldId id="2719" r:id="rId8"/>
    <p:sldId id="744" r:id="rId9"/>
    <p:sldId id="2700" r:id="rId10"/>
    <p:sldId id="2759" r:id="rId11"/>
    <p:sldId id="2701" r:id="rId12"/>
    <p:sldId id="2760" r:id="rId13"/>
    <p:sldId id="2702" r:id="rId14"/>
    <p:sldId id="2703" r:id="rId15"/>
    <p:sldId id="2761" r:id="rId16"/>
    <p:sldId id="2762" r:id="rId17"/>
    <p:sldId id="2704" r:id="rId18"/>
    <p:sldId id="2705" r:id="rId19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Rearranging Formulae" id="{A645EC7C-5273-42B6-8898-95FC08CC865C}">
          <p14:sldIdLst>
            <p14:sldId id="2696"/>
            <p14:sldId id="2697"/>
            <p14:sldId id="2698"/>
            <p14:sldId id="2719"/>
            <p14:sldId id="744"/>
            <p14:sldId id="2700"/>
            <p14:sldId id="2759"/>
            <p14:sldId id="2701"/>
            <p14:sldId id="2760"/>
            <p14:sldId id="2702"/>
            <p14:sldId id="2703"/>
            <p14:sldId id="2761"/>
            <p14:sldId id="2762"/>
            <p14:sldId id="2704"/>
            <p14:sldId id="2705"/>
          </p14:sldIdLst>
        </p14:section>
        <p14:section name="Default Section" id="{BC2C1F1F-4BC7-4C98-ADDF-136122C6C986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C08EB3B-5835-B75B-6063-544D6C77522D}" name="Kathryn Clark (Astrea Central)" initials="KC" userId="S::kathryn.clark@astreaacademytrust.org::d0e16b62-87cd-4242-828a-2f5e276be710" providerId="AD"/>
  <p188:author id="{96C0476A-192A-E270-0014-0328538DA927}" name="Adam Brown (Astrea Central)" initials="AC" userId="S::adam.brown@astreaacademytrust.org::e4577f1c-a0ea-4eef-9851-9bdbe8619e58" providerId="AD"/>
  <p188:author id="{0E0E0699-6B8A-23CD-720D-DFF91356B330}" name="Kathryn Clark (Astrea Central)" initials="KC" userId="S::Kathryn.Clark@astreaacademytrust.org::d0e16b62-87cd-4242-828a-2f5e276be71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242"/>
    <a:srgbClr val="00D25F"/>
    <a:srgbClr val="82ADE1"/>
    <a:srgbClr val="EF7266"/>
    <a:srgbClr val="7E23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83C5E70-C0D2-4C49-A7F1-3F5A4710A5B3}" v="11" dt="2025-08-21T08:56:50.5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263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Relationship Id="rId27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thryn Clark (Astrea Central)" userId="S::kathryn.clark@astreaacademytrust.org::d0e16b62-87cd-4242-828a-2f5e276be710" providerId="AD" clId="Web-{99E29CE7-D03A-576A-2F95-38BDD9D19AA4}"/>
    <pc:docChg chg="mod">
      <pc:chgData name="Kathryn Clark (Astrea Central)" userId="S::kathryn.clark@astreaacademytrust.org::d0e16b62-87cd-4242-828a-2f5e276be710" providerId="AD" clId="Web-{99E29CE7-D03A-576A-2F95-38BDD9D19AA4}" dt="2025-07-02T14:19:51.043" v="0"/>
      <pc:docMkLst>
        <pc:docMk/>
      </pc:docMkLst>
    </pc:docChg>
  </pc:docChgLst>
  <pc:docChgLst>
    <pc:chgData name="Kathryn Clark (Astrea Central)" userId="d0e16b62-87cd-4242-828a-2f5e276be710" providerId="ADAL" clId="{E9E53160-A7E3-4065-A3DF-3F8FEE715E1E}"/>
    <pc:docChg chg="undo custSel addSld delSld modSld addSection modSection">
      <pc:chgData name="Kathryn Clark (Astrea Central)" userId="d0e16b62-87cd-4242-828a-2f5e276be710" providerId="ADAL" clId="{E9E53160-A7E3-4065-A3DF-3F8FEE715E1E}" dt="2025-06-30T16:11:01.088" v="216" actId="47"/>
      <pc:docMkLst>
        <pc:docMk/>
      </pc:docMkLst>
      <pc:sldChg chg="modSp mod">
        <pc:chgData name="Kathryn Clark (Astrea Central)" userId="d0e16b62-87cd-4242-828a-2f5e276be710" providerId="ADAL" clId="{E9E53160-A7E3-4065-A3DF-3F8FEE715E1E}" dt="2025-06-30T15:31:16.998" v="189" actId="20577"/>
        <pc:sldMkLst>
          <pc:docMk/>
          <pc:sldMk cId="3872383198" sldId="257"/>
        </pc:sldMkLst>
      </pc:sldChg>
      <pc:sldChg chg="modSp mod">
        <pc:chgData name="Kathryn Clark (Astrea Central)" userId="d0e16b62-87cd-4242-828a-2f5e276be710" providerId="ADAL" clId="{E9E53160-A7E3-4065-A3DF-3F8FEE715E1E}" dt="2025-06-30T15:30:28.964" v="166" actId="20577"/>
        <pc:sldMkLst>
          <pc:docMk/>
          <pc:sldMk cId="3405770585" sldId="258"/>
        </pc:sldMkLst>
      </pc:sldChg>
      <pc:sldChg chg="add">
        <pc:chgData name="Kathryn Clark (Astrea Central)" userId="d0e16b62-87cd-4242-828a-2f5e276be710" providerId="ADAL" clId="{E9E53160-A7E3-4065-A3DF-3F8FEE715E1E}" dt="2025-06-30T15:54:21.526" v="200"/>
        <pc:sldMkLst>
          <pc:docMk/>
          <pc:sldMk cId="1877068480" sldId="385"/>
        </pc:sldMkLst>
      </pc:sldChg>
      <pc:sldChg chg="add">
        <pc:chgData name="Kathryn Clark (Astrea Central)" userId="d0e16b62-87cd-4242-828a-2f5e276be710" providerId="ADAL" clId="{E9E53160-A7E3-4065-A3DF-3F8FEE715E1E}" dt="2025-06-30T15:54:21.526" v="200"/>
        <pc:sldMkLst>
          <pc:docMk/>
          <pc:sldMk cId="456907853" sldId="388"/>
        </pc:sldMkLst>
      </pc:sldChg>
      <pc:sldChg chg="add">
        <pc:chgData name="Kathryn Clark (Astrea Central)" userId="d0e16b62-87cd-4242-828a-2f5e276be710" providerId="ADAL" clId="{E9E53160-A7E3-4065-A3DF-3F8FEE715E1E}" dt="2025-06-30T15:42:42.802" v="191"/>
        <pc:sldMkLst>
          <pc:docMk/>
          <pc:sldMk cId="1837162702" sldId="389"/>
        </pc:sldMkLst>
      </pc:sldChg>
      <pc:sldChg chg="add">
        <pc:chgData name="Kathryn Clark (Astrea Central)" userId="d0e16b62-87cd-4242-828a-2f5e276be710" providerId="ADAL" clId="{E9E53160-A7E3-4065-A3DF-3F8FEE715E1E}" dt="2025-06-30T15:54:21.526" v="200"/>
        <pc:sldMkLst>
          <pc:docMk/>
          <pc:sldMk cId="1219000895" sldId="390"/>
        </pc:sldMkLst>
      </pc:sldChg>
      <pc:sldChg chg="add">
        <pc:chgData name="Kathryn Clark (Astrea Central)" userId="d0e16b62-87cd-4242-828a-2f5e276be710" providerId="ADAL" clId="{E9E53160-A7E3-4065-A3DF-3F8FEE715E1E}" dt="2025-06-30T15:54:21.526" v="200"/>
        <pc:sldMkLst>
          <pc:docMk/>
          <pc:sldMk cId="3898110452" sldId="391"/>
        </pc:sldMkLst>
      </pc:sldChg>
      <pc:sldChg chg="add">
        <pc:chgData name="Kathryn Clark (Astrea Central)" userId="d0e16b62-87cd-4242-828a-2f5e276be710" providerId="ADAL" clId="{E9E53160-A7E3-4065-A3DF-3F8FEE715E1E}" dt="2025-06-30T15:54:21.526" v="200"/>
        <pc:sldMkLst>
          <pc:docMk/>
          <pc:sldMk cId="3571822142" sldId="392"/>
        </pc:sldMkLst>
      </pc:sldChg>
      <pc:sldChg chg="add">
        <pc:chgData name="Kathryn Clark (Astrea Central)" userId="d0e16b62-87cd-4242-828a-2f5e276be710" providerId="ADAL" clId="{E9E53160-A7E3-4065-A3DF-3F8FEE715E1E}" dt="2025-06-30T15:54:21.526" v="200"/>
        <pc:sldMkLst>
          <pc:docMk/>
          <pc:sldMk cId="2383950560" sldId="393"/>
        </pc:sldMkLst>
      </pc:sldChg>
      <pc:sldChg chg="add">
        <pc:chgData name="Kathryn Clark (Astrea Central)" userId="d0e16b62-87cd-4242-828a-2f5e276be710" providerId="ADAL" clId="{E9E53160-A7E3-4065-A3DF-3F8FEE715E1E}" dt="2025-06-30T15:54:21.526" v="200"/>
        <pc:sldMkLst>
          <pc:docMk/>
          <pc:sldMk cId="3450021662" sldId="394"/>
        </pc:sldMkLst>
      </pc:sldChg>
      <pc:sldChg chg="add">
        <pc:chgData name="Kathryn Clark (Astrea Central)" userId="d0e16b62-87cd-4242-828a-2f5e276be710" providerId="ADAL" clId="{E9E53160-A7E3-4065-A3DF-3F8FEE715E1E}" dt="2025-06-30T15:54:21.526" v="200"/>
        <pc:sldMkLst>
          <pc:docMk/>
          <pc:sldMk cId="866325359" sldId="395"/>
        </pc:sldMkLst>
      </pc:sldChg>
      <pc:sldChg chg="add">
        <pc:chgData name="Kathryn Clark (Astrea Central)" userId="d0e16b62-87cd-4242-828a-2f5e276be710" providerId="ADAL" clId="{E9E53160-A7E3-4065-A3DF-3F8FEE715E1E}" dt="2025-06-30T15:42:42.802" v="191"/>
        <pc:sldMkLst>
          <pc:docMk/>
          <pc:sldMk cId="1167869659" sldId="397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1520011281" sldId="583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3705307990" sldId="620"/>
        </pc:sldMkLst>
      </pc:sldChg>
      <pc:sldChg chg="del">
        <pc:chgData name="Kathryn Clark (Astrea Central)" userId="d0e16b62-87cd-4242-828a-2f5e276be710" providerId="ADAL" clId="{E9E53160-A7E3-4065-A3DF-3F8FEE715E1E}" dt="2025-06-30T15:42:54.728" v="193" actId="47"/>
        <pc:sldMkLst>
          <pc:docMk/>
          <pc:sldMk cId="2256777514" sldId="634"/>
        </pc:sldMkLst>
      </pc:sldChg>
      <pc:sldChg chg="add">
        <pc:chgData name="Kathryn Clark (Astrea Central)" userId="d0e16b62-87cd-4242-828a-2f5e276be710" providerId="ADAL" clId="{E9E53160-A7E3-4065-A3DF-3F8FEE715E1E}" dt="2025-06-30T15:42:42.802" v="191"/>
        <pc:sldMkLst>
          <pc:docMk/>
          <pc:sldMk cId="2420299832" sldId="682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1908024738" sldId="686"/>
        </pc:sldMkLst>
      </pc:sldChg>
      <pc:sldChg chg="add">
        <pc:chgData name="Kathryn Clark (Astrea Central)" userId="d0e16b62-87cd-4242-828a-2f5e276be710" providerId="ADAL" clId="{E9E53160-A7E3-4065-A3DF-3F8FEE715E1E}" dt="2025-06-30T15:42:42.802" v="191"/>
        <pc:sldMkLst>
          <pc:docMk/>
          <pc:sldMk cId="1754420381" sldId="687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737754641" sldId="688"/>
        </pc:sldMkLst>
      </pc:sldChg>
      <pc:sldChg chg="add">
        <pc:chgData name="Kathryn Clark (Astrea Central)" userId="d0e16b62-87cd-4242-828a-2f5e276be710" providerId="ADAL" clId="{E9E53160-A7E3-4065-A3DF-3F8FEE715E1E}" dt="2025-06-30T15:42:42.802" v="191"/>
        <pc:sldMkLst>
          <pc:docMk/>
          <pc:sldMk cId="1897299661" sldId="690"/>
        </pc:sldMkLst>
      </pc:sldChg>
      <pc:sldChg chg="add">
        <pc:chgData name="Kathryn Clark (Astrea Central)" userId="d0e16b62-87cd-4242-828a-2f5e276be710" providerId="ADAL" clId="{E9E53160-A7E3-4065-A3DF-3F8FEE715E1E}" dt="2025-06-30T15:42:42.802" v="191"/>
        <pc:sldMkLst>
          <pc:docMk/>
          <pc:sldMk cId="1685425301" sldId="693"/>
        </pc:sldMkLst>
      </pc:sldChg>
      <pc:sldChg chg="add">
        <pc:chgData name="Kathryn Clark (Astrea Central)" userId="d0e16b62-87cd-4242-828a-2f5e276be710" providerId="ADAL" clId="{E9E53160-A7E3-4065-A3DF-3F8FEE715E1E}" dt="2025-06-30T15:41:11.863" v="190"/>
        <pc:sldMkLst>
          <pc:docMk/>
          <pc:sldMk cId="1534798675" sldId="696"/>
        </pc:sldMkLst>
      </pc:sldChg>
      <pc:sldChg chg="add">
        <pc:chgData name="Kathryn Clark (Astrea Central)" userId="d0e16b62-87cd-4242-828a-2f5e276be710" providerId="ADAL" clId="{E9E53160-A7E3-4065-A3DF-3F8FEE715E1E}" dt="2025-06-30T15:41:11.863" v="190"/>
        <pc:sldMkLst>
          <pc:docMk/>
          <pc:sldMk cId="44855750" sldId="697"/>
        </pc:sldMkLst>
      </pc:sldChg>
      <pc:sldChg chg="add">
        <pc:chgData name="Kathryn Clark (Astrea Central)" userId="d0e16b62-87cd-4242-828a-2f5e276be710" providerId="ADAL" clId="{E9E53160-A7E3-4065-A3DF-3F8FEE715E1E}" dt="2025-06-30T15:41:11.863" v="190"/>
        <pc:sldMkLst>
          <pc:docMk/>
          <pc:sldMk cId="3226401228" sldId="698"/>
        </pc:sldMkLst>
      </pc:sldChg>
      <pc:sldChg chg="add">
        <pc:chgData name="Kathryn Clark (Astrea Central)" userId="d0e16b62-87cd-4242-828a-2f5e276be710" providerId="ADAL" clId="{E9E53160-A7E3-4065-A3DF-3F8FEE715E1E}" dt="2025-06-30T15:41:11.863" v="190"/>
        <pc:sldMkLst>
          <pc:docMk/>
          <pc:sldMk cId="2902289112" sldId="699"/>
        </pc:sldMkLst>
      </pc:sldChg>
      <pc:sldChg chg="add">
        <pc:chgData name="Kathryn Clark (Astrea Central)" userId="d0e16b62-87cd-4242-828a-2f5e276be710" providerId="ADAL" clId="{E9E53160-A7E3-4065-A3DF-3F8FEE715E1E}" dt="2025-06-30T15:41:11.863" v="190"/>
        <pc:sldMkLst>
          <pc:docMk/>
          <pc:sldMk cId="3808954895" sldId="700"/>
        </pc:sldMkLst>
      </pc:sldChg>
      <pc:sldChg chg="add">
        <pc:chgData name="Kathryn Clark (Astrea Central)" userId="d0e16b62-87cd-4242-828a-2f5e276be710" providerId="ADAL" clId="{E9E53160-A7E3-4065-A3DF-3F8FEE715E1E}" dt="2025-06-30T15:42:42.802" v="191"/>
        <pc:sldMkLst>
          <pc:docMk/>
          <pc:sldMk cId="3958006941" sldId="701"/>
        </pc:sldMkLst>
      </pc:sldChg>
      <pc:sldChg chg="add">
        <pc:chgData name="Kathryn Clark (Astrea Central)" userId="d0e16b62-87cd-4242-828a-2f5e276be710" providerId="ADAL" clId="{E9E53160-A7E3-4065-A3DF-3F8FEE715E1E}" dt="2025-06-30T15:42:42.802" v="191"/>
        <pc:sldMkLst>
          <pc:docMk/>
          <pc:sldMk cId="1020095710" sldId="702"/>
        </pc:sldMkLst>
      </pc:sldChg>
      <pc:sldChg chg="add">
        <pc:chgData name="Kathryn Clark (Astrea Central)" userId="d0e16b62-87cd-4242-828a-2f5e276be710" providerId="ADAL" clId="{E9E53160-A7E3-4065-A3DF-3F8FEE715E1E}" dt="2025-06-30T15:42:42.802" v="191"/>
        <pc:sldMkLst>
          <pc:docMk/>
          <pc:sldMk cId="1825275511" sldId="705"/>
        </pc:sldMkLst>
      </pc:sldChg>
      <pc:sldChg chg="add">
        <pc:chgData name="Kathryn Clark (Astrea Central)" userId="d0e16b62-87cd-4242-828a-2f5e276be710" providerId="ADAL" clId="{E9E53160-A7E3-4065-A3DF-3F8FEE715E1E}" dt="2025-06-30T15:42:42.802" v="191"/>
        <pc:sldMkLst>
          <pc:docMk/>
          <pc:sldMk cId="1229741830" sldId="706"/>
        </pc:sldMkLst>
      </pc:sldChg>
      <pc:sldChg chg="add">
        <pc:chgData name="Kathryn Clark (Astrea Central)" userId="d0e16b62-87cd-4242-828a-2f5e276be710" providerId="ADAL" clId="{E9E53160-A7E3-4065-A3DF-3F8FEE715E1E}" dt="2025-06-30T15:42:42.802" v="191"/>
        <pc:sldMkLst>
          <pc:docMk/>
          <pc:sldMk cId="2145139309" sldId="707"/>
        </pc:sldMkLst>
      </pc:sldChg>
      <pc:sldChg chg="add">
        <pc:chgData name="Kathryn Clark (Astrea Central)" userId="d0e16b62-87cd-4242-828a-2f5e276be710" providerId="ADAL" clId="{E9E53160-A7E3-4065-A3DF-3F8FEE715E1E}" dt="2025-06-30T15:42:42.802" v="191"/>
        <pc:sldMkLst>
          <pc:docMk/>
          <pc:sldMk cId="140744406" sldId="708"/>
        </pc:sldMkLst>
      </pc:sldChg>
      <pc:sldChg chg="add">
        <pc:chgData name="Kathryn Clark (Astrea Central)" userId="d0e16b62-87cd-4242-828a-2f5e276be710" providerId="ADAL" clId="{E9E53160-A7E3-4065-A3DF-3F8FEE715E1E}" dt="2025-06-30T15:42:42.802" v="191"/>
        <pc:sldMkLst>
          <pc:docMk/>
          <pc:sldMk cId="659657367" sldId="712"/>
        </pc:sldMkLst>
      </pc:sldChg>
      <pc:sldChg chg="add">
        <pc:chgData name="Kathryn Clark (Astrea Central)" userId="d0e16b62-87cd-4242-828a-2f5e276be710" providerId="ADAL" clId="{E9E53160-A7E3-4065-A3DF-3F8FEE715E1E}" dt="2025-06-30T15:42:42.802" v="191"/>
        <pc:sldMkLst>
          <pc:docMk/>
          <pc:sldMk cId="2216392958" sldId="713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2077937691" sldId="715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1007198627" sldId="716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3534680821" sldId="717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1864444121" sldId="718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1937459663" sldId="719"/>
        </pc:sldMkLst>
      </pc:sldChg>
      <pc:sldChg chg="add">
        <pc:chgData name="Kathryn Clark (Astrea Central)" userId="d0e16b62-87cd-4242-828a-2f5e276be710" providerId="ADAL" clId="{E9E53160-A7E3-4065-A3DF-3F8FEE715E1E}" dt="2025-06-30T15:42:42.802" v="191"/>
        <pc:sldMkLst>
          <pc:docMk/>
          <pc:sldMk cId="4123504392" sldId="720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4164592704" sldId="721"/>
        </pc:sldMkLst>
      </pc:sldChg>
      <pc:sldChg chg="add">
        <pc:chgData name="Kathryn Clark (Astrea Central)" userId="d0e16b62-87cd-4242-828a-2f5e276be710" providerId="ADAL" clId="{E9E53160-A7E3-4065-A3DF-3F8FEE715E1E}" dt="2025-06-30T15:42:42.802" v="191"/>
        <pc:sldMkLst>
          <pc:docMk/>
          <pc:sldMk cId="1754239031" sldId="722"/>
        </pc:sldMkLst>
      </pc:sldChg>
      <pc:sldChg chg="add">
        <pc:chgData name="Kathryn Clark (Astrea Central)" userId="d0e16b62-87cd-4242-828a-2f5e276be710" providerId="ADAL" clId="{E9E53160-A7E3-4065-A3DF-3F8FEE715E1E}" dt="2025-06-30T15:42:42.802" v="191"/>
        <pc:sldMkLst>
          <pc:docMk/>
          <pc:sldMk cId="2038323404" sldId="723"/>
        </pc:sldMkLst>
      </pc:sldChg>
      <pc:sldChg chg="add">
        <pc:chgData name="Kathryn Clark (Astrea Central)" userId="d0e16b62-87cd-4242-828a-2f5e276be710" providerId="ADAL" clId="{E9E53160-A7E3-4065-A3DF-3F8FEE715E1E}" dt="2025-06-30T15:42:42.802" v="191"/>
        <pc:sldMkLst>
          <pc:docMk/>
          <pc:sldMk cId="2387616564" sldId="724"/>
        </pc:sldMkLst>
      </pc:sldChg>
      <pc:sldChg chg="add">
        <pc:chgData name="Kathryn Clark (Astrea Central)" userId="d0e16b62-87cd-4242-828a-2f5e276be710" providerId="ADAL" clId="{E9E53160-A7E3-4065-A3DF-3F8FEE715E1E}" dt="2025-06-30T15:42:42.802" v="191"/>
        <pc:sldMkLst>
          <pc:docMk/>
          <pc:sldMk cId="3172123028" sldId="725"/>
        </pc:sldMkLst>
      </pc:sldChg>
      <pc:sldChg chg="add">
        <pc:chgData name="Kathryn Clark (Astrea Central)" userId="d0e16b62-87cd-4242-828a-2f5e276be710" providerId="ADAL" clId="{E9E53160-A7E3-4065-A3DF-3F8FEE715E1E}" dt="2025-06-30T15:42:42.802" v="191"/>
        <pc:sldMkLst>
          <pc:docMk/>
          <pc:sldMk cId="629263725" sldId="726"/>
        </pc:sldMkLst>
      </pc:sldChg>
      <pc:sldChg chg="add">
        <pc:chgData name="Kathryn Clark (Astrea Central)" userId="d0e16b62-87cd-4242-828a-2f5e276be710" providerId="ADAL" clId="{E9E53160-A7E3-4065-A3DF-3F8FEE715E1E}" dt="2025-06-30T15:42:42.802" v="191"/>
        <pc:sldMkLst>
          <pc:docMk/>
          <pc:sldMk cId="3987164763" sldId="727"/>
        </pc:sldMkLst>
      </pc:sldChg>
      <pc:sldChg chg="add">
        <pc:chgData name="Kathryn Clark (Astrea Central)" userId="d0e16b62-87cd-4242-828a-2f5e276be710" providerId="ADAL" clId="{E9E53160-A7E3-4065-A3DF-3F8FEE715E1E}" dt="2025-06-30T15:42:42.802" v="191"/>
        <pc:sldMkLst>
          <pc:docMk/>
          <pc:sldMk cId="2202981554" sldId="728"/>
        </pc:sldMkLst>
      </pc:sldChg>
      <pc:sldChg chg="add">
        <pc:chgData name="Kathryn Clark (Astrea Central)" userId="d0e16b62-87cd-4242-828a-2f5e276be710" providerId="ADAL" clId="{E9E53160-A7E3-4065-A3DF-3F8FEE715E1E}" dt="2025-06-30T15:42:42.802" v="191"/>
        <pc:sldMkLst>
          <pc:docMk/>
          <pc:sldMk cId="1980075744" sldId="729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3987619576" sldId="730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2973222117" sldId="736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3494193463" sldId="739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706603858" sldId="740"/>
        </pc:sldMkLst>
      </pc:sldChg>
      <pc:sldChg chg="addSp delSp modSp add del mod">
        <pc:chgData name="Kathryn Clark (Astrea Central)" userId="d0e16b62-87cd-4242-828a-2f5e276be710" providerId="ADAL" clId="{E9E53160-A7E3-4065-A3DF-3F8FEE715E1E}" dt="2025-06-30T16:11:01.088" v="216" actId="47"/>
        <pc:sldMkLst>
          <pc:docMk/>
          <pc:sldMk cId="1371891853" sldId="741"/>
        </pc:sldMkLst>
      </pc:sldChg>
      <pc:sldChg chg="add">
        <pc:chgData name="Kathryn Clark (Astrea Central)" userId="d0e16b62-87cd-4242-828a-2f5e276be710" providerId="ADAL" clId="{E9E53160-A7E3-4065-A3DF-3F8FEE715E1E}" dt="2025-06-30T15:41:11.863" v="190"/>
        <pc:sldMkLst>
          <pc:docMk/>
          <pc:sldMk cId="943141915" sldId="742"/>
        </pc:sldMkLst>
      </pc:sldChg>
      <pc:sldChg chg="add">
        <pc:chgData name="Kathryn Clark (Astrea Central)" userId="d0e16b62-87cd-4242-828a-2f5e276be710" providerId="ADAL" clId="{E9E53160-A7E3-4065-A3DF-3F8FEE715E1E}" dt="2025-06-30T15:41:11.863" v="190"/>
        <pc:sldMkLst>
          <pc:docMk/>
          <pc:sldMk cId="1208901415" sldId="743"/>
        </pc:sldMkLst>
      </pc:sldChg>
      <pc:sldChg chg="add">
        <pc:chgData name="Kathryn Clark (Astrea Central)" userId="d0e16b62-87cd-4242-828a-2f5e276be710" providerId="ADAL" clId="{E9E53160-A7E3-4065-A3DF-3F8FEE715E1E}" dt="2025-06-30T15:41:11.863" v="190"/>
        <pc:sldMkLst>
          <pc:docMk/>
          <pc:sldMk cId="922628727" sldId="744"/>
        </pc:sldMkLst>
      </pc:sldChg>
      <pc:sldChg chg="add">
        <pc:chgData name="Kathryn Clark (Astrea Central)" userId="d0e16b62-87cd-4242-828a-2f5e276be710" providerId="ADAL" clId="{E9E53160-A7E3-4065-A3DF-3F8FEE715E1E}" dt="2025-06-30T15:41:11.863" v="190"/>
        <pc:sldMkLst>
          <pc:docMk/>
          <pc:sldMk cId="1724626238" sldId="745"/>
        </pc:sldMkLst>
      </pc:sldChg>
      <pc:sldChg chg="add">
        <pc:chgData name="Kathryn Clark (Astrea Central)" userId="d0e16b62-87cd-4242-828a-2f5e276be710" providerId="ADAL" clId="{E9E53160-A7E3-4065-A3DF-3F8FEE715E1E}" dt="2025-06-30T15:41:11.863" v="190"/>
        <pc:sldMkLst>
          <pc:docMk/>
          <pc:sldMk cId="3567034086" sldId="746"/>
        </pc:sldMkLst>
      </pc:sldChg>
      <pc:sldChg chg="add">
        <pc:chgData name="Kathryn Clark (Astrea Central)" userId="d0e16b62-87cd-4242-828a-2f5e276be710" providerId="ADAL" clId="{E9E53160-A7E3-4065-A3DF-3F8FEE715E1E}" dt="2025-06-30T15:41:11.863" v="190"/>
        <pc:sldMkLst>
          <pc:docMk/>
          <pc:sldMk cId="4185088232" sldId="748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3530955478" sldId="752"/>
        </pc:sldMkLst>
      </pc:sldChg>
      <pc:sldChg chg="add">
        <pc:chgData name="Kathryn Clark (Astrea Central)" userId="d0e16b62-87cd-4242-828a-2f5e276be710" providerId="ADAL" clId="{E9E53160-A7E3-4065-A3DF-3F8FEE715E1E}" dt="2025-06-30T15:41:11.863" v="190"/>
        <pc:sldMkLst>
          <pc:docMk/>
          <pc:sldMk cId="3364502094" sldId="779"/>
        </pc:sldMkLst>
      </pc:sldChg>
      <pc:sldChg chg="del">
        <pc:chgData name="Kathryn Clark (Astrea Central)" userId="d0e16b62-87cd-4242-828a-2f5e276be710" providerId="ADAL" clId="{E9E53160-A7E3-4065-A3DF-3F8FEE715E1E}" dt="2025-06-30T15:42:53.151" v="192" actId="47"/>
        <pc:sldMkLst>
          <pc:docMk/>
          <pc:sldMk cId="4228041536" sldId="859"/>
        </pc:sldMkLst>
      </pc:sldChg>
      <pc:sldChg chg="add">
        <pc:chgData name="Kathryn Clark (Astrea Central)" userId="d0e16b62-87cd-4242-828a-2f5e276be710" providerId="ADAL" clId="{E9E53160-A7E3-4065-A3DF-3F8FEE715E1E}" dt="2025-06-30T15:42:42.802" v="191"/>
        <pc:sldMkLst>
          <pc:docMk/>
          <pc:sldMk cId="1010217414" sldId="992"/>
        </pc:sldMkLst>
      </pc:sldChg>
      <pc:sldChg chg="add">
        <pc:chgData name="Kathryn Clark (Astrea Central)" userId="d0e16b62-87cd-4242-828a-2f5e276be710" providerId="ADAL" clId="{E9E53160-A7E3-4065-A3DF-3F8FEE715E1E}" dt="2025-06-30T15:42:42.802" v="191"/>
        <pc:sldMkLst>
          <pc:docMk/>
          <pc:sldMk cId="1179576727" sldId="993"/>
        </pc:sldMkLst>
      </pc:sldChg>
      <pc:sldChg chg="add">
        <pc:chgData name="Kathryn Clark (Astrea Central)" userId="d0e16b62-87cd-4242-828a-2f5e276be710" providerId="ADAL" clId="{E9E53160-A7E3-4065-A3DF-3F8FEE715E1E}" dt="2025-06-30T15:54:21.526" v="200"/>
        <pc:sldMkLst>
          <pc:docMk/>
          <pc:sldMk cId="3295259342" sldId="994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4253984274" sldId="1216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3239866304" sldId="1217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3292644395" sldId="1219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179054774" sldId="1221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1497399336" sldId="1234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1323390205" sldId="1235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433198936" sldId="1256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3919205928" sldId="1257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2268313574" sldId="1258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3141730267" sldId="1259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2008329193" sldId="1260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1147899049" sldId="1261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1151857062" sldId="1262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2456297609" sldId="1263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2644577293" sldId="1264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4274479591" sldId="1265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4098089706" sldId="1267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1900638804" sldId="1268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1998917385" sldId="1269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3900469656" sldId="1270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2867229049" sldId="1271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1726936922" sldId="1272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1459505126" sldId="1273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722116122" sldId="1274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920620145" sldId="1275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3248435665" sldId="1276"/>
        </pc:sldMkLst>
      </pc:sldChg>
      <pc:sldChg chg="add">
        <pc:chgData name="Kathryn Clark (Astrea Central)" userId="d0e16b62-87cd-4242-828a-2f5e276be710" providerId="ADAL" clId="{E9E53160-A7E3-4065-A3DF-3F8FEE715E1E}" dt="2025-06-30T15:54:21.526" v="200"/>
        <pc:sldMkLst>
          <pc:docMk/>
          <pc:sldMk cId="1978893645" sldId="2601"/>
        </pc:sldMkLst>
      </pc:sldChg>
      <pc:sldChg chg="add">
        <pc:chgData name="Kathryn Clark (Astrea Central)" userId="d0e16b62-87cd-4242-828a-2f5e276be710" providerId="ADAL" clId="{E9E53160-A7E3-4065-A3DF-3F8FEE715E1E}" dt="2025-06-30T15:54:21.526" v="200"/>
        <pc:sldMkLst>
          <pc:docMk/>
          <pc:sldMk cId="1810527692" sldId="2603"/>
        </pc:sldMkLst>
      </pc:sldChg>
      <pc:sldChg chg="add">
        <pc:chgData name="Kathryn Clark (Astrea Central)" userId="d0e16b62-87cd-4242-828a-2f5e276be710" providerId="ADAL" clId="{E9E53160-A7E3-4065-A3DF-3F8FEE715E1E}" dt="2025-06-30T15:54:21.526" v="200"/>
        <pc:sldMkLst>
          <pc:docMk/>
          <pc:sldMk cId="4236198652" sldId="2604"/>
        </pc:sldMkLst>
      </pc:sldChg>
      <pc:sldChg chg="add">
        <pc:chgData name="Kathryn Clark (Astrea Central)" userId="d0e16b62-87cd-4242-828a-2f5e276be710" providerId="ADAL" clId="{E9E53160-A7E3-4065-A3DF-3F8FEE715E1E}" dt="2025-06-30T15:54:21.526" v="200"/>
        <pc:sldMkLst>
          <pc:docMk/>
          <pc:sldMk cId="1196532462" sldId="2605"/>
        </pc:sldMkLst>
      </pc:sldChg>
      <pc:sldChg chg="add">
        <pc:chgData name="Kathryn Clark (Astrea Central)" userId="d0e16b62-87cd-4242-828a-2f5e276be710" providerId="ADAL" clId="{E9E53160-A7E3-4065-A3DF-3F8FEE715E1E}" dt="2025-06-30T15:54:21.526" v="200"/>
        <pc:sldMkLst>
          <pc:docMk/>
          <pc:sldMk cId="2398298622" sldId="2611"/>
        </pc:sldMkLst>
      </pc:sldChg>
      <pc:sldChg chg="add">
        <pc:chgData name="Kathryn Clark (Astrea Central)" userId="d0e16b62-87cd-4242-828a-2f5e276be710" providerId="ADAL" clId="{E9E53160-A7E3-4065-A3DF-3F8FEE715E1E}" dt="2025-06-30T15:54:21.526" v="200"/>
        <pc:sldMkLst>
          <pc:docMk/>
          <pc:sldMk cId="456801237" sldId="2666"/>
        </pc:sldMkLst>
      </pc:sldChg>
      <pc:sldChg chg="add">
        <pc:chgData name="Kathryn Clark (Astrea Central)" userId="d0e16b62-87cd-4242-828a-2f5e276be710" providerId="ADAL" clId="{E9E53160-A7E3-4065-A3DF-3F8FEE715E1E}" dt="2025-06-30T15:55:59.394" v="205"/>
        <pc:sldMkLst>
          <pc:docMk/>
          <pc:sldMk cId="2888631115" sldId="2667"/>
        </pc:sldMkLst>
      </pc:sldChg>
      <pc:sldChg chg="add">
        <pc:chgData name="Kathryn Clark (Astrea Central)" userId="d0e16b62-87cd-4242-828a-2f5e276be710" providerId="ADAL" clId="{E9E53160-A7E3-4065-A3DF-3F8FEE715E1E}" dt="2025-06-30T15:55:59.394" v="205"/>
        <pc:sldMkLst>
          <pc:docMk/>
          <pc:sldMk cId="178473732" sldId="2695"/>
        </pc:sldMkLst>
      </pc:sldChg>
      <pc:sldChg chg="add">
        <pc:chgData name="Kathryn Clark (Astrea Central)" userId="d0e16b62-87cd-4242-828a-2f5e276be710" providerId="ADAL" clId="{E9E53160-A7E3-4065-A3DF-3F8FEE715E1E}" dt="2025-06-30T15:57:20.306" v="208"/>
        <pc:sldMkLst>
          <pc:docMk/>
          <pc:sldMk cId="3492178883" sldId="2696"/>
        </pc:sldMkLst>
      </pc:sldChg>
      <pc:sldChg chg="add">
        <pc:chgData name="Kathryn Clark (Astrea Central)" userId="d0e16b62-87cd-4242-828a-2f5e276be710" providerId="ADAL" clId="{E9E53160-A7E3-4065-A3DF-3F8FEE715E1E}" dt="2025-06-30T15:57:20.306" v="208"/>
        <pc:sldMkLst>
          <pc:docMk/>
          <pc:sldMk cId="3527980205" sldId="2697"/>
        </pc:sldMkLst>
      </pc:sldChg>
      <pc:sldChg chg="add">
        <pc:chgData name="Kathryn Clark (Astrea Central)" userId="d0e16b62-87cd-4242-828a-2f5e276be710" providerId="ADAL" clId="{E9E53160-A7E3-4065-A3DF-3F8FEE715E1E}" dt="2025-06-30T15:57:20.306" v="208"/>
        <pc:sldMkLst>
          <pc:docMk/>
          <pc:sldMk cId="800564505" sldId="2698"/>
        </pc:sldMkLst>
      </pc:sldChg>
      <pc:sldChg chg="add">
        <pc:chgData name="Kathryn Clark (Astrea Central)" userId="d0e16b62-87cd-4242-828a-2f5e276be710" providerId="ADAL" clId="{E9E53160-A7E3-4065-A3DF-3F8FEE715E1E}" dt="2025-06-30T15:57:20.306" v="208"/>
        <pc:sldMkLst>
          <pc:docMk/>
          <pc:sldMk cId="689107183" sldId="2699"/>
        </pc:sldMkLst>
      </pc:sldChg>
      <pc:sldChg chg="add">
        <pc:chgData name="Kathryn Clark (Astrea Central)" userId="d0e16b62-87cd-4242-828a-2f5e276be710" providerId="ADAL" clId="{E9E53160-A7E3-4065-A3DF-3F8FEE715E1E}" dt="2025-06-30T15:57:20.306" v="208"/>
        <pc:sldMkLst>
          <pc:docMk/>
          <pc:sldMk cId="921029909" sldId="2700"/>
        </pc:sldMkLst>
      </pc:sldChg>
      <pc:sldChg chg="add">
        <pc:chgData name="Kathryn Clark (Astrea Central)" userId="d0e16b62-87cd-4242-828a-2f5e276be710" providerId="ADAL" clId="{E9E53160-A7E3-4065-A3DF-3F8FEE715E1E}" dt="2025-06-30T15:57:20.306" v="208"/>
        <pc:sldMkLst>
          <pc:docMk/>
          <pc:sldMk cId="2591683603" sldId="2701"/>
        </pc:sldMkLst>
      </pc:sldChg>
      <pc:sldChg chg="add">
        <pc:chgData name="Kathryn Clark (Astrea Central)" userId="d0e16b62-87cd-4242-828a-2f5e276be710" providerId="ADAL" clId="{E9E53160-A7E3-4065-A3DF-3F8FEE715E1E}" dt="2025-06-30T15:57:20.306" v="208"/>
        <pc:sldMkLst>
          <pc:docMk/>
          <pc:sldMk cId="140179314" sldId="2702"/>
        </pc:sldMkLst>
      </pc:sldChg>
      <pc:sldChg chg="add">
        <pc:chgData name="Kathryn Clark (Astrea Central)" userId="d0e16b62-87cd-4242-828a-2f5e276be710" providerId="ADAL" clId="{E9E53160-A7E3-4065-A3DF-3F8FEE715E1E}" dt="2025-06-30T15:57:20.306" v="208"/>
        <pc:sldMkLst>
          <pc:docMk/>
          <pc:sldMk cId="4064036166" sldId="2703"/>
        </pc:sldMkLst>
      </pc:sldChg>
      <pc:sldChg chg="add">
        <pc:chgData name="Kathryn Clark (Astrea Central)" userId="d0e16b62-87cd-4242-828a-2f5e276be710" providerId="ADAL" clId="{E9E53160-A7E3-4065-A3DF-3F8FEE715E1E}" dt="2025-06-30T15:57:20.306" v="208"/>
        <pc:sldMkLst>
          <pc:docMk/>
          <pc:sldMk cId="3095329613" sldId="2704"/>
        </pc:sldMkLst>
      </pc:sldChg>
      <pc:sldChg chg="add">
        <pc:chgData name="Kathryn Clark (Astrea Central)" userId="d0e16b62-87cd-4242-828a-2f5e276be710" providerId="ADAL" clId="{E9E53160-A7E3-4065-A3DF-3F8FEE715E1E}" dt="2025-06-30T15:57:20.306" v="208"/>
        <pc:sldMkLst>
          <pc:docMk/>
          <pc:sldMk cId="3472423686" sldId="2705"/>
        </pc:sldMkLst>
      </pc:sldChg>
      <pc:sldChg chg="add">
        <pc:chgData name="Kathryn Clark (Astrea Central)" userId="d0e16b62-87cd-4242-828a-2f5e276be710" providerId="ADAL" clId="{E9E53160-A7E3-4065-A3DF-3F8FEE715E1E}" dt="2025-06-30T15:57:20.306" v="208"/>
        <pc:sldMkLst>
          <pc:docMk/>
          <pc:sldMk cId="2746315300" sldId="2706"/>
        </pc:sldMkLst>
      </pc:sldChg>
      <pc:sldChg chg="add">
        <pc:chgData name="Kathryn Clark (Astrea Central)" userId="d0e16b62-87cd-4242-828a-2f5e276be710" providerId="ADAL" clId="{E9E53160-A7E3-4065-A3DF-3F8FEE715E1E}" dt="2025-06-30T15:57:20.306" v="208"/>
        <pc:sldMkLst>
          <pc:docMk/>
          <pc:sldMk cId="193292637" sldId="2707"/>
        </pc:sldMkLst>
      </pc:sldChg>
      <pc:sldChg chg="add">
        <pc:chgData name="Kathryn Clark (Astrea Central)" userId="d0e16b62-87cd-4242-828a-2f5e276be710" providerId="ADAL" clId="{E9E53160-A7E3-4065-A3DF-3F8FEE715E1E}" dt="2025-06-30T15:57:20.306" v="208"/>
        <pc:sldMkLst>
          <pc:docMk/>
          <pc:sldMk cId="1329243498" sldId="2708"/>
        </pc:sldMkLst>
      </pc:sldChg>
      <pc:sldChg chg="add">
        <pc:chgData name="Kathryn Clark (Astrea Central)" userId="d0e16b62-87cd-4242-828a-2f5e276be710" providerId="ADAL" clId="{E9E53160-A7E3-4065-A3DF-3F8FEE715E1E}" dt="2025-06-30T15:57:20.306" v="208"/>
        <pc:sldMkLst>
          <pc:docMk/>
          <pc:sldMk cId="1501259011" sldId="2709"/>
        </pc:sldMkLst>
      </pc:sldChg>
      <pc:sldChg chg="add">
        <pc:chgData name="Kathryn Clark (Astrea Central)" userId="d0e16b62-87cd-4242-828a-2f5e276be710" providerId="ADAL" clId="{E9E53160-A7E3-4065-A3DF-3F8FEE715E1E}" dt="2025-06-30T15:57:20.306" v="208"/>
        <pc:sldMkLst>
          <pc:docMk/>
          <pc:sldMk cId="3343074288" sldId="2710"/>
        </pc:sldMkLst>
      </pc:sldChg>
      <pc:sldChg chg="add">
        <pc:chgData name="Kathryn Clark (Astrea Central)" userId="d0e16b62-87cd-4242-828a-2f5e276be710" providerId="ADAL" clId="{E9E53160-A7E3-4065-A3DF-3F8FEE715E1E}" dt="2025-06-30T15:57:20.306" v="208"/>
        <pc:sldMkLst>
          <pc:docMk/>
          <pc:sldMk cId="2694266614" sldId="2711"/>
        </pc:sldMkLst>
      </pc:sldChg>
      <pc:sldChg chg="add">
        <pc:chgData name="Kathryn Clark (Astrea Central)" userId="d0e16b62-87cd-4242-828a-2f5e276be710" providerId="ADAL" clId="{E9E53160-A7E3-4065-A3DF-3F8FEE715E1E}" dt="2025-06-30T15:57:20.306" v="208"/>
        <pc:sldMkLst>
          <pc:docMk/>
          <pc:sldMk cId="1389567068" sldId="2712"/>
        </pc:sldMkLst>
      </pc:sldChg>
      <pc:sldChg chg="add">
        <pc:chgData name="Kathryn Clark (Astrea Central)" userId="d0e16b62-87cd-4242-828a-2f5e276be710" providerId="ADAL" clId="{E9E53160-A7E3-4065-A3DF-3F8FEE715E1E}" dt="2025-06-30T15:57:20.306" v="208"/>
        <pc:sldMkLst>
          <pc:docMk/>
          <pc:sldMk cId="1838999864" sldId="2713"/>
        </pc:sldMkLst>
      </pc:sldChg>
      <pc:sldChg chg="add">
        <pc:chgData name="Kathryn Clark (Astrea Central)" userId="d0e16b62-87cd-4242-828a-2f5e276be710" providerId="ADAL" clId="{E9E53160-A7E3-4065-A3DF-3F8FEE715E1E}" dt="2025-06-30T15:57:20.306" v="208"/>
        <pc:sldMkLst>
          <pc:docMk/>
          <pc:sldMk cId="3626947470" sldId="2714"/>
        </pc:sldMkLst>
      </pc:sldChg>
      <pc:sldChg chg="add">
        <pc:chgData name="Kathryn Clark (Astrea Central)" userId="d0e16b62-87cd-4242-828a-2f5e276be710" providerId="ADAL" clId="{E9E53160-A7E3-4065-A3DF-3F8FEE715E1E}" dt="2025-06-30T15:57:20.306" v="208"/>
        <pc:sldMkLst>
          <pc:docMk/>
          <pc:sldMk cId="490285267" sldId="2715"/>
        </pc:sldMkLst>
      </pc:sldChg>
      <pc:sldChg chg="add">
        <pc:chgData name="Kathryn Clark (Astrea Central)" userId="d0e16b62-87cd-4242-828a-2f5e276be710" providerId="ADAL" clId="{E9E53160-A7E3-4065-A3DF-3F8FEE715E1E}" dt="2025-06-30T15:55:59.394" v="205"/>
        <pc:sldMkLst>
          <pc:docMk/>
          <pc:sldMk cId="857558838" sldId="2716"/>
        </pc:sldMkLst>
      </pc:sldChg>
      <pc:sldChg chg="add">
        <pc:chgData name="Kathryn Clark (Astrea Central)" userId="d0e16b62-87cd-4242-828a-2f5e276be710" providerId="ADAL" clId="{E9E53160-A7E3-4065-A3DF-3F8FEE715E1E}" dt="2025-06-30T15:55:59.394" v="205"/>
        <pc:sldMkLst>
          <pc:docMk/>
          <pc:sldMk cId="45549879" sldId="2717"/>
        </pc:sldMkLst>
      </pc:sldChg>
      <pc:sldChg chg="add">
        <pc:chgData name="Kathryn Clark (Astrea Central)" userId="d0e16b62-87cd-4242-828a-2f5e276be710" providerId="ADAL" clId="{E9E53160-A7E3-4065-A3DF-3F8FEE715E1E}" dt="2025-06-30T15:55:59.394" v="205"/>
        <pc:sldMkLst>
          <pc:docMk/>
          <pc:sldMk cId="3660213305" sldId="2718"/>
        </pc:sldMkLst>
      </pc:sldChg>
      <pc:sldChg chg="add">
        <pc:chgData name="Kathryn Clark (Astrea Central)" userId="d0e16b62-87cd-4242-828a-2f5e276be710" providerId="ADAL" clId="{E9E53160-A7E3-4065-A3DF-3F8FEE715E1E}" dt="2025-06-30T15:55:59.394" v="205"/>
        <pc:sldMkLst>
          <pc:docMk/>
          <pc:sldMk cId="1982959648" sldId="2719"/>
        </pc:sldMkLst>
      </pc:sldChg>
      <pc:sldChg chg="add">
        <pc:chgData name="Kathryn Clark (Astrea Central)" userId="d0e16b62-87cd-4242-828a-2f5e276be710" providerId="ADAL" clId="{E9E53160-A7E3-4065-A3DF-3F8FEE715E1E}" dt="2025-06-30T15:55:59.394" v="205"/>
        <pc:sldMkLst>
          <pc:docMk/>
          <pc:sldMk cId="1044138969" sldId="2720"/>
        </pc:sldMkLst>
      </pc:sldChg>
      <pc:sldChg chg="add">
        <pc:chgData name="Kathryn Clark (Astrea Central)" userId="d0e16b62-87cd-4242-828a-2f5e276be710" providerId="ADAL" clId="{E9E53160-A7E3-4065-A3DF-3F8FEE715E1E}" dt="2025-06-30T15:55:59.394" v="205"/>
        <pc:sldMkLst>
          <pc:docMk/>
          <pc:sldMk cId="4131534759" sldId="2721"/>
        </pc:sldMkLst>
      </pc:sldChg>
      <pc:sldChg chg="add">
        <pc:chgData name="Kathryn Clark (Astrea Central)" userId="d0e16b62-87cd-4242-828a-2f5e276be710" providerId="ADAL" clId="{E9E53160-A7E3-4065-A3DF-3F8FEE715E1E}" dt="2025-06-30T15:55:59.394" v="205"/>
        <pc:sldMkLst>
          <pc:docMk/>
          <pc:sldMk cId="1336694868" sldId="2722"/>
        </pc:sldMkLst>
      </pc:sldChg>
      <pc:sldChg chg="add">
        <pc:chgData name="Kathryn Clark (Astrea Central)" userId="d0e16b62-87cd-4242-828a-2f5e276be710" providerId="ADAL" clId="{E9E53160-A7E3-4065-A3DF-3F8FEE715E1E}" dt="2025-06-30T15:55:59.394" v="205"/>
        <pc:sldMkLst>
          <pc:docMk/>
          <pc:sldMk cId="3279240226" sldId="2723"/>
        </pc:sldMkLst>
      </pc:sldChg>
      <pc:sldChg chg="add">
        <pc:chgData name="Kathryn Clark (Astrea Central)" userId="d0e16b62-87cd-4242-828a-2f5e276be710" providerId="ADAL" clId="{E9E53160-A7E3-4065-A3DF-3F8FEE715E1E}" dt="2025-06-30T15:55:59.394" v="205"/>
        <pc:sldMkLst>
          <pc:docMk/>
          <pc:sldMk cId="672075193" sldId="2724"/>
        </pc:sldMkLst>
      </pc:sldChg>
      <pc:sldChg chg="add">
        <pc:chgData name="Kathryn Clark (Astrea Central)" userId="d0e16b62-87cd-4242-828a-2f5e276be710" providerId="ADAL" clId="{E9E53160-A7E3-4065-A3DF-3F8FEE715E1E}" dt="2025-06-30T15:55:59.394" v="205"/>
        <pc:sldMkLst>
          <pc:docMk/>
          <pc:sldMk cId="1578618602" sldId="2725"/>
        </pc:sldMkLst>
      </pc:sldChg>
      <pc:sldChg chg="add">
        <pc:chgData name="Kathryn Clark (Astrea Central)" userId="d0e16b62-87cd-4242-828a-2f5e276be710" providerId="ADAL" clId="{E9E53160-A7E3-4065-A3DF-3F8FEE715E1E}" dt="2025-06-30T15:55:59.394" v="205"/>
        <pc:sldMkLst>
          <pc:docMk/>
          <pc:sldMk cId="2271499334" sldId="2726"/>
        </pc:sldMkLst>
      </pc:sldChg>
      <pc:sldChg chg="add">
        <pc:chgData name="Kathryn Clark (Astrea Central)" userId="d0e16b62-87cd-4242-828a-2f5e276be710" providerId="ADAL" clId="{E9E53160-A7E3-4065-A3DF-3F8FEE715E1E}" dt="2025-06-30T15:55:59.394" v="205"/>
        <pc:sldMkLst>
          <pc:docMk/>
          <pc:sldMk cId="1827505513" sldId="2727"/>
        </pc:sldMkLst>
      </pc:sldChg>
      <pc:sldChg chg="add">
        <pc:chgData name="Kathryn Clark (Astrea Central)" userId="d0e16b62-87cd-4242-828a-2f5e276be710" providerId="ADAL" clId="{E9E53160-A7E3-4065-A3DF-3F8FEE715E1E}" dt="2025-06-30T15:55:59.394" v="205"/>
        <pc:sldMkLst>
          <pc:docMk/>
          <pc:sldMk cId="1634526352" sldId="2728"/>
        </pc:sldMkLst>
      </pc:sldChg>
      <pc:sldChg chg="add">
        <pc:chgData name="Kathryn Clark (Astrea Central)" userId="d0e16b62-87cd-4242-828a-2f5e276be710" providerId="ADAL" clId="{E9E53160-A7E3-4065-A3DF-3F8FEE715E1E}" dt="2025-06-30T15:55:59.394" v="205"/>
        <pc:sldMkLst>
          <pc:docMk/>
          <pc:sldMk cId="820953386" sldId="2729"/>
        </pc:sldMkLst>
      </pc:sldChg>
      <pc:sldChg chg="add">
        <pc:chgData name="Kathryn Clark (Astrea Central)" userId="d0e16b62-87cd-4242-828a-2f5e276be710" providerId="ADAL" clId="{E9E53160-A7E3-4065-A3DF-3F8FEE715E1E}" dt="2025-06-30T15:55:59.394" v="205"/>
        <pc:sldMkLst>
          <pc:docMk/>
          <pc:sldMk cId="3158602697" sldId="2730"/>
        </pc:sldMkLst>
      </pc:sldChg>
      <pc:sldChg chg="add">
        <pc:chgData name="Kathryn Clark (Astrea Central)" userId="d0e16b62-87cd-4242-828a-2f5e276be710" providerId="ADAL" clId="{E9E53160-A7E3-4065-A3DF-3F8FEE715E1E}" dt="2025-06-30T15:55:59.394" v="205"/>
        <pc:sldMkLst>
          <pc:docMk/>
          <pc:sldMk cId="4046473592" sldId="2731"/>
        </pc:sldMkLst>
      </pc:sldChg>
      <pc:sldChg chg="add">
        <pc:chgData name="Kathryn Clark (Astrea Central)" userId="d0e16b62-87cd-4242-828a-2f5e276be710" providerId="ADAL" clId="{E9E53160-A7E3-4065-A3DF-3F8FEE715E1E}" dt="2025-06-30T15:55:59.394" v="205"/>
        <pc:sldMkLst>
          <pc:docMk/>
          <pc:sldMk cId="1550113328" sldId="2732"/>
        </pc:sldMkLst>
      </pc:sldChg>
      <pc:sldChg chg="add">
        <pc:chgData name="Kathryn Clark (Astrea Central)" userId="d0e16b62-87cd-4242-828a-2f5e276be710" providerId="ADAL" clId="{E9E53160-A7E3-4065-A3DF-3F8FEE715E1E}" dt="2025-06-30T15:55:59.394" v="205"/>
        <pc:sldMkLst>
          <pc:docMk/>
          <pc:sldMk cId="1244038654" sldId="2733"/>
        </pc:sldMkLst>
      </pc:sldChg>
      <pc:sldChg chg="add">
        <pc:chgData name="Kathryn Clark (Astrea Central)" userId="d0e16b62-87cd-4242-828a-2f5e276be710" providerId="ADAL" clId="{E9E53160-A7E3-4065-A3DF-3F8FEE715E1E}" dt="2025-06-30T15:55:59.394" v="205"/>
        <pc:sldMkLst>
          <pc:docMk/>
          <pc:sldMk cId="191852916" sldId="2734"/>
        </pc:sldMkLst>
      </pc:sldChg>
      <pc:sldChg chg="add">
        <pc:chgData name="Kathryn Clark (Astrea Central)" userId="d0e16b62-87cd-4242-828a-2f5e276be710" providerId="ADAL" clId="{E9E53160-A7E3-4065-A3DF-3F8FEE715E1E}" dt="2025-06-30T15:55:59.394" v="205"/>
        <pc:sldMkLst>
          <pc:docMk/>
          <pc:sldMk cId="2538936063" sldId="2735"/>
        </pc:sldMkLst>
      </pc:sldChg>
      <pc:sldChg chg="add">
        <pc:chgData name="Kathryn Clark (Astrea Central)" userId="d0e16b62-87cd-4242-828a-2f5e276be710" providerId="ADAL" clId="{E9E53160-A7E3-4065-A3DF-3F8FEE715E1E}" dt="2025-06-30T15:55:59.394" v="205"/>
        <pc:sldMkLst>
          <pc:docMk/>
          <pc:sldMk cId="4041451842" sldId="2736"/>
        </pc:sldMkLst>
      </pc:sldChg>
      <pc:sldChg chg="add">
        <pc:chgData name="Kathryn Clark (Astrea Central)" userId="d0e16b62-87cd-4242-828a-2f5e276be710" providerId="ADAL" clId="{E9E53160-A7E3-4065-A3DF-3F8FEE715E1E}" dt="2025-06-30T15:55:59.394" v="205"/>
        <pc:sldMkLst>
          <pc:docMk/>
          <pc:sldMk cId="1007235271" sldId="2737"/>
        </pc:sldMkLst>
      </pc:sldChg>
      <pc:sldChg chg="add">
        <pc:chgData name="Kathryn Clark (Astrea Central)" userId="d0e16b62-87cd-4242-828a-2f5e276be710" providerId="ADAL" clId="{E9E53160-A7E3-4065-A3DF-3F8FEE715E1E}" dt="2025-06-30T15:55:59.394" v="205"/>
        <pc:sldMkLst>
          <pc:docMk/>
          <pc:sldMk cId="2708647637" sldId="2738"/>
        </pc:sldMkLst>
      </pc:sldChg>
      <pc:sldChg chg="add">
        <pc:chgData name="Kathryn Clark (Astrea Central)" userId="d0e16b62-87cd-4242-828a-2f5e276be710" providerId="ADAL" clId="{E9E53160-A7E3-4065-A3DF-3F8FEE715E1E}" dt="2025-06-30T15:55:59.394" v="205"/>
        <pc:sldMkLst>
          <pc:docMk/>
          <pc:sldMk cId="1717132647" sldId="2739"/>
        </pc:sldMkLst>
      </pc:sldChg>
      <pc:sldChg chg="add">
        <pc:chgData name="Kathryn Clark (Astrea Central)" userId="d0e16b62-87cd-4242-828a-2f5e276be710" providerId="ADAL" clId="{E9E53160-A7E3-4065-A3DF-3F8FEE715E1E}" dt="2025-06-30T15:55:59.394" v="205"/>
        <pc:sldMkLst>
          <pc:docMk/>
          <pc:sldMk cId="933710123" sldId="2740"/>
        </pc:sldMkLst>
      </pc:sldChg>
      <pc:sldChg chg="add">
        <pc:chgData name="Kathryn Clark (Astrea Central)" userId="d0e16b62-87cd-4242-828a-2f5e276be710" providerId="ADAL" clId="{E9E53160-A7E3-4065-A3DF-3F8FEE715E1E}" dt="2025-06-30T15:55:59.394" v="205"/>
        <pc:sldMkLst>
          <pc:docMk/>
          <pc:sldMk cId="1633011772" sldId="2741"/>
        </pc:sldMkLst>
      </pc:sldChg>
      <pc:sldChg chg="add">
        <pc:chgData name="Kathryn Clark (Astrea Central)" userId="d0e16b62-87cd-4242-828a-2f5e276be710" providerId="ADAL" clId="{E9E53160-A7E3-4065-A3DF-3F8FEE715E1E}" dt="2025-06-30T15:55:59.394" v="205"/>
        <pc:sldMkLst>
          <pc:docMk/>
          <pc:sldMk cId="2490732034" sldId="2742"/>
        </pc:sldMkLst>
      </pc:sldChg>
      <pc:sldChg chg="add">
        <pc:chgData name="Kathryn Clark (Astrea Central)" userId="d0e16b62-87cd-4242-828a-2f5e276be710" providerId="ADAL" clId="{E9E53160-A7E3-4065-A3DF-3F8FEE715E1E}" dt="2025-06-30T15:55:59.394" v="205"/>
        <pc:sldMkLst>
          <pc:docMk/>
          <pc:sldMk cId="919257085" sldId="2743"/>
        </pc:sldMkLst>
      </pc:sldChg>
      <pc:sldChg chg="add">
        <pc:chgData name="Kathryn Clark (Astrea Central)" userId="d0e16b62-87cd-4242-828a-2f5e276be710" providerId="ADAL" clId="{E9E53160-A7E3-4065-A3DF-3F8FEE715E1E}" dt="2025-06-30T15:57:20.306" v="208"/>
        <pc:sldMkLst>
          <pc:docMk/>
          <pc:sldMk cId="2583529761" sldId="2744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3265309983" sldId="2745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2825450557" sldId="2746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4109880761" sldId="2747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3203229536" sldId="2748"/>
        </pc:sldMkLst>
      </pc:sldChg>
    </pc:docChg>
  </pc:docChgLst>
  <pc:docChgLst>
    <pc:chgData name="Adam Brown (Astrea Central)" userId="e4577f1c-a0ea-4eef-9851-9bdbe8619e58" providerId="ADAL" clId="{B546AAAC-F199-43ED-9917-FB3A38A96D7B}"/>
    <pc:docChg chg="undo redo custSel modSld">
      <pc:chgData name="Adam Brown (Astrea Central)" userId="e4577f1c-a0ea-4eef-9851-9bdbe8619e58" providerId="ADAL" clId="{B546AAAC-F199-43ED-9917-FB3A38A96D7B}" dt="2025-08-06T09:56:42.250" v="34" actId="120"/>
      <pc:docMkLst>
        <pc:docMk/>
      </pc:docMkLst>
      <pc:sldChg chg="modSp mod">
        <pc:chgData name="Adam Brown (Astrea Central)" userId="e4577f1c-a0ea-4eef-9851-9bdbe8619e58" providerId="ADAL" clId="{B546AAAC-F199-43ED-9917-FB3A38A96D7B}" dt="2025-08-06T09:55:32.147" v="30" actId="1076"/>
        <pc:sldMkLst>
          <pc:docMk/>
          <pc:sldMk cId="3987619576" sldId="730"/>
        </pc:sldMkLst>
      </pc:sldChg>
      <pc:sldChg chg="modSp mod">
        <pc:chgData name="Adam Brown (Astrea Central)" userId="e4577f1c-a0ea-4eef-9851-9bdbe8619e58" providerId="ADAL" clId="{B546AAAC-F199-43ED-9917-FB3A38A96D7B}" dt="2025-08-06T09:51:44.925" v="10" actId="14100"/>
        <pc:sldMkLst>
          <pc:docMk/>
          <pc:sldMk cId="529695953" sldId="1203"/>
        </pc:sldMkLst>
      </pc:sldChg>
      <pc:sldChg chg="modSp mod">
        <pc:chgData name="Adam Brown (Astrea Central)" userId="e4577f1c-a0ea-4eef-9851-9bdbe8619e58" providerId="ADAL" clId="{B546AAAC-F199-43ED-9917-FB3A38A96D7B}" dt="2025-08-06T09:54:11.584" v="16" actId="1076"/>
        <pc:sldMkLst>
          <pc:docMk/>
          <pc:sldMk cId="3292644395" sldId="1219"/>
        </pc:sldMkLst>
      </pc:sldChg>
      <pc:sldChg chg="modSp mod">
        <pc:chgData name="Adam Brown (Astrea Central)" userId="e4577f1c-a0ea-4eef-9851-9bdbe8619e58" providerId="ADAL" clId="{B546AAAC-F199-43ED-9917-FB3A38A96D7B}" dt="2025-08-06T09:54:56.107" v="26" actId="1076"/>
        <pc:sldMkLst>
          <pc:docMk/>
          <pc:sldMk cId="2268313574" sldId="1258"/>
        </pc:sldMkLst>
      </pc:sldChg>
      <pc:sldChg chg="modSp mod">
        <pc:chgData name="Adam Brown (Astrea Central)" userId="e4577f1c-a0ea-4eef-9851-9bdbe8619e58" providerId="ADAL" clId="{B546AAAC-F199-43ED-9917-FB3A38A96D7B}" dt="2025-08-06T09:55:13.060" v="28" actId="6549"/>
        <pc:sldMkLst>
          <pc:docMk/>
          <pc:sldMk cId="1151857062" sldId="1262"/>
        </pc:sldMkLst>
      </pc:sldChg>
      <pc:sldChg chg="modSp">
        <pc:chgData name="Adam Brown (Astrea Central)" userId="e4577f1c-a0ea-4eef-9851-9bdbe8619e58" providerId="ADAL" clId="{B546AAAC-F199-43ED-9917-FB3A38A96D7B}" dt="2025-08-06T09:55:42.661" v="32" actId="6549"/>
        <pc:sldMkLst>
          <pc:docMk/>
          <pc:sldMk cId="2456297609" sldId="1263"/>
        </pc:sldMkLst>
      </pc:sldChg>
      <pc:sldChg chg="modSp mod">
        <pc:chgData name="Adam Brown (Astrea Central)" userId="e4577f1c-a0ea-4eef-9851-9bdbe8619e58" providerId="ADAL" clId="{B546AAAC-F199-43ED-9917-FB3A38A96D7B}" dt="2025-08-06T09:48:54.360" v="4" actId="20577"/>
        <pc:sldMkLst>
          <pc:docMk/>
          <pc:sldMk cId="2375111560" sldId="2613"/>
        </pc:sldMkLst>
      </pc:sldChg>
      <pc:sldChg chg="modSp mod">
        <pc:chgData name="Adam Brown (Astrea Central)" userId="e4577f1c-a0ea-4eef-9851-9bdbe8619e58" providerId="ADAL" clId="{B546AAAC-F199-43ED-9917-FB3A38A96D7B}" dt="2025-08-06T09:35:47.807" v="3" actId="14100"/>
        <pc:sldMkLst>
          <pc:docMk/>
          <pc:sldMk cId="2860981141" sldId="2634"/>
        </pc:sldMkLst>
      </pc:sldChg>
      <pc:sldChg chg="modSp mod">
        <pc:chgData name="Adam Brown (Astrea Central)" userId="e4577f1c-a0ea-4eef-9851-9bdbe8619e58" providerId="ADAL" clId="{B546AAAC-F199-43ED-9917-FB3A38A96D7B}" dt="2025-08-06T09:35:34.665" v="1" actId="1076"/>
        <pc:sldMkLst>
          <pc:docMk/>
          <pc:sldMk cId="738503352" sldId="2707"/>
        </pc:sldMkLst>
      </pc:sldChg>
      <pc:sldChg chg="addSp modSp mod">
        <pc:chgData name="Adam Brown (Astrea Central)" userId="e4577f1c-a0ea-4eef-9851-9bdbe8619e58" providerId="ADAL" clId="{B546AAAC-F199-43ED-9917-FB3A38A96D7B}" dt="2025-08-06T09:50:27.884" v="6" actId="13822"/>
        <pc:sldMkLst>
          <pc:docMk/>
          <pc:sldMk cId="530186686" sldId="2744"/>
        </pc:sldMkLst>
      </pc:sldChg>
      <pc:sldChg chg="modSp mod">
        <pc:chgData name="Adam Brown (Astrea Central)" userId="e4577f1c-a0ea-4eef-9851-9bdbe8619e58" providerId="ADAL" clId="{B546AAAC-F199-43ED-9917-FB3A38A96D7B}" dt="2025-08-06T09:56:42.250" v="34" actId="120"/>
        <pc:sldMkLst>
          <pc:docMk/>
          <pc:sldMk cId="303439746" sldId="2772"/>
        </pc:sldMkLst>
      </pc:sldChg>
    </pc:docChg>
  </pc:docChgLst>
  <pc:docChgLst>
    <pc:chgData name="Kathryn Clark (Astrea Central)" userId="d0e16b62-87cd-4242-828a-2f5e276be710" providerId="ADAL" clId="{87FFC575-9355-4DED-8BDA-396D1F01FEFA}"/>
    <pc:docChg chg="addSld delSld modSld delSection modSection">
      <pc:chgData name="Kathryn Clark (Astrea Central)" userId="d0e16b62-87cd-4242-828a-2f5e276be710" providerId="ADAL" clId="{87FFC575-9355-4DED-8BDA-396D1F01FEFA}" dt="2025-08-06T16:11:01.290" v="8"/>
      <pc:docMkLst>
        <pc:docMk/>
      </pc:docMkLst>
      <pc:sldChg chg="del">
        <pc:chgData name="Kathryn Clark (Astrea Central)" userId="d0e16b62-87cd-4242-828a-2f5e276be710" providerId="ADAL" clId="{87FFC575-9355-4DED-8BDA-396D1F01FEFA}" dt="2025-08-06T15:09:42.457" v="0" actId="47"/>
        <pc:sldMkLst>
          <pc:docMk/>
          <pc:sldMk cId="3872383198" sldId="257"/>
        </pc:sldMkLst>
      </pc:sldChg>
      <pc:sldChg chg="del">
        <pc:chgData name="Kathryn Clark (Astrea Central)" userId="d0e16b62-87cd-4242-828a-2f5e276be710" providerId="ADAL" clId="{87FFC575-9355-4DED-8BDA-396D1F01FEFA}" dt="2025-08-06T15:09:42.457" v="0" actId="47"/>
        <pc:sldMkLst>
          <pc:docMk/>
          <pc:sldMk cId="3405770585" sldId="258"/>
        </pc:sldMkLst>
      </pc:sldChg>
      <pc:sldChg chg="del">
        <pc:chgData name="Kathryn Clark (Astrea Central)" userId="d0e16b62-87cd-4242-828a-2f5e276be710" providerId="ADAL" clId="{87FFC575-9355-4DED-8BDA-396D1F01FEFA}" dt="2025-08-06T15:09:42.457" v="0" actId="47"/>
        <pc:sldMkLst>
          <pc:docMk/>
          <pc:sldMk cId="3577189475" sldId="259"/>
        </pc:sldMkLst>
      </pc:sldChg>
      <pc:sldChg chg="del">
        <pc:chgData name="Kathryn Clark (Astrea Central)" userId="d0e16b62-87cd-4242-828a-2f5e276be710" providerId="ADAL" clId="{87FFC575-9355-4DED-8BDA-396D1F01FEFA}" dt="2025-08-06T15:09:53.124" v="2" actId="47"/>
        <pc:sldMkLst>
          <pc:docMk/>
          <pc:sldMk cId="3084990881" sldId="273"/>
        </pc:sldMkLst>
      </pc:sldChg>
      <pc:sldChg chg="del">
        <pc:chgData name="Kathryn Clark (Astrea Central)" userId="d0e16b62-87cd-4242-828a-2f5e276be710" providerId="ADAL" clId="{87FFC575-9355-4DED-8BDA-396D1F01FEFA}" dt="2025-08-06T15:09:53.124" v="2" actId="47"/>
        <pc:sldMkLst>
          <pc:docMk/>
          <pc:sldMk cId="3107775372" sldId="274"/>
        </pc:sldMkLst>
      </pc:sldChg>
      <pc:sldChg chg="del">
        <pc:chgData name="Kathryn Clark (Astrea Central)" userId="d0e16b62-87cd-4242-828a-2f5e276be710" providerId="ADAL" clId="{87FFC575-9355-4DED-8BDA-396D1F01FEFA}" dt="2025-08-06T15:09:47.659" v="1" actId="47"/>
        <pc:sldMkLst>
          <pc:docMk/>
          <pc:sldMk cId="2271792515" sldId="510"/>
        </pc:sldMkLst>
      </pc:sldChg>
      <pc:sldChg chg="del">
        <pc:chgData name="Kathryn Clark (Astrea Central)" userId="d0e16b62-87cd-4242-828a-2f5e276be710" providerId="ADAL" clId="{87FFC575-9355-4DED-8BDA-396D1F01FEFA}" dt="2025-08-06T15:09:58.937" v="3" actId="47"/>
        <pc:sldMkLst>
          <pc:docMk/>
          <pc:sldMk cId="1520011281" sldId="583"/>
        </pc:sldMkLst>
      </pc:sldChg>
      <pc:sldChg chg="del">
        <pc:chgData name="Kathryn Clark (Astrea Central)" userId="d0e16b62-87cd-4242-828a-2f5e276be710" providerId="ADAL" clId="{87FFC575-9355-4DED-8BDA-396D1F01FEFA}" dt="2025-08-06T15:09:58.937" v="3" actId="47"/>
        <pc:sldMkLst>
          <pc:docMk/>
          <pc:sldMk cId="3705307990" sldId="620"/>
        </pc:sldMkLst>
      </pc:sldChg>
      <pc:sldChg chg="del">
        <pc:chgData name="Kathryn Clark (Astrea Central)" userId="d0e16b62-87cd-4242-828a-2f5e276be710" providerId="ADAL" clId="{87FFC575-9355-4DED-8BDA-396D1F01FEFA}" dt="2025-08-06T15:09:58.937" v="3" actId="47"/>
        <pc:sldMkLst>
          <pc:docMk/>
          <pc:sldMk cId="1908024738" sldId="686"/>
        </pc:sldMkLst>
      </pc:sldChg>
      <pc:sldChg chg="del">
        <pc:chgData name="Kathryn Clark (Astrea Central)" userId="d0e16b62-87cd-4242-828a-2f5e276be710" providerId="ADAL" clId="{87FFC575-9355-4DED-8BDA-396D1F01FEFA}" dt="2025-08-06T15:09:58.937" v="3" actId="47"/>
        <pc:sldMkLst>
          <pc:docMk/>
          <pc:sldMk cId="737754641" sldId="688"/>
        </pc:sldMkLst>
      </pc:sldChg>
      <pc:sldChg chg="del">
        <pc:chgData name="Kathryn Clark (Astrea Central)" userId="d0e16b62-87cd-4242-828a-2f5e276be710" providerId="ADAL" clId="{87FFC575-9355-4DED-8BDA-396D1F01FEFA}" dt="2025-08-06T15:09:58.937" v="3" actId="47"/>
        <pc:sldMkLst>
          <pc:docMk/>
          <pc:sldMk cId="1864444121" sldId="718"/>
        </pc:sldMkLst>
      </pc:sldChg>
      <pc:sldChg chg="del">
        <pc:chgData name="Kathryn Clark (Astrea Central)" userId="d0e16b62-87cd-4242-828a-2f5e276be710" providerId="ADAL" clId="{87FFC575-9355-4DED-8BDA-396D1F01FEFA}" dt="2025-08-06T15:09:58.937" v="3" actId="47"/>
        <pc:sldMkLst>
          <pc:docMk/>
          <pc:sldMk cId="1937459663" sldId="719"/>
        </pc:sldMkLst>
      </pc:sldChg>
      <pc:sldChg chg="del">
        <pc:chgData name="Kathryn Clark (Astrea Central)" userId="d0e16b62-87cd-4242-828a-2f5e276be710" providerId="ADAL" clId="{87FFC575-9355-4DED-8BDA-396D1F01FEFA}" dt="2025-08-06T15:10:07.868" v="5" actId="47"/>
        <pc:sldMkLst>
          <pc:docMk/>
          <pc:sldMk cId="3265309983" sldId="729"/>
        </pc:sldMkLst>
      </pc:sldChg>
      <pc:sldChg chg="del">
        <pc:chgData name="Kathryn Clark (Astrea Central)" userId="d0e16b62-87cd-4242-828a-2f5e276be710" providerId="ADAL" clId="{87FFC575-9355-4DED-8BDA-396D1F01FEFA}" dt="2025-08-06T15:10:07.868" v="5" actId="47"/>
        <pc:sldMkLst>
          <pc:docMk/>
          <pc:sldMk cId="3987619576" sldId="730"/>
        </pc:sldMkLst>
      </pc:sldChg>
      <pc:sldChg chg="del">
        <pc:chgData name="Kathryn Clark (Astrea Central)" userId="d0e16b62-87cd-4242-828a-2f5e276be710" providerId="ADAL" clId="{87FFC575-9355-4DED-8BDA-396D1F01FEFA}" dt="2025-08-06T15:10:07.868" v="5" actId="47"/>
        <pc:sldMkLst>
          <pc:docMk/>
          <pc:sldMk cId="2973222117" sldId="736"/>
        </pc:sldMkLst>
      </pc:sldChg>
      <pc:sldChg chg="del">
        <pc:chgData name="Kathryn Clark (Astrea Central)" userId="d0e16b62-87cd-4242-828a-2f5e276be710" providerId="ADAL" clId="{87FFC575-9355-4DED-8BDA-396D1F01FEFA}" dt="2025-08-06T15:10:07.868" v="5" actId="47"/>
        <pc:sldMkLst>
          <pc:docMk/>
          <pc:sldMk cId="3494193463" sldId="739"/>
        </pc:sldMkLst>
      </pc:sldChg>
      <pc:sldChg chg="del">
        <pc:chgData name="Kathryn Clark (Astrea Central)" userId="d0e16b62-87cd-4242-828a-2f5e276be710" providerId="ADAL" clId="{87FFC575-9355-4DED-8BDA-396D1F01FEFA}" dt="2025-08-06T15:10:07.868" v="5" actId="47"/>
        <pc:sldMkLst>
          <pc:docMk/>
          <pc:sldMk cId="706603858" sldId="740"/>
        </pc:sldMkLst>
      </pc:sldChg>
      <pc:sldChg chg="del">
        <pc:chgData name="Kathryn Clark (Astrea Central)" userId="d0e16b62-87cd-4242-828a-2f5e276be710" providerId="ADAL" clId="{87FFC575-9355-4DED-8BDA-396D1F01FEFA}" dt="2025-08-06T15:10:07.868" v="5" actId="47"/>
        <pc:sldMkLst>
          <pc:docMk/>
          <pc:sldMk cId="2825450557" sldId="742"/>
        </pc:sldMkLst>
      </pc:sldChg>
      <pc:sldChg chg="add del">
        <pc:chgData name="Kathryn Clark (Astrea Central)" userId="d0e16b62-87cd-4242-828a-2f5e276be710" providerId="ADAL" clId="{87FFC575-9355-4DED-8BDA-396D1F01FEFA}" dt="2025-08-06T16:11:01.290" v="8"/>
        <pc:sldMkLst>
          <pc:docMk/>
          <pc:sldMk cId="922628727" sldId="744"/>
        </pc:sldMkLst>
      </pc:sldChg>
      <pc:sldChg chg="del">
        <pc:chgData name="Kathryn Clark (Astrea Central)" userId="d0e16b62-87cd-4242-828a-2f5e276be710" providerId="ADAL" clId="{87FFC575-9355-4DED-8BDA-396D1F01FEFA}" dt="2025-08-06T15:09:53.124" v="2" actId="47"/>
        <pc:sldMkLst>
          <pc:docMk/>
          <pc:sldMk cId="529695953" sldId="1203"/>
        </pc:sldMkLst>
      </pc:sldChg>
      <pc:sldChg chg="del">
        <pc:chgData name="Kathryn Clark (Astrea Central)" userId="d0e16b62-87cd-4242-828a-2f5e276be710" providerId="ADAL" clId="{87FFC575-9355-4DED-8BDA-396D1F01FEFA}" dt="2025-08-06T15:09:53.124" v="2" actId="47"/>
        <pc:sldMkLst>
          <pc:docMk/>
          <pc:sldMk cId="2979056539" sldId="1213"/>
        </pc:sldMkLst>
      </pc:sldChg>
      <pc:sldChg chg="del">
        <pc:chgData name="Kathryn Clark (Astrea Central)" userId="d0e16b62-87cd-4242-828a-2f5e276be710" providerId="ADAL" clId="{87FFC575-9355-4DED-8BDA-396D1F01FEFA}" dt="2025-08-06T15:09:58.937" v="3" actId="47"/>
        <pc:sldMkLst>
          <pc:docMk/>
          <pc:sldMk cId="4253984274" sldId="1216"/>
        </pc:sldMkLst>
      </pc:sldChg>
      <pc:sldChg chg="del">
        <pc:chgData name="Kathryn Clark (Astrea Central)" userId="d0e16b62-87cd-4242-828a-2f5e276be710" providerId="ADAL" clId="{87FFC575-9355-4DED-8BDA-396D1F01FEFA}" dt="2025-08-06T15:10:07.868" v="5" actId="47"/>
        <pc:sldMkLst>
          <pc:docMk/>
          <pc:sldMk cId="3292644395" sldId="1219"/>
        </pc:sldMkLst>
      </pc:sldChg>
      <pc:sldChg chg="del">
        <pc:chgData name="Kathryn Clark (Astrea Central)" userId="d0e16b62-87cd-4242-828a-2f5e276be710" providerId="ADAL" clId="{87FFC575-9355-4DED-8BDA-396D1F01FEFA}" dt="2025-08-06T15:10:07.868" v="5" actId="47"/>
        <pc:sldMkLst>
          <pc:docMk/>
          <pc:sldMk cId="1323390205" sldId="1235"/>
        </pc:sldMkLst>
      </pc:sldChg>
      <pc:sldChg chg="del">
        <pc:chgData name="Kathryn Clark (Astrea Central)" userId="d0e16b62-87cd-4242-828a-2f5e276be710" providerId="ADAL" clId="{87FFC575-9355-4DED-8BDA-396D1F01FEFA}" dt="2025-08-06T15:10:07.868" v="5" actId="47"/>
        <pc:sldMkLst>
          <pc:docMk/>
          <pc:sldMk cId="2268313574" sldId="1258"/>
        </pc:sldMkLst>
      </pc:sldChg>
      <pc:sldChg chg="del">
        <pc:chgData name="Kathryn Clark (Astrea Central)" userId="d0e16b62-87cd-4242-828a-2f5e276be710" providerId="ADAL" clId="{87FFC575-9355-4DED-8BDA-396D1F01FEFA}" dt="2025-08-06T15:10:07.868" v="5" actId="47"/>
        <pc:sldMkLst>
          <pc:docMk/>
          <pc:sldMk cId="3141730267" sldId="1259"/>
        </pc:sldMkLst>
      </pc:sldChg>
      <pc:sldChg chg="del">
        <pc:chgData name="Kathryn Clark (Astrea Central)" userId="d0e16b62-87cd-4242-828a-2f5e276be710" providerId="ADAL" clId="{87FFC575-9355-4DED-8BDA-396D1F01FEFA}" dt="2025-08-06T15:10:07.868" v="5" actId="47"/>
        <pc:sldMkLst>
          <pc:docMk/>
          <pc:sldMk cId="2008329193" sldId="1260"/>
        </pc:sldMkLst>
      </pc:sldChg>
      <pc:sldChg chg="del">
        <pc:chgData name="Kathryn Clark (Astrea Central)" userId="d0e16b62-87cd-4242-828a-2f5e276be710" providerId="ADAL" clId="{87FFC575-9355-4DED-8BDA-396D1F01FEFA}" dt="2025-08-06T15:10:07.868" v="5" actId="47"/>
        <pc:sldMkLst>
          <pc:docMk/>
          <pc:sldMk cId="1147899049" sldId="1261"/>
        </pc:sldMkLst>
      </pc:sldChg>
      <pc:sldChg chg="del">
        <pc:chgData name="Kathryn Clark (Astrea Central)" userId="d0e16b62-87cd-4242-828a-2f5e276be710" providerId="ADAL" clId="{87FFC575-9355-4DED-8BDA-396D1F01FEFA}" dt="2025-08-06T15:10:07.868" v="5" actId="47"/>
        <pc:sldMkLst>
          <pc:docMk/>
          <pc:sldMk cId="1151857062" sldId="1262"/>
        </pc:sldMkLst>
      </pc:sldChg>
      <pc:sldChg chg="del">
        <pc:chgData name="Kathryn Clark (Astrea Central)" userId="d0e16b62-87cd-4242-828a-2f5e276be710" providerId="ADAL" clId="{87FFC575-9355-4DED-8BDA-396D1F01FEFA}" dt="2025-08-06T15:10:07.868" v="5" actId="47"/>
        <pc:sldMkLst>
          <pc:docMk/>
          <pc:sldMk cId="2456297609" sldId="1263"/>
        </pc:sldMkLst>
      </pc:sldChg>
      <pc:sldChg chg="del">
        <pc:chgData name="Kathryn Clark (Astrea Central)" userId="d0e16b62-87cd-4242-828a-2f5e276be710" providerId="ADAL" clId="{87FFC575-9355-4DED-8BDA-396D1F01FEFA}" dt="2025-08-06T15:10:07.868" v="5" actId="47"/>
        <pc:sldMkLst>
          <pc:docMk/>
          <pc:sldMk cId="4274479591" sldId="1265"/>
        </pc:sldMkLst>
      </pc:sldChg>
      <pc:sldChg chg="del">
        <pc:chgData name="Kathryn Clark (Astrea Central)" userId="d0e16b62-87cd-4242-828a-2f5e276be710" providerId="ADAL" clId="{87FFC575-9355-4DED-8BDA-396D1F01FEFA}" dt="2025-08-06T15:10:07.868" v="5" actId="47"/>
        <pc:sldMkLst>
          <pc:docMk/>
          <pc:sldMk cId="3900469656" sldId="1270"/>
        </pc:sldMkLst>
      </pc:sldChg>
      <pc:sldChg chg="del">
        <pc:chgData name="Kathryn Clark (Astrea Central)" userId="d0e16b62-87cd-4242-828a-2f5e276be710" providerId="ADAL" clId="{87FFC575-9355-4DED-8BDA-396D1F01FEFA}" dt="2025-08-06T15:10:07.868" v="5" actId="47"/>
        <pc:sldMkLst>
          <pc:docMk/>
          <pc:sldMk cId="2867229049" sldId="1271"/>
        </pc:sldMkLst>
      </pc:sldChg>
      <pc:sldChg chg="del">
        <pc:chgData name="Kathryn Clark (Astrea Central)" userId="d0e16b62-87cd-4242-828a-2f5e276be710" providerId="ADAL" clId="{87FFC575-9355-4DED-8BDA-396D1F01FEFA}" dt="2025-08-06T15:10:07.868" v="5" actId="47"/>
        <pc:sldMkLst>
          <pc:docMk/>
          <pc:sldMk cId="1726936922" sldId="1272"/>
        </pc:sldMkLst>
      </pc:sldChg>
      <pc:sldChg chg="del">
        <pc:chgData name="Kathryn Clark (Astrea Central)" userId="d0e16b62-87cd-4242-828a-2f5e276be710" providerId="ADAL" clId="{87FFC575-9355-4DED-8BDA-396D1F01FEFA}" dt="2025-08-06T15:10:09.181" v="6" actId="47"/>
        <pc:sldMkLst>
          <pc:docMk/>
          <pc:sldMk cId="722116122" sldId="1274"/>
        </pc:sldMkLst>
      </pc:sldChg>
      <pc:sldChg chg="del">
        <pc:chgData name="Kathryn Clark (Astrea Central)" userId="d0e16b62-87cd-4242-828a-2f5e276be710" providerId="ADAL" clId="{87FFC575-9355-4DED-8BDA-396D1F01FEFA}" dt="2025-08-06T15:10:09.181" v="6" actId="47"/>
        <pc:sldMkLst>
          <pc:docMk/>
          <pc:sldMk cId="3248435665" sldId="1276"/>
        </pc:sldMkLst>
      </pc:sldChg>
      <pc:sldChg chg="del">
        <pc:chgData name="Kathryn Clark (Astrea Central)" userId="d0e16b62-87cd-4242-828a-2f5e276be710" providerId="ADAL" clId="{87FFC575-9355-4DED-8BDA-396D1F01FEFA}" dt="2025-08-06T15:09:47.659" v="1" actId="47"/>
        <pc:sldMkLst>
          <pc:docMk/>
          <pc:sldMk cId="346473540" sldId="2609"/>
        </pc:sldMkLst>
      </pc:sldChg>
      <pc:sldChg chg="del">
        <pc:chgData name="Kathryn Clark (Astrea Central)" userId="d0e16b62-87cd-4242-828a-2f5e276be710" providerId="ADAL" clId="{87FFC575-9355-4DED-8BDA-396D1F01FEFA}" dt="2025-08-06T15:09:47.659" v="1" actId="47"/>
        <pc:sldMkLst>
          <pc:docMk/>
          <pc:sldMk cId="2375111560" sldId="2613"/>
        </pc:sldMkLst>
      </pc:sldChg>
      <pc:sldChg chg="del">
        <pc:chgData name="Kathryn Clark (Astrea Central)" userId="d0e16b62-87cd-4242-828a-2f5e276be710" providerId="ADAL" clId="{87FFC575-9355-4DED-8BDA-396D1F01FEFA}" dt="2025-08-06T15:09:53.124" v="2" actId="47"/>
        <pc:sldMkLst>
          <pc:docMk/>
          <pc:sldMk cId="1265900831" sldId="2615"/>
        </pc:sldMkLst>
      </pc:sldChg>
      <pc:sldChg chg="del">
        <pc:chgData name="Kathryn Clark (Astrea Central)" userId="d0e16b62-87cd-4242-828a-2f5e276be710" providerId="ADAL" clId="{87FFC575-9355-4DED-8BDA-396D1F01FEFA}" dt="2025-08-06T15:09:47.659" v="1" actId="47"/>
        <pc:sldMkLst>
          <pc:docMk/>
          <pc:sldMk cId="2860981141" sldId="2634"/>
        </pc:sldMkLst>
      </pc:sldChg>
      <pc:sldChg chg="del">
        <pc:chgData name="Kathryn Clark (Astrea Central)" userId="d0e16b62-87cd-4242-828a-2f5e276be710" providerId="ADAL" clId="{87FFC575-9355-4DED-8BDA-396D1F01FEFA}" dt="2025-08-06T15:09:53.124" v="2" actId="47"/>
        <pc:sldMkLst>
          <pc:docMk/>
          <pc:sldMk cId="440933357" sldId="2639"/>
        </pc:sldMkLst>
      </pc:sldChg>
      <pc:sldChg chg="add del">
        <pc:chgData name="Kathryn Clark (Astrea Central)" userId="d0e16b62-87cd-4242-828a-2f5e276be710" providerId="ADAL" clId="{87FFC575-9355-4DED-8BDA-396D1F01FEFA}" dt="2025-08-06T16:11:01.290" v="8"/>
        <pc:sldMkLst>
          <pc:docMk/>
          <pc:sldMk cId="3492178883" sldId="2696"/>
        </pc:sldMkLst>
      </pc:sldChg>
      <pc:sldChg chg="add del">
        <pc:chgData name="Kathryn Clark (Astrea Central)" userId="d0e16b62-87cd-4242-828a-2f5e276be710" providerId="ADAL" clId="{87FFC575-9355-4DED-8BDA-396D1F01FEFA}" dt="2025-08-06T16:11:01.290" v="8"/>
        <pc:sldMkLst>
          <pc:docMk/>
          <pc:sldMk cId="3527980205" sldId="2697"/>
        </pc:sldMkLst>
      </pc:sldChg>
      <pc:sldChg chg="add del">
        <pc:chgData name="Kathryn Clark (Astrea Central)" userId="d0e16b62-87cd-4242-828a-2f5e276be710" providerId="ADAL" clId="{87FFC575-9355-4DED-8BDA-396D1F01FEFA}" dt="2025-08-06T16:11:01.290" v="8"/>
        <pc:sldMkLst>
          <pc:docMk/>
          <pc:sldMk cId="800564505" sldId="2698"/>
        </pc:sldMkLst>
      </pc:sldChg>
      <pc:sldChg chg="add del">
        <pc:chgData name="Kathryn Clark (Astrea Central)" userId="d0e16b62-87cd-4242-828a-2f5e276be710" providerId="ADAL" clId="{87FFC575-9355-4DED-8BDA-396D1F01FEFA}" dt="2025-08-06T16:11:01.290" v="8"/>
        <pc:sldMkLst>
          <pc:docMk/>
          <pc:sldMk cId="921029909" sldId="2700"/>
        </pc:sldMkLst>
      </pc:sldChg>
      <pc:sldChg chg="add del">
        <pc:chgData name="Kathryn Clark (Astrea Central)" userId="d0e16b62-87cd-4242-828a-2f5e276be710" providerId="ADAL" clId="{87FFC575-9355-4DED-8BDA-396D1F01FEFA}" dt="2025-08-06T16:11:01.290" v="8"/>
        <pc:sldMkLst>
          <pc:docMk/>
          <pc:sldMk cId="2591683603" sldId="2701"/>
        </pc:sldMkLst>
      </pc:sldChg>
      <pc:sldChg chg="add del">
        <pc:chgData name="Kathryn Clark (Astrea Central)" userId="d0e16b62-87cd-4242-828a-2f5e276be710" providerId="ADAL" clId="{87FFC575-9355-4DED-8BDA-396D1F01FEFA}" dt="2025-08-06T16:11:01.290" v="8"/>
        <pc:sldMkLst>
          <pc:docMk/>
          <pc:sldMk cId="140179314" sldId="2702"/>
        </pc:sldMkLst>
      </pc:sldChg>
      <pc:sldChg chg="add del">
        <pc:chgData name="Kathryn Clark (Astrea Central)" userId="d0e16b62-87cd-4242-828a-2f5e276be710" providerId="ADAL" clId="{87FFC575-9355-4DED-8BDA-396D1F01FEFA}" dt="2025-08-06T16:11:01.290" v="8"/>
        <pc:sldMkLst>
          <pc:docMk/>
          <pc:sldMk cId="2923777065" sldId="2703"/>
        </pc:sldMkLst>
      </pc:sldChg>
      <pc:sldChg chg="add del">
        <pc:chgData name="Kathryn Clark (Astrea Central)" userId="d0e16b62-87cd-4242-828a-2f5e276be710" providerId="ADAL" clId="{87FFC575-9355-4DED-8BDA-396D1F01FEFA}" dt="2025-08-06T16:11:01.290" v="8"/>
        <pc:sldMkLst>
          <pc:docMk/>
          <pc:sldMk cId="3361736352" sldId="2704"/>
        </pc:sldMkLst>
      </pc:sldChg>
      <pc:sldChg chg="add del">
        <pc:chgData name="Kathryn Clark (Astrea Central)" userId="d0e16b62-87cd-4242-828a-2f5e276be710" providerId="ADAL" clId="{87FFC575-9355-4DED-8BDA-396D1F01FEFA}" dt="2025-08-06T16:11:01.290" v="8"/>
        <pc:sldMkLst>
          <pc:docMk/>
          <pc:sldMk cId="1605219722" sldId="2705"/>
        </pc:sldMkLst>
      </pc:sldChg>
      <pc:sldChg chg="del">
        <pc:chgData name="Kathryn Clark (Astrea Central)" userId="d0e16b62-87cd-4242-828a-2f5e276be710" providerId="ADAL" clId="{87FFC575-9355-4DED-8BDA-396D1F01FEFA}" dt="2025-08-06T15:09:47.659" v="1" actId="47"/>
        <pc:sldMkLst>
          <pc:docMk/>
          <pc:sldMk cId="738503352" sldId="2707"/>
        </pc:sldMkLst>
      </pc:sldChg>
      <pc:sldChg chg="del">
        <pc:chgData name="Kathryn Clark (Astrea Central)" userId="d0e16b62-87cd-4242-828a-2f5e276be710" providerId="ADAL" clId="{87FFC575-9355-4DED-8BDA-396D1F01FEFA}" dt="2025-08-06T15:09:47.659" v="1" actId="47"/>
        <pc:sldMkLst>
          <pc:docMk/>
          <pc:sldMk cId="2715339575" sldId="2708"/>
        </pc:sldMkLst>
      </pc:sldChg>
      <pc:sldChg chg="del">
        <pc:chgData name="Kathryn Clark (Astrea Central)" userId="d0e16b62-87cd-4242-828a-2f5e276be710" providerId="ADAL" clId="{87FFC575-9355-4DED-8BDA-396D1F01FEFA}" dt="2025-08-06T15:09:47.659" v="1" actId="47"/>
        <pc:sldMkLst>
          <pc:docMk/>
          <pc:sldMk cId="3848619431" sldId="2709"/>
        </pc:sldMkLst>
      </pc:sldChg>
      <pc:sldChg chg="del">
        <pc:chgData name="Kathryn Clark (Astrea Central)" userId="d0e16b62-87cd-4242-828a-2f5e276be710" providerId="ADAL" clId="{87FFC575-9355-4DED-8BDA-396D1F01FEFA}" dt="2025-08-06T15:09:47.659" v="1" actId="47"/>
        <pc:sldMkLst>
          <pc:docMk/>
          <pc:sldMk cId="843583959" sldId="2710"/>
        </pc:sldMkLst>
      </pc:sldChg>
      <pc:sldChg chg="del">
        <pc:chgData name="Kathryn Clark (Astrea Central)" userId="d0e16b62-87cd-4242-828a-2f5e276be710" providerId="ADAL" clId="{87FFC575-9355-4DED-8BDA-396D1F01FEFA}" dt="2025-08-06T15:09:47.659" v="1" actId="47"/>
        <pc:sldMkLst>
          <pc:docMk/>
          <pc:sldMk cId="2244115812" sldId="2711"/>
        </pc:sldMkLst>
      </pc:sldChg>
      <pc:sldChg chg="del">
        <pc:chgData name="Kathryn Clark (Astrea Central)" userId="d0e16b62-87cd-4242-828a-2f5e276be710" providerId="ADAL" clId="{87FFC575-9355-4DED-8BDA-396D1F01FEFA}" dt="2025-08-06T15:09:47.659" v="1" actId="47"/>
        <pc:sldMkLst>
          <pc:docMk/>
          <pc:sldMk cId="2684023289" sldId="2712"/>
        </pc:sldMkLst>
      </pc:sldChg>
      <pc:sldChg chg="del">
        <pc:chgData name="Kathryn Clark (Astrea Central)" userId="d0e16b62-87cd-4242-828a-2f5e276be710" providerId="ADAL" clId="{87FFC575-9355-4DED-8BDA-396D1F01FEFA}" dt="2025-08-06T15:09:47.659" v="1" actId="47"/>
        <pc:sldMkLst>
          <pc:docMk/>
          <pc:sldMk cId="1996236475" sldId="2713"/>
        </pc:sldMkLst>
      </pc:sldChg>
      <pc:sldChg chg="del">
        <pc:chgData name="Kathryn Clark (Astrea Central)" userId="d0e16b62-87cd-4242-828a-2f5e276be710" providerId="ADAL" clId="{87FFC575-9355-4DED-8BDA-396D1F01FEFA}" dt="2025-08-06T15:09:47.659" v="1" actId="47"/>
        <pc:sldMkLst>
          <pc:docMk/>
          <pc:sldMk cId="2351065339" sldId="2714"/>
        </pc:sldMkLst>
      </pc:sldChg>
      <pc:sldChg chg="del">
        <pc:chgData name="Kathryn Clark (Astrea Central)" userId="d0e16b62-87cd-4242-828a-2f5e276be710" providerId="ADAL" clId="{87FFC575-9355-4DED-8BDA-396D1F01FEFA}" dt="2025-08-06T15:09:47.659" v="1" actId="47"/>
        <pc:sldMkLst>
          <pc:docMk/>
          <pc:sldMk cId="96827732" sldId="2715"/>
        </pc:sldMkLst>
      </pc:sldChg>
      <pc:sldChg chg="del">
        <pc:chgData name="Kathryn Clark (Astrea Central)" userId="d0e16b62-87cd-4242-828a-2f5e276be710" providerId="ADAL" clId="{87FFC575-9355-4DED-8BDA-396D1F01FEFA}" dt="2025-08-06T15:09:47.659" v="1" actId="47"/>
        <pc:sldMkLst>
          <pc:docMk/>
          <pc:sldMk cId="1200818547" sldId="2716"/>
        </pc:sldMkLst>
      </pc:sldChg>
      <pc:sldChg chg="del">
        <pc:chgData name="Kathryn Clark (Astrea Central)" userId="d0e16b62-87cd-4242-828a-2f5e276be710" providerId="ADAL" clId="{87FFC575-9355-4DED-8BDA-396D1F01FEFA}" dt="2025-08-06T15:09:47.659" v="1" actId="47"/>
        <pc:sldMkLst>
          <pc:docMk/>
          <pc:sldMk cId="649351142" sldId="2717"/>
        </pc:sldMkLst>
      </pc:sldChg>
      <pc:sldChg chg="del">
        <pc:chgData name="Kathryn Clark (Astrea Central)" userId="d0e16b62-87cd-4242-828a-2f5e276be710" providerId="ADAL" clId="{87FFC575-9355-4DED-8BDA-396D1F01FEFA}" dt="2025-08-06T15:09:47.659" v="1" actId="47"/>
        <pc:sldMkLst>
          <pc:docMk/>
          <pc:sldMk cId="3148525930" sldId="2718"/>
        </pc:sldMkLst>
      </pc:sldChg>
      <pc:sldChg chg="add del">
        <pc:chgData name="Kathryn Clark (Astrea Central)" userId="d0e16b62-87cd-4242-828a-2f5e276be710" providerId="ADAL" clId="{87FFC575-9355-4DED-8BDA-396D1F01FEFA}" dt="2025-08-06T16:11:01.290" v="8"/>
        <pc:sldMkLst>
          <pc:docMk/>
          <pc:sldMk cId="725805775" sldId="2719"/>
        </pc:sldMkLst>
      </pc:sldChg>
      <pc:sldChg chg="del">
        <pc:chgData name="Kathryn Clark (Astrea Central)" userId="d0e16b62-87cd-4242-828a-2f5e276be710" providerId="ADAL" clId="{87FFC575-9355-4DED-8BDA-396D1F01FEFA}" dt="2025-08-06T16:10:54.937" v="7" actId="47"/>
        <pc:sldMkLst>
          <pc:docMk/>
          <pc:sldMk cId="2311879112" sldId="2720"/>
        </pc:sldMkLst>
      </pc:sldChg>
      <pc:sldChg chg="del">
        <pc:chgData name="Kathryn Clark (Astrea Central)" userId="d0e16b62-87cd-4242-828a-2f5e276be710" providerId="ADAL" clId="{87FFC575-9355-4DED-8BDA-396D1F01FEFA}" dt="2025-08-06T16:10:54.937" v="7" actId="47"/>
        <pc:sldMkLst>
          <pc:docMk/>
          <pc:sldMk cId="3570258967" sldId="2721"/>
        </pc:sldMkLst>
      </pc:sldChg>
      <pc:sldChg chg="del">
        <pc:chgData name="Kathryn Clark (Astrea Central)" userId="d0e16b62-87cd-4242-828a-2f5e276be710" providerId="ADAL" clId="{87FFC575-9355-4DED-8BDA-396D1F01FEFA}" dt="2025-08-06T16:10:54.937" v="7" actId="47"/>
        <pc:sldMkLst>
          <pc:docMk/>
          <pc:sldMk cId="1907887199" sldId="2722"/>
        </pc:sldMkLst>
      </pc:sldChg>
      <pc:sldChg chg="del">
        <pc:chgData name="Kathryn Clark (Astrea Central)" userId="d0e16b62-87cd-4242-828a-2f5e276be710" providerId="ADAL" clId="{87FFC575-9355-4DED-8BDA-396D1F01FEFA}" dt="2025-08-06T16:10:54.937" v="7" actId="47"/>
        <pc:sldMkLst>
          <pc:docMk/>
          <pc:sldMk cId="3950690817" sldId="2723"/>
        </pc:sldMkLst>
      </pc:sldChg>
      <pc:sldChg chg="del">
        <pc:chgData name="Kathryn Clark (Astrea Central)" userId="d0e16b62-87cd-4242-828a-2f5e276be710" providerId="ADAL" clId="{87FFC575-9355-4DED-8BDA-396D1F01FEFA}" dt="2025-08-06T15:09:53.124" v="2" actId="47"/>
        <pc:sldMkLst>
          <pc:docMk/>
          <pc:sldMk cId="37649978" sldId="2725"/>
        </pc:sldMkLst>
      </pc:sldChg>
      <pc:sldChg chg="del">
        <pc:chgData name="Kathryn Clark (Astrea Central)" userId="d0e16b62-87cd-4242-828a-2f5e276be710" providerId="ADAL" clId="{87FFC575-9355-4DED-8BDA-396D1F01FEFA}" dt="2025-08-06T15:09:53.124" v="2" actId="47"/>
        <pc:sldMkLst>
          <pc:docMk/>
          <pc:sldMk cId="550387963" sldId="2726"/>
        </pc:sldMkLst>
      </pc:sldChg>
      <pc:sldChg chg="del">
        <pc:chgData name="Kathryn Clark (Astrea Central)" userId="d0e16b62-87cd-4242-828a-2f5e276be710" providerId="ADAL" clId="{87FFC575-9355-4DED-8BDA-396D1F01FEFA}" dt="2025-08-06T15:09:53.124" v="2" actId="47"/>
        <pc:sldMkLst>
          <pc:docMk/>
          <pc:sldMk cId="2393471396" sldId="2727"/>
        </pc:sldMkLst>
      </pc:sldChg>
      <pc:sldChg chg="del">
        <pc:chgData name="Kathryn Clark (Astrea Central)" userId="d0e16b62-87cd-4242-828a-2f5e276be710" providerId="ADAL" clId="{87FFC575-9355-4DED-8BDA-396D1F01FEFA}" dt="2025-08-06T15:09:53.124" v="2" actId="47"/>
        <pc:sldMkLst>
          <pc:docMk/>
          <pc:sldMk cId="1558718074" sldId="2728"/>
        </pc:sldMkLst>
      </pc:sldChg>
      <pc:sldChg chg="del">
        <pc:chgData name="Kathryn Clark (Astrea Central)" userId="d0e16b62-87cd-4242-828a-2f5e276be710" providerId="ADAL" clId="{87FFC575-9355-4DED-8BDA-396D1F01FEFA}" dt="2025-08-06T15:09:53.124" v="2" actId="47"/>
        <pc:sldMkLst>
          <pc:docMk/>
          <pc:sldMk cId="1242708490" sldId="2729"/>
        </pc:sldMkLst>
      </pc:sldChg>
      <pc:sldChg chg="del">
        <pc:chgData name="Kathryn Clark (Astrea Central)" userId="d0e16b62-87cd-4242-828a-2f5e276be710" providerId="ADAL" clId="{87FFC575-9355-4DED-8BDA-396D1F01FEFA}" dt="2025-08-06T15:09:53.124" v="2" actId="47"/>
        <pc:sldMkLst>
          <pc:docMk/>
          <pc:sldMk cId="3822218257" sldId="2730"/>
        </pc:sldMkLst>
      </pc:sldChg>
      <pc:sldChg chg="del">
        <pc:chgData name="Kathryn Clark (Astrea Central)" userId="d0e16b62-87cd-4242-828a-2f5e276be710" providerId="ADAL" clId="{87FFC575-9355-4DED-8BDA-396D1F01FEFA}" dt="2025-08-06T15:09:53.124" v="2" actId="47"/>
        <pc:sldMkLst>
          <pc:docMk/>
          <pc:sldMk cId="4237765148" sldId="2731"/>
        </pc:sldMkLst>
      </pc:sldChg>
      <pc:sldChg chg="del">
        <pc:chgData name="Kathryn Clark (Astrea Central)" userId="d0e16b62-87cd-4242-828a-2f5e276be710" providerId="ADAL" clId="{87FFC575-9355-4DED-8BDA-396D1F01FEFA}" dt="2025-08-06T15:09:53.124" v="2" actId="47"/>
        <pc:sldMkLst>
          <pc:docMk/>
          <pc:sldMk cId="2354787100" sldId="2732"/>
        </pc:sldMkLst>
      </pc:sldChg>
      <pc:sldChg chg="del">
        <pc:chgData name="Kathryn Clark (Astrea Central)" userId="d0e16b62-87cd-4242-828a-2f5e276be710" providerId="ADAL" clId="{87FFC575-9355-4DED-8BDA-396D1F01FEFA}" dt="2025-08-06T15:09:53.124" v="2" actId="47"/>
        <pc:sldMkLst>
          <pc:docMk/>
          <pc:sldMk cId="3671824443" sldId="2733"/>
        </pc:sldMkLst>
      </pc:sldChg>
      <pc:sldChg chg="del">
        <pc:chgData name="Kathryn Clark (Astrea Central)" userId="d0e16b62-87cd-4242-828a-2f5e276be710" providerId="ADAL" clId="{87FFC575-9355-4DED-8BDA-396D1F01FEFA}" dt="2025-08-06T15:09:53.124" v="2" actId="47"/>
        <pc:sldMkLst>
          <pc:docMk/>
          <pc:sldMk cId="2682670728" sldId="2734"/>
        </pc:sldMkLst>
      </pc:sldChg>
      <pc:sldChg chg="del">
        <pc:chgData name="Kathryn Clark (Astrea Central)" userId="d0e16b62-87cd-4242-828a-2f5e276be710" providerId="ADAL" clId="{87FFC575-9355-4DED-8BDA-396D1F01FEFA}" dt="2025-08-06T15:09:53.124" v="2" actId="47"/>
        <pc:sldMkLst>
          <pc:docMk/>
          <pc:sldMk cId="3269876765" sldId="2735"/>
        </pc:sldMkLst>
      </pc:sldChg>
      <pc:sldChg chg="del">
        <pc:chgData name="Kathryn Clark (Astrea Central)" userId="d0e16b62-87cd-4242-828a-2f5e276be710" providerId="ADAL" clId="{87FFC575-9355-4DED-8BDA-396D1F01FEFA}" dt="2025-08-06T15:09:53.124" v="2" actId="47"/>
        <pc:sldMkLst>
          <pc:docMk/>
          <pc:sldMk cId="2551116451" sldId="2736"/>
        </pc:sldMkLst>
      </pc:sldChg>
      <pc:sldChg chg="del">
        <pc:chgData name="Kathryn Clark (Astrea Central)" userId="d0e16b62-87cd-4242-828a-2f5e276be710" providerId="ADAL" clId="{87FFC575-9355-4DED-8BDA-396D1F01FEFA}" dt="2025-08-06T15:09:53.124" v="2" actId="47"/>
        <pc:sldMkLst>
          <pc:docMk/>
          <pc:sldMk cId="326515954" sldId="2737"/>
        </pc:sldMkLst>
      </pc:sldChg>
      <pc:sldChg chg="del">
        <pc:chgData name="Kathryn Clark (Astrea Central)" userId="d0e16b62-87cd-4242-828a-2f5e276be710" providerId="ADAL" clId="{87FFC575-9355-4DED-8BDA-396D1F01FEFA}" dt="2025-08-06T15:09:53.124" v="2" actId="47"/>
        <pc:sldMkLst>
          <pc:docMk/>
          <pc:sldMk cId="4064081495" sldId="2738"/>
        </pc:sldMkLst>
      </pc:sldChg>
      <pc:sldChg chg="del">
        <pc:chgData name="Kathryn Clark (Astrea Central)" userId="d0e16b62-87cd-4242-828a-2f5e276be710" providerId="ADAL" clId="{87FFC575-9355-4DED-8BDA-396D1F01FEFA}" dt="2025-08-06T15:09:53.124" v="2" actId="47"/>
        <pc:sldMkLst>
          <pc:docMk/>
          <pc:sldMk cId="3372495540" sldId="2739"/>
        </pc:sldMkLst>
      </pc:sldChg>
      <pc:sldChg chg="del">
        <pc:chgData name="Kathryn Clark (Astrea Central)" userId="d0e16b62-87cd-4242-828a-2f5e276be710" providerId="ADAL" clId="{87FFC575-9355-4DED-8BDA-396D1F01FEFA}" dt="2025-08-06T15:09:53.124" v="2" actId="47"/>
        <pc:sldMkLst>
          <pc:docMk/>
          <pc:sldMk cId="2625264916" sldId="2740"/>
        </pc:sldMkLst>
      </pc:sldChg>
      <pc:sldChg chg="del">
        <pc:chgData name="Kathryn Clark (Astrea Central)" userId="d0e16b62-87cd-4242-828a-2f5e276be710" providerId="ADAL" clId="{87FFC575-9355-4DED-8BDA-396D1F01FEFA}" dt="2025-08-06T15:09:53.124" v="2" actId="47"/>
        <pc:sldMkLst>
          <pc:docMk/>
          <pc:sldMk cId="3056171141" sldId="2741"/>
        </pc:sldMkLst>
      </pc:sldChg>
      <pc:sldChg chg="del">
        <pc:chgData name="Kathryn Clark (Astrea Central)" userId="d0e16b62-87cd-4242-828a-2f5e276be710" providerId="ADAL" clId="{87FFC575-9355-4DED-8BDA-396D1F01FEFA}" dt="2025-08-06T15:09:53.124" v="2" actId="47"/>
        <pc:sldMkLst>
          <pc:docMk/>
          <pc:sldMk cId="393827516" sldId="2743"/>
        </pc:sldMkLst>
      </pc:sldChg>
      <pc:sldChg chg="del">
        <pc:chgData name="Kathryn Clark (Astrea Central)" userId="d0e16b62-87cd-4242-828a-2f5e276be710" providerId="ADAL" clId="{87FFC575-9355-4DED-8BDA-396D1F01FEFA}" dt="2025-08-06T15:09:53.124" v="2" actId="47"/>
        <pc:sldMkLst>
          <pc:docMk/>
          <pc:sldMk cId="530186686" sldId="2744"/>
        </pc:sldMkLst>
      </pc:sldChg>
      <pc:sldChg chg="del">
        <pc:chgData name="Kathryn Clark (Astrea Central)" userId="d0e16b62-87cd-4242-828a-2f5e276be710" providerId="ADAL" clId="{87FFC575-9355-4DED-8BDA-396D1F01FEFA}" dt="2025-08-06T15:09:53.124" v="2" actId="47"/>
        <pc:sldMkLst>
          <pc:docMk/>
          <pc:sldMk cId="1871282795" sldId="2745"/>
        </pc:sldMkLst>
      </pc:sldChg>
      <pc:sldChg chg="del">
        <pc:chgData name="Kathryn Clark (Astrea Central)" userId="d0e16b62-87cd-4242-828a-2f5e276be710" providerId="ADAL" clId="{87FFC575-9355-4DED-8BDA-396D1F01FEFA}" dt="2025-08-06T15:09:58.937" v="3" actId="47"/>
        <pc:sldMkLst>
          <pc:docMk/>
          <pc:sldMk cId="2725294789" sldId="2749"/>
        </pc:sldMkLst>
      </pc:sldChg>
      <pc:sldChg chg="del">
        <pc:chgData name="Kathryn Clark (Astrea Central)" userId="d0e16b62-87cd-4242-828a-2f5e276be710" providerId="ADAL" clId="{87FFC575-9355-4DED-8BDA-396D1F01FEFA}" dt="2025-08-06T15:09:58.937" v="3" actId="47"/>
        <pc:sldMkLst>
          <pc:docMk/>
          <pc:sldMk cId="148116952" sldId="2750"/>
        </pc:sldMkLst>
      </pc:sldChg>
      <pc:sldChg chg="del">
        <pc:chgData name="Kathryn Clark (Astrea Central)" userId="d0e16b62-87cd-4242-828a-2f5e276be710" providerId="ADAL" clId="{87FFC575-9355-4DED-8BDA-396D1F01FEFA}" dt="2025-08-06T15:10:07.868" v="5" actId="47"/>
        <pc:sldMkLst>
          <pc:docMk/>
          <pc:sldMk cId="3507532733" sldId="2752"/>
        </pc:sldMkLst>
      </pc:sldChg>
      <pc:sldChg chg="del">
        <pc:chgData name="Kathryn Clark (Astrea Central)" userId="d0e16b62-87cd-4242-828a-2f5e276be710" providerId="ADAL" clId="{87FFC575-9355-4DED-8BDA-396D1F01FEFA}" dt="2025-08-06T15:10:07.868" v="5" actId="47"/>
        <pc:sldMkLst>
          <pc:docMk/>
          <pc:sldMk cId="2420241785" sldId="2753"/>
        </pc:sldMkLst>
      </pc:sldChg>
      <pc:sldChg chg="del">
        <pc:chgData name="Kathryn Clark (Astrea Central)" userId="d0e16b62-87cd-4242-828a-2f5e276be710" providerId="ADAL" clId="{87FFC575-9355-4DED-8BDA-396D1F01FEFA}" dt="2025-08-06T15:10:07.868" v="5" actId="47"/>
        <pc:sldMkLst>
          <pc:docMk/>
          <pc:sldMk cId="2003019914" sldId="2754"/>
        </pc:sldMkLst>
      </pc:sldChg>
      <pc:sldChg chg="del">
        <pc:chgData name="Kathryn Clark (Astrea Central)" userId="d0e16b62-87cd-4242-828a-2f5e276be710" providerId="ADAL" clId="{87FFC575-9355-4DED-8BDA-396D1F01FEFA}" dt="2025-08-06T15:10:07.868" v="5" actId="47"/>
        <pc:sldMkLst>
          <pc:docMk/>
          <pc:sldMk cId="4278620915" sldId="2755"/>
        </pc:sldMkLst>
      </pc:sldChg>
      <pc:sldChg chg="del">
        <pc:chgData name="Kathryn Clark (Astrea Central)" userId="d0e16b62-87cd-4242-828a-2f5e276be710" providerId="ADAL" clId="{87FFC575-9355-4DED-8BDA-396D1F01FEFA}" dt="2025-08-06T15:10:07.868" v="5" actId="47"/>
        <pc:sldMkLst>
          <pc:docMk/>
          <pc:sldMk cId="3777841971" sldId="2756"/>
        </pc:sldMkLst>
      </pc:sldChg>
      <pc:sldChg chg="del">
        <pc:chgData name="Kathryn Clark (Astrea Central)" userId="d0e16b62-87cd-4242-828a-2f5e276be710" providerId="ADAL" clId="{87FFC575-9355-4DED-8BDA-396D1F01FEFA}" dt="2025-08-06T15:10:02.704" v="4" actId="47"/>
        <pc:sldMkLst>
          <pc:docMk/>
          <pc:sldMk cId="4207511937" sldId="2757"/>
        </pc:sldMkLst>
      </pc:sldChg>
      <pc:sldChg chg="del">
        <pc:chgData name="Kathryn Clark (Astrea Central)" userId="d0e16b62-87cd-4242-828a-2f5e276be710" providerId="ADAL" clId="{87FFC575-9355-4DED-8BDA-396D1F01FEFA}" dt="2025-08-06T15:10:02.704" v="4" actId="47"/>
        <pc:sldMkLst>
          <pc:docMk/>
          <pc:sldMk cId="4129393176" sldId="2758"/>
        </pc:sldMkLst>
      </pc:sldChg>
      <pc:sldChg chg="add">
        <pc:chgData name="Kathryn Clark (Astrea Central)" userId="d0e16b62-87cd-4242-828a-2f5e276be710" providerId="ADAL" clId="{87FFC575-9355-4DED-8BDA-396D1F01FEFA}" dt="2025-08-06T16:11:01.290" v="8"/>
        <pc:sldMkLst>
          <pc:docMk/>
          <pc:sldMk cId="3570258967" sldId="2759"/>
        </pc:sldMkLst>
      </pc:sldChg>
      <pc:sldChg chg="add">
        <pc:chgData name="Kathryn Clark (Astrea Central)" userId="d0e16b62-87cd-4242-828a-2f5e276be710" providerId="ADAL" clId="{87FFC575-9355-4DED-8BDA-396D1F01FEFA}" dt="2025-08-06T16:11:01.290" v="8"/>
        <pc:sldMkLst>
          <pc:docMk/>
          <pc:sldMk cId="1907887199" sldId="2760"/>
        </pc:sldMkLst>
      </pc:sldChg>
      <pc:sldChg chg="add">
        <pc:chgData name="Kathryn Clark (Astrea Central)" userId="d0e16b62-87cd-4242-828a-2f5e276be710" providerId="ADAL" clId="{87FFC575-9355-4DED-8BDA-396D1F01FEFA}" dt="2025-08-06T16:11:01.290" v="8"/>
        <pc:sldMkLst>
          <pc:docMk/>
          <pc:sldMk cId="3950690817" sldId="2761"/>
        </pc:sldMkLst>
      </pc:sldChg>
      <pc:sldChg chg="add">
        <pc:chgData name="Kathryn Clark (Astrea Central)" userId="d0e16b62-87cd-4242-828a-2f5e276be710" providerId="ADAL" clId="{87FFC575-9355-4DED-8BDA-396D1F01FEFA}" dt="2025-08-06T16:11:01.290" v="8"/>
        <pc:sldMkLst>
          <pc:docMk/>
          <pc:sldMk cId="2311879112" sldId="2762"/>
        </pc:sldMkLst>
      </pc:sldChg>
      <pc:sldChg chg="del">
        <pc:chgData name="Kathryn Clark (Astrea Central)" userId="d0e16b62-87cd-4242-828a-2f5e276be710" providerId="ADAL" clId="{87FFC575-9355-4DED-8BDA-396D1F01FEFA}" dt="2025-08-06T15:10:02.704" v="4" actId="47"/>
        <pc:sldMkLst>
          <pc:docMk/>
          <pc:sldMk cId="2561133856" sldId="2765"/>
        </pc:sldMkLst>
      </pc:sldChg>
      <pc:sldChg chg="del">
        <pc:chgData name="Kathryn Clark (Astrea Central)" userId="d0e16b62-87cd-4242-828a-2f5e276be710" providerId="ADAL" clId="{87FFC575-9355-4DED-8BDA-396D1F01FEFA}" dt="2025-08-06T15:10:02.704" v="4" actId="47"/>
        <pc:sldMkLst>
          <pc:docMk/>
          <pc:sldMk cId="128374997" sldId="2766"/>
        </pc:sldMkLst>
      </pc:sldChg>
      <pc:sldChg chg="del">
        <pc:chgData name="Kathryn Clark (Astrea Central)" userId="d0e16b62-87cd-4242-828a-2f5e276be710" providerId="ADAL" clId="{87FFC575-9355-4DED-8BDA-396D1F01FEFA}" dt="2025-08-06T15:10:02.704" v="4" actId="47"/>
        <pc:sldMkLst>
          <pc:docMk/>
          <pc:sldMk cId="3507381526" sldId="2767"/>
        </pc:sldMkLst>
      </pc:sldChg>
      <pc:sldChg chg="del">
        <pc:chgData name="Kathryn Clark (Astrea Central)" userId="d0e16b62-87cd-4242-828a-2f5e276be710" providerId="ADAL" clId="{87FFC575-9355-4DED-8BDA-396D1F01FEFA}" dt="2025-08-06T15:10:02.704" v="4" actId="47"/>
        <pc:sldMkLst>
          <pc:docMk/>
          <pc:sldMk cId="2592245757" sldId="2768"/>
        </pc:sldMkLst>
      </pc:sldChg>
      <pc:sldChg chg="del">
        <pc:chgData name="Kathryn Clark (Astrea Central)" userId="d0e16b62-87cd-4242-828a-2f5e276be710" providerId="ADAL" clId="{87FFC575-9355-4DED-8BDA-396D1F01FEFA}" dt="2025-08-06T15:10:07.868" v="5" actId="47"/>
        <pc:sldMkLst>
          <pc:docMk/>
          <pc:sldMk cId="3575009653" sldId="2769"/>
        </pc:sldMkLst>
      </pc:sldChg>
      <pc:sldChg chg="del">
        <pc:chgData name="Kathryn Clark (Astrea Central)" userId="d0e16b62-87cd-4242-828a-2f5e276be710" providerId="ADAL" clId="{87FFC575-9355-4DED-8BDA-396D1F01FEFA}" dt="2025-08-06T15:10:02.704" v="4" actId="47"/>
        <pc:sldMkLst>
          <pc:docMk/>
          <pc:sldMk cId="2394020783" sldId="2770"/>
        </pc:sldMkLst>
      </pc:sldChg>
      <pc:sldChg chg="del">
        <pc:chgData name="Kathryn Clark (Astrea Central)" userId="d0e16b62-87cd-4242-828a-2f5e276be710" providerId="ADAL" clId="{87FFC575-9355-4DED-8BDA-396D1F01FEFA}" dt="2025-08-06T15:09:58.937" v="3" actId="47"/>
        <pc:sldMkLst>
          <pc:docMk/>
          <pc:sldMk cId="2915799323" sldId="2771"/>
        </pc:sldMkLst>
      </pc:sldChg>
      <pc:sldChg chg="del">
        <pc:chgData name="Kathryn Clark (Astrea Central)" userId="d0e16b62-87cd-4242-828a-2f5e276be710" providerId="ADAL" clId="{87FFC575-9355-4DED-8BDA-396D1F01FEFA}" dt="2025-08-06T15:10:09.181" v="6" actId="47"/>
        <pc:sldMkLst>
          <pc:docMk/>
          <pc:sldMk cId="303439746" sldId="2772"/>
        </pc:sldMkLst>
      </pc:sldChg>
      <pc:sldChg chg="del">
        <pc:chgData name="Kathryn Clark (Astrea Central)" userId="d0e16b62-87cd-4242-828a-2f5e276be710" providerId="ADAL" clId="{87FFC575-9355-4DED-8BDA-396D1F01FEFA}" dt="2025-08-06T15:10:09.181" v="6" actId="47"/>
        <pc:sldMkLst>
          <pc:docMk/>
          <pc:sldMk cId="2572332978" sldId="2773"/>
        </pc:sldMkLst>
      </pc:sldChg>
      <pc:sldChg chg="del">
        <pc:chgData name="Kathryn Clark (Astrea Central)" userId="d0e16b62-87cd-4242-828a-2f5e276be710" providerId="ADAL" clId="{87FFC575-9355-4DED-8BDA-396D1F01FEFA}" dt="2025-08-06T15:10:09.181" v="6" actId="47"/>
        <pc:sldMkLst>
          <pc:docMk/>
          <pc:sldMk cId="2497437870" sldId="2774"/>
        </pc:sldMkLst>
      </pc:sldChg>
    </pc:docChg>
  </pc:docChgLst>
  <pc:docChgLst>
    <pc:chgData name="Kathryn Clark (Astrea Central)" userId="d0e16b62-87cd-4242-828a-2f5e276be710" providerId="ADAL" clId="{9DC0DCD2-5121-4CBD-BEDF-3B7C5B935354}"/>
    <pc:docChg chg="undo custSel addSld delSld modSld sldOrd addSection delSection modSection">
      <pc:chgData name="Kathryn Clark (Astrea Central)" userId="d0e16b62-87cd-4242-828a-2f5e276be710" providerId="ADAL" clId="{9DC0DCD2-5121-4CBD-BEDF-3B7C5B935354}" dt="2025-07-01T11:05:36.446" v="927" actId="47"/>
      <pc:docMkLst>
        <pc:docMk/>
      </pc:docMkLst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1544988901" sldId="260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1298809760" sldId="261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2535812588" sldId="262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3800818377" sldId="263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2522769965" sldId="264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1710446999" sldId="265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2556719208" sldId="266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3442899529" sldId="267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1853001837" sldId="268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1982240599" sldId="269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814084658" sldId="270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2054399999" sldId="271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4023999436" sldId="272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1555687156" sldId="273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431911984" sldId="274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488137902" sldId="275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2146658951" sldId="276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3087637966" sldId="277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4197034761" sldId="278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2889196625" sldId="279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2672236804" sldId="280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1868544672" sldId="281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1998028280" sldId="282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3475977025" sldId="283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3971028310" sldId="284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1733324030" sldId="285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851265218" sldId="286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1083040939" sldId="287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2062622595" sldId="288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2874314852" sldId="289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623754354" sldId="290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2545467097" sldId="291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953605078" sldId="292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247600163" sldId="293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1123673023" sldId="294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860333315" sldId="295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1071942290" sldId="296"/>
        </pc:sldMkLst>
      </pc:sldChg>
      <pc:sldChg chg="del">
        <pc:chgData name="Kathryn Clark (Astrea Central)" userId="d0e16b62-87cd-4242-828a-2f5e276be710" providerId="ADAL" clId="{9DC0DCD2-5121-4CBD-BEDF-3B7C5B935354}" dt="2025-06-30T16:17:37.145" v="5" actId="47"/>
        <pc:sldMkLst>
          <pc:docMk/>
          <pc:sldMk cId="1877068480" sldId="385"/>
        </pc:sldMkLst>
      </pc:sldChg>
      <pc:sldChg chg="del">
        <pc:chgData name="Kathryn Clark (Astrea Central)" userId="d0e16b62-87cd-4242-828a-2f5e276be710" providerId="ADAL" clId="{9DC0DCD2-5121-4CBD-BEDF-3B7C5B935354}" dt="2025-06-30T16:17:37.145" v="5" actId="47"/>
        <pc:sldMkLst>
          <pc:docMk/>
          <pc:sldMk cId="456907853" sldId="388"/>
        </pc:sldMkLst>
      </pc:sldChg>
      <pc:sldChg chg="del">
        <pc:chgData name="Kathryn Clark (Astrea Central)" userId="d0e16b62-87cd-4242-828a-2f5e276be710" providerId="ADAL" clId="{9DC0DCD2-5121-4CBD-BEDF-3B7C5B935354}" dt="2025-06-30T16:17:34.001" v="4" actId="47"/>
        <pc:sldMkLst>
          <pc:docMk/>
          <pc:sldMk cId="1837162702" sldId="389"/>
        </pc:sldMkLst>
      </pc:sldChg>
      <pc:sldChg chg="del">
        <pc:chgData name="Kathryn Clark (Astrea Central)" userId="d0e16b62-87cd-4242-828a-2f5e276be710" providerId="ADAL" clId="{9DC0DCD2-5121-4CBD-BEDF-3B7C5B935354}" dt="2025-06-30T16:17:37.145" v="5" actId="47"/>
        <pc:sldMkLst>
          <pc:docMk/>
          <pc:sldMk cId="1219000895" sldId="390"/>
        </pc:sldMkLst>
      </pc:sldChg>
      <pc:sldChg chg="del">
        <pc:chgData name="Kathryn Clark (Astrea Central)" userId="d0e16b62-87cd-4242-828a-2f5e276be710" providerId="ADAL" clId="{9DC0DCD2-5121-4CBD-BEDF-3B7C5B935354}" dt="2025-06-30T16:17:37.145" v="5" actId="47"/>
        <pc:sldMkLst>
          <pc:docMk/>
          <pc:sldMk cId="3898110452" sldId="391"/>
        </pc:sldMkLst>
      </pc:sldChg>
      <pc:sldChg chg="del">
        <pc:chgData name="Kathryn Clark (Astrea Central)" userId="d0e16b62-87cd-4242-828a-2f5e276be710" providerId="ADAL" clId="{9DC0DCD2-5121-4CBD-BEDF-3B7C5B935354}" dt="2025-06-30T16:17:37.145" v="5" actId="47"/>
        <pc:sldMkLst>
          <pc:docMk/>
          <pc:sldMk cId="3571822142" sldId="392"/>
        </pc:sldMkLst>
      </pc:sldChg>
      <pc:sldChg chg="del">
        <pc:chgData name="Kathryn Clark (Astrea Central)" userId="d0e16b62-87cd-4242-828a-2f5e276be710" providerId="ADAL" clId="{9DC0DCD2-5121-4CBD-BEDF-3B7C5B935354}" dt="2025-06-30T16:17:37.145" v="5" actId="47"/>
        <pc:sldMkLst>
          <pc:docMk/>
          <pc:sldMk cId="2383950560" sldId="393"/>
        </pc:sldMkLst>
      </pc:sldChg>
      <pc:sldChg chg="del">
        <pc:chgData name="Kathryn Clark (Astrea Central)" userId="d0e16b62-87cd-4242-828a-2f5e276be710" providerId="ADAL" clId="{9DC0DCD2-5121-4CBD-BEDF-3B7C5B935354}" dt="2025-06-30T16:17:37.145" v="5" actId="47"/>
        <pc:sldMkLst>
          <pc:docMk/>
          <pc:sldMk cId="3450021662" sldId="394"/>
        </pc:sldMkLst>
      </pc:sldChg>
      <pc:sldChg chg="del">
        <pc:chgData name="Kathryn Clark (Astrea Central)" userId="d0e16b62-87cd-4242-828a-2f5e276be710" providerId="ADAL" clId="{9DC0DCD2-5121-4CBD-BEDF-3B7C5B935354}" dt="2025-06-30T16:17:37.145" v="5" actId="47"/>
        <pc:sldMkLst>
          <pc:docMk/>
          <pc:sldMk cId="866325359" sldId="395"/>
        </pc:sldMkLst>
      </pc:sldChg>
      <pc:sldChg chg="del">
        <pc:chgData name="Kathryn Clark (Astrea Central)" userId="d0e16b62-87cd-4242-828a-2f5e276be710" providerId="ADAL" clId="{9DC0DCD2-5121-4CBD-BEDF-3B7C5B935354}" dt="2025-06-30T16:17:34.001" v="4" actId="47"/>
        <pc:sldMkLst>
          <pc:docMk/>
          <pc:sldMk cId="1167869659" sldId="397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1520011281" sldId="583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3705307990" sldId="620"/>
        </pc:sldMkLst>
      </pc:sldChg>
      <pc:sldChg chg="del">
        <pc:chgData name="Kathryn Clark (Astrea Central)" userId="d0e16b62-87cd-4242-828a-2f5e276be710" providerId="ADAL" clId="{9DC0DCD2-5121-4CBD-BEDF-3B7C5B935354}" dt="2025-06-30T16:17:34.001" v="4" actId="47"/>
        <pc:sldMkLst>
          <pc:docMk/>
          <pc:sldMk cId="2420299832" sldId="682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1908024738" sldId="686"/>
        </pc:sldMkLst>
      </pc:sldChg>
      <pc:sldChg chg="del">
        <pc:chgData name="Kathryn Clark (Astrea Central)" userId="d0e16b62-87cd-4242-828a-2f5e276be710" providerId="ADAL" clId="{9DC0DCD2-5121-4CBD-BEDF-3B7C5B935354}" dt="2025-06-30T16:17:34.001" v="4" actId="47"/>
        <pc:sldMkLst>
          <pc:docMk/>
          <pc:sldMk cId="1754420381" sldId="687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737754641" sldId="688"/>
        </pc:sldMkLst>
      </pc:sldChg>
      <pc:sldChg chg="del">
        <pc:chgData name="Kathryn Clark (Astrea Central)" userId="d0e16b62-87cd-4242-828a-2f5e276be710" providerId="ADAL" clId="{9DC0DCD2-5121-4CBD-BEDF-3B7C5B935354}" dt="2025-06-30T16:17:34.001" v="4" actId="47"/>
        <pc:sldMkLst>
          <pc:docMk/>
          <pc:sldMk cId="1897299661" sldId="690"/>
        </pc:sldMkLst>
      </pc:sldChg>
      <pc:sldChg chg="del">
        <pc:chgData name="Kathryn Clark (Astrea Central)" userId="d0e16b62-87cd-4242-828a-2f5e276be710" providerId="ADAL" clId="{9DC0DCD2-5121-4CBD-BEDF-3B7C5B935354}" dt="2025-06-30T16:17:34.001" v="4" actId="47"/>
        <pc:sldMkLst>
          <pc:docMk/>
          <pc:sldMk cId="1685425301" sldId="693"/>
        </pc:sldMkLst>
      </pc:sldChg>
      <pc:sldChg chg="del">
        <pc:chgData name="Kathryn Clark (Astrea Central)" userId="d0e16b62-87cd-4242-828a-2f5e276be710" providerId="ADAL" clId="{9DC0DCD2-5121-4CBD-BEDF-3B7C5B935354}" dt="2025-06-30T16:17:07.990" v="1" actId="47"/>
        <pc:sldMkLst>
          <pc:docMk/>
          <pc:sldMk cId="1534798675" sldId="696"/>
        </pc:sldMkLst>
      </pc:sldChg>
      <pc:sldChg chg="del">
        <pc:chgData name="Kathryn Clark (Astrea Central)" userId="d0e16b62-87cd-4242-828a-2f5e276be710" providerId="ADAL" clId="{9DC0DCD2-5121-4CBD-BEDF-3B7C5B935354}" dt="2025-06-30T16:17:07.990" v="1" actId="47"/>
        <pc:sldMkLst>
          <pc:docMk/>
          <pc:sldMk cId="44855750" sldId="697"/>
        </pc:sldMkLst>
      </pc:sldChg>
      <pc:sldChg chg="modSp add del mod ord modNotesTx">
        <pc:chgData name="Kathryn Clark (Astrea Central)" userId="d0e16b62-87cd-4242-828a-2f5e276be710" providerId="ADAL" clId="{9DC0DCD2-5121-4CBD-BEDF-3B7C5B935354}" dt="2025-07-01T11:01:40.992" v="895" actId="47"/>
        <pc:sldMkLst>
          <pc:docMk/>
          <pc:sldMk cId="3226401228" sldId="698"/>
        </pc:sldMkLst>
      </pc:sldChg>
      <pc:sldChg chg="del">
        <pc:chgData name="Kathryn Clark (Astrea Central)" userId="d0e16b62-87cd-4242-828a-2f5e276be710" providerId="ADAL" clId="{9DC0DCD2-5121-4CBD-BEDF-3B7C5B935354}" dt="2025-06-30T16:17:07.990" v="1" actId="47"/>
        <pc:sldMkLst>
          <pc:docMk/>
          <pc:sldMk cId="2902289112" sldId="699"/>
        </pc:sldMkLst>
      </pc:sldChg>
      <pc:sldChg chg="add del modNotesTx">
        <pc:chgData name="Kathryn Clark (Astrea Central)" userId="d0e16b62-87cd-4242-828a-2f5e276be710" providerId="ADAL" clId="{9DC0DCD2-5121-4CBD-BEDF-3B7C5B935354}" dt="2025-06-30T16:25:02.803" v="70"/>
        <pc:sldMkLst>
          <pc:docMk/>
          <pc:sldMk cId="3808954895" sldId="700"/>
        </pc:sldMkLst>
      </pc:sldChg>
      <pc:sldChg chg="del">
        <pc:chgData name="Kathryn Clark (Astrea Central)" userId="d0e16b62-87cd-4242-828a-2f5e276be710" providerId="ADAL" clId="{9DC0DCD2-5121-4CBD-BEDF-3B7C5B935354}" dt="2025-06-30T16:17:34.001" v="4" actId="47"/>
        <pc:sldMkLst>
          <pc:docMk/>
          <pc:sldMk cId="3958006941" sldId="701"/>
        </pc:sldMkLst>
      </pc:sldChg>
      <pc:sldChg chg="del">
        <pc:chgData name="Kathryn Clark (Astrea Central)" userId="d0e16b62-87cd-4242-828a-2f5e276be710" providerId="ADAL" clId="{9DC0DCD2-5121-4CBD-BEDF-3B7C5B935354}" dt="2025-06-30T16:17:34.001" v="4" actId="47"/>
        <pc:sldMkLst>
          <pc:docMk/>
          <pc:sldMk cId="1020095710" sldId="702"/>
        </pc:sldMkLst>
      </pc:sldChg>
      <pc:sldChg chg="del">
        <pc:chgData name="Kathryn Clark (Astrea Central)" userId="d0e16b62-87cd-4242-828a-2f5e276be710" providerId="ADAL" clId="{9DC0DCD2-5121-4CBD-BEDF-3B7C5B935354}" dt="2025-06-30T16:17:34.001" v="4" actId="47"/>
        <pc:sldMkLst>
          <pc:docMk/>
          <pc:sldMk cId="1825275511" sldId="705"/>
        </pc:sldMkLst>
      </pc:sldChg>
      <pc:sldChg chg="del">
        <pc:chgData name="Kathryn Clark (Astrea Central)" userId="d0e16b62-87cd-4242-828a-2f5e276be710" providerId="ADAL" clId="{9DC0DCD2-5121-4CBD-BEDF-3B7C5B935354}" dt="2025-06-30T16:17:34.001" v="4" actId="47"/>
        <pc:sldMkLst>
          <pc:docMk/>
          <pc:sldMk cId="1229741830" sldId="706"/>
        </pc:sldMkLst>
      </pc:sldChg>
      <pc:sldChg chg="del">
        <pc:chgData name="Kathryn Clark (Astrea Central)" userId="d0e16b62-87cd-4242-828a-2f5e276be710" providerId="ADAL" clId="{9DC0DCD2-5121-4CBD-BEDF-3B7C5B935354}" dt="2025-06-30T16:17:34.001" v="4" actId="47"/>
        <pc:sldMkLst>
          <pc:docMk/>
          <pc:sldMk cId="2145139309" sldId="707"/>
        </pc:sldMkLst>
      </pc:sldChg>
      <pc:sldChg chg="del">
        <pc:chgData name="Kathryn Clark (Astrea Central)" userId="d0e16b62-87cd-4242-828a-2f5e276be710" providerId="ADAL" clId="{9DC0DCD2-5121-4CBD-BEDF-3B7C5B935354}" dt="2025-06-30T16:17:34.001" v="4" actId="47"/>
        <pc:sldMkLst>
          <pc:docMk/>
          <pc:sldMk cId="140744406" sldId="708"/>
        </pc:sldMkLst>
      </pc:sldChg>
      <pc:sldChg chg="del">
        <pc:chgData name="Kathryn Clark (Astrea Central)" userId="d0e16b62-87cd-4242-828a-2f5e276be710" providerId="ADAL" clId="{9DC0DCD2-5121-4CBD-BEDF-3B7C5B935354}" dt="2025-06-30T16:17:34.001" v="4" actId="47"/>
        <pc:sldMkLst>
          <pc:docMk/>
          <pc:sldMk cId="659657367" sldId="712"/>
        </pc:sldMkLst>
      </pc:sldChg>
      <pc:sldChg chg="del">
        <pc:chgData name="Kathryn Clark (Astrea Central)" userId="d0e16b62-87cd-4242-828a-2f5e276be710" providerId="ADAL" clId="{9DC0DCD2-5121-4CBD-BEDF-3B7C5B935354}" dt="2025-06-30T16:17:34.001" v="4" actId="47"/>
        <pc:sldMkLst>
          <pc:docMk/>
          <pc:sldMk cId="2216392958" sldId="713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2077937691" sldId="715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1007198627" sldId="716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3534680821" sldId="717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1864444121" sldId="718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1937459663" sldId="719"/>
        </pc:sldMkLst>
      </pc:sldChg>
      <pc:sldChg chg="del">
        <pc:chgData name="Kathryn Clark (Astrea Central)" userId="d0e16b62-87cd-4242-828a-2f5e276be710" providerId="ADAL" clId="{9DC0DCD2-5121-4CBD-BEDF-3B7C5B935354}" dt="2025-06-30T16:17:34.001" v="4" actId="47"/>
        <pc:sldMkLst>
          <pc:docMk/>
          <pc:sldMk cId="4123504392" sldId="720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4164592704" sldId="721"/>
        </pc:sldMkLst>
      </pc:sldChg>
      <pc:sldChg chg="del">
        <pc:chgData name="Kathryn Clark (Astrea Central)" userId="d0e16b62-87cd-4242-828a-2f5e276be710" providerId="ADAL" clId="{9DC0DCD2-5121-4CBD-BEDF-3B7C5B935354}" dt="2025-06-30T16:17:34.001" v="4" actId="47"/>
        <pc:sldMkLst>
          <pc:docMk/>
          <pc:sldMk cId="1754239031" sldId="722"/>
        </pc:sldMkLst>
      </pc:sldChg>
      <pc:sldChg chg="del">
        <pc:chgData name="Kathryn Clark (Astrea Central)" userId="d0e16b62-87cd-4242-828a-2f5e276be710" providerId="ADAL" clId="{9DC0DCD2-5121-4CBD-BEDF-3B7C5B935354}" dt="2025-06-30T16:17:34.001" v="4" actId="47"/>
        <pc:sldMkLst>
          <pc:docMk/>
          <pc:sldMk cId="2038323404" sldId="723"/>
        </pc:sldMkLst>
      </pc:sldChg>
      <pc:sldChg chg="del">
        <pc:chgData name="Kathryn Clark (Astrea Central)" userId="d0e16b62-87cd-4242-828a-2f5e276be710" providerId="ADAL" clId="{9DC0DCD2-5121-4CBD-BEDF-3B7C5B935354}" dt="2025-06-30T16:17:34.001" v="4" actId="47"/>
        <pc:sldMkLst>
          <pc:docMk/>
          <pc:sldMk cId="2387616564" sldId="724"/>
        </pc:sldMkLst>
      </pc:sldChg>
      <pc:sldChg chg="del">
        <pc:chgData name="Kathryn Clark (Astrea Central)" userId="d0e16b62-87cd-4242-828a-2f5e276be710" providerId="ADAL" clId="{9DC0DCD2-5121-4CBD-BEDF-3B7C5B935354}" dt="2025-06-30T16:17:34.001" v="4" actId="47"/>
        <pc:sldMkLst>
          <pc:docMk/>
          <pc:sldMk cId="3172123028" sldId="725"/>
        </pc:sldMkLst>
      </pc:sldChg>
      <pc:sldChg chg="del">
        <pc:chgData name="Kathryn Clark (Astrea Central)" userId="d0e16b62-87cd-4242-828a-2f5e276be710" providerId="ADAL" clId="{9DC0DCD2-5121-4CBD-BEDF-3B7C5B935354}" dt="2025-06-30T16:17:34.001" v="4" actId="47"/>
        <pc:sldMkLst>
          <pc:docMk/>
          <pc:sldMk cId="629263725" sldId="726"/>
        </pc:sldMkLst>
      </pc:sldChg>
      <pc:sldChg chg="del">
        <pc:chgData name="Kathryn Clark (Astrea Central)" userId="d0e16b62-87cd-4242-828a-2f5e276be710" providerId="ADAL" clId="{9DC0DCD2-5121-4CBD-BEDF-3B7C5B935354}" dt="2025-06-30T16:17:34.001" v="4" actId="47"/>
        <pc:sldMkLst>
          <pc:docMk/>
          <pc:sldMk cId="3987164763" sldId="727"/>
        </pc:sldMkLst>
      </pc:sldChg>
      <pc:sldChg chg="del">
        <pc:chgData name="Kathryn Clark (Astrea Central)" userId="d0e16b62-87cd-4242-828a-2f5e276be710" providerId="ADAL" clId="{9DC0DCD2-5121-4CBD-BEDF-3B7C5B935354}" dt="2025-06-30T16:17:34.001" v="4" actId="47"/>
        <pc:sldMkLst>
          <pc:docMk/>
          <pc:sldMk cId="2202981554" sldId="728"/>
        </pc:sldMkLst>
      </pc:sldChg>
      <pc:sldChg chg="del">
        <pc:chgData name="Kathryn Clark (Astrea Central)" userId="d0e16b62-87cd-4242-828a-2f5e276be710" providerId="ADAL" clId="{9DC0DCD2-5121-4CBD-BEDF-3B7C5B935354}" dt="2025-06-30T16:17:34.001" v="4" actId="47"/>
        <pc:sldMkLst>
          <pc:docMk/>
          <pc:sldMk cId="1980075744" sldId="729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3987619576" sldId="730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2973222117" sldId="736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3494193463" sldId="739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706603858" sldId="740"/>
        </pc:sldMkLst>
      </pc:sldChg>
      <pc:sldChg chg="del">
        <pc:chgData name="Kathryn Clark (Astrea Central)" userId="d0e16b62-87cd-4242-828a-2f5e276be710" providerId="ADAL" clId="{9DC0DCD2-5121-4CBD-BEDF-3B7C5B935354}" dt="2025-06-30T16:17:07.990" v="1" actId="47"/>
        <pc:sldMkLst>
          <pc:docMk/>
          <pc:sldMk cId="1371891853" sldId="741"/>
        </pc:sldMkLst>
      </pc:sldChg>
      <pc:sldChg chg="del">
        <pc:chgData name="Kathryn Clark (Astrea Central)" userId="d0e16b62-87cd-4242-828a-2f5e276be710" providerId="ADAL" clId="{9DC0DCD2-5121-4CBD-BEDF-3B7C5B935354}" dt="2025-06-30T16:17:07.990" v="1" actId="47"/>
        <pc:sldMkLst>
          <pc:docMk/>
          <pc:sldMk cId="943141915" sldId="742"/>
        </pc:sldMkLst>
      </pc:sldChg>
      <pc:sldChg chg="del">
        <pc:chgData name="Kathryn Clark (Astrea Central)" userId="d0e16b62-87cd-4242-828a-2f5e276be710" providerId="ADAL" clId="{9DC0DCD2-5121-4CBD-BEDF-3B7C5B935354}" dt="2025-06-30T16:17:07.990" v="1" actId="47"/>
        <pc:sldMkLst>
          <pc:docMk/>
          <pc:sldMk cId="1208901415" sldId="743"/>
        </pc:sldMkLst>
      </pc:sldChg>
      <pc:sldChg chg="add del modNotesTx">
        <pc:chgData name="Kathryn Clark (Astrea Central)" userId="d0e16b62-87cd-4242-828a-2f5e276be710" providerId="ADAL" clId="{9DC0DCD2-5121-4CBD-BEDF-3B7C5B935354}" dt="2025-06-30T16:25:01.649" v="69"/>
        <pc:sldMkLst>
          <pc:docMk/>
          <pc:sldMk cId="922628727" sldId="744"/>
        </pc:sldMkLst>
      </pc:sldChg>
      <pc:sldChg chg="del">
        <pc:chgData name="Kathryn Clark (Astrea Central)" userId="d0e16b62-87cd-4242-828a-2f5e276be710" providerId="ADAL" clId="{9DC0DCD2-5121-4CBD-BEDF-3B7C5B935354}" dt="2025-06-30T16:17:07.990" v="1" actId="47"/>
        <pc:sldMkLst>
          <pc:docMk/>
          <pc:sldMk cId="1724626238" sldId="745"/>
        </pc:sldMkLst>
      </pc:sldChg>
      <pc:sldChg chg="del">
        <pc:chgData name="Kathryn Clark (Astrea Central)" userId="d0e16b62-87cd-4242-828a-2f5e276be710" providerId="ADAL" clId="{9DC0DCD2-5121-4CBD-BEDF-3B7C5B935354}" dt="2025-06-30T16:17:07.990" v="1" actId="47"/>
        <pc:sldMkLst>
          <pc:docMk/>
          <pc:sldMk cId="3567034086" sldId="746"/>
        </pc:sldMkLst>
      </pc:sldChg>
      <pc:sldChg chg="del">
        <pc:chgData name="Kathryn Clark (Astrea Central)" userId="d0e16b62-87cd-4242-828a-2f5e276be710" providerId="ADAL" clId="{9DC0DCD2-5121-4CBD-BEDF-3B7C5B935354}" dt="2025-06-30T16:17:07.990" v="1" actId="47"/>
        <pc:sldMkLst>
          <pc:docMk/>
          <pc:sldMk cId="4185088232" sldId="748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3530955478" sldId="752"/>
        </pc:sldMkLst>
      </pc:sldChg>
      <pc:sldChg chg="del">
        <pc:chgData name="Kathryn Clark (Astrea Central)" userId="d0e16b62-87cd-4242-828a-2f5e276be710" providerId="ADAL" clId="{9DC0DCD2-5121-4CBD-BEDF-3B7C5B935354}" dt="2025-06-30T16:17:07.990" v="1" actId="47"/>
        <pc:sldMkLst>
          <pc:docMk/>
          <pc:sldMk cId="3364502094" sldId="779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1768601689" sldId="949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802214598" sldId="950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3312846986" sldId="951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2753479950" sldId="952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128519001" sldId="953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4054087703" sldId="954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1961337165" sldId="955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4037687486" sldId="956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2534552584" sldId="957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3403764935" sldId="958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1467340240" sldId="959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1824118204" sldId="960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1022720388" sldId="961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151953142" sldId="963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3651128130" sldId="964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2623609214" sldId="965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2874385786" sldId="966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2962015683" sldId="967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8561353" sldId="968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3825187523" sldId="969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3956224976" sldId="971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4031722019" sldId="972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396356508" sldId="974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499644270" sldId="978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3752120071" sldId="979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3076531831" sldId="980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4195919322" sldId="981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2599061422" sldId="982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2518942764" sldId="983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1696658123" sldId="985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1328723957" sldId="987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3066300513" sldId="988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1594028101" sldId="989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2219029894" sldId="990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1904270567" sldId="991"/>
        </pc:sldMkLst>
      </pc:sldChg>
      <pc:sldChg chg="del">
        <pc:chgData name="Kathryn Clark (Astrea Central)" userId="d0e16b62-87cd-4242-828a-2f5e276be710" providerId="ADAL" clId="{9DC0DCD2-5121-4CBD-BEDF-3B7C5B935354}" dt="2025-06-30T16:17:34.001" v="4" actId="47"/>
        <pc:sldMkLst>
          <pc:docMk/>
          <pc:sldMk cId="1010217414" sldId="992"/>
        </pc:sldMkLst>
      </pc:sldChg>
      <pc:sldChg chg="del">
        <pc:chgData name="Kathryn Clark (Astrea Central)" userId="d0e16b62-87cd-4242-828a-2f5e276be710" providerId="ADAL" clId="{9DC0DCD2-5121-4CBD-BEDF-3B7C5B935354}" dt="2025-06-30T16:17:34.001" v="4" actId="47"/>
        <pc:sldMkLst>
          <pc:docMk/>
          <pc:sldMk cId="1179576727" sldId="993"/>
        </pc:sldMkLst>
      </pc:sldChg>
      <pc:sldChg chg="del">
        <pc:chgData name="Kathryn Clark (Astrea Central)" userId="d0e16b62-87cd-4242-828a-2f5e276be710" providerId="ADAL" clId="{9DC0DCD2-5121-4CBD-BEDF-3B7C5B935354}" dt="2025-06-30T16:17:37.145" v="5" actId="47"/>
        <pc:sldMkLst>
          <pc:docMk/>
          <pc:sldMk cId="3295259342" sldId="994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4253984274" sldId="1216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3239866304" sldId="1217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3292644395" sldId="1219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179054774" sldId="1221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1497399336" sldId="1234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1323390205" sldId="1235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433198936" sldId="1256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3919205928" sldId="1257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2268313574" sldId="1258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3141730267" sldId="1259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2008329193" sldId="1260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1147899049" sldId="1261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1151857062" sldId="1262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2456297609" sldId="1263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2644577293" sldId="1264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4274479591" sldId="1265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4098089706" sldId="1267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1900638804" sldId="1268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1998917385" sldId="1269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3900469656" sldId="1270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2867229049" sldId="1271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1726936922" sldId="1272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1459505126" sldId="1273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722116122" sldId="1274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920620145" sldId="1275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3248435665" sldId="1276"/>
        </pc:sldMkLst>
      </pc:sldChg>
      <pc:sldChg chg="del">
        <pc:chgData name="Kathryn Clark (Astrea Central)" userId="d0e16b62-87cd-4242-828a-2f5e276be710" providerId="ADAL" clId="{9DC0DCD2-5121-4CBD-BEDF-3B7C5B935354}" dt="2025-06-30T16:17:37.145" v="5" actId="47"/>
        <pc:sldMkLst>
          <pc:docMk/>
          <pc:sldMk cId="1978893645" sldId="2601"/>
        </pc:sldMkLst>
      </pc:sldChg>
      <pc:sldChg chg="del">
        <pc:chgData name="Kathryn Clark (Astrea Central)" userId="d0e16b62-87cd-4242-828a-2f5e276be710" providerId="ADAL" clId="{9DC0DCD2-5121-4CBD-BEDF-3B7C5B935354}" dt="2025-06-30T16:17:37.145" v="5" actId="47"/>
        <pc:sldMkLst>
          <pc:docMk/>
          <pc:sldMk cId="1810527692" sldId="2603"/>
        </pc:sldMkLst>
      </pc:sldChg>
      <pc:sldChg chg="del">
        <pc:chgData name="Kathryn Clark (Astrea Central)" userId="d0e16b62-87cd-4242-828a-2f5e276be710" providerId="ADAL" clId="{9DC0DCD2-5121-4CBD-BEDF-3B7C5B935354}" dt="2025-06-30T16:17:37.145" v="5" actId="47"/>
        <pc:sldMkLst>
          <pc:docMk/>
          <pc:sldMk cId="4236198652" sldId="2604"/>
        </pc:sldMkLst>
      </pc:sldChg>
      <pc:sldChg chg="del">
        <pc:chgData name="Kathryn Clark (Astrea Central)" userId="d0e16b62-87cd-4242-828a-2f5e276be710" providerId="ADAL" clId="{9DC0DCD2-5121-4CBD-BEDF-3B7C5B935354}" dt="2025-06-30T16:17:37.145" v="5" actId="47"/>
        <pc:sldMkLst>
          <pc:docMk/>
          <pc:sldMk cId="1196532462" sldId="2605"/>
        </pc:sldMkLst>
      </pc:sldChg>
      <pc:sldChg chg="del">
        <pc:chgData name="Kathryn Clark (Astrea Central)" userId="d0e16b62-87cd-4242-828a-2f5e276be710" providerId="ADAL" clId="{9DC0DCD2-5121-4CBD-BEDF-3B7C5B935354}" dt="2025-06-30T16:17:37.145" v="5" actId="47"/>
        <pc:sldMkLst>
          <pc:docMk/>
          <pc:sldMk cId="2398298622" sldId="2611"/>
        </pc:sldMkLst>
      </pc:sldChg>
      <pc:sldChg chg="del">
        <pc:chgData name="Kathryn Clark (Astrea Central)" userId="d0e16b62-87cd-4242-828a-2f5e276be710" providerId="ADAL" clId="{9DC0DCD2-5121-4CBD-BEDF-3B7C5B935354}" dt="2025-06-30T16:17:37.145" v="5" actId="47"/>
        <pc:sldMkLst>
          <pc:docMk/>
          <pc:sldMk cId="456801237" sldId="2666"/>
        </pc:sldMkLst>
      </pc:sldChg>
      <pc:sldChg chg="del">
        <pc:chgData name="Kathryn Clark (Astrea Central)" userId="d0e16b62-87cd-4242-828a-2f5e276be710" providerId="ADAL" clId="{9DC0DCD2-5121-4CBD-BEDF-3B7C5B935354}" dt="2025-06-30T16:17:40.713" v="6" actId="47"/>
        <pc:sldMkLst>
          <pc:docMk/>
          <pc:sldMk cId="2888631115" sldId="2667"/>
        </pc:sldMkLst>
      </pc:sldChg>
      <pc:sldChg chg="del">
        <pc:chgData name="Kathryn Clark (Astrea Central)" userId="d0e16b62-87cd-4242-828a-2f5e276be710" providerId="ADAL" clId="{9DC0DCD2-5121-4CBD-BEDF-3B7C5B935354}" dt="2025-06-30T16:17:40.713" v="6" actId="47"/>
        <pc:sldMkLst>
          <pc:docMk/>
          <pc:sldMk cId="178473732" sldId="2695"/>
        </pc:sldMkLst>
      </pc:sldChg>
      <pc:sldChg chg="modSp add del modNotesTx">
        <pc:chgData name="Kathryn Clark (Astrea Central)" userId="d0e16b62-87cd-4242-828a-2f5e276be710" providerId="ADAL" clId="{9DC0DCD2-5121-4CBD-BEDF-3B7C5B935354}" dt="2025-07-01T10:52:31.425" v="833" actId="20577"/>
        <pc:sldMkLst>
          <pc:docMk/>
          <pc:sldMk cId="3492178883" sldId="2696"/>
        </pc:sldMkLst>
        <pc:spChg chg="mod">
          <ac:chgData name="Kathryn Clark (Astrea Central)" userId="d0e16b62-87cd-4242-828a-2f5e276be710" providerId="ADAL" clId="{9DC0DCD2-5121-4CBD-BEDF-3B7C5B935354}" dt="2025-07-01T10:48:26.252" v="708" actId="20577"/>
          <ac:spMkLst>
            <pc:docMk/>
            <pc:sldMk cId="3492178883" sldId="2696"/>
            <ac:spMk id="25" creationId="{C939DFA2-5D90-E7E5-7023-85392376593D}"/>
          </ac:spMkLst>
        </pc:spChg>
        <pc:graphicFrameChg chg="mod">
          <ac:chgData name="Kathryn Clark (Astrea Central)" userId="d0e16b62-87cd-4242-828a-2f5e276be710" providerId="ADAL" clId="{9DC0DCD2-5121-4CBD-BEDF-3B7C5B935354}" dt="2025-07-01T10:52:31.425" v="833" actId="20577"/>
          <ac:graphicFrameMkLst>
            <pc:docMk/>
            <pc:sldMk cId="3492178883" sldId="2696"/>
            <ac:graphicFrameMk id="26" creationId="{B96787F4-C28C-00E6-21D9-5A70D55D4265}"/>
          </ac:graphicFrameMkLst>
        </pc:graphicFrameChg>
      </pc:sldChg>
      <pc:sldChg chg="modSp add del mod modNotesTx">
        <pc:chgData name="Kathryn Clark (Astrea Central)" userId="d0e16b62-87cd-4242-828a-2f5e276be710" providerId="ADAL" clId="{9DC0DCD2-5121-4CBD-BEDF-3B7C5B935354}" dt="2025-07-01T10:55:24.604" v="856" actId="20577"/>
        <pc:sldMkLst>
          <pc:docMk/>
          <pc:sldMk cId="3527980205" sldId="2697"/>
        </pc:sldMkLst>
        <pc:graphicFrameChg chg="mod modGraphic">
          <ac:chgData name="Kathryn Clark (Astrea Central)" userId="d0e16b62-87cd-4242-828a-2f5e276be710" providerId="ADAL" clId="{9DC0DCD2-5121-4CBD-BEDF-3B7C5B935354}" dt="2025-07-01T10:55:24.604" v="856" actId="20577"/>
          <ac:graphicFrameMkLst>
            <pc:docMk/>
            <pc:sldMk cId="3527980205" sldId="2697"/>
            <ac:graphicFrameMk id="3" creationId="{232A86B8-B6D0-4D21-D41C-8A1DB1E3B950}"/>
          </ac:graphicFrameMkLst>
        </pc:graphicFrameChg>
        <pc:graphicFrameChg chg="mod">
          <ac:chgData name="Kathryn Clark (Astrea Central)" userId="d0e16b62-87cd-4242-828a-2f5e276be710" providerId="ADAL" clId="{9DC0DCD2-5121-4CBD-BEDF-3B7C5B935354}" dt="2025-07-01T10:54:00.502" v="841" actId="20577"/>
          <ac:graphicFrameMkLst>
            <pc:docMk/>
            <pc:sldMk cId="3527980205" sldId="2697"/>
            <ac:graphicFrameMk id="23" creationId="{EEC26AEE-9AE7-B23D-75D7-77D452713F28}"/>
          </ac:graphicFrameMkLst>
        </pc:graphicFrameChg>
        <pc:graphicFrameChg chg="mod">
          <ac:chgData name="Kathryn Clark (Astrea Central)" userId="d0e16b62-87cd-4242-828a-2f5e276be710" providerId="ADAL" clId="{9DC0DCD2-5121-4CBD-BEDF-3B7C5B935354}" dt="2025-07-01T10:54:15.448" v="842" actId="20577"/>
          <ac:graphicFrameMkLst>
            <pc:docMk/>
            <pc:sldMk cId="3527980205" sldId="2697"/>
            <ac:graphicFrameMk id="33" creationId="{FD6E6448-D944-56F7-D46E-5D6B21EB3CB3}"/>
          </ac:graphicFrameMkLst>
        </pc:graphicFrameChg>
      </pc:sldChg>
      <pc:sldChg chg="addSp delSp modSp add del mod modNotesTx">
        <pc:chgData name="Kathryn Clark (Astrea Central)" userId="d0e16b62-87cd-4242-828a-2f5e276be710" providerId="ADAL" clId="{9DC0DCD2-5121-4CBD-BEDF-3B7C5B935354}" dt="2025-07-01T10:59:59.502" v="894" actId="478"/>
        <pc:sldMkLst>
          <pc:docMk/>
          <pc:sldMk cId="800564505" sldId="2698"/>
        </pc:sldMkLst>
        <pc:spChg chg="add del">
          <ac:chgData name="Kathryn Clark (Astrea Central)" userId="d0e16b62-87cd-4242-828a-2f5e276be710" providerId="ADAL" clId="{9DC0DCD2-5121-4CBD-BEDF-3B7C5B935354}" dt="2025-07-01T10:57:53.587" v="869" actId="478"/>
          <ac:spMkLst>
            <pc:docMk/>
            <pc:sldMk cId="800564505" sldId="2698"/>
            <ac:spMk id="2" creationId="{D77BA6A5-ED37-C20B-70BA-C270B85E74EC}"/>
          </ac:spMkLst>
        </pc:spChg>
        <pc:spChg chg="add mod">
          <ac:chgData name="Kathryn Clark (Astrea Central)" userId="d0e16b62-87cd-4242-828a-2f5e276be710" providerId="ADAL" clId="{9DC0DCD2-5121-4CBD-BEDF-3B7C5B935354}" dt="2025-07-01T10:57:59.052" v="871" actId="1076"/>
          <ac:spMkLst>
            <pc:docMk/>
            <pc:sldMk cId="800564505" sldId="2698"/>
            <ac:spMk id="20" creationId="{14D128B3-394C-D003-0D45-6448D7240322}"/>
          </ac:spMkLst>
        </pc:spChg>
        <pc:spChg chg="add mod">
          <ac:chgData name="Kathryn Clark (Astrea Central)" userId="d0e16b62-87cd-4242-828a-2f5e276be710" providerId="ADAL" clId="{9DC0DCD2-5121-4CBD-BEDF-3B7C5B935354}" dt="2025-07-01T10:57:59.052" v="871" actId="1076"/>
          <ac:spMkLst>
            <pc:docMk/>
            <pc:sldMk cId="800564505" sldId="2698"/>
            <ac:spMk id="21" creationId="{3F139D07-99C1-2653-DC1D-A5CD05666A76}"/>
          </ac:spMkLst>
        </pc:spChg>
        <pc:graphicFrameChg chg="add mod">
          <ac:chgData name="Kathryn Clark (Astrea Central)" userId="d0e16b62-87cd-4242-828a-2f5e276be710" providerId="ADAL" clId="{9DC0DCD2-5121-4CBD-BEDF-3B7C5B935354}" dt="2025-07-01T10:57:37.599" v="866"/>
          <ac:graphicFrameMkLst>
            <pc:docMk/>
            <pc:sldMk cId="800564505" sldId="2698"/>
            <ac:graphicFrameMk id="4" creationId="{5DDC87A6-6AFC-22E0-473D-1EEE25C88599}"/>
          </ac:graphicFrameMkLst>
        </pc:graphicFrameChg>
        <pc:graphicFrameChg chg="add mod">
          <ac:chgData name="Kathryn Clark (Astrea Central)" userId="d0e16b62-87cd-4242-828a-2f5e276be710" providerId="ADAL" clId="{9DC0DCD2-5121-4CBD-BEDF-3B7C5B935354}" dt="2025-07-01T10:59:52.562" v="893" actId="20577"/>
          <ac:graphicFrameMkLst>
            <pc:docMk/>
            <pc:sldMk cId="800564505" sldId="2698"/>
            <ac:graphicFrameMk id="22" creationId="{C8EA060C-6EEB-1A99-84CF-5418D7092E7B}"/>
          </ac:graphicFrameMkLst>
        </pc:graphicFrameChg>
      </pc:sldChg>
      <pc:sldChg chg="delSp add del mod modNotesTx">
        <pc:chgData name="Kathryn Clark (Astrea Central)" userId="d0e16b62-87cd-4242-828a-2f5e276be710" providerId="ADAL" clId="{9DC0DCD2-5121-4CBD-BEDF-3B7C5B935354}" dt="2025-07-01T11:05:36.446" v="927" actId="47"/>
        <pc:sldMkLst>
          <pc:docMk/>
          <pc:sldMk cId="689107183" sldId="2699"/>
        </pc:sldMkLst>
      </pc:sldChg>
      <pc:sldChg chg="add del modNotesTx">
        <pc:chgData name="Kathryn Clark (Astrea Central)" userId="d0e16b62-87cd-4242-828a-2f5e276be710" providerId="ADAL" clId="{9DC0DCD2-5121-4CBD-BEDF-3B7C5B935354}" dt="2025-06-30T16:24:11.947" v="64"/>
        <pc:sldMkLst>
          <pc:docMk/>
          <pc:sldMk cId="921029909" sldId="2700"/>
        </pc:sldMkLst>
      </pc:sldChg>
      <pc:sldChg chg="add del modNotesTx">
        <pc:chgData name="Kathryn Clark (Astrea Central)" userId="d0e16b62-87cd-4242-828a-2f5e276be710" providerId="ADAL" clId="{9DC0DCD2-5121-4CBD-BEDF-3B7C5B935354}" dt="2025-06-30T16:24:13.550" v="65"/>
        <pc:sldMkLst>
          <pc:docMk/>
          <pc:sldMk cId="2591683603" sldId="2701"/>
        </pc:sldMkLst>
      </pc:sldChg>
      <pc:sldChg chg="add del modNotesTx">
        <pc:chgData name="Kathryn Clark (Astrea Central)" userId="d0e16b62-87cd-4242-828a-2f5e276be710" providerId="ADAL" clId="{9DC0DCD2-5121-4CBD-BEDF-3B7C5B935354}" dt="2025-06-30T16:24:14.638" v="66"/>
        <pc:sldMkLst>
          <pc:docMk/>
          <pc:sldMk cId="140179314" sldId="2702"/>
        </pc:sldMkLst>
      </pc:sldChg>
      <pc:sldChg chg="addSp delSp modSp new mod">
        <pc:chgData name="Kathryn Clark (Astrea Central)" userId="d0e16b62-87cd-4242-828a-2f5e276be710" providerId="ADAL" clId="{9DC0DCD2-5121-4CBD-BEDF-3B7C5B935354}" dt="2025-06-30T17:34:42.349" v="694"/>
        <pc:sldMkLst>
          <pc:docMk/>
          <pc:sldMk cId="2923777065" sldId="2703"/>
        </pc:sldMkLst>
        <pc:graphicFrameChg chg="add mod modGraphic">
          <ac:chgData name="Kathryn Clark (Astrea Central)" userId="d0e16b62-87cd-4242-828a-2f5e276be710" providerId="ADAL" clId="{9DC0DCD2-5121-4CBD-BEDF-3B7C5B935354}" dt="2025-06-30T17:34:42.349" v="694"/>
          <ac:graphicFrameMkLst>
            <pc:docMk/>
            <pc:sldMk cId="2923777065" sldId="2703"/>
            <ac:graphicFrameMk id="3" creationId="{03DF201D-4298-DA83-2552-5415D894B754}"/>
          </ac:graphicFrameMkLst>
        </pc:graphicFrameChg>
        <pc:picChg chg="add mod">
          <ac:chgData name="Kathryn Clark (Astrea Central)" userId="d0e16b62-87cd-4242-828a-2f5e276be710" providerId="ADAL" clId="{9DC0DCD2-5121-4CBD-BEDF-3B7C5B935354}" dt="2025-06-30T17:34:32.891" v="689" actId="1076"/>
          <ac:picMkLst>
            <pc:docMk/>
            <pc:sldMk cId="2923777065" sldId="2703"/>
            <ac:picMk id="11" creationId="{1677411A-079A-9CF8-9EDB-7902E9BF363F}"/>
          </ac:picMkLst>
        </pc:picChg>
        <pc:picChg chg="add mod">
          <ac:chgData name="Kathryn Clark (Astrea Central)" userId="d0e16b62-87cd-4242-828a-2f5e276be710" providerId="ADAL" clId="{9DC0DCD2-5121-4CBD-BEDF-3B7C5B935354}" dt="2025-06-30T17:32:17.687" v="590" actId="1076"/>
          <ac:picMkLst>
            <pc:docMk/>
            <pc:sldMk cId="2923777065" sldId="2703"/>
            <ac:picMk id="13" creationId="{F0D65376-E26F-AF17-9B55-76B6977ED597}"/>
          </ac:picMkLst>
        </pc:picChg>
        <pc:picChg chg="add mod">
          <ac:chgData name="Kathryn Clark (Astrea Central)" userId="d0e16b62-87cd-4242-828a-2f5e276be710" providerId="ADAL" clId="{9DC0DCD2-5121-4CBD-BEDF-3B7C5B935354}" dt="2025-06-30T17:33:30.392" v="666" actId="1076"/>
          <ac:picMkLst>
            <pc:docMk/>
            <pc:sldMk cId="2923777065" sldId="2703"/>
            <ac:picMk id="23" creationId="{F413EB69-07BC-78FF-1636-227B65FA1223}"/>
          </ac:picMkLst>
        </pc:picChg>
        <pc:picChg chg="add mod">
          <ac:chgData name="Kathryn Clark (Astrea Central)" userId="d0e16b62-87cd-4242-828a-2f5e276be710" providerId="ADAL" clId="{9DC0DCD2-5121-4CBD-BEDF-3B7C5B935354}" dt="2025-06-30T17:33:29.274" v="665" actId="1076"/>
          <ac:picMkLst>
            <pc:docMk/>
            <pc:sldMk cId="2923777065" sldId="2703"/>
            <ac:picMk id="25" creationId="{79211B98-9B21-4CD6-7979-E8CF3DDEEB6A}"/>
          </ac:picMkLst>
        </pc:picChg>
        <pc:picChg chg="add mod modCrop">
          <ac:chgData name="Kathryn Clark (Astrea Central)" userId="d0e16b62-87cd-4242-828a-2f5e276be710" providerId="ADAL" clId="{9DC0DCD2-5121-4CBD-BEDF-3B7C5B935354}" dt="2025-06-30T17:32:50.762" v="647" actId="1076"/>
          <ac:picMkLst>
            <pc:docMk/>
            <pc:sldMk cId="2923777065" sldId="2703"/>
            <ac:picMk id="27" creationId="{C81E9389-1E3D-3A5C-B083-0D8CA166CB4C}"/>
          </ac:picMkLst>
        </pc:picChg>
        <pc:picChg chg="add mod modCrop">
          <ac:chgData name="Kathryn Clark (Astrea Central)" userId="d0e16b62-87cd-4242-828a-2f5e276be710" providerId="ADAL" clId="{9DC0DCD2-5121-4CBD-BEDF-3B7C5B935354}" dt="2025-06-30T17:34:25.479" v="686" actId="1076"/>
          <ac:picMkLst>
            <pc:docMk/>
            <pc:sldMk cId="2923777065" sldId="2703"/>
            <ac:picMk id="30" creationId="{DB137A25-491C-4628-157B-38DE54252401}"/>
          </ac:picMkLst>
        </pc:picChg>
        <pc:picChg chg="add mod modCrop">
          <ac:chgData name="Kathryn Clark (Astrea Central)" userId="d0e16b62-87cd-4242-828a-2f5e276be710" providerId="ADAL" clId="{9DC0DCD2-5121-4CBD-BEDF-3B7C5B935354}" dt="2025-06-30T17:34:25.479" v="686" actId="1076"/>
          <ac:picMkLst>
            <pc:docMk/>
            <pc:sldMk cId="2923777065" sldId="2703"/>
            <ac:picMk id="31" creationId="{1B75194C-E8D5-258D-5C74-607B962EF5C9}"/>
          </ac:picMkLst>
        </pc:picChg>
        <pc:picChg chg="add mod">
          <ac:chgData name="Kathryn Clark (Astrea Central)" userId="d0e16b62-87cd-4242-828a-2f5e276be710" providerId="ADAL" clId="{9DC0DCD2-5121-4CBD-BEDF-3B7C5B935354}" dt="2025-06-30T17:33:52.453" v="674" actId="1076"/>
          <ac:picMkLst>
            <pc:docMk/>
            <pc:sldMk cId="2923777065" sldId="2703"/>
            <ac:picMk id="35" creationId="{F54221F7-B118-B80D-B612-438C61068FB9}"/>
          </ac:picMkLst>
        </pc:picChg>
        <pc:picChg chg="add mod">
          <ac:chgData name="Kathryn Clark (Astrea Central)" userId="d0e16b62-87cd-4242-828a-2f5e276be710" providerId="ADAL" clId="{9DC0DCD2-5121-4CBD-BEDF-3B7C5B935354}" dt="2025-06-30T17:34:02.442" v="678" actId="1076"/>
          <ac:picMkLst>
            <pc:docMk/>
            <pc:sldMk cId="2923777065" sldId="2703"/>
            <ac:picMk id="37" creationId="{7C654568-4759-6661-DD3E-ED8793921EE5}"/>
          </ac:picMkLst>
        </pc:picChg>
        <pc:picChg chg="add mod">
          <ac:chgData name="Kathryn Clark (Astrea Central)" userId="d0e16b62-87cd-4242-828a-2f5e276be710" providerId="ADAL" clId="{9DC0DCD2-5121-4CBD-BEDF-3B7C5B935354}" dt="2025-06-30T17:34:12.772" v="684" actId="1076"/>
          <ac:picMkLst>
            <pc:docMk/>
            <pc:sldMk cId="2923777065" sldId="2703"/>
            <ac:picMk id="39" creationId="{802626ED-296F-E2BB-28AB-0B936A0029D9}"/>
          </ac:picMkLst>
        </pc:picChg>
      </pc:sldChg>
      <pc:sldChg chg="del">
        <pc:chgData name="Kathryn Clark (Astrea Central)" userId="d0e16b62-87cd-4242-828a-2f5e276be710" providerId="ADAL" clId="{9DC0DCD2-5121-4CBD-BEDF-3B7C5B935354}" dt="2025-06-30T16:17:01.924" v="0" actId="47"/>
        <pc:sldMkLst>
          <pc:docMk/>
          <pc:sldMk cId="4064036166" sldId="2703"/>
        </pc:sldMkLst>
      </pc:sldChg>
      <pc:sldChg chg="del">
        <pc:chgData name="Kathryn Clark (Astrea Central)" userId="d0e16b62-87cd-4242-828a-2f5e276be710" providerId="ADAL" clId="{9DC0DCD2-5121-4CBD-BEDF-3B7C5B935354}" dt="2025-06-30T16:17:01.924" v="0" actId="47"/>
        <pc:sldMkLst>
          <pc:docMk/>
          <pc:sldMk cId="3095329613" sldId="2704"/>
        </pc:sldMkLst>
      </pc:sldChg>
      <pc:sldChg chg="addSp delSp modSp add mod">
        <pc:chgData name="Kathryn Clark (Astrea Central)" userId="d0e16b62-87cd-4242-828a-2f5e276be710" providerId="ADAL" clId="{9DC0DCD2-5121-4CBD-BEDF-3B7C5B935354}" dt="2025-06-30T16:51:54.629" v="410" actId="1076"/>
        <pc:sldMkLst>
          <pc:docMk/>
          <pc:sldMk cId="3361736352" sldId="2704"/>
        </pc:sldMkLst>
        <pc:spChg chg="add mod">
          <ac:chgData name="Kathryn Clark (Astrea Central)" userId="d0e16b62-87cd-4242-828a-2f5e276be710" providerId="ADAL" clId="{9DC0DCD2-5121-4CBD-BEDF-3B7C5B935354}" dt="2025-06-30T16:39:14.971" v="103"/>
          <ac:spMkLst>
            <pc:docMk/>
            <pc:sldMk cId="3361736352" sldId="2704"/>
            <ac:spMk id="3" creationId="{476204F5-09C0-B5FA-B06E-5E78D556A5D8}"/>
          </ac:spMkLst>
        </pc:spChg>
        <pc:spChg chg="add mod">
          <ac:chgData name="Kathryn Clark (Astrea Central)" userId="d0e16b62-87cd-4242-828a-2f5e276be710" providerId="ADAL" clId="{9DC0DCD2-5121-4CBD-BEDF-3B7C5B935354}" dt="2025-06-30T16:48:29.353" v="320" actId="20577"/>
          <ac:spMkLst>
            <pc:docMk/>
            <pc:sldMk cId="3361736352" sldId="2704"/>
            <ac:spMk id="5" creationId="{C4DAD8C0-DBCB-714B-D5AB-870B2CCAB548}"/>
          </ac:spMkLst>
        </pc:spChg>
        <pc:spChg chg="add mod">
          <ac:chgData name="Kathryn Clark (Astrea Central)" userId="d0e16b62-87cd-4242-828a-2f5e276be710" providerId="ADAL" clId="{9DC0DCD2-5121-4CBD-BEDF-3B7C5B935354}" dt="2025-06-30T16:48:33.193" v="323" actId="1076"/>
          <ac:spMkLst>
            <pc:docMk/>
            <pc:sldMk cId="3361736352" sldId="2704"/>
            <ac:spMk id="7" creationId="{34B00E88-3A4E-862E-BC5E-2DD97A969ADD}"/>
          </ac:spMkLst>
        </pc:spChg>
        <pc:spChg chg="add mod">
          <ac:chgData name="Kathryn Clark (Astrea Central)" userId="d0e16b62-87cd-4242-828a-2f5e276be710" providerId="ADAL" clId="{9DC0DCD2-5121-4CBD-BEDF-3B7C5B935354}" dt="2025-06-30T16:48:46.435" v="327" actId="14100"/>
          <ac:spMkLst>
            <pc:docMk/>
            <pc:sldMk cId="3361736352" sldId="2704"/>
            <ac:spMk id="12" creationId="{396E0681-98F8-6D24-32D0-FA7E0847D6D3}"/>
          </ac:spMkLst>
        </pc:spChg>
        <pc:spChg chg="add mod">
          <ac:chgData name="Kathryn Clark (Astrea Central)" userId="d0e16b62-87cd-4242-828a-2f5e276be710" providerId="ADAL" clId="{9DC0DCD2-5121-4CBD-BEDF-3B7C5B935354}" dt="2025-06-30T16:48:41.881" v="326" actId="164"/>
          <ac:spMkLst>
            <pc:docMk/>
            <pc:sldMk cId="3361736352" sldId="2704"/>
            <ac:spMk id="14" creationId="{418A8FF0-BD74-52EF-540D-1067382FFF99}"/>
          </ac:spMkLst>
        </pc:spChg>
        <pc:spChg chg="add mod">
          <ac:chgData name="Kathryn Clark (Astrea Central)" userId="d0e16b62-87cd-4242-828a-2f5e276be710" providerId="ADAL" clId="{9DC0DCD2-5121-4CBD-BEDF-3B7C5B935354}" dt="2025-06-30T16:48:50.868" v="330" actId="14100"/>
          <ac:spMkLst>
            <pc:docMk/>
            <pc:sldMk cId="3361736352" sldId="2704"/>
            <ac:spMk id="18" creationId="{B81ADF85-0328-D3AE-A269-1376FAB5E659}"/>
          </ac:spMkLst>
        </pc:spChg>
        <pc:grpChg chg="add mod">
          <ac:chgData name="Kathryn Clark (Astrea Central)" userId="d0e16b62-87cd-4242-828a-2f5e276be710" providerId="ADAL" clId="{9DC0DCD2-5121-4CBD-BEDF-3B7C5B935354}" dt="2025-06-30T16:48:41.881" v="326" actId="164"/>
          <ac:grpSpMkLst>
            <pc:docMk/>
            <pc:sldMk cId="3361736352" sldId="2704"/>
            <ac:grpSpMk id="21" creationId="{C883E72C-AEFC-56B0-5449-105D5A6FB91C}"/>
          </ac:grpSpMkLst>
        </pc:grpChg>
        <pc:grpChg chg="add mod">
          <ac:chgData name="Kathryn Clark (Astrea Central)" userId="d0e16b62-87cd-4242-828a-2f5e276be710" providerId="ADAL" clId="{9DC0DCD2-5121-4CBD-BEDF-3B7C5B935354}" dt="2025-06-30T16:51:41.826" v="407" actId="1076"/>
          <ac:grpSpMkLst>
            <pc:docMk/>
            <pc:sldMk cId="3361736352" sldId="2704"/>
            <ac:grpSpMk id="22" creationId="{372AB37E-D90D-404F-53D1-7229FE09068D}"/>
          </ac:grpSpMkLst>
        </pc:grpChg>
        <pc:picChg chg="add mod">
          <ac:chgData name="Kathryn Clark (Astrea Central)" userId="d0e16b62-87cd-4242-828a-2f5e276be710" providerId="ADAL" clId="{9DC0DCD2-5121-4CBD-BEDF-3B7C5B935354}" dt="2025-06-30T16:51:41.826" v="407" actId="1076"/>
          <ac:picMkLst>
            <pc:docMk/>
            <pc:sldMk cId="3361736352" sldId="2704"/>
            <ac:picMk id="8" creationId="{5C80BB24-7EB3-CBD1-6636-1B70F5EB965B}"/>
          </ac:picMkLst>
        </pc:picChg>
        <pc:picChg chg="add mod">
          <ac:chgData name="Kathryn Clark (Astrea Central)" userId="d0e16b62-87cd-4242-828a-2f5e276be710" providerId="ADAL" clId="{9DC0DCD2-5121-4CBD-BEDF-3B7C5B935354}" dt="2025-06-30T16:40:23.955" v="127" actId="1076"/>
          <ac:picMkLst>
            <pc:docMk/>
            <pc:sldMk cId="3361736352" sldId="2704"/>
            <ac:picMk id="1026" creationId="{E36D8CBE-819D-652B-81FE-71F15355E673}"/>
          </ac:picMkLst>
        </pc:picChg>
        <pc:picChg chg="add mod">
          <ac:chgData name="Kathryn Clark (Astrea Central)" userId="d0e16b62-87cd-4242-828a-2f5e276be710" providerId="ADAL" clId="{9DC0DCD2-5121-4CBD-BEDF-3B7C5B935354}" dt="2025-06-30T16:51:41.826" v="407" actId="1076"/>
          <ac:picMkLst>
            <pc:docMk/>
            <pc:sldMk cId="3361736352" sldId="2704"/>
            <ac:picMk id="1027" creationId="{58FE985C-AF20-C6EE-7605-F9CAA5B06E21}"/>
          </ac:picMkLst>
        </pc:picChg>
        <pc:picChg chg="add mod">
          <ac:chgData name="Kathryn Clark (Astrea Central)" userId="d0e16b62-87cd-4242-828a-2f5e276be710" providerId="ADAL" clId="{9DC0DCD2-5121-4CBD-BEDF-3B7C5B935354}" dt="2025-06-30T16:51:42.973" v="408" actId="1076"/>
          <ac:picMkLst>
            <pc:docMk/>
            <pc:sldMk cId="3361736352" sldId="2704"/>
            <ac:picMk id="1034" creationId="{98895EFA-B874-F0FF-E3EB-38E1EB73D8F3}"/>
          </ac:picMkLst>
        </pc:picChg>
        <pc:picChg chg="add mod">
          <ac:chgData name="Kathryn Clark (Astrea Central)" userId="d0e16b62-87cd-4242-828a-2f5e276be710" providerId="ADAL" clId="{9DC0DCD2-5121-4CBD-BEDF-3B7C5B935354}" dt="2025-06-30T16:51:54.629" v="410" actId="1076"/>
          <ac:picMkLst>
            <pc:docMk/>
            <pc:sldMk cId="3361736352" sldId="2704"/>
            <ac:picMk id="1035" creationId="{B57108FC-587F-63BE-7FB4-46E0D5B803F1}"/>
          </ac:picMkLst>
        </pc:picChg>
      </pc:sldChg>
      <pc:sldChg chg="addSp modSp new mod">
        <pc:chgData name="Kathryn Clark (Astrea Central)" userId="d0e16b62-87cd-4242-828a-2f5e276be710" providerId="ADAL" clId="{9DC0DCD2-5121-4CBD-BEDF-3B7C5B935354}" dt="2025-06-30T16:52:15.990" v="415" actId="1076"/>
        <pc:sldMkLst>
          <pc:docMk/>
          <pc:sldMk cId="1605219722" sldId="2705"/>
        </pc:sldMkLst>
        <pc:spChg chg="add mod">
          <ac:chgData name="Kathryn Clark (Astrea Central)" userId="d0e16b62-87cd-4242-828a-2f5e276be710" providerId="ADAL" clId="{9DC0DCD2-5121-4CBD-BEDF-3B7C5B935354}" dt="2025-06-30T16:50:56.453" v="394" actId="20577"/>
          <ac:spMkLst>
            <pc:docMk/>
            <pc:sldMk cId="1605219722" sldId="2705"/>
            <ac:spMk id="3" creationId="{29AFD5EA-CB73-F28E-8508-00F2A20A9753}"/>
          </ac:spMkLst>
        </pc:spChg>
        <pc:spChg chg="add mod">
          <ac:chgData name="Kathryn Clark (Astrea Central)" userId="d0e16b62-87cd-4242-828a-2f5e276be710" providerId="ADAL" clId="{9DC0DCD2-5121-4CBD-BEDF-3B7C5B935354}" dt="2025-06-30T16:51:16.410" v="401"/>
          <ac:spMkLst>
            <pc:docMk/>
            <pc:sldMk cId="1605219722" sldId="2705"/>
            <ac:spMk id="5" creationId="{CAE743F0-60C3-2C00-789D-8D2C09DEC5C4}"/>
          </ac:spMkLst>
        </pc:spChg>
        <pc:picChg chg="add mod">
          <ac:chgData name="Kathryn Clark (Astrea Central)" userId="d0e16b62-87cd-4242-828a-2f5e276be710" providerId="ADAL" clId="{9DC0DCD2-5121-4CBD-BEDF-3B7C5B935354}" dt="2025-06-30T16:52:11.412" v="413" actId="1076"/>
          <ac:picMkLst>
            <pc:docMk/>
            <pc:sldMk cId="1605219722" sldId="2705"/>
            <ac:picMk id="2050" creationId="{0726644C-7722-91EE-AE80-FA5A17DC7275}"/>
          </ac:picMkLst>
        </pc:picChg>
        <pc:picChg chg="add mod">
          <ac:chgData name="Kathryn Clark (Astrea Central)" userId="d0e16b62-87cd-4242-828a-2f5e276be710" providerId="ADAL" clId="{9DC0DCD2-5121-4CBD-BEDF-3B7C5B935354}" dt="2025-06-30T16:52:15.990" v="415" actId="1076"/>
          <ac:picMkLst>
            <pc:docMk/>
            <pc:sldMk cId="1605219722" sldId="2705"/>
            <ac:picMk id="2051" creationId="{A9914DF3-761D-05E1-98BD-DD25E449BCA0}"/>
          </ac:picMkLst>
        </pc:picChg>
      </pc:sldChg>
      <pc:sldChg chg="del">
        <pc:chgData name="Kathryn Clark (Astrea Central)" userId="d0e16b62-87cd-4242-828a-2f5e276be710" providerId="ADAL" clId="{9DC0DCD2-5121-4CBD-BEDF-3B7C5B935354}" dt="2025-06-30T16:17:01.924" v="0" actId="47"/>
        <pc:sldMkLst>
          <pc:docMk/>
          <pc:sldMk cId="3472423686" sldId="2705"/>
        </pc:sldMkLst>
      </pc:sldChg>
      <pc:sldChg chg="del">
        <pc:chgData name="Kathryn Clark (Astrea Central)" userId="d0e16b62-87cd-4242-828a-2f5e276be710" providerId="ADAL" clId="{9DC0DCD2-5121-4CBD-BEDF-3B7C5B935354}" dt="2025-06-30T16:17:01.924" v="0" actId="47"/>
        <pc:sldMkLst>
          <pc:docMk/>
          <pc:sldMk cId="2746315300" sldId="2706"/>
        </pc:sldMkLst>
      </pc:sldChg>
      <pc:sldChg chg="addSp delSp modSp new mod">
        <pc:chgData name="Kathryn Clark (Astrea Central)" userId="d0e16b62-87cd-4242-828a-2f5e276be710" providerId="ADAL" clId="{9DC0DCD2-5121-4CBD-BEDF-3B7C5B935354}" dt="2025-07-01T11:05:33.620" v="926"/>
        <pc:sldMkLst>
          <pc:docMk/>
          <pc:sldMk cId="3239936472" sldId="2706"/>
        </pc:sldMkLst>
      </pc:sldChg>
      <pc:sldChg chg="del">
        <pc:chgData name="Kathryn Clark (Astrea Central)" userId="d0e16b62-87cd-4242-828a-2f5e276be710" providerId="ADAL" clId="{9DC0DCD2-5121-4CBD-BEDF-3B7C5B935354}" dt="2025-06-30T16:17:01.924" v="0" actId="47"/>
        <pc:sldMkLst>
          <pc:docMk/>
          <pc:sldMk cId="193292637" sldId="2707"/>
        </pc:sldMkLst>
      </pc:sldChg>
      <pc:sldChg chg="del">
        <pc:chgData name="Kathryn Clark (Astrea Central)" userId="d0e16b62-87cd-4242-828a-2f5e276be710" providerId="ADAL" clId="{9DC0DCD2-5121-4CBD-BEDF-3B7C5B935354}" dt="2025-06-30T16:17:01.924" v="0" actId="47"/>
        <pc:sldMkLst>
          <pc:docMk/>
          <pc:sldMk cId="1329243498" sldId="2708"/>
        </pc:sldMkLst>
      </pc:sldChg>
      <pc:sldChg chg="del">
        <pc:chgData name="Kathryn Clark (Astrea Central)" userId="d0e16b62-87cd-4242-828a-2f5e276be710" providerId="ADAL" clId="{9DC0DCD2-5121-4CBD-BEDF-3B7C5B935354}" dt="2025-06-30T16:17:01.924" v="0" actId="47"/>
        <pc:sldMkLst>
          <pc:docMk/>
          <pc:sldMk cId="1501259011" sldId="2709"/>
        </pc:sldMkLst>
      </pc:sldChg>
      <pc:sldChg chg="del">
        <pc:chgData name="Kathryn Clark (Astrea Central)" userId="d0e16b62-87cd-4242-828a-2f5e276be710" providerId="ADAL" clId="{9DC0DCD2-5121-4CBD-BEDF-3B7C5B935354}" dt="2025-06-30T16:17:01.924" v="0" actId="47"/>
        <pc:sldMkLst>
          <pc:docMk/>
          <pc:sldMk cId="3343074288" sldId="2710"/>
        </pc:sldMkLst>
      </pc:sldChg>
      <pc:sldChg chg="del">
        <pc:chgData name="Kathryn Clark (Astrea Central)" userId="d0e16b62-87cd-4242-828a-2f5e276be710" providerId="ADAL" clId="{9DC0DCD2-5121-4CBD-BEDF-3B7C5B935354}" dt="2025-06-30T16:17:01.924" v="0" actId="47"/>
        <pc:sldMkLst>
          <pc:docMk/>
          <pc:sldMk cId="2694266614" sldId="2711"/>
        </pc:sldMkLst>
      </pc:sldChg>
      <pc:sldChg chg="del">
        <pc:chgData name="Kathryn Clark (Astrea Central)" userId="d0e16b62-87cd-4242-828a-2f5e276be710" providerId="ADAL" clId="{9DC0DCD2-5121-4CBD-BEDF-3B7C5B935354}" dt="2025-06-30T16:17:01.924" v="0" actId="47"/>
        <pc:sldMkLst>
          <pc:docMk/>
          <pc:sldMk cId="1389567068" sldId="2712"/>
        </pc:sldMkLst>
      </pc:sldChg>
      <pc:sldChg chg="del">
        <pc:chgData name="Kathryn Clark (Astrea Central)" userId="d0e16b62-87cd-4242-828a-2f5e276be710" providerId="ADAL" clId="{9DC0DCD2-5121-4CBD-BEDF-3B7C5B935354}" dt="2025-06-30T16:17:01.924" v="0" actId="47"/>
        <pc:sldMkLst>
          <pc:docMk/>
          <pc:sldMk cId="1838999864" sldId="2713"/>
        </pc:sldMkLst>
      </pc:sldChg>
      <pc:sldChg chg="del">
        <pc:chgData name="Kathryn Clark (Astrea Central)" userId="d0e16b62-87cd-4242-828a-2f5e276be710" providerId="ADAL" clId="{9DC0DCD2-5121-4CBD-BEDF-3B7C5B935354}" dt="2025-06-30T16:17:01.924" v="0" actId="47"/>
        <pc:sldMkLst>
          <pc:docMk/>
          <pc:sldMk cId="3626947470" sldId="2714"/>
        </pc:sldMkLst>
      </pc:sldChg>
      <pc:sldChg chg="del">
        <pc:chgData name="Kathryn Clark (Astrea Central)" userId="d0e16b62-87cd-4242-828a-2f5e276be710" providerId="ADAL" clId="{9DC0DCD2-5121-4CBD-BEDF-3B7C5B935354}" dt="2025-06-30T16:17:01.924" v="0" actId="47"/>
        <pc:sldMkLst>
          <pc:docMk/>
          <pc:sldMk cId="490285267" sldId="2715"/>
        </pc:sldMkLst>
      </pc:sldChg>
      <pc:sldChg chg="del">
        <pc:chgData name="Kathryn Clark (Astrea Central)" userId="d0e16b62-87cd-4242-828a-2f5e276be710" providerId="ADAL" clId="{9DC0DCD2-5121-4CBD-BEDF-3B7C5B935354}" dt="2025-06-30T16:17:40.713" v="6" actId="47"/>
        <pc:sldMkLst>
          <pc:docMk/>
          <pc:sldMk cId="857558838" sldId="2716"/>
        </pc:sldMkLst>
      </pc:sldChg>
      <pc:sldChg chg="del">
        <pc:chgData name="Kathryn Clark (Astrea Central)" userId="d0e16b62-87cd-4242-828a-2f5e276be710" providerId="ADAL" clId="{9DC0DCD2-5121-4CBD-BEDF-3B7C5B935354}" dt="2025-06-30T16:17:40.713" v="6" actId="47"/>
        <pc:sldMkLst>
          <pc:docMk/>
          <pc:sldMk cId="45549879" sldId="2717"/>
        </pc:sldMkLst>
      </pc:sldChg>
      <pc:sldChg chg="del">
        <pc:chgData name="Kathryn Clark (Astrea Central)" userId="d0e16b62-87cd-4242-828a-2f5e276be710" providerId="ADAL" clId="{9DC0DCD2-5121-4CBD-BEDF-3B7C5B935354}" dt="2025-06-30T16:17:40.713" v="6" actId="47"/>
        <pc:sldMkLst>
          <pc:docMk/>
          <pc:sldMk cId="3660213305" sldId="2718"/>
        </pc:sldMkLst>
      </pc:sldChg>
      <pc:sldChg chg="del">
        <pc:chgData name="Kathryn Clark (Astrea Central)" userId="d0e16b62-87cd-4242-828a-2f5e276be710" providerId="ADAL" clId="{9DC0DCD2-5121-4CBD-BEDF-3B7C5B935354}" dt="2025-06-30T16:17:40.713" v="6" actId="47"/>
        <pc:sldMkLst>
          <pc:docMk/>
          <pc:sldMk cId="1982959648" sldId="2719"/>
        </pc:sldMkLst>
      </pc:sldChg>
      <pc:sldChg chg="del">
        <pc:chgData name="Kathryn Clark (Astrea Central)" userId="d0e16b62-87cd-4242-828a-2f5e276be710" providerId="ADAL" clId="{9DC0DCD2-5121-4CBD-BEDF-3B7C5B935354}" dt="2025-06-30T16:17:40.713" v="6" actId="47"/>
        <pc:sldMkLst>
          <pc:docMk/>
          <pc:sldMk cId="1044138969" sldId="2720"/>
        </pc:sldMkLst>
      </pc:sldChg>
      <pc:sldChg chg="del">
        <pc:chgData name="Kathryn Clark (Astrea Central)" userId="d0e16b62-87cd-4242-828a-2f5e276be710" providerId="ADAL" clId="{9DC0DCD2-5121-4CBD-BEDF-3B7C5B935354}" dt="2025-06-30T16:17:40.713" v="6" actId="47"/>
        <pc:sldMkLst>
          <pc:docMk/>
          <pc:sldMk cId="4131534759" sldId="2721"/>
        </pc:sldMkLst>
      </pc:sldChg>
      <pc:sldChg chg="del">
        <pc:chgData name="Kathryn Clark (Astrea Central)" userId="d0e16b62-87cd-4242-828a-2f5e276be710" providerId="ADAL" clId="{9DC0DCD2-5121-4CBD-BEDF-3B7C5B935354}" dt="2025-06-30T16:17:40.713" v="6" actId="47"/>
        <pc:sldMkLst>
          <pc:docMk/>
          <pc:sldMk cId="1336694868" sldId="2722"/>
        </pc:sldMkLst>
      </pc:sldChg>
      <pc:sldChg chg="del">
        <pc:chgData name="Kathryn Clark (Astrea Central)" userId="d0e16b62-87cd-4242-828a-2f5e276be710" providerId="ADAL" clId="{9DC0DCD2-5121-4CBD-BEDF-3B7C5B935354}" dt="2025-06-30T16:17:40.713" v="6" actId="47"/>
        <pc:sldMkLst>
          <pc:docMk/>
          <pc:sldMk cId="3279240226" sldId="2723"/>
        </pc:sldMkLst>
      </pc:sldChg>
      <pc:sldChg chg="del">
        <pc:chgData name="Kathryn Clark (Astrea Central)" userId="d0e16b62-87cd-4242-828a-2f5e276be710" providerId="ADAL" clId="{9DC0DCD2-5121-4CBD-BEDF-3B7C5B935354}" dt="2025-06-30T16:17:40.713" v="6" actId="47"/>
        <pc:sldMkLst>
          <pc:docMk/>
          <pc:sldMk cId="672075193" sldId="2724"/>
        </pc:sldMkLst>
      </pc:sldChg>
      <pc:sldChg chg="del">
        <pc:chgData name="Kathryn Clark (Astrea Central)" userId="d0e16b62-87cd-4242-828a-2f5e276be710" providerId="ADAL" clId="{9DC0DCD2-5121-4CBD-BEDF-3B7C5B935354}" dt="2025-06-30T16:17:40.713" v="6" actId="47"/>
        <pc:sldMkLst>
          <pc:docMk/>
          <pc:sldMk cId="1578618602" sldId="2725"/>
        </pc:sldMkLst>
      </pc:sldChg>
      <pc:sldChg chg="del">
        <pc:chgData name="Kathryn Clark (Astrea Central)" userId="d0e16b62-87cd-4242-828a-2f5e276be710" providerId="ADAL" clId="{9DC0DCD2-5121-4CBD-BEDF-3B7C5B935354}" dt="2025-06-30T16:17:40.713" v="6" actId="47"/>
        <pc:sldMkLst>
          <pc:docMk/>
          <pc:sldMk cId="2271499334" sldId="2726"/>
        </pc:sldMkLst>
      </pc:sldChg>
      <pc:sldChg chg="del">
        <pc:chgData name="Kathryn Clark (Astrea Central)" userId="d0e16b62-87cd-4242-828a-2f5e276be710" providerId="ADAL" clId="{9DC0DCD2-5121-4CBD-BEDF-3B7C5B935354}" dt="2025-06-30T16:17:40.713" v="6" actId="47"/>
        <pc:sldMkLst>
          <pc:docMk/>
          <pc:sldMk cId="1827505513" sldId="2727"/>
        </pc:sldMkLst>
      </pc:sldChg>
      <pc:sldChg chg="del">
        <pc:chgData name="Kathryn Clark (Astrea Central)" userId="d0e16b62-87cd-4242-828a-2f5e276be710" providerId="ADAL" clId="{9DC0DCD2-5121-4CBD-BEDF-3B7C5B935354}" dt="2025-06-30T16:17:40.713" v="6" actId="47"/>
        <pc:sldMkLst>
          <pc:docMk/>
          <pc:sldMk cId="1634526352" sldId="2728"/>
        </pc:sldMkLst>
      </pc:sldChg>
      <pc:sldChg chg="del">
        <pc:chgData name="Kathryn Clark (Astrea Central)" userId="d0e16b62-87cd-4242-828a-2f5e276be710" providerId="ADAL" clId="{9DC0DCD2-5121-4CBD-BEDF-3B7C5B935354}" dt="2025-06-30T16:17:40.713" v="6" actId="47"/>
        <pc:sldMkLst>
          <pc:docMk/>
          <pc:sldMk cId="820953386" sldId="2729"/>
        </pc:sldMkLst>
      </pc:sldChg>
      <pc:sldChg chg="del">
        <pc:chgData name="Kathryn Clark (Astrea Central)" userId="d0e16b62-87cd-4242-828a-2f5e276be710" providerId="ADAL" clId="{9DC0DCD2-5121-4CBD-BEDF-3B7C5B935354}" dt="2025-06-30T16:17:40.713" v="6" actId="47"/>
        <pc:sldMkLst>
          <pc:docMk/>
          <pc:sldMk cId="3158602697" sldId="2730"/>
        </pc:sldMkLst>
      </pc:sldChg>
      <pc:sldChg chg="del">
        <pc:chgData name="Kathryn Clark (Astrea Central)" userId="d0e16b62-87cd-4242-828a-2f5e276be710" providerId="ADAL" clId="{9DC0DCD2-5121-4CBD-BEDF-3B7C5B935354}" dt="2025-06-30T16:17:40.713" v="6" actId="47"/>
        <pc:sldMkLst>
          <pc:docMk/>
          <pc:sldMk cId="4046473592" sldId="2731"/>
        </pc:sldMkLst>
      </pc:sldChg>
      <pc:sldChg chg="del">
        <pc:chgData name="Kathryn Clark (Astrea Central)" userId="d0e16b62-87cd-4242-828a-2f5e276be710" providerId="ADAL" clId="{9DC0DCD2-5121-4CBD-BEDF-3B7C5B935354}" dt="2025-06-30T16:17:40.713" v="6" actId="47"/>
        <pc:sldMkLst>
          <pc:docMk/>
          <pc:sldMk cId="1550113328" sldId="2732"/>
        </pc:sldMkLst>
      </pc:sldChg>
      <pc:sldChg chg="del">
        <pc:chgData name="Kathryn Clark (Astrea Central)" userId="d0e16b62-87cd-4242-828a-2f5e276be710" providerId="ADAL" clId="{9DC0DCD2-5121-4CBD-BEDF-3B7C5B935354}" dt="2025-06-30T16:17:40.713" v="6" actId="47"/>
        <pc:sldMkLst>
          <pc:docMk/>
          <pc:sldMk cId="1244038654" sldId="2733"/>
        </pc:sldMkLst>
      </pc:sldChg>
      <pc:sldChg chg="del">
        <pc:chgData name="Kathryn Clark (Astrea Central)" userId="d0e16b62-87cd-4242-828a-2f5e276be710" providerId="ADAL" clId="{9DC0DCD2-5121-4CBD-BEDF-3B7C5B935354}" dt="2025-06-30T16:17:40.713" v="6" actId="47"/>
        <pc:sldMkLst>
          <pc:docMk/>
          <pc:sldMk cId="191852916" sldId="2734"/>
        </pc:sldMkLst>
      </pc:sldChg>
      <pc:sldChg chg="del">
        <pc:chgData name="Kathryn Clark (Astrea Central)" userId="d0e16b62-87cd-4242-828a-2f5e276be710" providerId="ADAL" clId="{9DC0DCD2-5121-4CBD-BEDF-3B7C5B935354}" dt="2025-06-30T16:17:40.713" v="6" actId="47"/>
        <pc:sldMkLst>
          <pc:docMk/>
          <pc:sldMk cId="2538936063" sldId="2735"/>
        </pc:sldMkLst>
      </pc:sldChg>
      <pc:sldChg chg="del">
        <pc:chgData name="Kathryn Clark (Astrea Central)" userId="d0e16b62-87cd-4242-828a-2f5e276be710" providerId="ADAL" clId="{9DC0DCD2-5121-4CBD-BEDF-3B7C5B935354}" dt="2025-06-30T16:17:40.713" v="6" actId="47"/>
        <pc:sldMkLst>
          <pc:docMk/>
          <pc:sldMk cId="4041451842" sldId="2736"/>
        </pc:sldMkLst>
      </pc:sldChg>
      <pc:sldChg chg="del">
        <pc:chgData name="Kathryn Clark (Astrea Central)" userId="d0e16b62-87cd-4242-828a-2f5e276be710" providerId="ADAL" clId="{9DC0DCD2-5121-4CBD-BEDF-3B7C5B935354}" dt="2025-06-30T16:17:40.713" v="6" actId="47"/>
        <pc:sldMkLst>
          <pc:docMk/>
          <pc:sldMk cId="1007235271" sldId="2737"/>
        </pc:sldMkLst>
      </pc:sldChg>
      <pc:sldChg chg="del">
        <pc:chgData name="Kathryn Clark (Astrea Central)" userId="d0e16b62-87cd-4242-828a-2f5e276be710" providerId="ADAL" clId="{9DC0DCD2-5121-4CBD-BEDF-3B7C5B935354}" dt="2025-06-30T16:17:40.713" v="6" actId="47"/>
        <pc:sldMkLst>
          <pc:docMk/>
          <pc:sldMk cId="2708647637" sldId="2738"/>
        </pc:sldMkLst>
      </pc:sldChg>
      <pc:sldChg chg="del">
        <pc:chgData name="Kathryn Clark (Astrea Central)" userId="d0e16b62-87cd-4242-828a-2f5e276be710" providerId="ADAL" clId="{9DC0DCD2-5121-4CBD-BEDF-3B7C5B935354}" dt="2025-06-30T16:17:40.713" v="6" actId="47"/>
        <pc:sldMkLst>
          <pc:docMk/>
          <pc:sldMk cId="1717132647" sldId="2739"/>
        </pc:sldMkLst>
      </pc:sldChg>
      <pc:sldChg chg="del">
        <pc:chgData name="Kathryn Clark (Astrea Central)" userId="d0e16b62-87cd-4242-828a-2f5e276be710" providerId="ADAL" clId="{9DC0DCD2-5121-4CBD-BEDF-3B7C5B935354}" dt="2025-06-30T16:17:40.713" v="6" actId="47"/>
        <pc:sldMkLst>
          <pc:docMk/>
          <pc:sldMk cId="933710123" sldId="2740"/>
        </pc:sldMkLst>
      </pc:sldChg>
      <pc:sldChg chg="del">
        <pc:chgData name="Kathryn Clark (Astrea Central)" userId="d0e16b62-87cd-4242-828a-2f5e276be710" providerId="ADAL" clId="{9DC0DCD2-5121-4CBD-BEDF-3B7C5B935354}" dt="2025-06-30T16:17:40.713" v="6" actId="47"/>
        <pc:sldMkLst>
          <pc:docMk/>
          <pc:sldMk cId="1633011772" sldId="2741"/>
        </pc:sldMkLst>
      </pc:sldChg>
      <pc:sldChg chg="del">
        <pc:chgData name="Kathryn Clark (Astrea Central)" userId="d0e16b62-87cd-4242-828a-2f5e276be710" providerId="ADAL" clId="{9DC0DCD2-5121-4CBD-BEDF-3B7C5B935354}" dt="2025-06-30T16:17:40.713" v="6" actId="47"/>
        <pc:sldMkLst>
          <pc:docMk/>
          <pc:sldMk cId="2490732034" sldId="2742"/>
        </pc:sldMkLst>
      </pc:sldChg>
      <pc:sldChg chg="del">
        <pc:chgData name="Kathryn Clark (Astrea Central)" userId="d0e16b62-87cd-4242-828a-2f5e276be710" providerId="ADAL" clId="{9DC0DCD2-5121-4CBD-BEDF-3B7C5B935354}" dt="2025-06-30T16:17:40.713" v="6" actId="47"/>
        <pc:sldMkLst>
          <pc:docMk/>
          <pc:sldMk cId="919257085" sldId="2743"/>
        </pc:sldMkLst>
      </pc:sldChg>
      <pc:sldChg chg="del">
        <pc:chgData name="Kathryn Clark (Astrea Central)" userId="d0e16b62-87cd-4242-828a-2f5e276be710" providerId="ADAL" clId="{9DC0DCD2-5121-4CBD-BEDF-3B7C5B935354}" dt="2025-06-30T16:17:01.924" v="0" actId="47"/>
        <pc:sldMkLst>
          <pc:docMk/>
          <pc:sldMk cId="2583529761" sldId="2744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3265309983" sldId="2745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2825450557" sldId="2746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4109880761" sldId="2747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3203229536" sldId="2748"/>
        </pc:sldMkLst>
      </pc:sldChg>
    </pc:docChg>
  </pc:docChgLst>
  <pc:docChgLst>
    <pc:chgData name="Kathryn Clark (Astrea Central)" userId="d0e16b62-87cd-4242-828a-2f5e276be710" providerId="ADAL" clId="{19CD6828-3A08-4F98-B6C5-E5A747E4B7D1}"/>
    <pc:docChg chg="undo redo custSel addSld delSld modSld sldOrd addSection delSection modSection">
      <pc:chgData name="Kathryn Clark (Astrea Central)" userId="d0e16b62-87cd-4242-828a-2f5e276be710" providerId="ADAL" clId="{19CD6828-3A08-4F98-B6C5-E5A747E4B7D1}" dt="2025-08-06T12:52:22.618" v="45359" actId="1036"/>
      <pc:docMkLst>
        <pc:docMk/>
      </pc:docMkLst>
      <pc:sldChg chg="addSp modSp mod">
        <pc:chgData name="Kathryn Clark (Astrea Central)" userId="d0e16b62-87cd-4242-828a-2f5e276be710" providerId="ADAL" clId="{19CD6828-3A08-4F98-B6C5-E5A747E4B7D1}" dt="2025-08-04T16:33:43.394" v="45341" actId="20577"/>
        <pc:sldMkLst>
          <pc:docMk/>
          <pc:sldMk cId="3872383198" sldId="257"/>
        </pc:sldMkLst>
      </pc:sldChg>
      <pc:sldChg chg="modSp mod modCm">
        <pc:chgData name="Kathryn Clark (Astrea Central)" userId="d0e16b62-87cd-4242-828a-2f5e276be710" providerId="ADAL" clId="{19CD6828-3A08-4F98-B6C5-E5A747E4B7D1}" dt="2025-08-04T11:22:39.093" v="44275" actId="20577"/>
        <pc:sldMkLst>
          <pc:docMk/>
          <pc:sldMk cId="3405770585" sldId="258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Kathryn Clark (Astrea Central)" userId="d0e16b62-87cd-4242-828a-2f5e276be710" providerId="ADAL" clId="{19CD6828-3A08-4F98-B6C5-E5A747E4B7D1}" dt="2025-08-04T11:22:39.093" v="44275" actId="20577"/>
              <pc2:cmMkLst xmlns:pc2="http://schemas.microsoft.com/office/powerpoint/2019/9/main/command">
                <pc:docMk/>
                <pc:sldMk cId="3405770585" sldId="258"/>
                <pc2:cmMk id="{5147AD9B-19C4-495D-897F-D3907373A935}"/>
              </pc2:cmMkLst>
            </pc226:cmChg>
          </p:ext>
        </pc:extLst>
      </pc:sldChg>
      <pc:sldChg chg="modSp mod modShow">
        <pc:chgData name="Kathryn Clark (Astrea Central)" userId="d0e16b62-87cd-4242-828a-2f5e276be710" providerId="ADAL" clId="{19CD6828-3A08-4F98-B6C5-E5A747E4B7D1}" dt="2025-07-29T15:22:57.653" v="14511" actId="729"/>
        <pc:sldMkLst>
          <pc:docMk/>
          <pc:sldMk cId="3577189475" sldId="259"/>
        </pc:sldMkLst>
      </pc:sldChg>
      <pc:sldChg chg="modSp add del mod">
        <pc:chgData name="Kathryn Clark (Astrea Central)" userId="d0e16b62-87cd-4242-828a-2f5e276be710" providerId="ADAL" clId="{19CD6828-3A08-4F98-B6C5-E5A747E4B7D1}" dt="2025-07-30T08:54:12.332" v="15922" actId="47"/>
        <pc:sldMkLst>
          <pc:docMk/>
          <pc:sldMk cId="4122743361" sldId="272"/>
        </pc:sldMkLst>
      </pc:sldChg>
      <pc:sldChg chg="addSp delSp modSp add mo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3084990881" sldId="273"/>
        </pc:sldMkLst>
      </pc:sldChg>
      <pc:sldChg chg="addSp delSp modSp add mod">
        <pc:chgData name="Kathryn Clark (Astrea Central)" userId="d0e16b62-87cd-4242-828a-2f5e276be710" providerId="ADAL" clId="{19CD6828-3A08-4F98-B6C5-E5A747E4B7D1}" dt="2025-07-30T09:20:33.953" v="16822" actId="113"/>
        <pc:sldMkLst>
          <pc:docMk/>
          <pc:sldMk cId="3107775372" sldId="274"/>
        </pc:sldMkLst>
      </pc:sldChg>
      <pc:sldChg chg="add del mod modShow">
        <pc:chgData name="Kathryn Clark (Astrea Central)" userId="d0e16b62-87cd-4242-828a-2f5e276be710" providerId="ADAL" clId="{19CD6828-3A08-4F98-B6C5-E5A747E4B7D1}" dt="2025-07-30T12:39:36.096" v="20015" actId="47"/>
        <pc:sldMkLst>
          <pc:docMk/>
          <pc:sldMk cId="450605746" sldId="279"/>
        </pc:sldMkLst>
      </pc:sldChg>
      <pc:sldChg chg="addSp delSp modSp add mod">
        <pc:chgData name="Kathryn Clark (Astrea Central)" userId="d0e16b62-87cd-4242-828a-2f5e276be710" providerId="ADAL" clId="{19CD6828-3A08-4F98-B6C5-E5A747E4B7D1}" dt="2025-07-30T09:45:59.030" v="17508" actId="20577"/>
        <pc:sldMkLst>
          <pc:docMk/>
          <pc:sldMk cId="2271792515" sldId="510"/>
        </pc:sldMkLst>
      </pc:sldChg>
      <pc:sldChg chg="addSp delSp modSp add mod">
        <pc:chgData name="Kathryn Clark (Astrea Central)" userId="d0e16b62-87cd-4242-828a-2f5e276be710" providerId="ADAL" clId="{19CD6828-3A08-4F98-B6C5-E5A747E4B7D1}" dt="2025-08-04T13:55:35.473" v="44306" actId="1076"/>
        <pc:sldMkLst>
          <pc:docMk/>
          <pc:sldMk cId="1520011281" sldId="583"/>
        </pc:sldMkLst>
      </pc:sldChg>
      <pc:sldChg chg="addSp modSp add mod">
        <pc:chgData name="Kathryn Clark (Astrea Central)" userId="d0e16b62-87cd-4242-828a-2f5e276be710" providerId="ADAL" clId="{19CD6828-3A08-4F98-B6C5-E5A747E4B7D1}" dt="2025-08-04T14:04:29.160" v="44499" actId="207"/>
        <pc:sldMkLst>
          <pc:docMk/>
          <pc:sldMk cId="3705307990" sldId="620"/>
        </pc:sldMkLst>
      </pc:sldChg>
      <pc:sldChg chg="addSp delSp modSp add mo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1908024738" sldId="686"/>
        </pc:sldMkLst>
      </pc:sldChg>
      <pc:sldChg chg="addSp delSp modSp add mod">
        <pc:chgData name="Kathryn Clark (Astrea Central)" userId="d0e16b62-87cd-4242-828a-2f5e276be710" providerId="ADAL" clId="{19CD6828-3A08-4F98-B6C5-E5A747E4B7D1}" dt="2025-08-04T13:55:26.484" v="44303" actId="242"/>
        <pc:sldMkLst>
          <pc:docMk/>
          <pc:sldMk cId="737754641" sldId="688"/>
        </pc:sldMkLst>
      </pc:sldChg>
      <pc:sldChg chg="modSp del mod ord">
        <pc:chgData name="Kathryn Clark (Astrea Central)" userId="d0e16b62-87cd-4242-828a-2f5e276be710" providerId="ADAL" clId="{19CD6828-3A08-4F98-B6C5-E5A747E4B7D1}" dt="2025-07-29T13:36:25.072" v="11346" actId="47"/>
        <pc:sldMkLst>
          <pc:docMk/>
          <pc:sldMk cId="3808954895" sldId="700"/>
        </pc:sldMkLst>
      </pc:sldChg>
      <pc:sldChg chg="addSp modSp add del mod">
        <pc:chgData name="Kathryn Clark (Astrea Central)" userId="d0e16b62-87cd-4242-828a-2f5e276be710" providerId="ADAL" clId="{19CD6828-3A08-4F98-B6C5-E5A747E4B7D1}" dt="2025-07-31T11:05:28.792" v="25778" actId="47"/>
        <pc:sldMkLst>
          <pc:docMk/>
          <pc:sldMk cId="2077937691" sldId="715"/>
        </pc:sldMkLst>
      </pc:sldChg>
      <pc:sldChg chg="add del">
        <pc:chgData name="Kathryn Clark (Astrea Central)" userId="d0e16b62-87cd-4242-828a-2f5e276be710" providerId="ADAL" clId="{19CD6828-3A08-4F98-B6C5-E5A747E4B7D1}" dt="2025-07-31T11:08:56.416" v="25823" actId="47"/>
        <pc:sldMkLst>
          <pc:docMk/>
          <pc:sldMk cId="1007198627" sldId="716"/>
        </pc:sldMkLst>
      </pc:sldChg>
      <pc:sldChg chg="add del">
        <pc:chgData name="Kathryn Clark (Astrea Central)" userId="d0e16b62-87cd-4242-828a-2f5e276be710" providerId="ADAL" clId="{19CD6828-3A08-4F98-B6C5-E5A747E4B7D1}" dt="2025-07-31T11:15:16.354" v="26025" actId="47"/>
        <pc:sldMkLst>
          <pc:docMk/>
          <pc:sldMk cId="3534680821" sldId="717"/>
        </pc:sldMkLst>
      </pc:sldChg>
      <pc:sldChg chg="addSp delSp modSp add mod">
        <pc:chgData name="Kathryn Clark (Astrea Central)" userId="d0e16b62-87cd-4242-828a-2f5e276be710" providerId="ADAL" clId="{19CD6828-3A08-4F98-B6C5-E5A747E4B7D1}" dt="2025-07-31T11:15:14.090" v="26024" actId="20577"/>
        <pc:sldMkLst>
          <pc:docMk/>
          <pc:sldMk cId="1864444121" sldId="718"/>
        </pc:sldMkLst>
      </pc:sldChg>
      <pc:sldChg chg="addSp delSp modSp add mod ord">
        <pc:chgData name="Kathryn Clark (Astrea Central)" userId="d0e16b62-87cd-4242-828a-2f5e276be710" providerId="ADAL" clId="{19CD6828-3A08-4F98-B6C5-E5A747E4B7D1}" dt="2025-08-04T13:55:46.621" v="44308" actId="1035"/>
        <pc:sldMkLst>
          <pc:docMk/>
          <pc:sldMk cId="1937459663" sldId="719"/>
        </pc:sldMkLst>
      </pc:sldChg>
      <pc:sldChg chg="add del">
        <pc:chgData name="Kathryn Clark (Astrea Central)" userId="d0e16b62-87cd-4242-828a-2f5e276be710" providerId="ADAL" clId="{19CD6828-3A08-4F98-B6C5-E5A747E4B7D1}" dt="2025-08-01T10:09:39.416" v="26778" actId="47"/>
        <pc:sldMkLst>
          <pc:docMk/>
          <pc:sldMk cId="4164592704" sldId="721"/>
        </pc:sldMkLst>
      </pc:sldChg>
      <pc:sldChg chg="addSp delSp modSp add mod">
        <pc:chgData name="Kathryn Clark (Astrea Central)" userId="d0e16b62-87cd-4242-828a-2f5e276be710" providerId="ADAL" clId="{19CD6828-3A08-4F98-B6C5-E5A747E4B7D1}" dt="2025-08-01T11:49:12.436" v="28138" actId="1076"/>
        <pc:sldMkLst>
          <pc:docMk/>
          <pc:sldMk cId="3265309983" sldId="729"/>
        </pc:sldMkLst>
      </pc:sldChg>
      <pc:sldChg chg="delSp modSp add mo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3987619576" sldId="730"/>
        </pc:sldMkLst>
      </pc:sldChg>
      <pc:sldChg chg="modSp add mod">
        <pc:chgData name="Kathryn Clark (Astrea Central)" userId="d0e16b62-87cd-4242-828a-2f5e276be710" providerId="ADAL" clId="{19CD6828-3A08-4F98-B6C5-E5A747E4B7D1}" dt="2025-08-04T14:29:41.290" v="45223" actId="113"/>
        <pc:sldMkLst>
          <pc:docMk/>
          <pc:sldMk cId="2973222117" sldId="736"/>
        </pc:sldMkLst>
      </pc:sldChg>
      <pc:sldChg chg="addSp delSp modSp add mod ord">
        <pc:chgData name="Kathryn Clark (Astrea Central)" userId="d0e16b62-87cd-4242-828a-2f5e276be710" providerId="ADAL" clId="{19CD6828-3A08-4F98-B6C5-E5A747E4B7D1}" dt="2025-08-04T14:41:00.456" v="45270" actId="1036"/>
        <pc:sldMkLst>
          <pc:docMk/>
          <pc:sldMk cId="3494193463" sldId="739"/>
        </pc:sldMkLst>
      </pc:sldChg>
      <pc:sldChg chg="addSp delSp modSp add mod ord">
        <pc:chgData name="Kathryn Clark (Astrea Central)" userId="d0e16b62-87cd-4242-828a-2f5e276be710" providerId="ADAL" clId="{19CD6828-3A08-4F98-B6C5-E5A747E4B7D1}" dt="2025-08-04T14:30:33.300" v="45258" actId="113"/>
        <pc:sldMkLst>
          <pc:docMk/>
          <pc:sldMk cId="706603858" sldId="740"/>
        </pc:sldMkLst>
      </pc:sldChg>
      <pc:sldChg chg="addSp delSp modSp add mod">
        <pc:chgData name="Kathryn Clark (Astrea Central)" userId="d0e16b62-87cd-4242-828a-2f5e276be710" providerId="ADAL" clId="{19CD6828-3A08-4F98-B6C5-E5A747E4B7D1}" dt="2025-08-04T14:30:22.670" v="45253" actId="113"/>
        <pc:sldMkLst>
          <pc:docMk/>
          <pc:sldMk cId="2825450557" sldId="742"/>
        </pc:sldMkLst>
      </pc:sldChg>
      <pc:sldChg chg="add del">
        <pc:chgData name="Kathryn Clark (Astrea Central)" userId="d0e16b62-87cd-4242-828a-2f5e276be710" providerId="ADAL" clId="{19CD6828-3A08-4F98-B6C5-E5A747E4B7D1}" dt="2025-08-01T12:08:41.022" v="28308" actId="47"/>
        <pc:sldMkLst>
          <pc:docMk/>
          <pc:sldMk cId="4109880761" sldId="743"/>
        </pc:sldMkLst>
      </pc:sldChg>
      <pc:sldChg chg="addSp delSp modSp mod or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922628727" sldId="744"/>
        </pc:sldMkLst>
        <pc:spChg chg="add mod">
          <ac:chgData name="Kathryn Clark (Astrea Central)" userId="d0e16b62-87cd-4242-828a-2f5e276be710" providerId="ADAL" clId="{19CD6828-3A08-4F98-B6C5-E5A747E4B7D1}" dt="2025-07-29T15:11:18.464" v="14277" actId="1076"/>
          <ac:spMkLst>
            <pc:docMk/>
            <pc:sldMk cId="922628727" sldId="744"/>
            <ac:spMk id="2" creationId="{807E0CDF-E74E-0ADB-2127-B6E3DA3BFC6C}"/>
          </ac:spMkLst>
        </pc:spChg>
        <pc:spChg chg="add mod">
          <ac:chgData name="Kathryn Clark (Astrea Central)" userId="d0e16b62-87cd-4242-828a-2f5e276be710" providerId="ADAL" clId="{19CD6828-3A08-4F98-B6C5-E5A747E4B7D1}" dt="2025-07-29T13:42:10.795" v="11421" actId="1036"/>
          <ac:spMkLst>
            <pc:docMk/>
            <pc:sldMk cId="922628727" sldId="744"/>
            <ac:spMk id="3" creationId="{C32967FE-D703-CC2E-0BA6-480BE1C2EBB4}"/>
          </ac:spMkLst>
        </pc:spChg>
        <pc:spChg chg="add mod">
          <ac:chgData name="Kathryn Clark (Astrea Central)" userId="d0e16b62-87cd-4242-828a-2f5e276be710" providerId="ADAL" clId="{19CD6828-3A08-4F98-B6C5-E5A747E4B7D1}" dt="2025-07-29T15:18:45.066" v="14464" actId="20577"/>
          <ac:spMkLst>
            <pc:docMk/>
            <pc:sldMk cId="922628727" sldId="744"/>
            <ac:spMk id="4" creationId="{5EA42FB5-04CA-AC64-2F8D-D8E3AAD158C5}"/>
          </ac:spMkLst>
        </pc:spChg>
        <pc:spChg chg="add mod">
          <ac:chgData name="Kathryn Clark (Astrea Central)" userId="d0e16b62-87cd-4242-828a-2f5e276be710" providerId="ADAL" clId="{19CD6828-3A08-4F98-B6C5-E5A747E4B7D1}" dt="2025-07-29T15:11:10.951" v="14265" actId="1036"/>
          <ac:spMkLst>
            <pc:docMk/>
            <pc:sldMk cId="922628727" sldId="744"/>
            <ac:spMk id="5" creationId="{F4E76A2B-7AA5-AA28-1B17-EBCDBAD41E3B}"/>
          </ac:spMkLst>
        </pc:spChg>
        <pc:graphicFrameChg chg="mod modGraphic">
          <ac:chgData name="Kathryn Clark (Astrea Central)" userId="d0e16b62-87cd-4242-828a-2f5e276be710" providerId="ADAL" clId="{19CD6828-3A08-4F98-B6C5-E5A747E4B7D1}" dt="2025-07-29T15:11:10.951" v="14265" actId="1036"/>
          <ac:graphicFrameMkLst>
            <pc:docMk/>
            <pc:sldMk cId="922628727" sldId="744"/>
            <ac:graphicFrameMk id="6" creationId="{F80B7599-A2EA-35DF-05D2-D025B2A3D513}"/>
          </ac:graphicFrameMkLst>
        </pc:graphicFrameChg>
        <pc:graphicFrameChg chg="mod modGraphic">
          <ac:chgData name="Kathryn Clark (Astrea Central)" userId="d0e16b62-87cd-4242-828a-2f5e276be710" providerId="ADAL" clId="{19CD6828-3A08-4F98-B6C5-E5A747E4B7D1}" dt="2025-08-04T16:52:08.130" v="45344"/>
          <ac:graphicFrameMkLst>
            <pc:docMk/>
            <pc:sldMk cId="922628727" sldId="744"/>
            <ac:graphicFrameMk id="134" creationId="{1D1A5EB9-C721-1818-724D-AD04D892A6CA}"/>
          </ac:graphicFrameMkLst>
        </pc:graphicFrameChg>
      </pc:sldChg>
      <pc:sldChg chg="add del">
        <pc:chgData name="Kathryn Clark (Astrea Central)" userId="d0e16b62-87cd-4242-828a-2f5e276be710" providerId="ADAL" clId="{19CD6828-3A08-4F98-B6C5-E5A747E4B7D1}" dt="2025-08-01T10:09:40.307" v="26780" actId="47"/>
        <pc:sldMkLst>
          <pc:docMk/>
          <pc:sldMk cId="3530955478" sldId="752"/>
        </pc:sldMkLst>
      </pc:sldChg>
      <pc:sldChg chg="addSp delSp modSp add mo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529695953" sldId="1203"/>
        </pc:sldMkLst>
      </pc:sldChg>
      <pc:sldChg chg="addSp delSp modSp add mod">
        <pc:chgData name="Kathryn Clark (Astrea Central)" userId="d0e16b62-87cd-4242-828a-2f5e276be710" providerId="ADAL" clId="{19CD6828-3A08-4F98-B6C5-E5A747E4B7D1}" dt="2025-07-30T12:46:13.622" v="20085" actId="1076"/>
        <pc:sldMkLst>
          <pc:docMk/>
          <pc:sldMk cId="2979056539" sldId="1213"/>
        </pc:sldMkLst>
      </pc:sldChg>
      <pc:sldChg chg="addSp delSp modSp add mod">
        <pc:chgData name="Kathryn Clark (Astrea Central)" userId="d0e16b62-87cd-4242-828a-2f5e276be710" providerId="ADAL" clId="{19CD6828-3A08-4F98-B6C5-E5A747E4B7D1}" dt="2025-08-04T13:54:34.276" v="44279" actId="1076"/>
        <pc:sldMkLst>
          <pc:docMk/>
          <pc:sldMk cId="4253984274" sldId="1216"/>
        </pc:sldMkLst>
      </pc:sldChg>
      <pc:sldChg chg="addSp delSp modSp add mo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3292644395" sldId="1219"/>
        </pc:sldMkLst>
      </pc:sldChg>
      <pc:sldChg chg="add del">
        <pc:chgData name="Kathryn Clark (Astrea Central)" userId="d0e16b62-87cd-4242-828a-2f5e276be710" providerId="ADAL" clId="{19CD6828-3A08-4F98-B6C5-E5A747E4B7D1}" dt="2025-08-01T10:09:37.267" v="26775" actId="47"/>
        <pc:sldMkLst>
          <pc:docMk/>
          <pc:sldMk cId="179054774" sldId="1221"/>
        </pc:sldMkLst>
      </pc:sldChg>
      <pc:sldChg chg="add del">
        <pc:chgData name="Kathryn Clark (Astrea Central)" userId="d0e16b62-87cd-4242-828a-2f5e276be710" providerId="ADAL" clId="{19CD6828-3A08-4F98-B6C5-E5A747E4B7D1}" dt="2025-08-01T10:09:36.576" v="26774" actId="47"/>
        <pc:sldMkLst>
          <pc:docMk/>
          <pc:sldMk cId="1497399336" sldId="1234"/>
        </pc:sldMkLst>
      </pc:sldChg>
      <pc:sldChg chg="addSp delSp modSp add del mo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1323390205" sldId="1235"/>
        </pc:sldMkLst>
      </pc:sldChg>
      <pc:sldChg chg="add del">
        <pc:chgData name="Kathryn Clark (Astrea Central)" userId="d0e16b62-87cd-4242-828a-2f5e276be710" providerId="ADAL" clId="{19CD6828-3A08-4F98-B6C5-E5A747E4B7D1}" dt="2025-08-01T10:09:38.768" v="26777" actId="47"/>
        <pc:sldMkLst>
          <pc:docMk/>
          <pc:sldMk cId="433198936" sldId="1256"/>
        </pc:sldMkLst>
      </pc:sldChg>
      <pc:sldChg chg="add del">
        <pc:chgData name="Kathryn Clark (Astrea Central)" userId="d0e16b62-87cd-4242-828a-2f5e276be710" providerId="ADAL" clId="{19CD6828-3A08-4F98-B6C5-E5A747E4B7D1}" dt="2025-08-01T10:09:39.850" v="26779" actId="47"/>
        <pc:sldMkLst>
          <pc:docMk/>
          <pc:sldMk cId="3919205928" sldId="1257"/>
        </pc:sldMkLst>
      </pc:sldChg>
      <pc:sldChg chg="delSp modSp add del mo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2268313574" sldId="1258"/>
        </pc:sldMkLst>
      </pc:sldChg>
      <pc:sldChg chg="add del">
        <pc:chgData name="Kathryn Clark (Astrea Central)" userId="d0e16b62-87cd-4242-828a-2f5e276be710" providerId="ADAL" clId="{19CD6828-3A08-4F98-B6C5-E5A747E4B7D1}" dt="2025-08-01T13:19:08.659" v="30509"/>
        <pc:sldMkLst>
          <pc:docMk/>
          <pc:sldMk cId="3141730267" sldId="1259"/>
        </pc:sldMkLst>
      </pc:sldChg>
      <pc:sldChg chg="delSp modSp add del mod">
        <pc:chgData name="Kathryn Clark (Astrea Central)" userId="d0e16b62-87cd-4242-828a-2f5e276be710" providerId="ADAL" clId="{19CD6828-3A08-4F98-B6C5-E5A747E4B7D1}" dt="2025-08-04T14:28:47.748" v="45199" actId="1037"/>
        <pc:sldMkLst>
          <pc:docMk/>
          <pc:sldMk cId="2008329193" sldId="1260"/>
        </pc:sldMkLst>
      </pc:sldChg>
      <pc:sldChg chg="delSp add del mod">
        <pc:chgData name="Kathryn Clark (Astrea Central)" userId="d0e16b62-87cd-4242-828a-2f5e276be710" providerId="ADAL" clId="{19CD6828-3A08-4F98-B6C5-E5A747E4B7D1}" dt="2025-08-01T11:21:28.636" v="27585" actId="478"/>
        <pc:sldMkLst>
          <pc:docMk/>
          <pc:sldMk cId="1147899049" sldId="1261"/>
        </pc:sldMkLst>
      </pc:sldChg>
      <pc:sldChg chg="delSp modSp add del mo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1151857062" sldId="1262"/>
        </pc:sldMkLst>
      </pc:sldChg>
      <pc:sldChg chg="addSp delSp modSp add mo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2456297609" sldId="1263"/>
        </pc:sldMkLst>
      </pc:sldChg>
      <pc:sldChg chg="modSp add mod">
        <pc:chgData name="Kathryn Clark (Astrea Central)" userId="d0e16b62-87cd-4242-828a-2f5e276be710" providerId="ADAL" clId="{19CD6828-3A08-4F98-B6C5-E5A747E4B7D1}" dt="2025-08-04T14:29:08.346" v="45209" actId="113"/>
        <pc:sldMkLst>
          <pc:docMk/>
          <pc:sldMk cId="4274479591" sldId="1265"/>
        </pc:sldMkLst>
      </pc:sldChg>
      <pc:sldChg chg="add del">
        <pc:chgData name="Kathryn Clark (Astrea Central)" userId="d0e16b62-87cd-4242-828a-2f5e276be710" providerId="ADAL" clId="{19CD6828-3A08-4F98-B6C5-E5A747E4B7D1}" dt="2025-08-04T09:35:50.922" v="41772"/>
        <pc:sldMkLst>
          <pc:docMk/>
          <pc:sldMk cId="1998917385" sldId="1269"/>
        </pc:sldMkLst>
      </pc:sldChg>
      <pc:sldChg chg="addSp delSp modSp add mo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3900469656" sldId="1270"/>
        </pc:sldMkLst>
      </pc:sldChg>
      <pc:sldChg chg="delSp modSp add mo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2867229049" sldId="1271"/>
        </pc:sldMkLst>
      </pc:sldChg>
      <pc:sldChg chg="modSp add mod">
        <pc:chgData name="Kathryn Clark (Astrea Central)" userId="d0e16b62-87cd-4242-828a-2f5e276be710" providerId="ADAL" clId="{19CD6828-3A08-4F98-B6C5-E5A747E4B7D1}" dt="2025-08-04T14:08:05.211" v="44568" actId="1035"/>
        <pc:sldMkLst>
          <pc:docMk/>
          <pc:sldMk cId="1726936922" sldId="1272"/>
        </pc:sldMkLst>
      </pc:sldChg>
      <pc:sldChg chg="addSp delSp modSp add mo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722116122" sldId="1274"/>
        </pc:sldMkLst>
      </pc:sldChg>
      <pc:sldChg chg="addSp delSp modSp add mod">
        <pc:chgData name="Kathryn Clark (Astrea Central)" userId="d0e16b62-87cd-4242-828a-2f5e276be710" providerId="ADAL" clId="{19CD6828-3A08-4F98-B6C5-E5A747E4B7D1}" dt="2025-08-04T10:59:01.133" v="43832" actId="164"/>
        <pc:sldMkLst>
          <pc:docMk/>
          <pc:sldMk cId="3248435665" sldId="1276"/>
        </pc:sldMkLst>
      </pc:sldChg>
      <pc:sldChg chg="add del">
        <pc:chgData name="Kathryn Clark (Astrea Central)" userId="d0e16b62-87cd-4242-828a-2f5e276be710" providerId="ADAL" clId="{19CD6828-3A08-4F98-B6C5-E5A747E4B7D1}" dt="2025-07-24T10:44:32.908" v="227" actId="47"/>
        <pc:sldMkLst>
          <pc:docMk/>
          <pc:sldMk cId="1803683105" sldId="2600"/>
        </pc:sldMkLst>
      </pc:sldChg>
      <pc:sldChg chg="addSp delSp modSp add mod chgLayout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346473540" sldId="2609"/>
        </pc:sldMkLst>
      </pc:sldChg>
      <pc:sldChg chg="add del">
        <pc:chgData name="Kathryn Clark (Astrea Central)" userId="d0e16b62-87cd-4242-828a-2f5e276be710" providerId="ADAL" clId="{19CD6828-3A08-4F98-B6C5-E5A747E4B7D1}" dt="2025-07-24T10:44:32.324" v="226" actId="47"/>
        <pc:sldMkLst>
          <pc:docMk/>
          <pc:sldMk cId="2955568586" sldId="2610"/>
        </pc:sldMkLst>
      </pc:sldChg>
      <pc:sldChg chg="addSp delSp modSp add del mo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2375111560" sldId="2613"/>
        </pc:sldMkLst>
      </pc:sldChg>
      <pc:sldChg chg="addSp delSp modSp add mo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1265900831" sldId="2615"/>
        </pc:sldMkLst>
      </pc:sldChg>
      <pc:sldChg chg="add del">
        <pc:chgData name="Kathryn Clark (Astrea Central)" userId="d0e16b62-87cd-4242-828a-2f5e276be710" providerId="ADAL" clId="{19CD6828-3A08-4F98-B6C5-E5A747E4B7D1}" dt="2025-07-24T10:44:42.716" v="238" actId="47"/>
        <pc:sldMkLst>
          <pc:docMk/>
          <pc:sldMk cId="2885549358" sldId="2615"/>
        </pc:sldMkLst>
      </pc:sldChg>
      <pc:sldChg chg="add del">
        <pc:chgData name="Kathryn Clark (Astrea Central)" userId="d0e16b62-87cd-4242-828a-2f5e276be710" providerId="ADAL" clId="{19CD6828-3A08-4F98-B6C5-E5A747E4B7D1}" dt="2025-07-24T10:44:38.713" v="234" actId="47"/>
        <pc:sldMkLst>
          <pc:docMk/>
          <pc:sldMk cId="2293880816" sldId="2620"/>
        </pc:sldMkLst>
      </pc:sldChg>
      <pc:sldChg chg="add del">
        <pc:chgData name="Kathryn Clark (Astrea Central)" userId="d0e16b62-87cd-4242-828a-2f5e276be710" providerId="ADAL" clId="{19CD6828-3A08-4F98-B6C5-E5A747E4B7D1}" dt="2025-07-24T10:44:44.152" v="240" actId="47"/>
        <pc:sldMkLst>
          <pc:docMk/>
          <pc:sldMk cId="3318039991" sldId="2621"/>
        </pc:sldMkLst>
      </pc:sldChg>
      <pc:sldChg chg="add del">
        <pc:chgData name="Kathryn Clark (Astrea Central)" userId="d0e16b62-87cd-4242-828a-2f5e276be710" providerId="ADAL" clId="{19CD6828-3A08-4F98-B6C5-E5A747E4B7D1}" dt="2025-07-24T10:44:35.377" v="228" actId="47"/>
        <pc:sldMkLst>
          <pc:docMk/>
          <pc:sldMk cId="3726160329" sldId="2629"/>
        </pc:sldMkLst>
      </pc:sldChg>
      <pc:sldChg chg="add del">
        <pc:chgData name="Kathryn Clark (Astrea Central)" userId="d0e16b62-87cd-4242-828a-2f5e276be710" providerId="ADAL" clId="{19CD6828-3A08-4F98-B6C5-E5A747E4B7D1}" dt="2025-07-24T10:44:36.280" v="230" actId="47"/>
        <pc:sldMkLst>
          <pc:docMk/>
          <pc:sldMk cId="2460304022" sldId="2630"/>
        </pc:sldMkLst>
      </pc:sldChg>
      <pc:sldChg chg="add del">
        <pc:chgData name="Kathryn Clark (Astrea Central)" userId="d0e16b62-87cd-4242-828a-2f5e276be710" providerId="ADAL" clId="{19CD6828-3A08-4F98-B6C5-E5A747E4B7D1}" dt="2025-07-24T10:44:35.754" v="229" actId="47"/>
        <pc:sldMkLst>
          <pc:docMk/>
          <pc:sldMk cId="60254147" sldId="2633"/>
        </pc:sldMkLst>
      </pc:sldChg>
      <pc:sldChg chg="addSp delSp modSp add del mo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2860981141" sldId="2634"/>
        </pc:sldMkLst>
      </pc:sldChg>
      <pc:sldChg chg="add del">
        <pc:chgData name="Kathryn Clark (Astrea Central)" userId="d0e16b62-87cd-4242-828a-2f5e276be710" providerId="ADAL" clId="{19CD6828-3A08-4F98-B6C5-E5A747E4B7D1}" dt="2025-07-24T10:44:37.276" v="232" actId="47"/>
        <pc:sldMkLst>
          <pc:docMk/>
          <pc:sldMk cId="2802140507" sldId="2635"/>
        </pc:sldMkLst>
      </pc:sldChg>
      <pc:sldChg chg="add del">
        <pc:chgData name="Kathryn Clark (Astrea Central)" userId="d0e16b62-87cd-4242-828a-2f5e276be710" providerId="ADAL" clId="{19CD6828-3A08-4F98-B6C5-E5A747E4B7D1}" dt="2025-07-24T10:44:43.634" v="239" actId="47"/>
        <pc:sldMkLst>
          <pc:docMk/>
          <pc:sldMk cId="2896592550" sldId="2637"/>
        </pc:sldMkLst>
      </pc:sldChg>
      <pc:sldChg chg="addSp delSp modSp add mod">
        <pc:chgData name="Kathryn Clark (Astrea Central)" userId="d0e16b62-87cd-4242-828a-2f5e276be710" providerId="ADAL" clId="{19CD6828-3A08-4F98-B6C5-E5A747E4B7D1}" dt="2025-07-30T09:46:14.394" v="17524" actId="20577"/>
        <pc:sldMkLst>
          <pc:docMk/>
          <pc:sldMk cId="440933357" sldId="2639"/>
        </pc:sldMkLst>
      </pc:sldChg>
      <pc:sldChg chg="add del">
        <pc:chgData name="Kathryn Clark (Astrea Central)" userId="d0e16b62-87cd-4242-828a-2f5e276be710" providerId="ADAL" clId="{19CD6828-3A08-4F98-B6C5-E5A747E4B7D1}" dt="2025-07-24T10:44:37.796" v="233" actId="47"/>
        <pc:sldMkLst>
          <pc:docMk/>
          <pc:sldMk cId="3118846309" sldId="2644"/>
        </pc:sldMkLst>
      </pc:sldChg>
      <pc:sldChg chg="add del">
        <pc:chgData name="Kathryn Clark (Astrea Central)" userId="d0e16b62-87cd-4242-828a-2f5e276be710" providerId="ADAL" clId="{19CD6828-3A08-4F98-B6C5-E5A747E4B7D1}" dt="2025-07-24T10:44:39.662" v="235" actId="47"/>
        <pc:sldMkLst>
          <pc:docMk/>
          <pc:sldMk cId="4289431191" sldId="2646"/>
        </pc:sldMkLst>
      </pc:sldChg>
      <pc:sldChg chg="add del">
        <pc:chgData name="Kathryn Clark (Astrea Central)" userId="d0e16b62-87cd-4242-828a-2f5e276be710" providerId="ADAL" clId="{19CD6828-3A08-4F98-B6C5-E5A747E4B7D1}" dt="2025-07-24T10:44:45.698" v="242" actId="47"/>
        <pc:sldMkLst>
          <pc:docMk/>
          <pc:sldMk cId="3237239891" sldId="2647"/>
        </pc:sldMkLst>
      </pc:sldChg>
      <pc:sldChg chg="add del">
        <pc:chgData name="Kathryn Clark (Astrea Central)" userId="d0e16b62-87cd-4242-828a-2f5e276be710" providerId="ADAL" clId="{19CD6828-3A08-4F98-B6C5-E5A747E4B7D1}" dt="2025-07-24T10:44:44.808" v="241" actId="47"/>
        <pc:sldMkLst>
          <pc:docMk/>
          <pc:sldMk cId="2393022665" sldId="2648"/>
        </pc:sldMkLst>
      </pc:sldChg>
      <pc:sldChg chg="add del">
        <pc:chgData name="Kathryn Clark (Astrea Central)" userId="d0e16b62-87cd-4242-828a-2f5e276be710" providerId="ADAL" clId="{19CD6828-3A08-4F98-B6C5-E5A747E4B7D1}" dt="2025-07-24T10:44:40.985" v="237" actId="47"/>
        <pc:sldMkLst>
          <pc:docMk/>
          <pc:sldMk cId="3018605485" sldId="2690"/>
        </pc:sldMkLst>
      </pc:sldChg>
      <pc:sldChg chg="addSp delSp modSp mod">
        <pc:chgData name="Kathryn Clark (Astrea Central)" userId="d0e16b62-87cd-4242-828a-2f5e276be710" providerId="ADAL" clId="{19CD6828-3A08-4F98-B6C5-E5A747E4B7D1}" dt="2025-07-29T15:25:08.725" v="14541" actId="255"/>
        <pc:sldMkLst>
          <pc:docMk/>
          <pc:sldMk cId="3492178883" sldId="2696"/>
        </pc:sldMkLst>
        <pc:spChg chg="mod">
          <ac:chgData name="Kathryn Clark (Astrea Central)" userId="d0e16b62-87cd-4242-828a-2f5e276be710" providerId="ADAL" clId="{19CD6828-3A08-4F98-B6C5-E5A747E4B7D1}" dt="2025-07-25T13:39:46.133" v="10568" actId="790"/>
          <ac:spMkLst>
            <pc:docMk/>
            <pc:sldMk cId="3492178883" sldId="2696"/>
            <ac:spMk id="2" creationId="{E685E66D-A82A-5E65-6FB9-B9726ACE0E17}"/>
          </ac:spMkLst>
        </pc:spChg>
        <pc:spChg chg="mod">
          <ac:chgData name="Kathryn Clark (Astrea Central)" userId="d0e16b62-87cd-4242-828a-2f5e276be710" providerId="ADAL" clId="{19CD6828-3A08-4F98-B6C5-E5A747E4B7D1}" dt="2025-07-29T15:25:08.725" v="14541" actId="255"/>
          <ac:spMkLst>
            <pc:docMk/>
            <pc:sldMk cId="3492178883" sldId="2696"/>
            <ac:spMk id="3" creationId="{352D07C6-173E-D017-2186-3A6FB8D99170}"/>
          </ac:spMkLst>
        </pc:spChg>
        <pc:spChg chg="mod">
          <ac:chgData name="Kathryn Clark (Astrea Central)" userId="d0e16b62-87cd-4242-828a-2f5e276be710" providerId="ADAL" clId="{19CD6828-3A08-4F98-B6C5-E5A747E4B7D1}" dt="2025-07-29T15:04:39.658" v="14130" actId="1036"/>
          <ac:spMkLst>
            <pc:docMk/>
            <pc:sldMk cId="3492178883" sldId="2696"/>
            <ac:spMk id="4" creationId="{C1A8C59C-55BB-4195-CEE0-9534A7797FB8}"/>
          </ac:spMkLst>
        </pc:spChg>
        <pc:spChg chg="mod">
          <ac:chgData name="Kathryn Clark (Astrea Central)" userId="d0e16b62-87cd-4242-828a-2f5e276be710" providerId="ADAL" clId="{19CD6828-3A08-4F98-B6C5-E5A747E4B7D1}" dt="2025-07-29T15:04:39.658" v="14130" actId="1036"/>
          <ac:spMkLst>
            <pc:docMk/>
            <pc:sldMk cId="3492178883" sldId="2696"/>
            <ac:spMk id="6" creationId="{770F93AD-300C-2E56-A8E5-24FACB27BC40}"/>
          </ac:spMkLst>
        </pc:spChg>
        <pc:spChg chg="mod">
          <ac:chgData name="Kathryn Clark (Astrea Central)" userId="d0e16b62-87cd-4242-828a-2f5e276be710" providerId="ADAL" clId="{19CD6828-3A08-4F98-B6C5-E5A747E4B7D1}" dt="2025-07-29T15:04:39.658" v="14130" actId="1036"/>
          <ac:spMkLst>
            <pc:docMk/>
            <pc:sldMk cId="3492178883" sldId="2696"/>
            <ac:spMk id="7" creationId="{A5B73CF7-4C62-83DC-56C0-001CE515D437}"/>
          </ac:spMkLst>
        </pc:spChg>
        <pc:spChg chg="add mod">
          <ac:chgData name="Kathryn Clark (Astrea Central)" userId="d0e16b62-87cd-4242-828a-2f5e276be710" providerId="ADAL" clId="{19CD6828-3A08-4F98-B6C5-E5A747E4B7D1}" dt="2025-07-29T15:04:39.658" v="14130" actId="1036"/>
          <ac:spMkLst>
            <pc:docMk/>
            <pc:sldMk cId="3492178883" sldId="2696"/>
            <ac:spMk id="9" creationId="{933D1EE0-C85F-76C5-4918-39B2F511080F}"/>
          </ac:spMkLst>
        </pc:spChg>
        <pc:spChg chg="add mod">
          <ac:chgData name="Kathryn Clark (Astrea Central)" userId="d0e16b62-87cd-4242-828a-2f5e276be710" providerId="ADAL" clId="{19CD6828-3A08-4F98-B6C5-E5A747E4B7D1}" dt="2025-07-25T13:39:46.133" v="10568" actId="790"/>
          <ac:spMkLst>
            <pc:docMk/>
            <pc:sldMk cId="3492178883" sldId="2696"/>
            <ac:spMk id="10" creationId="{4BCCC5F1-7396-6B34-81FF-EE08673CF728}"/>
          </ac:spMkLst>
        </pc:spChg>
        <pc:spChg chg="add mod">
          <ac:chgData name="Kathryn Clark (Astrea Central)" userId="d0e16b62-87cd-4242-828a-2f5e276be710" providerId="ADAL" clId="{19CD6828-3A08-4F98-B6C5-E5A747E4B7D1}" dt="2025-07-25T08:54:54.252" v="4924" actId="1076"/>
          <ac:spMkLst>
            <pc:docMk/>
            <pc:sldMk cId="3492178883" sldId="2696"/>
            <ac:spMk id="11" creationId="{5E85CFE0-ACD0-F6F7-4BE5-12D39DD31554}"/>
          </ac:spMkLst>
        </pc:spChg>
        <pc:spChg chg="add mod">
          <ac:chgData name="Kathryn Clark (Astrea Central)" userId="d0e16b62-87cd-4242-828a-2f5e276be710" providerId="ADAL" clId="{19CD6828-3A08-4F98-B6C5-E5A747E4B7D1}" dt="2025-07-29T15:04:39.658" v="14130" actId="1036"/>
          <ac:spMkLst>
            <pc:docMk/>
            <pc:sldMk cId="3492178883" sldId="2696"/>
            <ac:spMk id="12" creationId="{4ECC31F8-AB96-5F99-3C72-D95FE0364261}"/>
          </ac:spMkLst>
        </pc:spChg>
        <pc:spChg chg="add mod">
          <ac:chgData name="Kathryn Clark (Astrea Central)" userId="d0e16b62-87cd-4242-828a-2f5e276be710" providerId="ADAL" clId="{19CD6828-3A08-4F98-B6C5-E5A747E4B7D1}" dt="2025-07-29T15:04:39.658" v="14130" actId="1036"/>
          <ac:spMkLst>
            <pc:docMk/>
            <pc:sldMk cId="3492178883" sldId="2696"/>
            <ac:spMk id="13" creationId="{58657755-28D3-9D90-A2C7-B01E3FD49C43}"/>
          </ac:spMkLst>
        </pc:spChg>
        <pc:spChg chg="add mod">
          <ac:chgData name="Kathryn Clark (Astrea Central)" userId="d0e16b62-87cd-4242-828a-2f5e276be710" providerId="ADAL" clId="{19CD6828-3A08-4F98-B6C5-E5A747E4B7D1}" dt="2025-07-29T15:04:39.658" v="14130" actId="1036"/>
          <ac:spMkLst>
            <pc:docMk/>
            <pc:sldMk cId="3492178883" sldId="2696"/>
            <ac:spMk id="14" creationId="{333FE8B0-213D-F86D-40E3-9556253BE89A}"/>
          </ac:spMkLst>
        </pc:spChg>
        <pc:spChg chg="add mod">
          <ac:chgData name="Kathryn Clark (Astrea Central)" userId="d0e16b62-87cd-4242-828a-2f5e276be710" providerId="ADAL" clId="{19CD6828-3A08-4F98-B6C5-E5A747E4B7D1}" dt="2025-07-29T15:04:39.658" v="14130" actId="1036"/>
          <ac:spMkLst>
            <pc:docMk/>
            <pc:sldMk cId="3492178883" sldId="2696"/>
            <ac:spMk id="15" creationId="{0C16DA3F-7141-3C64-E538-594E74881862}"/>
          </ac:spMkLst>
        </pc:spChg>
        <pc:spChg chg="add mod">
          <ac:chgData name="Kathryn Clark (Astrea Central)" userId="d0e16b62-87cd-4242-828a-2f5e276be710" providerId="ADAL" clId="{19CD6828-3A08-4F98-B6C5-E5A747E4B7D1}" dt="2025-07-29T15:04:39.658" v="14130" actId="1036"/>
          <ac:spMkLst>
            <pc:docMk/>
            <pc:sldMk cId="3492178883" sldId="2696"/>
            <ac:spMk id="16" creationId="{E0CFE3DF-5262-9F38-F452-BF82EA08B95E}"/>
          </ac:spMkLst>
        </pc:spChg>
        <pc:spChg chg="add mod">
          <ac:chgData name="Kathryn Clark (Astrea Central)" userId="d0e16b62-87cd-4242-828a-2f5e276be710" providerId="ADAL" clId="{19CD6828-3A08-4F98-B6C5-E5A747E4B7D1}" dt="2025-07-25T08:54:54.252" v="4924" actId="1076"/>
          <ac:spMkLst>
            <pc:docMk/>
            <pc:sldMk cId="3492178883" sldId="2696"/>
            <ac:spMk id="17" creationId="{DF149CA0-83EB-898B-482C-22BA8E3D9D8E}"/>
          </ac:spMkLst>
        </pc:spChg>
        <pc:spChg chg="mod">
          <ac:chgData name="Kathryn Clark (Astrea Central)" userId="d0e16b62-87cd-4242-828a-2f5e276be710" providerId="ADAL" clId="{19CD6828-3A08-4F98-B6C5-E5A747E4B7D1}" dt="2025-07-29T15:04:39.658" v="14130" actId="1036"/>
          <ac:spMkLst>
            <pc:docMk/>
            <pc:sldMk cId="3492178883" sldId="2696"/>
            <ac:spMk id="22" creationId="{D059E010-4849-81D7-F453-10DD73E17728}"/>
          </ac:spMkLst>
        </pc:spChg>
        <pc:spChg chg="mod">
          <ac:chgData name="Kathryn Clark (Astrea Central)" userId="d0e16b62-87cd-4242-828a-2f5e276be710" providerId="ADAL" clId="{19CD6828-3A08-4F98-B6C5-E5A747E4B7D1}" dt="2025-07-29T15:04:44.863" v="14135" actId="1036"/>
          <ac:spMkLst>
            <pc:docMk/>
            <pc:sldMk cId="3492178883" sldId="2696"/>
            <ac:spMk id="25" creationId="{C939DFA2-5D90-E7E5-7023-85392376593D}"/>
          </ac:spMkLst>
        </pc:spChg>
        <pc:graphicFrameChg chg="mod">
          <ac:chgData name="Kathryn Clark (Astrea Central)" userId="d0e16b62-87cd-4242-828a-2f5e276be710" providerId="ADAL" clId="{19CD6828-3A08-4F98-B6C5-E5A747E4B7D1}" dt="2025-07-29T15:04:44.863" v="14135" actId="1036"/>
          <ac:graphicFrameMkLst>
            <pc:docMk/>
            <pc:sldMk cId="3492178883" sldId="2696"/>
            <ac:graphicFrameMk id="26" creationId="{B96787F4-C28C-00E6-21D9-5A70D55D4265}"/>
          </ac:graphicFrameMkLst>
        </pc:graphicFrameChg>
      </pc:sldChg>
      <pc:sldChg chg="addSp delSp modSp mo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3527980205" sldId="2697"/>
        </pc:sldMkLst>
        <pc:spChg chg="mod ord">
          <ac:chgData name="Kathryn Clark (Astrea Central)" userId="d0e16b62-87cd-4242-828a-2f5e276be710" providerId="ADAL" clId="{19CD6828-3A08-4F98-B6C5-E5A747E4B7D1}" dt="2025-07-29T15:26:04.816" v="14597" actId="1036"/>
          <ac:spMkLst>
            <pc:docMk/>
            <pc:sldMk cId="3527980205" sldId="2697"/>
            <ac:spMk id="2" creationId="{B58A690F-A6B2-B44A-6EA2-578EA9FA3A0D}"/>
          </ac:spMkLst>
        </pc:spChg>
        <pc:spChg chg="mod">
          <ac:chgData name="Kathryn Clark (Astrea Central)" userId="d0e16b62-87cd-4242-828a-2f5e276be710" providerId="ADAL" clId="{19CD6828-3A08-4F98-B6C5-E5A747E4B7D1}" dt="2025-07-29T15:26:00.774" v="14593" actId="1035"/>
          <ac:spMkLst>
            <pc:docMk/>
            <pc:sldMk cId="3527980205" sldId="2697"/>
            <ac:spMk id="4" creationId="{555DCFB8-D397-3715-F433-A4831C9EE032}"/>
          </ac:spMkLst>
        </pc:spChg>
        <pc:spChg chg="add mod">
          <ac:chgData name="Kathryn Clark (Astrea Central)" userId="d0e16b62-87cd-4242-828a-2f5e276be710" providerId="ADAL" clId="{19CD6828-3A08-4F98-B6C5-E5A747E4B7D1}" dt="2025-08-04T14:03:15.854" v="44466" actId="207"/>
          <ac:spMkLst>
            <pc:docMk/>
            <pc:sldMk cId="3527980205" sldId="2697"/>
            <ac:spMk id="7" creationId="{B8D87C8B-F8BB-DD08-1D1E-34644CEAA167}"/>
          </ac:spMkLst>
        </pc:spChg>
        <pc:spChg chg="mod">
          <ac:chgData name="Kathryn Clark (Astrea Central)" userId="d0e16b62-87cd-4242-828a-2f5e276be710" providerId="ADAL" clId="{19CD6828-3A08-4F98-B6C5-E5A747E4B7D1}" dt="2025-07-29T15:25:29.757" v="14563" actId="1076"/>
          <ac:spMkLst>
            <pc:docMk/>
            <pc:sldMk cId="3527980205" sldId="2697"/>
            <ac:spMk id="24" creationId="{13D0CCB4-5B83-839E-359A-E3A5C053DBB0}"/>
          </ac:spMkLst>
        </pc:spChg>
        <pc:spChg chg="mod">
          <ac:chgData name="Kathryn Clark (Astrea Central)" userId="d0e16b62-87cd-4242-828a-2f5e276be710" providerId="ADAL" clId="{19CD6828-3A08-4F98-B6C5-E5A747E4B7D1}" dt="2025-07-29T15:51:16.046" v="15288" actId="1076"/>
          <ac:spMkLst>
            <pc:docMk/>
            <pc:sldMk cId="3527980205" sldId="2697"/>
            <ac:spMk id="32" creationId="{F68F7AD1-2EB5-645B-7A17-4204CAEB77FC}"/>
          </ac:spMkLst>
        </pc:spChg>
        <pc:spChg chg="mod">
          <ac:chgData name="Kathryn Clark (Astrea Central)" userId="d0e16b62-87cd-4242-828a-2f5e276be710" providerId="ADAL" clId="{19CD6828-3A08-4F98-B6C5-E5A747E4B7D1}" dt="2025-07-29T15:51:16.046" v="15288" actId="1076"/>
          <ac:spMkLst>
            <pc:docMk/>
            <pc:sldMk cId="3527980205" sldId="2697"/>
            <ac:spMk id="37" creationId="{76405DE5-4287-1F34-1333-87C5937741DA}"/>
          </ac:spMkLst>
        </pc:spChg>
        <pc:graphicFrameChg chg="mod modGraphic">
          <ac:chgData name="Kathryn Clark (Astrea Central)" userId="d0e16b62-87cd-4242-828a-2f5e276be710" providerId="ADAL" clId="{19CD6828-3A08-4F98-B6C5-E5A747E4B7D1}" dt="2025-08-04T16:52:08.130" v="45344"/>
          <ac:graphicFrameMkLst>
            <pc:docMk/>
            <pc:sldMk cId="3527980205" sldId="2697"/>
            <ac:graphicFrameMk id="3" creationId="{232A86B8-B6D0-4D21-D41C-8A1DB1E3B950}"/>
          </ac:graphicFrameMkLst>
        </pc:graphicFrameChg>
        <pc:graphicFrameChg chg="mod modGraphic">
          <ac:chgData name="Kathryn Clark (Astrea Central)" userId="d0e16b62-87cd-4242-828a-2f5e276be710" providerId="ADAL" clId="{19CD6828-3A08-4F98-B6C5-E5A747E4B7D1}" dt="2025-08-04T16:52:08.130" v="45344"/>
          <ac:graphicFrameMkLst>
            <pc:docMk/>
            <pc:sldMk cId="3527980205" sldId="2697"/>
            <ac:graphicFrameMk id="23" creationId="{EEC26AEE-9AE7-B23D-75D7-77D452713F28}"/>
          </ac:graphicFrameMkLst>
        </pc:graphicFrameChg>
        <pc:graphicFrameChg chg="mod modGraphic">
          <ac:chgData name="Kathryn Clark (Astrea Central)" userId="d0e16b62-87cd-4242-828a-2f5e276be710" providerId="ADAL" clId="{19CD6828-3A08-4F98-B6C5-E5A747E4B7D1}" dt="2025-07-29T15:25:57.602" v="14585" actId="1036"/>
          <ac:graphicFrameMkLst>
            <pc:docMk/>
            <pc:sldMk cId="3527980205" sldId="2697"/>
            <ac:graphicFrameMk id="33" creationId="{FD6E6448-D944-56F7-D46E-5D6B21EB3CB3}"/>
          </ac:graphicFrameMkLst>
        </pc:graphicFrameChg>
      </pc:sldChg>
      <pc:sldChg chg="delSp modSp mo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800564505" sldId="2698"/>
        </pc:sldMkLst>
        <pc:spChg chg="mod">
          <ac:chgData name="Kathryn Clark (Astrea Central)" userId="d0e16b62-87cd-4242-828a-2f5e276be710" providerId="ADAL" clId="{19CD6828-3A08-4F98-B6C5-E5A747E4B7D1}" dt="2025-07-25T13:39:46.133" v="10568" actId="790"/>
          <ac:spMkLst>
            <pc:docMk/>
            <pc:sldMk cId="800564505" sldId="2698"/>
            <ac:spMk id="2" creationId="{D77BA6A5-ED37-C20B-70BA-C270B85E74EC}"/>
          </ac:spMkLst>
        </pc:spChg>
        <pc:spChg chg="mod">
          <ac:chgData name="Kathryn Clark (Astrea Central)" userId="d0e16b62-87cd-4242-828a-2f5e276be710" providerId="ADAL" clId="{19CD6828-3A08-4F98-B6C5-E5A747E4B7D1}" dt="2025-07-29T15:51:06.696" v="15282" actId="1076"/>
          <ac:spMkLst>
            <pc:docMk/>
            <pc:sldMk cId="800564505" sldId="2698"/>
            <ac:spMk id="9" creationId="{5D920EF7-99F6-F6EF-33C9-3D6860AF673E}"/>
          </ac:spMkLst>
        </pc:spChg>
        <pc:spChg chg="mod">
          <ac:chgData name="Kathryn Clark (Astrea Central)" userId="d0e16b62-87cd-4242-828a-2f5e276be710" providerId="ADAL" clId="{19CD6828-3A08-4F98-B6C5-E5A747E4B7D1}" dt="2025-07-29T15:51:06.696" v="15282" actId="1076"/>
          <ac:spMkLst>
            <pc:docMk/>
            <pc:sldMk cId="800564505" sldId="2698"/>
            <ac:spMk id="10" creationId="{12D997B9-2DEB-696F-D18B-2186AC13A143}"/>
          </ac:spMkLst>
        </pc:spChg>
        <pc:spChg chg="mod">
          <ac:chgData name="Kathryn Clark (Astrea Central)" userId="d0e16b62-87cd-4242-828a-2f5e276be710" providerId="ADAL" clId="{19CD6828-3A08-4F98-B6C5-E5A747E4B7D1}" dt="2025-07-29T15:51:11.416" v="15287" actId="1036"/>
          <ac:spMkLst>
            <pc:docMk/>
            <pc:sldMk cId="800564505" sldId="2698"/>
            <ac:spMk id="20" creationId="{14D128B3-394C-D003-0D45-6448D7240322}"/>
          </ac:spMkLst>
        </pc:spChg>
        <pc:spChg chg="mod">
          <ac:chgData name="Kathryn Clark (Astrea Central)" userId="d0e16b62-87cd-4242-828a-2f5e276be710" providerId="ADAL" clId="{19CD6828-3A08-4F98-B6C5-E5A747E4B7D1}" dt="2025-07-29T15:51:11.416" v="15287" actId="1036"/>
          <ac:spMkLst>
            <pc:docMk/>
            <pc:sldMk cId="800564505" sldId="2698"/>
            <ac:spMk id="21" creationId="{3F139D07-99C1-2653-DC1D-A5CD05666A76}"/>
          </ac:spMkLst>
        </pc:spChg>
        <pc:graphicFrameChg chg="modGraphic">
          <ac:chgData name="Kathryn Clark (Astrea Central)" userId="d0e16b62-87cd-4242-828a-2f5e276be710" providerId="ADAL" clId="{19CD6828-3A08-4F98-B6C5-E5A747E4B7D1}" dt="2025-07-25T13:39:46.133" v="10568" actId="790"/>
          <ac:graphicFrameMkLst>
            <pc:docMk/>
            <pc:sldMk cId="800564505" sldId="2698"/>
            <ac:graphicFrameMk id="3" creationId="{73D89557-077F-5D01-576B-DACB458A545C}"/>
          </ac:graphicFrameMkLst>
        </pc:graphicFrameChg>
        <pc:graphicFrameChg chg="mod modGraphic">
          <ac:chgData name="Kathryn Clark (Astrea Central)" userId="d0e16b62-87cd-4242-828a-2f5e276be710" providerId="ADAL" clId="{19CD6828-3A08-4F98-B6C5-E5A747E4B7D1}" dt="2025-08-04T16:52:08.130" v="45344"/>
          <ac:graphicFrameMkLst>
            <pc:docMk/>
            <pc:sldMk cId="800564505" sldId="2698"/>
            <ac:graphicFrameMk id="4" creationId="{5DDC87A6-6AFC-22E0-473D-1EEE25C88599}"/>
          </ac:graphicFrameMkLst>
        </pc:graphicFrameChg>
        <pc:graphicFrameChg chg="mod modGraphic">
          <ac:chgData name="Kathryn Clark (Astrea Central)" userId="d0e16b62-87cd-4242-828a-2f5e276be710" providerId="ADAL" clId="{19CD6828-3A08-4F98-B6C5-E5A747E4B7D1}" dt="2025-07-29T15:51:11.416" v="15287" actId="1036"/>
          <ac:graphicFrameMkLst>
            <pc:docMk/>
            <pc:sldMk cId="800564505" sldId="2698"/>
            <ac:graphicFrameMk id="22" creationId="{C8EA060C-6EEB-1A99-84CF-5418D7092E7B}"/>
          </ac:graphicFrameMkLst>
        </pc:graphicFrameChg>
      </pc:sldChg>
      <pc:sldChg chg="addSp delSp modSp mo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921029909" sldId="2700"/>
        </pc:sldMkLst>
        <pc:spChg chg="mod">
          <ac:chgData name="Kathryn Clark (Astrea Central)" userId="d0e16b62-87cd-4242-828a-2f5e276be710" providerId="ADAL" clId="{19CD6828-3A08-4F98-B6C5-E5A747E4B7D1}" dt="2025-07-29T13:57:15.199" v="11682" actId="1076"/>
          <ac:spMkLst>
            <pc:docMk/>
            <pc:sldMk cId="921029909" sldId="2700"/>
            <ac:spMk id="2" creationId="{B536E924-F09A-E00C-48E2-CFB092F79A08}"/>
          </ac:spMkLst>
        </pc:spChg>
        <pc:spChg chg="mod">
          <ac:chgData name="Kathryn Clark (Astrea Central)" userId="d0e16b62-87cd-4242-828a-2f5e276be710" providerId="ADAL" clId="{19CD6828-3A08-4F98-B6C5-E5A747E4B7D1}" dt="2025-07-29T15:27:09.892" v="14642" actId="1035"/>
          <ac:spMkLst>
            <pc:docMk/>
            <pc:sldMk cId="921029909" sldId="2700"/>
            <ac:spMk id="5" creationId="{EF028624-3B6A-C99C-45B3-2921EEF9DF4F}"/>
          </ac:spMkLst>
        </pc:spChg>
        <pc:spChg chg="mod">
          <ac:chgData name="Kathryn Clark (Astrea Central)" userId="d0e16b62-87cd-4242-828a-2f5e276be710" providerId="ADAL" clId="{19CD6828-3A08-4F98-B6C5-E5A747E4B7D1}" dt="2025-07-29T15:27:09.892" v="14642" actId="1035"/>
          <ac:spMkLst>
            <pc:docMk/>
            <pc:sldMk cId="921029909" sldId="2700"/>
            <ac:spMk id="7" creationId="{FEA9740A-6BAA-04F4-8FF4-5A6101617C52}"/>
          </ac:spMkLst>
        </pc:spChg>
        <pc:spChg chg="add mod">
          <ac:chgData name="Kathryn Clark (Astrea Central)" userId="d0e16b62-87cd-4242-828a-2f5e276be710" providerId="ADAL" clId="{19CD6828-3A08-4F98-B6C5-E5A747E4B7D1}" dt="2025-07-29T15:26:25.723" v="14599" actId="1076"/>
          <ac:spMkLst>
            <pc:docMk/>
            <pc:sldMk cId="921029909" sldId="2700"/>
            <ac:spMk id="12" creationId="{6780A83C-A9A4-3F68-93D0-415BDC99EE03}"/>
          </ac:spMkLst>
        </pc:spChg>
        <pc:spChg chg="add mod">
          <ac:chgData name="Kathryn Clark (Astrea Central)" userId="d0e16b62-87cd-4242-828a-2f5e276be710" providerId="ADAL" clId="{19CD6828-3A08-4F98-B6C5-E5A747E4B7D1}" dt="2025-08-04T14:03:24.839" v="44467" actId="207"/>
          <ac:spMkLst>
            <pc:docMk/>
            <pc:sldMk cId="921029909" sldId="2700"/>
            <ac:spMk id="13" creationId="{ECB0A505-5B57-D8B5-40F7-BE20447E5091}"/>
          </ac:spMkLst>
        </pc:spChg>
        <pc:spChg chg="add mod">
          <ac:chgData name="Kathryn Clark (Astrea Central)" userId="d0e16b62-87cd-4242-828a-2f5e276be710" providerId="ADAL" clId="{19CD6828-3A08-4F98-B6C5-E5A747E4B7D1}" dt="2025-07-29T15:27:16.742" v="14644" actId="1035"/>
          <ac:spMkLst>
            <pc:docMk/>
            <pc:sldMk cId="921029909" sldId="2700"/>
            <ac:spMk id="15" creationId="{94C8FE7D-A6F9-00CB-C6A0-16E83864BA42}"/>
          </ac:spMkLst>
        </pc:spChg>
        <pc:graphicFrameChg chg="mod modGraphic">
          <ac:chgData name="Kathryn Clark (Astrea Central)" userId="d0e16b62-87cd-4242-828a-2f5e276be710" providerId="ADAL" clId="{19CD6828-3A08-4F98-B6C5-E5A747E4B7D1}" dt="2025-07-29T15:27:11.665" v="14643" actId="14100"/>
          <ac:graphicFrameMkLst>
            <pc:docMk/>
            <pc:sldMk cId="921029909" sldId="2700"/>
            <ac:graphicFrameMk id="6" creationId="{60CB6826-64A4-CD26-7118-9A5AFED907EA}"/>
          </ac:graphicFrameMkLst>
        </pc:graphicFrameChg>
        <pc:graphicFrameChg chg="add mod modGraphic">
          <ac:chgData name="Kathryn Clark (Astrea Central)" userId="d0e16b62-87cd-4242-828a-2f5e276be710" providerId="ADAL" clId="{19CD6828-3A08-4F98-B6C5-E5A747E4B7D1}" dt="2025-08-04T16:52:08.130" v="45344"/>
          <ac:graphicFrameMkLst>
            <pc:docMk/>
            <pc:sldMk cId="921029909" sldId="2700"/>
            <ac:graphicFrameMk id="16" creationId="{3C2A5953-2CBB-5DAF-E5DC-0E4272477FD3}"/>
          </ac:graphicFrameMkLst>
        </pc:graphicFrameChg>
      </pc:sldChg>
      <pc:sldChg chg="addSp delSp modSp mo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2591683603" sldId="2701"/>
        </pc:sldMkLst>
        <pc:spChg chg="mod ord">
          <ac:chgData name="Kathryn Clark (Astrea Central)" userId="d0e16b62-87cd-4242-828a-2f5e276be710" providerId="ADAL" clId="{19CD6828-3A08-4F98-B6C5-E5A747E4B7D1}" dt="2025-07-29T14:16:22.204" v="12566" actId="166"/>
          <ac:spMkLst>
            <pc:docMk/>
            <pc:sldMk cId="2591683603" sldId="2701"/>
            <ac:spMk id="2" creationId="{9427FE58-6F90-C4A7-952B-D99101E79304}"/>
          </ac:spMkLst>
        </pc:spChg>
        <pc:spChg chg="mod">
          <ac:chgData name="Kathryn Clark (Astrea Central)" userId="d0e16b62-87cd-4242-828a-2f5e276be710" providerId="ADAL" clId="{19CD6828-3A08-4F98-B6C5-E5A747E4B7D1}" dt="2025-07-29T15:27:33.324" v="14646" actId="20577"/>
          <ac:spMkLst>
            <pc:docMk/>
            <pc:sldMk cId="2591683603" sldId="2701"/>
            <ac:spMk id="3" creationId="{D27E1FFF-CFAF-07D0-66D4-5FCC5BD7E961}"/>
          </ac:spMkLst>
        </pc:spChg>
        <pc:spChg chg="mod">
          <ac:chgData name="Kathryn Clark (Astrea Central)" userId="d0e16b62-87cd-4242-828a-2f5e276be710" providerId="ADAL" clId="{19CD6828-3A08-4F98-B6C5-E5A747E4B7D1}" dt="2025-07-29T15:12:23.060" v="14300" actId="14100"/>
          <ac:spMkLst>
            <pc:docMk/>
            <pc:sldMk cId="2591683603" sldId="2701"/>
            <ac:spMk id="5" creationId="{7A3765D3-3B9C-7270-BABC-B4E47D1CF270}"/>
          </ac:spMkLst>
        </pc:spChg>
        <pc:spChg chg="mod">
          <ac:chgData name="Kathryn Clark (Astrea Central)" userId="d0e16b62-87cd-4242-828a-2f5e276be710" providerId="ADAL" clId="{19CD6828-3A08-4F98-B6C5-E5A747E4B7D1}" dt="2025-07-29T15:18:56.997" v="14469" actId="20577"/>
          <ac:spMkLst>
            <pc:docMk/>
            <pc:sldMk cId="2591683603" sldId="2701"/>
            <ac:spMk id="7" creationId="{2DFF869C-6A05-0D9F-1488-F32996DF6392}"/>
          </ac:spMkLst>
        </pc:spChg>
        <pc:spChg chg="add mod">
          <ac:chgData name="Kathryn Clark (Astrea Central)" userId="d0e16b62-87cd-4242-828a-2f5e276be710" providerId="ADAL" clId="{19CD6828-3A08-4F98-B6C5-E5A747E4B7D1}" dt="2025-07-29T15:12:28.757" v="14301" actId="1076"/>
          <ac:spMkLst>
            <pc:docMk/>
            <pc:sldMk cId="2591683603" sldId="2701"/>
            <ac:spMk id="17" creationId="{D3D86AC6-6F74-43CF-0E10-81A62B8D45BA}"/>
          </ac:spMkLst>
        </pc:spChg>
        <pc:graphicFrameChg chg="mod modGraphic">
          <ac:chgData name="Kathryn Clark (Astrea Central)" userId="d0e16b62-87cd-4242-828a-2f5e276be710" providerId="ADAL" clId="{19CD6828-3A08-4F98-B6C5-E5A747E4B7D1}" dt="2025-08-04T16:52:08.130" v="45344"/>
          <ac:graphicFrameMkLst>
            <pc:docMk/>
            <pc:sldMk cId="2591683603" sldId="2701"/>
            <ac:graphicFrameMk id="4" creationId="{9871A7B5-DA2E-CDBA-52DA-8438260F2DCF}"/>
          </ac:graphicFrameMkLst>
        </pc:graphicFrameChg>
        <pc:graphicFrameChg chg="mod modGraphic">
          <ac:chgData name="Kathryn Clark (Astrea Central)" userId="d0e16b62-87cd-4242-828a-2f5e276be710" providerId="ADAL" clId="{19CD6828-3A08-4F98-B6C5-E5A747E4B7D1}" dt="2025-07-29T14:18:39.251" v="12825"/>
          <ac:graphicFrameMkLst>
            <pc:docMk/>
            <pc:sldMk cId="2591683603" sldId="2701"/>
            <ac:graphicFrameMk id="6" creationId="{75FC1A8D-B098-76C5-F990-4F21EF86AED2}"/>
          </ac:graphicFrameMkLst>
        </pc:graphicFrameChg>
        <pc:graphicFrameChg chg="add mod modGraphic">
          <ac:chgData name="Kathryn Clark (Astrea Central)" userId="d0e16b62-87cd-4242-828a-2f5e276be710" providerId="ADAL" clId="{19CD6828-3A08-4F98-B6C5-E5A747E4B7D1}" dt="2025-08-04T16:52:08.130" v="45344"/>
          <ac:graphicFrameMkLst>
            <pc:docMk/>
            <pc:sldMk cId="2591683603" sldId="2701"/>
            <ac:graphicFrameMk id="8" creationId="{11BA6334-3A50-C42A-449C-9748AB9E0463}"/>
          </ac:graphicFrameMkLst>
        </pc:graphicFrameChg>
      </pc:sldChg>
      <pc:sldChg chg="addSp delSp modSp mo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140179314" sldId="2702"/>
        </pc:sldMkLst>
        <pc:spChg chg="mod ord">
          <ac:chgData name="Kathryn Clark (Astrea Central)" userId="d0e16b62-87cd-4242-828a-2f5e276be710" providerId="ADAL" clId="{19CD6828-3A08-4F98-B6C5-E5A747E4B7D1}" dt="2025-07-29T14:30:52.158" v="13399" actId="166"/>
          <ac:spMkLst>
            <pc:docMk/>
            <pc:sldMk cId="140179314" sldId="2702"/>
            <ac:spMk id="2" creationId="{056CB760-881C-730E-E678-FE24DF7563C8}"/>
          </ac:spMkLst>
        </pc:spChg>
        <pc:spChg chg="mod">
          <ac:chgData name="Kathryn Clark (Astrea Central)" userId="d0e16b62-87cd-4242-828a-2f5e276be710" providerId="ADAL" clId="{19CD6828-3A08-4F98-B6C5-E5A747E4B7D1}" dt="2025-08-04T14:03:34.279" v="44476" actId="1038"/>
          <ac:spMkLst>
            <pc:docMk/>
            <pc:sldMk cId="140179314" sldId="2702"/>
            <ac:spMk id="5" creationId="{E70E09A3-1550-AB76-51D0-318359E2A1A3}"/>
          </ac:spMkLst>
        </pc:spChg>
        <pc:spChg chg="mod">
          <ac:chgData name="Kathryn Clark (Astrea Central)" userId="d0e16b62-87cd-4242-828a-2f5e276be710" providerId="ADAL" clId="{19CD6828-3A08-4F98-B6C5-E5A747E4B7D1}" dt="2025-07-29T15:19:41.691" v="14490" actId="20577"/>
          <ac:spMkLst>
            <pc:docMk/>
            <pc:sldMk cId="140179314" sldId="2702"/>
            <ac:spMk id="7" creationId="{12A2CD6C-261B-1E38-B989-96F7D713B239}"/>
          </ac:spMkLst>
        </pc:spChg>
        <pc:spChg chg="add mod">
          <ac:chgData name="Kathryn Clark (Astrea Central)" userId="d0e16b62-87cd-4242-828a-2f5e276be710" providerId="ADAL" clId="{19CD6828-3A08-4F98-B6C5-E5A747E4B7D1}" dt="2025-07-29T15:13:02.905" v="14308" actId="14100"/>
          <ac:spMkLst>
            <pc:docMk/>
            <pc:sldMk cId="140179314" sldId="2702"/>
            <ac:spMk id="8" creationId="{9601A587-493C-444E-D3E9-81D26B14059C}"/>
          </ac:spMkLst>
        </pc:spChg>
        <pc:graphicFrameChg chg="mod modGraphic">
          <ac:chgData name="Kathryn Clark (Astrea Central)" userId="d0e16b62-87cd-4242-828a-2f5e276be710" providerId="ADAL" clId="{19CD6828-3A08-4F98-B6C5-E5A747E4B7D1}" dt="2025-08-04T16:52:08.130" v="45344"/>
          <ac:graphicFrameMkLst>
            <pc:docMk/>
            <pc:sldMk cId="140179314" sldId="2702"/>
            <ac:graphicFrameMk id="4" creationId="{E826610A-21C5-EC60-43ED-F0B4E52AD574}"/>
          </ac:graphicFrameMkLst>
        </pc:graphicFrameChg>
        <pc:graphicFrameChg chg="mod modGraphic">
          <ac:chgData name="Kathryn Clark (Astrea Central)" userId="d0e16b62-87cd-4242-828a-2f5e276be710" providerId="ADAL" clId="{19CD6828-3A08-4F98-B6C5-E5A747E4B7D1}" dt="2025-07-29T14:52:01.959" v="13854" actId="14100"/>
          <ac:graphicFrameMkLst>
            <pc:docMk/>
            <pc:sldMk cId="140179314" sldId="2702"/>
            <ac:graphicFrameMk id="6" creationId="{742D9E58-3D9D-0920-CCE1-A9E3E3D513D7}"/>
          </ac:graphicFrameMkLst>
        </pc:graphicFrameChg>
      </pc:sldChg>
      <pc:sldChg chg="addSp modSp mod">
        <pc:chgData name="Kathryn Clark (Astrea Central)" userId="d0e16b62-87cd-4242-828a-2f5e276be710" providerId="ADAL" clId="{19CD6828-3A08-4F98-B6C5-E5A747E4B7D1}" dt="2025-07-29T14:54:44.901" v="13913" actId="1076"/>
        <pc:sldMkLst>
          <pc:docMk/>
          <pc:sldMk cId="2923777065" sldId="2703"/>
        </pc:sldMkLst>
        <pc:spChg chg="add mod">
          <ac:chgData name="Kathryn Clark (Astrea Central)" userId="d0e16b62-87cd-4242-828a-2f5e276be710" providerId="ADAL" clId="{19CD6828-3A08-4F98-B6C5-E5A747E4B7D1}" dt="2025-07-29T14:54:44.901" v="13913" actId="1076"/>
          <ac:spMkLst>
            <pc:docMk/>
            <pc:sldMk cId="2923777065" sldId="2703"/>
            <ac:spMk id="2" creationId="{E44DC4DB-65E2-8666-98DC-5BCDDDC341F0}"/>
          </ac:spMkLst>
        </pc:spChg>
        <pc:graphicFrameChg chg="modGraphic">
          <ac:chgData name="Kathryn Clark (Astrea Central)" userId="d0e16b62-87cd-4242-828a-2f5e276be710" providerId="ADAL" clId="{19CD6828-3A08-4F98-B6C5-E5A747E4B7D1}" dt="2025-07-25T13:39:46.133" v="10568" actId="790"/>
          <ac:graphicFrameMkLst>
            <pc:docMk/>
            <pc:sldMk cId="2923777065" sldId="2703"/>
            <ac:graphicFrameMk id="3" creationId="{03DF201D-4298-DA83-2552-5415D894B754}"/>
          </ac:graphicFrameMkLst>
        </pc:graphicFrameChg>
      </pc:sldChg>
      <pc:sldChg chg="addSp modSp mod">
        <pc:chgData name="Kathryn Clark (Astrea Central)" userId="d0e16b62-87cd-4242-828a-2f5e276be710" providerId="ADAL" clId="{19CD6828-3A08-4F98-B6C5-E5A747E4B7D1}" dt="2025-08-04T14:04:17.161" v="44497" actId="1036"/>
        <pc:sldMkLst>
          <pc:docMk/>
          <pc:sldMk cId="3361736352" sldId="2704"/>
        </pc:sldMkLst>
        <pc:spChg chg="mod">
          <ac:chgData name="Kathryn Clark (Astrea Central)" userId="d0e16b62-87cd-4242-828a-2f5e276be710" providerId="ADAL" clId="{19CD6828-3A08-4F98-B6C5-E5A747E4B7D1}" dt="2025-08-04T14:04:12.503" v="44494" actId="14100"/>
          <ac:spMkLst>
            <pc:docMk/>
            <pc:sldMk cId="3361736352" sldId="2704"/>
            <ac:spMk id="3" creationId="{476204F5-09C0-B5FA-B06E-5E78D556A5D8}"/>
          </ac:spMkLst>
        </pc:spChg>
        <pc:spChg chg="mod">
          <ac:chgData name="Kathryn Clark (Astrea Central)" userId="d0e16b62-87cd-4242-828a-2f5e276be710" providerId="ADAL" clId="{19CD6828-3A08-4F98-B6C5-E5A747E4B7D1}" dt="2025-08-04T14:04:17.161" v="44497" actId="1036"/>
          <ac:spMkLst>
            <pc:docMk/>
            <pc:sldMk cId="3361736352" sldId="2704"/>
            <ac:spMk id="5" creationId="{C4DAD8C0-DBCB-714B-D5AB-870B2CCAB548}"/>
          </ac:spMkLst>
        </pc:spChg>
        <pc:spChg chg="mod">
          <ac:chgData name="Kathryn Clark (Astrea Central)" userId="d0e16b62-87cd-4242-828a-2f5e276be710" providerId="ADAL" clId="{19CD6828-3A08-4F98-B6C5-E5A747E4B7D1}" dt="2025-07-29T14:54:06.381" v="13897" actId="20577"/>
          <ac:spMkLst>
            <pc:docMk/>
            <pc:sldMk cId="3361736352" sldId="2704"/>
            <ac:spMk id="7" creationId="{34B00E88-3A4E-862E-BC5E-2DD97A969ADD}"/>
          </ac:spMkLst>
        </pc:spChg>
        <pc:spChg chg="add mod">
          <ac:chgData name="Kathryn Clark (Astrea Central)" userId="d0e16b62-87cd-4242-828a-2f5e276be710" providerId="ADAL" clId="{19CD6828-3A08-4F98-B6C5-E5A747E4B7D1}" dt="2025-07-29T14:54:45.902" v="13914"/>
          <ac:spMkLst>
            <pc:docMk/>
            <pc:sldMk cId="3361736352" sldId="2704"/>
            <ac:spMk id="11" creationId="{DCB45B5C-DDD2-AA5F-A8B9-F92B325F28EB}"/>
          </ac:spMkLst>
        </pc:spChg>
        <pc:spChg chg="mod">
          <ac:chgData name="Kathryn Clark (Astrea Central)" userId="d0e16b62-87cd-4242-828a-2f5e276be710" providerId="ADAL" clId="{19CD6828-3A08-4F98-B6C5-E5A747E4B7D1}" dt="2025-07-29T14:54:31.249" v="13910" actId="1076"/>
          <ac:spMkLst>
            <pc:docMk/>
            <pc:sldMk cId="3361736352" sldId="2704"/>
            <ac:spMk id="12" creationId="{396E0681-98F8-6D24-32D0-FA7E0847D6D3}"/>
          </ac:spMkLst>
        </pc:spChg>
        <pc:spChg chg="mod">
          <ac:chgData name="Kathryn Clark (Astrea Central)" userId="d0e16b62-87cd-4242-828a-2f5e276be710" providerId="ADAL" clId="{19CD6828-3A08-4F98-B6C5-E5A747E4B7D1}" dt="2025-07-25T13:39:46.133" v="10568" actId="790"/>
          <ac:spMkLst>
            <pc:docMk/>
            <pc:sldMk cId="3361736352" sldId="2704"/>
            <ac:spMk id="14" creationId="{418A8FF0-BD74-52EF-540D-1067382FFF99}"/>
          </ac:spMkLst>
        </pc:spChg>
        <pc:spChg chg="mod">
          <ac:chgData name="Kathryn Clark (Astrea Central)" userId="d0e16b62-87cd-4242-828a-2f5e276be710" providerId="ADAL" clId="{19CD6828-3A08-4F98-B6C5-E5A747E4B7D1}" dt="2025-07-29T14:55:54.788" v="13924" actId="20577"/>
          <ac:spMkLst>
            <pc:docMk/>
            <pc:sldMk cId="3361736352" sldId="2704"/>
            <ac:spMk id="18" creationId="{B81ADF85-0328-D3AE-A269-1376FAB5E659}"/>
          </ac:spMkLst>
        </pc:spChg>
        <pc:grpChg chg="mod">
          <ac:chgData name="Kathryn Clark (Astrea Central)" userId="d0e16b62-87cd-4242-828a-2f5e276be710" providerId="ADAL" clId="{19CD6828-3A08-4F98-B6C5-E5A747E4B7D1}" dt="2025-07-29T14:59:54.610" v="14037" actId="14100"/>
          <ac:grpSpMkLst>
            <pc:docMk/>
            <pc:sldMk cId="3361736352" sldId="2704"/>
            <ac:grpSpMk id="21" creationId="{C883E72C-AEFC-56B0-5449-105D5A6FB91C}"/>
          </ac:grpSpMkLst>
        </pc:grpChg>
        <pc:cxnChg chg="add mod">
          <ac:chgData name="Kathryn Clark (Astrea Central)" userId="d0e16b62-87cd-4242-828a-2f5e276be710" providerId="ADAL" clId="{19CD6828-3A08-4F98-B6C5-E5A747E4B7D1}" dt="2025-07-29T14:52:58.683" v="13858" actId="1076"/>
          <ac:cxnSpMkLst>
            <pc:docMk/>
            <pc:sldMk cId="3361736352" sldId="2704"/>
            <ac:cxnSpMk id="4" creationId="{9BD65A8C-60FD-4A03-BD71-643D241A6C14}"/>
          </ac:cxnSpMkLst>
        </pc:cxnChg>
        <pc:cxnChg chg="add mod">
          <ac:chgData name="Kathryn Clark (Astrea Central)" userId="d0e16b62-87cd-4242-828a-2f5e276be710" providerId="ADAL" clId="{19CD6828-3A08-4F98-B6C5-E5A747E4B7D1}" dt="2025-07-29T14:54:29.651" v="13909" actId="1076"/>
          <ac:cxnSpMkLst>
            <pc:docMk/>
            <pc:sldMk cId="3361736352" sldId="2704"/>
            <ac:cxnSpMk id="9" creationId="{749CB97A-2A45-3232-5FFC-FF8BDAD0060A}"/>
          </ac:cxnSpMkLst>
        </pc:cxnChg>
        <pc:cxnChg chg="add mod">
          <ac:chgData name="Kathryn Clark (Astrea Central)" userId="d0e16b62-87cd-4242-828a-2f5e276be710" providerId="ADAL" clId="{19CD6828-3A08-4F98-B6C5-E5A747E4B7D1}" dt="2025-07-29T14:54:35.236" v="13911" actId="1076"/>
          <ac:cxnSpMkLst>
            <pc:docMk/>
            <pc:sldMk cId="3361736352" sldId="2704"/>
            <ac:cxnSpMk id="10" creationId="{D74A5362-BE0F-C252-AAC8-DA941B8A23AB}"/>
          </ac:cxnSpMkLst>
        </pc:cxnChg>
      </pc:sldChg>
      <pc:sldChg chg="addSp delSp modSp mod">
        <pc:chgData name="Kathryn Clark (Astrea Central)" userId="d0e16b62-87cd-4242-828a-2f5e276be710" providerId="ADAL" clId="{19CD6828-3A08-4F98-B6C5-E5A747E4B7D1}" dt="2025-07-29T14:59:45.940" v="14036" actId="14100"/>
        <pc:sldMkLst>
          <pc:docMk/>
          <pc:sldMk cId="1605219722" sldId="2705"/>
        </pc:sldMkLst>
        <pc:spChg chg="mod">
          <ac:chgData name="Kathryn Clark (Astrea Central)" userId="d0e16b62-87cd-4242-828a-2f5e276be710" providerId="ADAL" clId="{19CD6828-3A08-4F98-B6C5-E5A747E4B7D1}" dt="2025-07-29T14:59:45.940" v="14036" actId="14100"/>
          <ac:spMkLst>
            <pc:docMk/>
            <pc:sldMk cId="1605219722" sldId="2705"/>
            <ac:spMk id="3" creationId="{29AFD5EA-CB73-F28E-8508-00F2A20A9753}"/>
          </ac:spMkLst>
        </pc:spChg>
        <pc:spChg chg="mod">
          <ac:chgData name="Kathryn Clark (Astrea Central)" userId="d0e16b62-87cd-4242-828a-2f5e276be710" providerId="ADAL" clId="{19CD6828-3A08-4F98-B6C5-E5A747E4B7D1}" dt="2025-07-29T14:59:38.431" v="14033" actId="14100"/>
          <ac:spMkLst>
            <pc:docMk/>
            <pc:sldMk cId="1605219722" sldId="2705"/>
            <ac:spMk id="5" creationId="{CAE743F0-60C3-2C00-789D-8D2C09DEC5C4}"/>
          </ac:spMkLst>
        </pc:spChg>
        <pc:spChg chg="add mod">
          <ac:chgData name="Kathryn Clark (Astrea Central)" userId="d0e16b62-87cd-4242-828a-2f5e276be710" providerId="ADAL" clId="{19CD6828-3A08-4F98-B6C5-E5A747E4B7D1}" dt="2025-07-29T14:54:47.542" v="13915"/>
          <ac:spMkLst>
            <pc:docMk/>
            <pc:sldMk cId="1605219722" sldId="2705"/>
            <ac:spMk id="7" creationId="{DDE60F5E-89F7-1C95-DB04-C615546C6B3E}"/>
          </ac:spMkLst>
        </pc:spChg>
        <pc:cxnChg chg="add mod">
          <ac:chgData name="Kathryn Clark (Astrea Central)" userId="d0e16b62-87cd-4242-828a-2f5e276be710" providerId="ADAL" clId="{19CD6828-3A08-4F98-B6C5-E5A747E4B7D1}" dt="2025-07-29T14:53:43.205" v="13881" actId="1076"/>
          <ac:cxnSpMkLst>
            <pc:docMk/>
            <pc:sldMk cId="1605219722" sldId="2705"/>
            <ac:cxnSpMk id="2" creationId="{B8FFC02C-9BBE-B640-E75F-2A414518AEAB}"/>
          </ac:cxnSpMkLst>
        </pc:cxnChg>
      </pc:sldChg>
      <pc:sldChg chg="modSp del mod">
        <pc:chgData name="Kathryn Clark (Astrea Central)" userId="d0e16b62-87cd-4242-828a-2f5e276be710" providerId="ADAL" clId="{19CD6828-3A08-4F98-B6C5-E5A747E4B7D1}" dt="2025-07-29T13:01:07.238" v="10626" actId="47"/>
        <pc:sldMkLst>
          <pc:docMk/>
          <pc:sldMk cId="3239936472" sldId="2706"/>
        </pc:sldMkLst>
      </pc:sldChg>
      <pc:sldChg chg="add del">
        <pc:chgData name="Kathryn Clark (Astrea Central)" userId="d0e16b62-87cd-4242-828a-2f5e276be710" providerId="ADAL" clId="{19CD6828-3A08-4F98-B6C5-E5A747E4B7D1}" dt="2025-07-24T10:44:46.329" v="243" actId="47"/>
        <pc:sldMkLst>
          <pc:docMk/>
          <pc:sldMk cId="661777489" sldId="2707"/>
        </pc:sldMkLst>
      </pc:sldChg>
      <pc:sldChg chg="addSp delSp modSp new mo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738503352" sldId="2707"/>
        </pc:sldMkLst>
      </pc:sldChg>
      <pc:sldChg chg="addSp delSp modSp add mo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2715339575" sldId="2708"/>
        </pc:sldMkLst>
      </pc:sldChg>
      <pc:sldChg chg="addSp delSp modSp add mo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3848619431" sldId="2709"/>
        </pc:sldMkLst>
      </pc:sldChg>
      <pc:sldChg chg="addSp modSp new mod">
        <pc:chgData name="Kathryn Clark (Astrea Central)" userId="d0e16b62-87cd-4242-828a-2f5e276be710" providerId="ADAL" clId="{19CD6828-3A08-4F98-B6C5-E5A747E4B7D1}" dt="2025-07-29T15:02:57.363" v="14108" actId="14100"/>
        <pc:sldMkLst>
          <pc:docMk/>
          <pc:sldMk cId="843583959" sldId="2710"/>
        </pc:sldMkLst>
      </pc:sldChg>
      <pc:sldChg chg="addSp delSp modSp new mo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2244115812" sldId="2711"/>
        </pc:sldMkLst>
      </pc:sldChg>
      <pc:sldChg chg="addSp delSp modSp new mod">
        <pc:chgData name="Kathryn Clark (Astrea Central)" userId="d0e16b62-87cd-4242-828a-2f5e276be710" providerId="ADAL" clId="{19CD6828-3A08-4F98-B6C5-E5A747E4B7D1}" dt="2025-07-29T15:03:32.312" v="14114" actId="14100"/>
        <pc:sldMkLst>
          <pc:docMk/>
          <pc:sldMk cId="2684023289" sldId="2712"/>
        </pc:sldMkLst>
      </pc:sldChg>
      <pc:sldChg chg="addSp delSp modSp add mod ord">
        <pc:chgData name="Kathryn Clark (Astrea Central)" userId="d0e16b62-87cd-4242-828a-2f5e276be710" providerId="ADAL" clId="{19CD6828-3A08-4F98-B6C5-E5A747E4B7D1}" dt="2025-08-06T12:52:22.618" v="45359" actId="1036"/>
        <pc:sldMkLst>
          <pc:docMk/>
          <pc:sldMk cId="1996236475" sldId="2713"/>
        </pc:sldMkLst>
      </pc:sldChg>
      <pc:sldChg chg="addSp delSp modSp add mod">
        <pc:chgData name="Kathryn Clark (Astrea Central)" userId="d0e16b62-87cd-4242-828a-2f5e276be710" providerId="ADAL" clId="{19CD6828-3A08-4F98-B6C5-E5A747E4B7D1}" dt="2025-07-25T13:39:46.133" v="10568" actId="790"/>
        <pc:sldMkLst>
          <pc:docMk/>
          <pc:sldMk cId="2351065339" sldId="2714"/>
        </pc:sldMkLst>
      </pc:sldChg>
      <pc:sldChg chg="addSp delSp modSp add mod or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96827732" sldId="2715"/>
        </pc:sldMkLst>
      </pc:sldChg>
      <pc:sldChg chg="addSp delSp modSp add mo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1200818547" sldId="2716"/>
        </pc:sldMkLst>
      </pc:sldChg>
      <pc:sldChg chg="addSp delSp modSp add mod ord">
        <pc:chgData name="Kathryn Clark (Astrea Central)" userId="d0e16b62-87cd-4242-828a-2f5e276be710" providerId="ADAL" clId="{19CD6828-3A08-4F98-B6C5-E5A747E4B7D1}" dt="2025-07-29T15:03:52.359" v="14117" actId="14100"/>
        <pc:sldMkLst>
          <pc:docMk/>
          <pc:sldMk cId="649351142" sldId="2717"/>
        </pc:sldMkLst>
      </pc:sldChg>
      <pc:sldChg chg="addSp delSp modSp add mod">
        <pc:chgData name="Kathryn Clark (Astrea Central)" userId="d0e16b62-87cd-4242-828a-2f5e276be710" providerId="ADAL" clId="{19CD6828-3A08-4F98-B6C5-E5A747E4B7D1}" dt="2025-07-30T13:19:55.563" v="21267" actId="14100"/>
        <pc:sldMkLst>
          <pc:docMk/>
          <pc:sldMk cId="3148525930" sldId="2718"/>
        </pc:sldMkLst>
      </pc:sldChg>
      <pc:sldChg chg="addSp modSp add mo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725805775" sldId="2719"/>
        </pc:sldMkLst>
        <pc:spChg chg="mod">
          <ac:chgData name="Kathryn Clark (Astrea Central)" userId="d0e16b62-87cd-4242-828a-2f5e276be710" providerId="ADAL" clId="{19CD6828-3A08-4F98-B6C5-E5A747E4B7D1}" dt="2025-07-29T15:10:39.891" v="14250" actId="14100"/>
          <ac:spMkLst>
            <pc:docMk/>
            <pc:sldMk cId="725805775" sldId="2719"/>
            <ac:spMk id="4" creationId="{1C705DAE-8548-8779-116C-0686EA3D81F3}"/>
          </ac:spMkLst>
        </pc:spChg>
        <pc:spChg chg="mod">
          <ac:chgData name="Kathryn Clark (Astrea Central)" userId="d0e16b62-87cd-4242-828a-2f5e276be710" providerId="ADAL" clId="{19CD6828-3A08-4F98-B6C5-E5A747E4B7D1}" dt="2025-07-29T15:10:31.014" v="14249" actId="14100"/>
          <ac:spMkLst>
            <pc:docMk/>
            <pc:sldMk cId="725805775" sldId="2719"/>
            <ac:spMk id="13" creationId="{D443785D-51AB-2FC5-9554-A428395B559D}"/>
          </ac:spMkLst>
        </pc:spChg>
        <pc:spChg chg="mod">
          <ac:chgData name="Kathryn Clark (Astrea Central)" userId="d0e16b62-87cd-4242-828a-2f5e276be710" providerId="ADAL" clId="{19CD6828-3A08-4F98-B6C5-E5A747E4B7D1}" dt="2025-07-29T15:10:39.891" v="14250" actId="14100"/>
          <ac:spMkLst>
            <pc:docMk/>
            <pc:sldMk cId="725805775" sldId="2719"/>
            <ac:spMk id="15" creationId="{231FA55F-B4CB-985D-4183-938A6FD3DE5E}"/>
          </ac:spMkLst>
        </pc:spChg>
        <pc:spChg chg="mod">
          <ac:chgData name="Kathryn Clark (Astrea Central)" userId="d0e16b62-87cd-4242-828a-2f5e276be710" providerId="ADAL" clId="{19CD6828-3A08-4F98-B6C5-E5A747E4B7D1}" dt="2025-07-29T15:10:03.022" v="14241" actId="20577"/>
          <ac:spMkLst>
            <pc:docMk/>
            <pc:sldMk cId="725805775" sldId="2719"/>
            <ac:spMk id="16" creationId="{B7507558-FA1C-3D75-A833-82E86D09134F}"/>
          </ac:spMkLst>
        </pc:spChg>
        <pc:graphicFrameChg chg="modGraphic">
          <ac:chgData name="Kathryn Clark (Astrea Central)" userId="d0e16b62-87cd-4242-828a-2f5e276be710" providerId="ADAL" clId="{19CD6828-3A08-4F98-B6C5-E5A747E4B7D1}" dt="2025-07-29T15:10:18.801" v="14248" actId="113"/>
          <ac:graphicFrameMkLst>
            <pc:docMk/>
            <pc:sldMk cId="725805775" sldId="2719"/>
            <ac:graphicFrameMk id="6" creationId="{6F1A9708-F8DF-7D1F-EACC-A8BB8A9E6403}"/>
          </ac:graphicFrameMkLst>
        </pc:graphicFrameChg>
        <pc:graphicFrameChg chg="mod modGraphic">
          <ac:chgData name="Kathryn Clark (Astrea Central)" userId="d0e16b62-87cd-4242-828a-2f5e276be710" providerId="ADAL" clId="{19CD6828-3A08-4F98-B6C5-E5A747E4B7D1}" dt="2025-08-04T16:52:08.130" v="45344"/>
          <ac:graphicFrameMkLst>
            <pc:docMk/>
            <pc:sldMk cId="725805775" sldId="2719"/>
            <ac:graphicFrameMk id="14" creationId="{70A67236-C0A7-CFAB-C34F-BE0E545826D8}"/>
          </ac:graphicFrameMkLst>
        </pc:graphicFrameChg>
      </pc:sldChg>
      <pc:sldChg chg="addSp delSp modSp add mod ord modShow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2311879112" sldId="2720"/>
        </pc:sldMkLst>
      </pc:sldChg>
      <pc:sldChg chg="addSp delSp modSp add mo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3570258967" sldId="2721"/>
        </pc:sldMkLst>
      </pc:sldChg>
      <pc:sldChg chg="addSp delSp modSp add mod">
        <pc:chgData name="Kathryn Clark (Astrea Central)" userId="d0e16b62-87cd-4242-828a-2f5e276be710" providerId="ADAL" clId="{19CD6828-3A08-4F98-B6C5-E5A747E4B7D1}" dt="2025-08-04T14:03:29.592" v="44470" actId="1037"/>
        <pc:sldMkLst>
          <pc:docMk/>
          <pc:sldMk cId="1907887199" sldId="2722"/>
        </pc:sldMkLst>
      </pc:sldChg>
      <pc:sldChg chg="add del">
        <pc:chgData name="Kathryn Clark (Astrea Central)" userId="d0e16b62-87cd-4242-828a-2f5e276be710" providerId="ADAL" clId="{19CD6828-3A08-4F98-B6C5-E5A747E4B7D1}" dt="2025-07-29T14:19:04.231" v="12826" actId="47"/>
        <pc:sldMkLst>
          <pc:docMk/>
          <pc:sldMk cId="4064705746" sldId="2722"/>
        </pc:sldMkLst>
      </pc:sldChg>
      <pc:sldChg chg="modSp add mod or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3950690817" sldId="2723"/>
        </pc:sldMkLst>
      </pc:sldChg>
      <pc:sldChg chg="new del">
        <pc:chgData name="Kathryn Clark (Astrea Central)" userId="d0e16b62-87cd-4242-828a-2f5e276be710" providerId="ADAL" clId="{19CD6828-3A08-4F98-B6C5-E5A747E4B7D1}" dt="2025-07-29T15:21:46.845" v="14502" actId="47"/>
        <pc:sldMkLst>
          <pc:docMk/>
          <pc:sldMk cId="545438253" sldId="2724"/>
        </pc:sldMkLst>
      </pc:sldChg>
      <pc:sldChg chg="add del">
        <pc:chgData name="Kathryn Clark (Astrea Central)" userId="d0e16b62-87cd-4242-828a-2f5e276be710" providerId="ADAL" clId="{19CD6828-3A08-4F98-B6C5-E5A747E4B7D1}" dt="2025-07-30T08:55:07.985" v="15926" actId="47"/>
        <pc:sldMkLst>
          <pc:docMk/>
          <pc:sldMk cId="2272257009" sldId="2724"/>
        </pc:sldMkLst>
      </pc:sldChg>
      <pc:sldChg chg="addSp delSp modSp add mod">
        <pc:chgData name="Kathryn Clark (Astrea Central)" userId="d0e16b62-87cd-4242-828a-2f5e276be710" providerId="ADAL" clId="{19CD6828-3A08-4F98-B6C5-E5A747E4B7D1}" dt="2025-07-30T13:16:35.510" v="21160" actId="1036"/>
        <pc:sldMkLst>
          <pc:docMk/>
          <pc:sldMk cId="37649978" sldId="2725"/>
        </pc:sldMkLst>
      </pc:sldChg>
      <pc:sldChg chg="addSp delSp modSp add mod">
        <pc:chgData name="Kathryn Clark (Astrea Central)" userId="d0e16b62-87cd-4242-828a-2f5e276be710" providerId="ADAL" clId="{19CD6828-3A08-4F98-B6C5-E5A747E4B7D1}" dt="2025-08-04T16:52:29.282" v="45355" actId="20577"/>
        <pc:sldMkLst>
          <pc:docMk/>
          <pc:sldMk cId="550387963" sldId="2726"/>
        </pc:sldMkLst>
      </pc:sldChg>
      <pc:sldChg chg="addSp delSp modSp add mod">
        <pc:chgData name="Kathryn Clark (Astrea Central)" userId="d0e16b62-87cd-4242-828a-2f5e276be710" providerId="ADAL" clId="{19CD6828-3A08-4F98-B6C5-E5A747E4B7D1}" dt="2025-07-30T09:26:56.815" v="17020" actId="1036"/>
        <pc:sldMkLst>
          <pc:docMk/>
          <pc:sldMk cId="2393471396" sldId="2727"/>
        </pc:sldMkLst>
      </pc:sldChg>
      <pc:sldChg chg="addSp delSp modSp add mod">
        <pc:chgData name="Kathryn Clark (Astrea Central)" userId="d0e16b62-87cd-4242-828a-2f5e276be710" providerId="ADAL" clId="{19CD6828-3A08-4F98-B6C5-E5A747E4B7D1}" dt="2025-08-04T14:01:33.173" v="44377" actId="14100"/>
        <pc:sldMkLst>
          <pc:docMk/>
          <pc:sldMk cId="1558718074" sldId="2728"/>
        </pc:sldMkLst>
      </pc:sldChg>
      <pc:sldChg chg="addSp delSp modSp add mod">
        <pc:chgData name="Kathryn Clark (Astrea Central)" userId="d0e16b62-87cd-4242-828a-2f5e276be710" providerId="ADAL" clId="{19CD6828-3A08-4F98-B6C5-E5A747E4B7D1}" dt="2025-08-04T14:02:11.368" v="44421" actId="14100"/>
        <pc:sldMkLst>
          <pc:docMk/>
          <pc:sldMk cId="1242708490" sldId="2729"/>
        </pc:sldMkLst>
      </pc:sldChg>
      <pc:sldChg chg="addSp delSp modSp add mod">
        <pc:chgData name="Kathryn Clark (Astrea Central)" userId="d0e16b62-87cd-4242-828a-2f5e276be710" providerId="ADAL" clId="{19CD6828-3A08-4F98-B6C5-E5A747E4B7D1}" dt="2025-07-31T09:36:44.715" v="22319" actId="1076"/>
        <pc:sldMkLst>
          <pc:docMk/>
          <pc:sldMk cId="3822218257" sldId="2730"/>
        </pc:sldMkLst>
      </pc:sldChg>
      <pc:sldChg chg="add del ord">
        <pc:chgData name="Kathryn Clark (Astrea Central)" userId="d0e16b62-87cd-4242-828a-2f5e276be710" providerId="ADAL" clId="{19CD6828-3A08-4F98-B6C5-E5A747E4B7D1}" dt="2025-07-30T09:48:38.038" v="17628" actId="47"/>
        <pc:sldMkLst>
          <pc:docMk/>
          <pc:sldMk cId="3594365347" sldId="2731"/>
        </pc:sldMkLst>
      </pc:sldChg>
      <pc:sldChg chg="addSp delSp modSp add mo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4237765148" sldId="2731"/>
        </pc:sldMkLst>
      </pc:sldChg>
      <pc:sldChg chg="addSp delSp modSp add mod">
        <pc:chgData name="Kathryn Clark (Astrea Central)" userId="d0e16b62-87cd-4242-828a-2f5e276be710" providerId="ADAL" clId="{19CD6828-3A08-4F98-B6C5-E5A747E4B7D1}" dt="2025-07-31T09:37:16.053" v="22324" actId="20577"/>
        <pc:sldMkLst>
          <pc:docMk/>
          <pc:sldMk cId="2354787100" sldId="2732"/>
        </pc:sldMkLst>
      </pc:sldChg>
      <pc:sldChg chg="addSp delSp modSp add mo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3671824443" sldId="2733"/>
        </pc:sldMkLst>
      </pc:sldChg>
      <pc:sldChg chg="addSp delSp modSp add mod">
        <pc:chgData name="Kathryn Clark (Astrea Central)" userId="d0e16b62-87cd-4242-828a-2f5e276be710" providerId="ADAL" clId="{19CD6828-3A08-4F98-B6C5-E5A747E4B7D1}" dt="2025-07-31T09:37:27.811" v="22327" actId="20577"/>
        <pc:sldMkLst>
          <pc:docMk/>
          <pc:sldMk cId="2682670728" sldId="2734"/>
        </pc:sldMkLst>
      </pc:sldChg>
      <pc:sldChg chg="addSp delSp modSp add mod">
        <pc:chgData name="Kathryn Clark (Astrea Central)" userId="d0e16b62-87cd-4242-828a-2f5e276be710" providerId="ADAL" clId="{19CD6828-3A08-4F98-B6C5-E5A747E4B7D1}" dt="2025-07-31T09:37:36.096" v="22330" actId="20577"/>
        <pc:sldMkLst>
          <pc:docMk/>
          <pc:sldMk cId="3269876765" sldId="2735"/>
        </pc:sldMkLst>
      </pc:sldChg>
      <pc:sldChg chg="modSp add mod">
        <pc:chgData name="Kathryn Clark (Astrea Central)" userId="d0e16b62-87cd-4242-828a-2f5e276be710" providerId="ADAL" clId="{19CD6828-3A08-4F98-B6C5-E5A747E4B7D1}" dt="2025-07-30T10:41:05.390" v="18810" actId="404"/>
        <pc:sldMkLst>
          <pc:docMk/>
          <pc:sldMk cId="2551116451" sldId="2736"/>
        </pc:sldMkLst>
      </pc:sldChg>
      <pc:sldChg chg="addSp delSp modSp add mo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326515954" sldId="2737"/>
        </pc:sldMkLst>
      </pc:sldChg>
      <pc:sldChg chg="add del">
        <pc:chgData name="Kathryn Clark (Astrea Central)" userId="d0e16b62-87cd-4242-828a-2f5e276be710" providerId="ADAL" clId="{19CD6828-3A08-4F98-B6C5-E5A747E4B7D1}" dt="2025-07-30T10:44:13.738" v="18861"/>
        <pc:sldMkLst>
          <pc:docMk/>
          <pc:sldMk cId="803180155" sldId="2737"/>
        </pc:sldMkLst>
      </pc:sldChg>
      <pc:sldChg chg="add del">
        <pc:chgData name="Kathryn Clark (Astrea Central)" userId="d0e16b62-87cd-4242-828a-2f5e276be710" providerId="ADAL" clId="{19CD6828-3A08-4F98-B6C5-E5A747E4B7D1}" dt="2025-07-30T10:41:29.614" v="18812"/>
        <pc:sldMkLst>
          <pc:docMk/>
          <pc:sldMk cId="3765666445" sldId="2737"/>
        </pc:sldMkLst>
      </pc:sldChg>
      <pc:sldChg chg="addSp delSp modSp add mo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4064081495" sldId="2738"/>
        </pc:sldMkLst>
      </pc:sldChg>
      <pc:sldChg chg="addSp delSp modSp add mod or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3372495540" sldId="2739"/>
        </pc:sldMkLst>
      </pc:sldChg>
      <pc:sldChg chg="addSp delSp modSp add mod">
        <pc:chgData name="Kathryn Clark (Astrea Central)" userId="d0e16b62-87cd-4242-828a-2f5e276be710" providerId="ADAL" clId="{19CD6828-3A08-4F98-B6C5-E5A747E4B7D1}" dt="2025-07-31T09:38:04.684" v="22338" actId="113"/>
        <pc:sldMkLst>
          <pc:docMk/>
          <pc:sldMk cId="2625264916" sldId="2740"/>
        </pc:sldMkLst>
      </pc:sldChg>
      <pc:sldChg chg="addSp delSp modSp add mod">
        <pc:chgData name="Kathryn Clark (Astrea Central)" userId="d0e16b62-87cd-4242-828a-2f5e276be710" providerId="ADAL" clId="{19CD6828-3A08-4F98-B6C5-E5A747E4B7D1}" dt="2025-08-04T14:02:50.873" v="44438" actId="1036"/>
        <pc:sldMkLst>
          <pc:docMk/>
          <pc:sldMk cId="3056171141" sldId="2741"/>
        </pc:sldMkLst>
      </pc:sldChg>
      <pc:sldChg chg="addSp delSp modSp add del mod ord">
        <pc:chgData name="Kathryn Clark (Astrea Central)" userId="d0e16b62-87cd-4242-828a-2f5e276be710" providerId="ADAL" clId="{19CD6828-3A08-4F98-B6C5-E5A747E4B7D1}" dt="2025-07-31T10:39:21.379" v="25059" actId="47"/>
        <pc:sldMkLst>
          <pc:docMk/>
          <pc:sldMk cId="73778366" sldId="2742"/>
        </pc:sldMkLst>
      </pc:sldChg>
      <pc:sldChg chg="addSp delSp modSp add mod">
        <pc:chgData name="Kathryn Clark (Astrea Central)" userId="d0e16b62-87cd-4242-828a-2f5e276be710" providerId="ADAL" clId="{19CD6828-3A08-4F98-B6C5-E5A747E4B7D1}" dt="2025-08-04T14:01:47.061" v="44379" actId="14100"/>
        <pc:sldMkLst>
          <pc:docMk/>
          <pc:sldMk cId="393827516" sldId="2743"/>
        </pc:sldMkLst>
      </pc:sldChg>
      <pc:sldChg chg="addSp delSp modSp add mod">
        <pc:chgData name="Kathryn Clark (Astrea Central)" userId="d0e16b62-87cd-4242-828a-2f5e276be710" providerId="ADAL" clId="{19CD6828-3A08-4F98-B6C5-E5A747E4B7D1}" dt="2025-08-04T14:02:06.480" v="44420" actId="1036"/>
        <pc:sldMkLst>
          <pc:docMk/>
          <pc:sldMk cId="530186686" sldId="2744"/>
        </pc:sldMkLst>
      </pc:sldChg>
      <pc:sldChg chg="addSp delSp modSp add mod">
        <pc:chgData name="Kathryn Clark (Astrea Central)" userId="d0e16b62-87cd-4242-828a-2f5e276be710" providerId="ADAL" clId="{19CD6828-3A08-4F98-B6C5-E5A747E4B7D1}" dt="2025-08-04T14:03:03.299" v="44465" actId="14100"/>
        <pc:sldMkLst>
          <pc:docMk/>
          <pc:sldMk cId="1871282795" sldId="2745"/>
        </pc:sldMkLst>
      </pc:sldChg>
      <pc:sldChg chg="delSp add del mod">
        <pc:chgData name="Kathryn Clark (Astrea Central)" userId="d0e16b62-87cd-4242-828a-2f5e276be710" providerId="ADAL" clId="{19CD6828-3A08-4F98-B6C5-E5A747E4B7D1}" dt="2025-07-31T10:58:39.775" v="25529" actId="47"/>
        <pc:sldMkLst>
          <pc:docMk/>
          <pc:sldMk cId="3203229536" sldId="2748"/>
        </pc:sldMkLst>
      </pc:sldChg>
      <pc:sldChg chg="addSp delSp modSp new mo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2725294789" sldId="2749"/>
        </pc:sldMkLst>
      </pc:sldChg>
      <pc:sldChg chg="addSp delSp modSp add mod or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148116952" sldId="2750"/>
        </pc:sldMkLst>
      </pc:sldChg>
      <pc:sldChg chg="delSp add del mod ord">
        <pc:chgData name="Kathryn Clark (Astrea Central)" userId="d0e16b62-87cd-4242-828a-2f5e276be710" providerId="ADAL" clId="{19CD6828-3A08-4F98-B6C5-E5A747E4B7D1}" dt="2025-08-01T11:32:00.043" v="27728" actId="47"/>
        <pc:sldMkLst>
          <pc:docMk/>
          <pc:sldMk cId="2101533061" sldId="2751"/>
        </pc:sldMkLst>
      </pc:sldChg>
      <pc:sldChg chg="addSp delSp modSp add mod or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3507532733" sldId="2752"/>
        </pc:sldMkLst>
      </pc:sldChg>
      <pc:sldChg chg="addSp delSp modSp new mod">
        <pc:chgData name="Kathryn Clark (Astrea Central)" userId="d0e16b62-87cd-4242-828a-2f5e276be710" providerId="ADAL" clId="{19CD6828-3A08-4F98-B6C5-E5A747E4B7D1}" dt="2025-08-04T14:28:28.617" v="45187" actId="113"/>
        <pc:sldMkLst>
          <pc:docMk/>
          <pc:sldMk cId="2420241785" sldId="2753"/>
        </pc:sldMkLst>
      </pc:sldChg>
      <pc:sldChg chg="add del">
        <pc:chgData name="Kathryn Clark (Astrea Central)" userId="d0e16b62-87cd-4242-828a-2f5e276be710" providerId="ADAL" clId="{19CD6828-3A08-4F98-B6C5-E5A747E4B7D1}" dt="2025-08-01T10:09:43.533" v="26786" actId="47"/>
        <pc:sldMkLst>
          <pc:docMk/>
          <pc:sldMk cId="3265309983" sldId="2753"/>
        </pc:sldMkLst>
      </pc:sldChg>
      <pc:sldChg chg="addSp delSp modSp add mo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2003019914" sldId="2754"/>
        </pc:sldMkLst>
      </pc:sldChg>
      <pc:sldChg chg="addSp delSp modSp add mod">
        <pc:chgData name="Kathryn Clark (Astrea Central)" userId="d0e16b62-87cd-4242-828a-2f5e276be710" providerId="ADAL" clId="{19CD6828-3A08-4F98-B6C5-E5A747E4B7D1}" dt="2025-08-01T13:27:57.558" v="30673"/>
        <pc:sldMkLst>
          <pc:docMk/>
          <pc:sldMk cId="4278620915" sldId="2755"/>
        </pc:sldMkLst>
      </pc:sldChg>
      <pc:sldChg chg="new del">
        <pc:chgData name="Kathryn Clark (Astrea Central)" userId="d0e16b62-87cd-4242-828a-2f5e276be710" providerId="ADAL" clId="{19CD6828-3A08-4F98-B6C5-E5A747E4B7D1}" dt="2025-08-01T12:53:45.213" v="30154" actId="680"/>
        <pc:sldMkLst>
          <pc:docMk/>
          <pc:sldMk cId="1867542935" sldId="2756"/>
        </pc:sldMkLst>
      </pc:sldChg>
      <pc:sldChg chg="addSp delSp modSp new mod ord">
        <pc:chgData name="Kathryn Clark (Astrea Central)" userId="d0e16b62-87cd-4242-828a-2f5e276be710" providerId="ADAL" clId="{19CD6828-3A08-4F98-B6C5-E5A747E4B7D1}" dt="2025-08-04T14:08:49.703" v="44586" actId="1036"/>
        <pc:sldMkLst>
          <pc:docMk/>
          <pc:sldMk cId="3777841971" sldId="2756"/>
        </pc:sldMkLst>
      </pc:sldChg>
      <pc:sldChg chg="add del">
        <pc:chgData name="Kathryn Clark (Astrea Central)" userId="d0e16b62-87cd-4242-828a-2f5e276be710" providerId="ADAL" clId="{19CD6828-3A08-4F98-B6C5-E5A747E4B7D1}" dt="2025-08-01T13:45:07.308" v="30976"/>
        <pc:sldMkLst>
          <pc:docMk/>
          <pc:sldMk cId="3316018198" sldId="2757"/>
        </pc:sldMkLst>
      </pc:sldChg>
      <pc:sldChg chg="addSp delSp modSp add mod or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4207511937" sldId="2757"/>
        </pc:sldMkLst>
      </pc:sldChg>
      <pc:sldChg chg="addSp delSp modSp add mod or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4129393176" sldId="2758"/>
        </pc:sldMkLst>
      </pc:sldChg>
      <pc:sldChg chg="add del">
        <pc:chgData name="Kathryn Clark (Astrea Central)" userId="d0e16b62-87cd-4242-828a-2f5e276be710" providerId="ADAL" clId="{19CD6828-3A08-4F98-B6C5-E5A747E4B7D1}" dt="2025-08-01T15:39:15.143" v="34290" actId="47"/>
        <pc:sldMkLst>
          <pc:docMk/>
          <pc:sldMk cId="2490302120" sldId="2759"/>
        </pc:sldMkLst>
      </pc:sldChg>
      <pc:sldChg chg="addSp delSp modSp add del mod ord">
        <pc:chgData name="Kathryn Clark (Astrea Central)" userId="d0e16b62-87cd-4242-828a-2f5e276be710" providerId="ADAL" clId="{19CD6828-3A08-4F98-B6C5-E5A747E4B7D1}" dt="2025-08-01T16:12:06.205" v="35906" actId="47"/>
        <pc:sldMkLst>
          <pc:docMk/>
          <pc:sldMk cId="1745287727" sldId="2760"/>
        </pc:sldMkLst>
      </pc:sldChg>
      <pc:sldChg chg="add del ord">
        <pc:chgData name="Kathryn Clark (Astrea Central)" userId="d0e16b62-87cd-4242-828a-2f5e276be710" providerId="ADAL" clId="{19CD6828-3A08-4F98-B6C5-E5A747E4B7D1}" dt="2025-08-01T16:42:09.330" v="36638" actId="47"/>
        <pc:sldMkLst>
          <pc:docMk/>
          <pc:sldMk cId="1155721706" sldId="2761"/>
        </pc:sldMkLst>
      </pc:sldChg>
      <pc:sldChg chg="add del">
        <pc:chgData name="Kathryn Clark (Astrea Central)" userId="d0e16b62-87cd-4242-828a-2f5e276be710" providerId="ADAL" clId="{19CD6828-3A08-4F98-B6C5-E5A747E4B7D1}" dt="2025-08-01T16:42:56.515" v="36639" actId="47"/>
        <pc:sldMkLst>
          <pc:docMk/>
          <pc:sldMk cId="2038539790" sldId="2762"/>
        </pc:sldMkLst>
      </pc:sldChg>
      <pc:sldChg chg="add del">
        <pc:chgData name="Kathryn Clark (Astrea Central)" userId="d0e16b62-87cd-4242-828a-2f5e276be710" providerId="ADAL" clId="{19CD6828-3A08-4F98-B6C5-E5A747E4B7D1}" dt="2025-08-01T16:42:57.038" v="36640" actId="47"/>
        <pc:sldMkLst>
          <pc:docMk/>
          <pc:sldMk cId="3827536999" sldId="2763"/>
        </pc:sldMkLst>
      </pc:sldChg>
      <pc:sldChg chg="add del">
        <pc:chgData name="Kathryn Clark (Astrea Central)" userId="d0e16b62-87cd-4242-828a-2f5e276be710" providerId="ADAL" clId="{19CD6828-3A08-4F98-B6C5-E5A747E4B7D1}" dt="2025-08-01T16:43:04.215" v="36641" actId="47"/>
        <pc:sldMkLst>
          <pc:docMk/>
          <pc:sldMk cId="2631822624" sldId="2764"/>
        </pc:sldMkLst>
      </pc:sldChg>
      <pc:sldChg chg="delSp add del mod">
        <pc:chgData name="Kathryn Clark (Astrea Central)" userId="d0e16b62-87cd-4242-828a-2f5e276be710" providerId="ADAL" clId="{19CD6828-3A08-4F98-B6C5-E5A747E4B7D1}" dt="2025-08-01T15:44:41.827" v="34392" actId="47"/>
        <pc:sldMkLst>
          <pc:docMk/>
          <pc:sldMk cId="1099546865" sldId="2765"/>
        </pc:sldMkLst>
      </pc:sldChg>
      <pc:sldChg chg="addSp delSp modSp add mod or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2561133856" sldId="2765"/>
        </pc:sldMkLst>
      </pc:sldChg>
      <pc:sldChg chg="addSp delSp modSp new mod ord">
        <pc:chgData name="Kathryn Clark (Astrea Central)" userId="d0e16b62-87cd-4242-828a-2f5e276be710" providerId="ADAL" clId="{19CD6828-3A08-4F98-B6C5-E5A747E4B7D1}" dt="2025-08-04T14:27:31.703" v="45153" actId="113"/>
        <pc:sldMkLst>
          <pc:docMk/>
          <pc:sldMk cId="128374997" sldId="2766"/>
        </pc:sldMkLst>
      </pc:sldChg>
      <pc:sldChg chg="addSp delSp modSp add mod ord">
        <pc:chgData name="Kathryn Clark (Astrea Central)" userId="d0e16b62-87cd-4242-828a-2f5e276be710" providerId="ADAL" clId="{19CD6828-3A08-4F98-B6C5-E5A747E4B7D1}" dt="2025-08-04T14:27:49.779" v="45159" actId="113"/>
        <pc:sldMkLst>
          <pc:docMk/>
          <pc:sldMk cId="3507381526" sldId="2767"/>
        </pc:sldMkLst>
      </pc:sldChg>
      <pc:sldChg chg="addSp delSp modSp add mod or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2592245757" sldId="2768"/>
        </pc:sldMkLst>
      </pc:sldChg>
      <pc:sldChg chg="addSp delSp modSp add mod ord">
        <pc:chgData name="Kathryn Clark (Astrea Central)" userId="d0e16b62-87cd-4242-828a-2f5e276be710" providerId="ADAL" clId="{19CD6828-3A08-4F98-B6C5-E5A747E4B7D1}" dt="2025-08-01T18:29:27.412" v="39448"/>
        <pc:sldMkLst>
          <pc:docMk/>
          <pc:sldMk cId="3575009653" sldId="2769"/>
        </pc:sldMkLst>
      </pc:sldChg>
      <pc:sldChg chg="addSp delSp modSp new mod ord">
        <pc:chgData name="Kathryn Clark (Astrea Central)" userId="d0e16b62-87cd-4242-828a-2f5e276be710" providerId="ADAL" clId="{19CD6828-3A08-4F98-B6C5-E5A747E4B7D1}" dt="2025-08-04T09:26:44.906" v="41124" actId="1076"/>
        <pc:sldMkLst>
          <pc:docMk/>
          <pc:sldMk cId="2394020783" sldId="2770"/>
        </pc:sldMkLst>
      </pc:sldChg>
      <pc:sldChg chg="addSp modSp new del mod">
        <pc:chgData name="Kathryn Clark (Astrea Central)" userId="d0e16b62-87cd-4242-828a-2f5e276be710" providerId="ADAL" clId="{19CD6828-3A08-4F98-B6C5-E5A747E4B7D1}" dt="2025-08-01T18:35:50.598" v="39895" actId="47"/>
        <pc:sldMkLst>
          <pc:docMk/>
          <pc:sldMk cId="2033803928" sldId="2771"/>
        </pc:sldMkLst>
      </pc:sldChg>
      <pc:sldChg chg="addSp modSp add mod">
        <pc:chgData name="Kathryn Clark (Astrea Central)" userId="d0e16b62-87cd-4242-828a-2f5e276be710" providerId="ADAL" clId="{19CD6828-3A08-4F98-B6C5-E5A747E4B7D1}" dt="2025-08-04T13:55:58.627" v="44315" actId="1036"/>
        <pc:sldMkLst>
          <pc:docMk/>
          <pc:sldMk cId="2915799323" sldId="2771"/>
        </pc:sldMkLst>
      </pc:sldChg>
      <pc:sldChg chg="addSp delSp modSp add mo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303439746" sldId="2772"/>
        </pc:sldMkLst>
      </pc:sldChg>
      <pc:sldChg chg="addSp delSp modSp add mod">
        <pc:chgData name="Kathryn Clark (Astrea Central)" userId="d0e16b62-87cd-4242-828a-2f5e276be710" providerId="ADAL" clId="{19CD6828-3A08-4F98-B6C5-E5A747E4B7D1}" dt="2025-08-04T14:09:33.532" v="44609" actId="1036"/>
        <pc:sldMkLst>
          <pc:docMk/>
          <pc:sldMk cId="2572332978" sldId="2773"/>
        </pc:sldMkLst>
      </pc:sldChg>
      <pc:sldChg chg="addSp delSp modSp add mod">
        <pc:chgData name="Kathryn Clark (Astrea Central)" userId="d0e16b62-87cd-4242-828a-2f5e276be710" providerId="ADAL" clId="{19CD6828-3A08-4F98-B6C5-E5A747E4B7D1}" dt="2025-08-04T14:09:44.638" v="44617" actId="20577"/>
        <pc:sldMkLst>
          <pc:docMk/>
          <pc:sldMk cId="2497437870" sldId="2774"/>
        </pc:sldMkLst>
      </pc:sldChg>
    </pc:docChg>
  </pc:docChgLst>
  <pc:docChgLst>
    <pc:chgData name="Kathryn Clark (Astrea Central)" userId="d0e16b62-87cd-4242-828a-2f5e276be710" providerId="ADAL" clId="{A83C5E70-C0D2-4C49-A7F1-3F5A4710A5B3}"/>
    <pc:docChg chg="modSld">
      <pc:chgData name="Kathryn Clark (Astrea Central)" userId="d0e16b62-87cd-4242-828a-2f5e276be710" providerId="ADAL" clId="{A83C5E70-C0D2-4C49-A7F1-3F5A4710A5B3}" dt="2025-08-21T08:56:50.501" v="10" actId="20577"/>
      <pc:docMkLst>
        <pc:docMk/>
      </pc:docMkLst>
      <pc:sldChg chg="modSp">
        <pc:chgData name="Kathryn Clark (Astrea Central)" userId="d0e16b62-87cd-4242-828a-2f5e276be710" providerId="ADAL" clId="{A83C5E70-C0D2-4C49-A7F1-3F5A4710A5B3}" dt="2025-08-21T08:39:50.244" v="1" actId="20577"/>
        <pc:sldMkLst>
          <pc:docMk/>
          <pc:sldMk cId="922628727" sldId="744"/>
        </pc:sldMkLst>
        <pc:graphicFrameChg chg="mod">
          <ac:chgData name="Kathryn Clark (Astrea Central)" userId="d0e16b62-87cd-4242-828a-2f5e276be710" providerId="ADAL" clId="{A83C5E70-C0D2-4C49-A7F1-3F5A4710A5B3}" dt="2025-08-21T08:39:50.244" v="1" actId="20577"/>
          <ac:graphicFrameMkLst>
            <pc:docMk/>
            <pc:sldMk cId="922628727" sldId="744"/>
            <ac:graphicFrameMk id="6" creationId="{F80B7599-A2EA-35DF-05D2-D025B2A3D513}"/>
          </ac:graphicFrameMkLst>
        </pc:graphicFrameChg>
      </pc:sldChg>
      <pc:sldChg chg="modSp">
        <pc:chgData name="Kathryn Clark (Astrea Central)" userId="d0e16b62-87cd-4242-828a-2f5e276be710" providerId="ADAL" clId="{A83C5E70-C0D2-4C49-A7F1-3F5A4710A5B3}" dt="2025-08-20T17:09:21.845" v="0" actId="20577"/>
        <pc:sldMkLst>
          <pc:docMk/>
          <pc:sldMk cId="3527980205" sldId="2697"/>
        </pc:sldMkLst>
        <pc:graphicFrameChg chg="mod">
          <ac:chgData name="Kathryn Clark (Astrea Central)" userId="d0e16b62-87cd-4242-828a-2f5e276be710" providerId="ADAL" clId="{A83C5E70-C0D2-4C49-A7F1-3F5A4710A5B3}" dt="2025-08-20T17:09:21.845" v="0" actId="20577"/>
          <ac:graphicFrameMkLst>
            <pc:docMk/>
            <pc:sldMk cId="3527980205" sldId="2697"/>
            <ac:graphicFrameMk id="33" creationId="{FD6E6448-D944-56F7-D46E-5D6B21EB3CB3}"/>
          </ac:graphicFrameMkLst>
        </pc:graphicFrameChg>
      </pc:sldChg>
      <pc:sldChg chg="modSp">
        <pc:chgData name="Kathryn Clark (Astrea Central)" userId="d0e16b62-87cd-4242-828a-2f5e276be710" providerId="ADAL" clId="{A83C5E70-C0D2-4C49-A7F1-3F5A4710A5B3}" dt="2025-08-21T08:56:50.501" v="10" actId="20577"/>
        <pc:sldMkLst>
          <pc:docMk/>
          <pc:sldMk cId="2591683603" sldId="2701"/>
        </pc:sldMkLst>
        <pc:graphicFrameChg chg="mod">
          <ac:chgData name="Kathryn Clark (Astrea Central)" userId="d0e16b62-87cd-4242-828a-2f5e276be710" providerId="ADAL" clId="{A83C5E70-C0D2-4C49-A7F1-3F5A4710A5B3}" dt="2025-08-21T08:56:50.501" v="10" actId="20577"/>
          <ac:graphicFrameMkLst>
            <pc:docMk/>
            <pc:sldMk cId="2591683603" sldId="2701"/>
            <ac:graphicFrameMk id="8" creationId="{11BA6334-3A50-C42A-449C-9748AB9E0463}"/>
          </ac:graphicFrameMkLst>
        </pc:graphicFrameChg>
      </pc:sldChg>
      <pc:sldChg chg="modSp">
        <pc:chgData name="Kathryn Clark (Astrea Central)" userId="d0e16b62-87cd-4242-828a-2f5e276be710" providerId="ADAL" clId="{A83C5E70-C0D2-4C49-A7F1-3F5A4710A5B3}" dt="2025-08-21T08:48:32.936" v="4" actId="20577"/>
        <pc:sldMkLst>
          <pc:docMk/>
          <pc:sldMk cId="3570258967" sldId="2759"/>
        </pc:sldMkLst>
        <pc:graphicFrameChg chg="mod">
          <ac:chgData name="Kathryn Clark (Astrea Central)" userId="d0e16b62-87cd-4242-828a-2f5e276be710" providerId="ADAL" clId="{A83C5E70-C0D2-4C49-A7F1-3F5A4710A5B3}" dt="2025-08-21T08:48:32.936" v="4" actId="20577"/>
          <ac:graphicFrameMkLst>
            <pc:docMk/>
            <pc:sldMk cId="3570258967" sldId="2759"/>
            <ac:graphicFrameMk id="6" creationId="{F0CB8421-32FD-4ECC-958D-07FC4EBCF894}"/>
          </ac:graphicFrameMkLst>
        </pc:graphicFrameChg>
      </pc:sldChg>
    </pc:docChg>
  </pc:docChgLst>
  <pc:docChgLst>
    <pc:chgData name="Adam Brown (Astrea Central)" userId="S::adam.brown@astreaacademytrust.org::e4577f1c-a0ea-4eef-9851-9bdbe8619e58" providerId="AD" clId="Web-{77350A8A-9B00-74A0-621F-18BFA3A67EFF}"/>
    <pc:docChg chg="mod">
      <pc:chgData name="Adam Brown (Astrea Central)" userId="S::adam.brown@astreaacademytrust.org::e4577f1c-a0ea-4eef-9851-9bdbe8619e58" providerId="AD" clId="Web-{77350A8A-9B00-74A0-621F-18BFA3A67EFF}" dt="2025-07-02T12:47:18.986" v="0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E2E22F-8037-4E73-996F-59D4E5C2D900}" type="datetimeFigureOut">
              <a:rPr lang="en-GB" smtClean="0"/>
              <a:t>20/08/2025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64EA30-B88E-4542-8A78-DB28F8B408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57424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Y9 New </a:t>
            </a:r>
            <a:r>
              <a:rPr lang="en-GB" err="1"/>
              <a:t>Bklt</a:t>
            </a:r>
            <a:r>
              <a:rPr lang="en-GB"/>
              <a:t>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64EA30-B88E-4542-8A78-DB28F8B408FF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8265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Y9 New </a:t>
            </a:r>
            <a:r>
              <a:rPr lang="en-GB" err="1"/>
              <a:t>Bklt</a:t>
            </a:r>
            <a:r>
              <a:rPr lang="en-GB"/>
              <a:t> 1</a:t>
            </a:r>
          </a:p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64EA30-B88E-4542-8A78-DB28F8B408FF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61523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Y9 New </a:t>
            </a:r>
            <a:r>
              <a:rPr lang="en-GB" err="1"/>
              <a:t>Bklt</a:t>
            </a:r>
            <a:r>
              <a:rPr lang="en-GB"/>
              <a:t> 1</a:t>
            </a:r>
          </a:p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64EA30-B88E-4542-8A78-DB28F8B408FF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15849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Old Y10</a:t>
            </a:r>
          </a:p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64EA30-B88E-4542-8A78-DB28F8B408FF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10464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Y9 New </a:t>
            </a:r>
            <a:r>
              <a:rPr lang="en-GB" err="1"/>
              <a:t>Bklt</a:t>
            </a:r>
            <a:r>
              <a:rPr lang="en-GB"/>
              <a:t> 1</a:t>
            </a:r>
          </a:p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64EA30-B88E-4542-8A78-DB28F8B408FF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97339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B4533-1036-EB72-0D12-64E2AD0B6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766135-4E3B-B59F-649B-137B5B2D6A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6BE748-B97E-5012-4AFC-3DC15804CE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Y9 New </a:t>
            </a:r>
            <a:r>
              <a:rPr lang="en-GB" err="1"/>
              <a:t>Bklt</a:t>
            </a:r>
            <a:r>
              <a:rPr lang="en-GB"/>
              <a:t> 1</a:t>
            </a:r>
          </a:p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0A7680-812A-45BE-418B-7DC45C8246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64EA30-B88E-4542-8A78-DB28F8B408FF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62237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Y9 New </a:t>
            </a:r>
            <a:r>
              <a:rPr lang="en-GB" err="1"/>
              <a:t>Bklt</a:t>
            </a:r>
            <a:r>
              <a:rPr lang="en-GB"/>
              <a:t> 1</a:t>
            </a:r>
          </a:p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64EA30-B88E-4542-8A78-DB28F8B408FF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80600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08B4A-C9C1-301D-4730-C75EDBF0F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5DC9D8-1931-AAEB-3839-3F0C103D41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A91323-6C7E-B3B8-9C88-2241799A5F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Y9 New </a:t>
            </a:r>
            <a:r>
              <a:rPr lang="en-GB" err="1"/>
              <a:t>Bklt</a:t>
            </a:r>
            <a:r>
              <a:rPr lang="en-GB"/>
              <a:t> 1</a:t>
            </a:r>
          </a:p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B723FC-AF86-B84F-88FB-5DA80CBF39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64EA30-B88E-4542-8A78-DB28F8B408FF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03492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Y9 New </a:t>
            </a:r>
            <a:r>
              <a:rPr lang="en-GB" err="1"/>
              <a:t>Bklt</a:t>
            </a:r>
            <a:r>
              <a:rPr lang="en-GB"/>
              <a:t> 1</a:t>
            </a:r>
          </a:p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64EA30-B88E-4542-8A78-DB28F8B408FF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02920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E4B47-2D64-3CE2-6F0C-EE5C29578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E54F6D-C560-740C-091E-7297C7CE37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448D67-CC65-D802-912D-D5581A33A8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Y9 New </a:t>
            </a:r>
            <a:r>
              <a:rPr lang="en-GB" err="1"/>
              <a:t>Bklt</a:t>
            </a:r>
            <a:r>
              <a:rPr lang="en-GB"/>
              <a:t> 1</a:t>
            </a:r>
          </a:p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2D577D-1351-397B-E480-7EC353E418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64EA30-B88E-4542-8A78-DB28F8B408FF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0141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1B172-0278-4771-B1CD-92D30C432896}" type="datetimeFigureOut">
              <a:rPr lang="en-GB" smtClean="0"/>
              <a:t>20/08/2025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3802B-DDA3-4EE6-A2A8-632B972C44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3348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1B172-0278-4771-B1CD-92D30C432896}" type="datetimeFigureOut">
              <a:rPr lang="en-GB" smtClean="0"/>
              <a:t>20/08/2025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3802B-DDA3-4EE6-A2A8-632B972C44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3219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1B172-0278-4771-B1CD-92D30C432896}" type="datetimeFigureOut">
              <a:rPr lang="en-GB" smtClean="0"/>
              <a:t>20/08/2025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3802B-DDA3-4EE6-A2A8-632B972C44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26609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1B172-0278-4771-B1CD-92D30C432896}" type="datetimeFigureOut">
              <a:rPr lang="en-GB" smtClean="0"/>
              <a:t>20/08/2025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3802B-DDA3-4EE6-A2A8-632B972C44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3768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1B172-0278-4771-B1CD-92D30C432896}" type="datetimeFigureOut">
              <a:rPr lang="en-GB" smtClean="0"/>
              <a:t>20/08/2025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3802B-DDA3-4EE6-A2A8-632B972C44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3327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1B172-0278-4771-B1CD-92D30C432896}" type="datetimeFigureOut">
              <a:rPr lang="en-GB" smtClean="0"/>
              <a:t>20/08/2025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3802B-DDA3-4EE6-A2A8-632B972C44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7763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1B172-0278-4771-B1CD-92D30C432896}" type="datetimeFigureOut">
              <a:rPr lang="en-GB" smtClean="0"/>
              <a:t>20/08/2025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3802B-DDA3-4EE6-A2A8-632B972C44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842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1B172-0278-4771-B1CD-92D30C432896}" type="datetimeFigureOut">
              <a:rPr lang="en-GB" smtClean="0"/>
              <a:t>20/08/2025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3802B-DDA3-4EE6-A2A8-632B972C44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3480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1B172-0278-4771-B1CD-92D30C432896}" type="datetimeFigureOut">
              <a:rPr lang="en-GB" smtClean="0"/>
              <a:t>20/08/2025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3802B-DDA3-4EE6-A2A8-632B972C44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2049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1B172-0278-4771-B1CD-92D30C432896}" type="datetimeFigureOut">
              <a:rPr lang="en-GB" smtClean="0"/>
              <a:t>20/08/2025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3802B-DDA3-4EE6-A2A8-632B972C44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63413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1B172-0278-4771-B1CD-92D30C432896}" type="datetimeFigureOut">
              <a:rPr lang="en-GB" smtClean="0"/>
              <a:t>20/08/2025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3802B-DDA3-4EE6-A2A8-632B972C44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3259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21B172-0278-4771-B1CD-92D30C432896}" type="datetimeFigureOut">
              <a:rPr lang="en-GB" smtClean="0"/>
              <a:t>20/08/2025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73802B-DDA3-4EE6-A2A8-632B972C44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2574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2.png"/><Relationship Id="rId13" Type="http://schemas.openxmlformats.org/officeDocument/2006/relationships/image" Target="../media/image257.png"/><Relationship Id="rId3" Type="http://schemas.openxmlformats.org/officeDocument/2006/relationships/image" Target="../media/image247.png"/><Relationship Id="rId7" Type="http://schemas.openxmlformats.org/officeDocument/2006/relationships/image" Target="../media/image251.png"/><Relationship Id="rId12" Type="http://schemas.openxmlformats.org/officeDocument/2006/relationships/image" Target="../media/image25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0.png"/><Relationship Id="rId11" Type="http://schemas.openxmlformats.org/officeDocument/2006/relationships/image" Target="../media/image255.png"/><Relationship Id="rId5" Type="http://schemas.openxmlformats.org/officeDocument/2006/relationships/image" Target="../media/image249.png"/><Relationship Id="rId10" Type="http://schemas.openxmlformats.org/officeDocument/2006/relationships/image" Target="../media/image254.png"/><Relationship Id="rId4" Type="http://schemas.openxmlformats.org/officeDocument/2006/relationships/image" Target="../media/image248.png"/><Relationship Id="rId9" Type="http://schemas.openxmlformats.org/officeDocument/2006/relationships/image" Target="../media/image25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1.png"/><Relationship Id="rId5" Type="http://schemas.openxmlformats.org/officeDocument/2006/relationships/image" Target="../media/image260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7.png"/><Relationship Id="rId3" Type="http://schemas.openxmlformats.org/officeDocument/2006/relationships/image" Target="../media/image262.png"/><Relationship Id="rId7" Type="http://schemas.openxmlformats.org/officeDocument/2006/relationships/image" Target="../media/image26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5.png"/><Relationship Id="rId5" Type="http://schemas.openxmlformats.org/officeDocument/2006/relationships/image" Target="../media/image264.png"/><Relationship Id="rId4" Type="http://schemas.openxmlformats.org/officeDocument/2006/relationships/image" Target="../media/image26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9.png"/><Relationship Id="rId2" Type="http://schemas.openxmlformats.org/officeDocument/2006/relationships/image" Target="../media/image26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1.png"/><Relationship Id="rId4" Type="http://schemas.openxmlformats.org/officeDocument/2006/relationships/image" Target="../media/image27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27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7.png"/><Relationship Id="rId4" Type="http://schemas.openxmlformats.org/officeDocument/2006/relationships/image" Target="../media/image27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0.png"/><Relationship Id="rId4" Type="http://schemas.openxmlformats.org/officeDocument/2006/relationships/image" Target="../media/image27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283.png"/><Relationship Id="rId4" Type="http://schemas.openxmlformats.org/officeDocument/2006/relationships/image" Target="../media/image28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0.png"/><Relationship Id="rId3" Type="http://schemas.openxmlformats.org/officeDocument/2006/relationships/image" Target="../media/image285.png"/><Relationship Id="rId7" Type="http://schemas.openxmlformats.org/officeDocument/2006/relationships/image" Target="../media/image28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8.png"/><Relationship Id="rId5" Type="http://schemas.openxmlformats.org/officeDocument/2006/relationships/image" Target="../media/image287.png"/><Relationship Id="rId4" Type="http://schemas.openxmlformats.org/officeDocument/2006/relationships/image" Target="../media/image286.png"/><Relationship Id="rId9" Type="http://schemas.openxmlformats.org/officeDocument/2006/relationships/image" Target="../media/image29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4.png"/><Relationship Id="rId4" Type="http://schemas.openxmlformats.org/officeDocument/2006/relationships/image" Target="../media/image29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29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7.png"/><Relationship Id="rId4" Type="http://schemas.openxmlformats.org/officeDocument/2006/relationships/image" Target="../media/image30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9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2.png"/><Relationship Id="rId5" Type="http://schemas.openxmlformats.org/officeDocument/2006/relationships/image" Target="../media/image311.png"/><Relationship Id="rId4" Type="http://schemas.openxmlformats.org/officeDocument/2006/relationships/image" Target="../media/image31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9.png"/><Relationship Id="rId3" Type="http://schemas.openxmlformats.org/officeDocument/2006/relationships/image" Target="../media/image14.jpeg"/><Relationship Id="rId7" Type="http://schemas.openxmlformats.org/officeDocument/2006/relationships/image" Target="../media/image318.png"/><Relationship Id="rId2" Type="http://schemas.openxmlformats.org/officeDocument/2006/relationships/image" Target="../media/image3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7.png"/><Relationship Id="rId5" Type="http://schemas.openxmlformats.org/officeDocument/2006/relationships/image" Target="../media/image15.jpeg"/><Relationship Id="rId10" Type="http://schemas.openxmlformats.org/officeDocument/2006/relationships/image" Target="../media/image17.jpeg"/><Relationship Id="rId4" Type="http://schemas.openxmlformats.org/officeDocument/2006/relationships/image" Target="../media/image315.png"/><Relationship Id="rId9" Type="http://schemas.openxmlformats.org/officeDocument/2006/relationships/image" Target="../media/image16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3.png"/><Relationship Id="rId2" Type="http://schemas.openxmlformats.org/officeDocument/2006/relationships/image" Target="../media/image32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685E66D-A82A-5E65-6FB9-B9726ACE0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81613" y="9476672"/>
            <a:ext cx="1543050" cy="527403"/>
          </a:xfrm>
        </p:spPr>
        <p:txBody>
          <a:bodyPr/>
          <a:lstStyle/>
          <a:p>
            <a:fld id="{086C3A38-D272-42AA-9C88-F1FBEAE20D2C}" type="slidenum">
              <a:rPr lang="en-GB" noProof="0" smtClean="0"/>
              <a:t>1</a:t>
            </a:fld>
            <a:endParaRPr lang="en-GB" noProof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2D07C6-173E-D017-2186-3A6FB8D99170}"/>
              </a:ext>
            </a:extLst>
          </p:cNvPr>
          <p:cNvSpPr/>
          <p:nvPr/>
        </p:nvSpPr>
        <p:spPr>
          <a:xfrm>
            <a:off x="0" y="0"/>
            <a:ext cx="6858000" cy="288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noProof="0" dirty="0">
                <a:solidFill>
                  <a:schemeClr val="bg1"/>
                </a:solidFill>
              </a:rPr>
              <a:t>Subtopic 3 – </a:t>
            </a:r>
            <a:r>
              <a:rPr lang="en-GB" sz="1600" b="1" noProof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Rearranging Formulae</a:t>
            </a:r>
            <a:endParaRPr lang="en-GB" sz="1600" b="1" i="0" noProof="0" dirty="0">
              <a:solidFill>
                <a:schemeClr val="bg1"/>
              </a:solidFill>
              <a:effectLst/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A8C59C-55BB-4195-CEE0-9534A7797FB8}"/>
              </a:ext>
            </a:extLst>
          </p:cNvPr>
          <p:cNvSpPr/>
          <p:nvPr/>
        </p:nvSpPr>
        <p:spPr>
          <a:xfrm>
            <a:off x="86108" y="347596"/>
            <a:ext cx="6679742" cy="143539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00" noProof="0">
              <a:solidFill>
                <a:sysClr val="windowText" lastClr="0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555FA6-7DE2-09C2-0879-F83E13C021EC}"/>
              </a:ext>
            </a:extLst>
          </p:cNvPr>
          <p:cNvSpPr txBox="1"/>
          <p:nvPr/>
        </p:nvSpPr>
        <p:spPr>
          <a:xfrm>
            <a:off x="72062" y="700645"/>
            <a:ext cx="13997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noProof="0"/>
              <a:t>Objectives: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0F93AD-300C-2E56-A8E5-24FACB27BC40}"/>
              </a:ext>
            </a:extLst>
          </p:cNvPr>
          <p:cNvSpPr txBox="1"/>
          <p:nvPr/>
        </p:nvSpPr>
        <p:spPr>
          <a:xfrm>
            <a:off x="85040" y="930250"/>
            <a:ext cx="46679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sz="1200" noProof="0"/>
              <a:t>To be able to rearrange formulae with one-step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200" noProof="0"/>
              <a:t>To be able to rearrange formulae with two-steps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200" noProof="0"/>
              <a:t>To be able to rearrange formulae requiring many-steps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B73CF7-4C62-83DC-56C0-001CE515D437}"/>
              </a:ext>
            </a:extLst>
          </p:cNvPr>
          <p:cNvSpPr txBox="1"/>
          <p:nvPr/>
        </p:nvSpPr>
        <p:spPr>
          <a:xfrm>
            <a:off x="142969" y="395023"/>
            <a:ext cx="6534707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GB" sz="1200" noProof="0"/>
              <a:t>LEARNING OUTCOME: To be able to rearrange formulae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56C853-B49D-CF98-B63A-94EA22F60E00}"/>
              </a:ext>
            </a:extLst>
          </p:cNvPr>
          <p:cNvSpPr txBox="1"/>
          <p:nvPr/>
        </p:nvSpPr>
        <p:spPr>
          <a:xfrm>
            <a:off x="5560011" y="692729"/>
            <a:ext cx="986253" cy="101566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1200" b="1" u="sng" noProof="0"/>
              <a:t>Keywords:</a:t>
            </a:r>
            <a:endParaRPr lang="en-GB" sz="1200" noProof="0"/>
          </a:p>
          <a:p>
            <a:pPr marL="171450" indent="-171450">
              <a:buFontTx/>
              <a:buChar char="-"/>
            </a:pPr>
            <a:r>
              <a:rPr lang="en-GB" sz="1200" noProof="0"/>
              <a:t>Equation</a:t>
            </a:r>
          </a:p>
          <a:p>
            <a:pPr marL="171450" indent="-171450">
              <a:buFontTx/>
              <a:buChar char="-"/>
            </a:pPr>
            <a:r>
              <a:rPr lang="en-GB" sz="1200" noProof="0"/>
              <a:t>Subject</a:t>
            </a:r>
          </a:p>
          <a:p>
            <a:pPr marL="171450" indent="-171450">
              <a:buFontTx/>
              <a:buChar char="-"/>
            </a:pPr>
            <a:r>
              <a:rPr lang="en-GB" sz="1200" noProof="0"/>
              <a:t>Inverse</a:t>
            </a:r>
          </a:p>
          <a:p>
            <a:pPr marL="171450" indent="-171450">
              <a:buFontTx/>
              <a:buChar char="-"/>
            </a:pPr>
            <a:r>
              <a:rPr lang="en-GB" sz="1200" noProof="0"/>
              <a:t>Formulae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059E010-4849-81D7-F453-10DD73E17728}"/>
              </a:ext>
            </a:extLst>
          </p:cNvPr>
          <p:cNvSpPr/>
          <p:nvPr/>
        </p:nvSpPr>
        <p:spPr>
          <a:xfrm>
            <a:off x="86109" y="1857725"/>
            <a:ext cx="6679742" cy="32082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200" b="1" noProof="0">
                <a:solidFill>
                  <a:schemeClr val="tx1"/>
                </a:solidFill>
              </a:rPr>
              <a:t>Introduction 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1200" noProof="0">
                <a:solidFill>
                  <a:schemeClr val="tx1"/>
                </a:solidFill>
              </a:rPr>
              <a:t>Rearranging formulae is a lot like solving equations—you still use inverse operations on both sides to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1200" noProof="0">
                <a:solidFill>
                  <a:schemeClr val="tx1"/>
                </a:solidFill>
              </a:rPr>
              <a:t>keep things balanced. 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1200" noProof="0">
                <a:solidFill>
                  <a:schemeClr val="tx1"/>
                </a:solidFill>
              </a:rPr>
              <a:t>The difference is, instead of finding a number, you're working to make a </a:t>
            </a:r>
            <a:r>
              <a:rPr lang="en-GB" sz="1200" b="1" noProof="0">
                <a:solidFill>
                  <a:schemeClr val="tx1"/>
                </a:solidFill>
              </a:rPr>
              <a:t>specific variable standalone</a:t>
            </a:r>
            <a:r>
              <a:rPr lang="en-GB" sz="1200" noProof="0">
                <a:solidFill>
                  <a:schemeClr val="tx1"/>
                </a:solidFill>
              </a:rPr>
              <a:t>. </a:t>
            </a:r>
          </a:p>
          <a:p>
            <a:pPr marL="228600" indent="-228600">
              <a:buFont typeface="+mj-lt"/>
              <a:buAutoNum type="arabicPeriod"/>
            </a:pPr>
            <a:endParaRPr lang="en-GB" sz="1200" noProof="0">
              <a:solidFill>
                <a:schemeClr val="tx1"/>
              </a:solidFill>
            </a:endParaRPr>
          </a:p>
          <a:p>
            <a:pPr marL="228600" indent="-228600">
              <a:buFont typeface="+mj-lt"/>
              <a:buAutoNum type="arabicPeriod"/>
            </a:pPr>
            <a:r>
              <a:rPr lang="en-GB" sz="1200" noProof="0">
                <a:solidFill>
                  <a:schemeClr val="tx1"/>
                </a:solidFill>
              </a:rPr>
              <a:t>We call this variable the </a:t>
            </a:r>
            <a:r>
              <a:rPr lang="en-GB" sz="1200" b="1" noProof="0">
                <a:solidFill>
                  <a:schemeClr val="tx1"/>
                </a:solidFill>
              </a:rPr>
              <a:t>subject</a:t>
            </a:r>
            <a:r>
              <a:rPr lang="en-GB" sz="1200" noProof="0">
                <a:solidFill>
                  <a:schemeClr val="tx1"/>
                </a:solidFill>
              </a:rPr>
              <a:t> of the equation – the single variable that everything else is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1200" noProof="0">
                <a:solidFill>
                  <a:schemeClr val="tx1"/>
                </a:solidFill>
              </a:rPr>
              <a:t>equal to.  The subject should have </a:t>
            </a:r>
            <a:r>
              <a:rPr lang="en-GB" sz="1200" b="1" noProof="0">
                <a:solidFill>
                  <a:schemeClr val="tx1"/>
                </a:solidFill>
              </a:rPr>
              <a:t>no coefficient, constant, power or other function attached to it</a:t>
            </a:r>
            <a:r>
              <a:rPr lang="en-GB" sz="1200" noProof="0">
                <a:solidFill>
                  <a:schemeClr val="tx1"/>
                </a:solidFill>
              </a:rPr>
              <a:t>,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1200" noProof="0">
                <a:solidFill>
                  <a:schemeClr val="tx1"/>
                </a:solidFill>
              </a:rPr>
              <a:t>and </a:t>
            </a:r>
            <a:r>
              <a:rPr lang="en-GB" sz="1200" b="1" noProof="0">
                <a:solidFill>
                  <a:schemeClr val="tx1"/>
                </a:solidFill>
              </a:rPr>
              <a:t>appear only once </a:t>
            </a:r>
            <a:r>
              <a:rPr lang="en-GB" sz="1200" noProof="0">
                <a:solidFill>
                  <a:schemeClr val="tx1"/>
                </a:solidFill>
              </a:rPr>
              <a:t>in the formula, usually isolated on the left.  </a:t>
            </a:r>
            <a:br>
              <a:rPr lang="en-GB" sz="1200" noProof="0">
                <a:solidFill>
                  <a:schemeClr val="tx1"/>
                </a:solidFill>
              </a:rPr>
            </a:br>
            <a:br>
              <a:rPr lang="en-GB" sz="1200" noProof="0">
                <a:solidFill>
                  <a:schemeClr val="tx1"/>
                </a:solidFill>
              </a:rPr>
            </a:br>
            <a:r>
              <a:rPr lang="en-GB" sz="1200" b="1" noProof="0">
                <a:solidFill>
                  <a:schemeClr val="tx1"/>
                </a:solidFill>
              </a:rPr>
              <a:t>Examples:	</a:t>
            </a:r>
            <a:r>
              <a:rPr lang="en-GB" sz="1200" noProof="0">
                <a:solidFill>
                  <a:schemeClr val="tx1"/>
                </a:solidFill>
              </a:rPr>
              <a:t>						</a:t>
            </a:r>
            <a:r>
              <a:rPr lang="en-GB" sz="1200" b="1" noProof="0">
                <a:solidFill>
                  <a:schemeClr val="tx1"/>
                </a:solidFill>
              </a:rPr>
              <a:t>Non-examples:</a:t>
            </a:r>
            <a:br>
              <a:rPr lang="en-GB" sz="1200" noProof="0">
                <a:solidFill>
                  <a:schemeClr val="tx1"/>
                </a:solidFill>
              </a:rPr>
            </a:br>
            <a:br>
              <a:rPr lang="en-GB" sz="1200" noProof="0">
                <a:solidFill>
                  <a:schemeClr val="tx1"/>
                </a:solidFill>
              </a:rPr>
            </a:br>
            <a:br>
              <a:rPr lang="en-GB" sz="1200" noProof="0">
                <a:solidFill>
                  <a:schemeClr val="tx1"/>
                </a:solidFill>
              </a:rPr>
            </a:br>
            <a:endParaRPr lang="en-GB" sz="1200" noProof="0">
              <a:solidFill>
                <a:schemeClr val="tx1"/>
              </a:solidFill>
            </a:endParaRPr>
          </a:p>
          <a:p>
            <a:pPr marL="228600" indent="-228600">
              <a:buFont typeface="+mj-lt"/>
              <a:buAutoNum type="arabicPeriod"/>
            </a:pPr>
            <a:endParaRPr lang="en-GB" sz="1200" noProof="0">
              <a:solidFill>
                <a:schemeClr val="tx1"/>
              </a:solidFill>
            </a:endParaRPr>
          </a:p>
          <a:p>
            <a:pPr marL="228600" indent="-228600">
              <a:buFont typeface="+mj-lt"/>
              <a:buAutoNum type="arabicPeriod"/>
            </a:pPr>
            <a:endParaRPr lang="en-GB" sz="1200" noProof="0">
              <a:solidFill>
                <a:schemeClr val="tx1"/>
              </a:solidFill>
            </a:endParaRPr>
          </a:p>
          <a:p>
            <a:pPr marL="228600" indent="-228600">
              <a:buFont typeface="+mj-lt"/>
              <a:buAutoNum type="arabicPeriod"/>
            </a:pPr>
            <a:r>
              <a:rPr lang="en-GB" sz="1200" noProof="0">
                <a:solidFill>
                  <a:schemeClr val="tx1"/>
                </a:solidFill>
              </a:rPr>
              <a:t>Making a variable the subject can also be described as rewriting the equation to express that variable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1200" noProof="0">
                <a:solidFill>
                  <a:schemeClr val="tx1"/>
                </a:solidFill>
              </a:rPr>
              <a:t>in terms of the others.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939DFA2-5D90-E7E5-7023-85392376593D}"/>
                  </a:ext>
                </a:extLst>
              </p:cNvPr>
              <p:cNvSpPr txBox="1"/>
              <p:nvPr/>
            </p:nvSpPr>
            <p:spPr>
              <a:xfrm>
                <a:off x="85040" y="5165964"/>
                <a:ext cx="218290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200" b="1" noProof="0"/>
                  <a:t>Is </a:t>
                </a:r>
                <a14:m>
                  <m:oMath xmlns:m="http://schemas.openxmlformats.org/officeDocument/2006/math">
                    <m:r>
                      <a:rPr lang="en-GB" sz="1200" b="1" i="1" noProof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GB" sz="1200" b="1" noProof="0"/>
                  <a:t> the subject of the formula?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939DFA2-5D90-E7E5-7023-8539237659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40" y="5165964"/>
                <a:ext cx="2182905" cy="276999"/>
              </a:xfrm>
              <a:prstGeom prst="rect">
                <a:avLst/>
              </a:prstGeom>
              <a:blipFill>
                <a:blip r:embed="rId3"/>
                <a:stretch>
                  <a:fillRect l="-279"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B96787F4-C28C-00E6-21D9-5A70D55D426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02252" y="5494620"/>
              <a:ext cx="6650620" cy="40455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62655">
                      <a:extLst>
                        <a:ext uri="{9D8B030D-6E8A-4147-A177-3AD203B41FA5}">
                          <a16:colId xmlns:a16="http://schemas.microsoft.com/office/drawing/2014/main" val="1515167593"/>
                        </a:ext>
                      </a:extLst>
                    </a:gridCol>
                    <a:gridCol w="1662655">
                      <a:extLst>
                        <a:ext uri="{9D8B030D-6E8A-4147-A177-3AD203B41FA5}">
                          <a16:colId xmlns:a16="http://schemas.microsoft.com/office/drawing/2014/main" val="3397902566"/>
                        </a:ext>
                      </a:extLst>
                    </a:gridCol>
                    <a:gridCol w="1662655">
                      <a:extLst>
                        <a:ext uri="{9D8B030D-6E8A-4147-A177-3AD203B41FA5}">
                          <a16:colId xmlns:a16="http://schemas.microsoft.com/office/drawing/2014/main" val="1019283176"/>
                        </a:ext>
                      </a:extLst>
                    </a:gridCol>
                    <a:gridCol w="1662655">
                      <a:extLst>
                        <a:ext uri="{9D8B030D-6E8A-4147-A177-3AD203B41FA5}">
                          <a16:colId xmlns:a16="http://schemas.microsoft.com/office/drawing/2014/main" val="2236849642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Formula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Yes/ No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Formula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Yes/ No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3865643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a)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+5</m:t>
                              </m:r>
                            </m:oMath>
                          </a14:m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j)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+5=−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GB" sz="1200" i="1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23490009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b)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+5=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k)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+8</m:t>
                              </m:r>
                            </m:oMath>
                          </a14:m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63809934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c)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+5=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oMath>
                          </a14:m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l)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+3</m:t>
                              </m:r>
                            </m:oMath>
                          </a14:m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78954919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d)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oMath>
                          </a14:m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m)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+3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88447503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e)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𝑥𝑦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oMath>
                          </a14:m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n)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oMath>
                          </a14:m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5807301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f)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𝑦𝑧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−8</m:t>
                              </m:r>
                            </m:oMath>
                          </a14:m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o)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+7=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oMath>
                          </a14:m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8366657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g)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𝑦𝑧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oMath>
                          </a14:m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p)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GB" sz="120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rad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+3</m:t>
                              </m:r>
                            </m:oMath>
                          </a14:m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31576897"/>
                      </a:ext>
                    </a:extLst>
                  </a:tr>
                  <a:tr h="5760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h)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𝑦𝑧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q)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 </m:t>
                              </m:r>
                              <m:rad>
                                <m:radPr>
                                  <m:degHide m:val="on"/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n-GB" sz="1200" b="0" i="1" noProof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GB" sz="1200" b="0" i="1" noProof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GB" sz="1200" b="0" i="1" noProof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p>
                                          <m:r>
                                            <a:rPr lang="en-GB" sz="1200" b="0" i="1" noProof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GB" sz="1200" b="0" i="1" noProof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+3</m:t>
                                      </m:r>
                                    </m:num>
                                    <m:den>
                                      <m:r>
                                        <a:rPr lang="en-GB" sz="1200" b="0" i="1" noProof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rad>
                            </m:oMath>
                          </a14:m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44329051"/>
                      </a:ext>
                    </a:extLst>
                  </a:tr>
                  <a:tr h="5760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b="0" noProof="0" err="1">
                              <a:solidFill>
                                <a:schemeClr val="tx1"/>
                              </a:solidFill>
                            </a:rPr>
                            <a:t>i</a:t>
                          </a: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)</a:t>
                          </a:r>
                          <a:r>
                            <a:rPr lang="en-GB" sz="1200" b="0" baseline="0" noProof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𝑦𝑧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sSup>
                                <m:sSupPr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r)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n-GB" sz="1200" b="0" i="1" noProof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GB" sz="1200" b="0" i="1" noProof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GB" sz="1200" b="0" i="1" noProof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p>
                                          <m:r>
                                            <a:rPr lang="en-GB" sz="1200" b="0" i="1" noProof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GB" sz="1200" b="0" i="1" noProof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+3</m:t>
                                      </m:r>
                                    </m:num>
                                    <m:den>
                                      <m:r>
                                        <a:rPr lang="en-GB" sz="1200" b="0" i="1" noProof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rad>
                              <m:r>
                                <a:rPr lang="en-GB" sz="1200" b="0" i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GB" sz="1200" i="1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715747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B96787F4-C28C-00E6-21D9-5A70D55D426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37006189"/>
                  </p:ext>
                </p:extLst>
              </p:nvPr>
            </p:nvGraphicFramePr>
            <p:xfrm>
              <a:off x="102252" y="5494620"/>
              <a:ext cx="6650620" cy="40455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62655">
                      <a:extLst>
                        <a:ext uri="{9D8B030D-6E8A-4147-A177-3AD203B41FA5}">
                          <a16:colId xmlns:a16="http://schemas.microsoft.com/office/drawing/2014/main" val="1515167593"/>
                        </a:ext>
                      </a:extLst>
                    </a:gridCol>
                    <a:gridCol w="1662655">
                      <a:extLst>
                        <a:ext uri="{9D8B030D-6E8A-4147-A177-3AD203B41FA5}">
                          <a16:colId xmlns:a16="http://schemas.microsoft.com/office/drawing/2014/main" val="3397902566"/>
                        </a:ext>
                      </a:extLst>
                    </a:gridCol>
                    <a:gridCol w="1662655">
                      <a:extLst>
                        <a:ext uri="{9D8B030D-6E8A-4147-A177-3AD203B41FA5}">
                          <a16:colId xmlns:a16="http://schemas.microsoft.com/office/drawing/2014/main" val="1019283176"/>
                        </a:ext>
                      </a:extLst>
                    </a:gridCol>
                    <a:gridCol w="1662655">
                      <a:extLst>
                        <a:ext uri="{9D8B030D-6E8A-4147-A177-3AD203B41FA5}">
                          <a16:colId xmlns:a16="http://schemas.microsoft.com/office/drawing/2014/main" val="2236849642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Formula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Yes/ No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Formula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Yes/ No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3865643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66" t="-77966" r="-300733" b="-954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366" t="-77966" r="-100733" b="-954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23490009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66" t="-177966" r="-300733" b="-854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366" t="-177966" r="-100733" b="-854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63809934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66" t="-277966" r="-300733" b="-754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366" t="-277966" r="-100733" b="-754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78954919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66" t="-377966" r="-300733" b="-654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366" t="-377966" r="-100733" b="-654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88447503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66" t="-477966" r="-300733" b="-554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366" t="-477966" r="-100733" b="-554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5807301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66" t="-568333" r="-300733" b="-44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366" t="-568333" r="-100733" b="-44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83666577"/>
                      </a:ext>
                    </a:extLst>
                  </a:tr>
                  <a:tr h="45923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66" t="-534667" r="-300733" b="-25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366" t="-534667" r="-100733" b="-25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31576897"/>
                      </a:ext>
                    </a:extLst>
                  </a:tr>
                  <a:tr h="576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66" t="-506383" r="-300733" b="-1042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366" t="-506383" r="-100733" b="-1042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44329051"/>
                      </a:ext>
                    </a:extLst>
                  </a:tr>
                  <a:tr h="576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66" t="-600000" r="-300733" b="-31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366" t="-600000" r="-100733" b="-31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715747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33D1EE0-C85F-76C5-4918-39B2F511080F}"/>
                  </a:ext>
                </a:extLst>
              </p:cNvPr>
              <p:cNvSpPr txBox="1"/>
              <p:nvPr/>
            </p:nvSpPr>
            <p:spPr>
              <a:xfrm>
                <a:off x="615913" y="3797202"/>
                <a:ext cx="799258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𝑚𝑥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GB" sz="1200" noProof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33D1EE0-C85F-76C5-4918-39B2F51108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913" y="3797202"/>
                <a:ext cx="799258" cy="184666"/>
              </a:xfrm>
              <a:prstGeom prst="rect">
                <a:avLst/>
              </a:prstGeom>
              <a:blipFill>
                <a:blip r:embed="rId5"/>
                <a:stretch>
                  <a:fillRect l="-4580" r="-2290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BCCC5F1-7396-6B34-81FF-EE08673CF728}"/>
                  </a:ext>
                </a:extLst>
              </p:cNvPr>
              <p:cNvSpPr txBox="1"/>
              <p:nvPr/>
            </p:nvSpPr>
            <p:spPr>
              <a:xfrm>
                <a:off x="2172261" y="3798452"/>
                <a:ext cx="861133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en-GB" sz="1200" noProof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BCCC5F1-7396-6B34-81FF-EE08673CF7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2261" y="3798452"/>
                <a:ext cx="861133" cy="184666"/>
              </a:xfrm>
              <a:prstGeom prst="rect">
                <a:avLst/>
              </a:prstGeom>
              <a:blipFill>
                <a:blip r:embed="rId6"/>
                <a:stretch>
                  <a:fillRect l="-4225" r="-2817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E85CFE0-ACD0-F6F7-4BE5-12D39DD31554}"/>
                  </a:ext>
                </a:extLst>
              </p:cNvPr>
              <p:cNvSpPr txBox="1"/>
              <p:nvPr/>
            </p:nvSpPr>
            <p:spPr>
              <a:xfrm>
                <a:off x="328922" y="4194790"/>
                <a:ext cx="775469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+3=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GB" sz="1200" noProof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E85CFE0-ACD0-F6F7-4BE5-12D39DD315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922" y="4194790"/>
                <a:ext cx="775469" cy="184666"/>
              </a:xfrm>
              <a:prstGeom prst="rect">
                <a:avLst/>
              </a:prstGeom>
              <a:blipFill>
                <a:blip r:embed="rId7"/>
                <a:stretch>
                  <a:fillRect l="-4724" r="-3937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ECC31F8-AB96-5F99-3C72-D95FE0364261}"/>
                  </a:ext>
                </a:extLst>
              </p:cNvPr>
              <p:cNvSpPr txBox="1"/>
              <p:nvPr/>
            </p:nvSpPr>
            <p:spPr>
              <a:xfrm>
                <a:off x="1643993" y="3583269"/>
                <a:ext cx="58355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noProof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GB" sz="12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200" i="1" noProof="0" smtClean="0">
                          <a:latin typeface="Cambria Math" panose="02040503050406030204" pitchFamily="18" charset="0"/>
                        </a:rPr>
                        <m:t>𝜋</m:t>
                      </m:r>
                      <m:sSup>
                        <m:sSupPr>
                          <m:ctrlPr>
                            <a:rPr lang="en-GB" sz="120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200" i="1" noProof="0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GB" sz="120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1200" noProof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ECC31F8-AB96-5F99-3C72-D95FE03642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3993" y="3583269"/>
                <a:ext cx="583557" cy="184666"/>
              </a:xfrm>
              <a:prstGeom prst="rect">
                <a:avLst/>
              </a:prstGeom>
              <a:blipFill>
                <a:blip r:embed="rId8"/>
                <a:stretch>
                  <a:fillRect l="-6316" r="-2105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8657755-28D3-9D90-A2C7-B01E3FD49C43}"/>
                  </a:ext>
                </a:extLst>
              </p:cNvPr>
              <p:cNvSpPr txBox="1"/>
              <p:nvPr/>
            </p:nvSpPr>
            <p:spPr>
              <a:xfrm>
                <a:off x="3978580" y="4310195"/>
                <a:ext cx="891398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20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200" i="1" noProof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GB" sz="120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200" i="1" noProof="0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sz="120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200" i="1" noProof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GB" sz="120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2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20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200" i="1" noProof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GB" sz="120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noProof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8657755-28D3-9D90-A2C7-B01E3FD49C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8580" y="4310195"/>
                <a:ext cx="891398" cy="184666"/>
              </a:xfrm>
              <a:prstGeom prst="rect">
                <a:avLst/>
              </a:prstGeom>
              <a:blipFill>
                <a:blip r:embed="rId9"/>
                <a:stretch>
                  <a:fillRect l="-2055" r="-685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33FE8B0-213D-F86D-40E3-9556253BE89A}"/>
                  </a:ext>
                </a:extLst>
              </p:cNvPr>
              <p:cNvSpPr txBox="1"/>
              <p:nvPr/>
            </p:nvSpPr>
            <p:spPr>
              <a:xfrm>
                <a:off x="1587374" y="4132582"/>
                <a:ext cx="1280351" cy="36227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00" i="1" noProof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1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10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100" i="1" noProof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1100" i="1" noProof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GB" sz="1100" i="1" noProof="0" smtClean="0">
                              <a:latin typeface="Cambria Math" panose="02040503050406030204" pitchFamily="18" charset="0"/>
                            </a:rPr>
                            <m:t>±</m:t>
                          </m:r>
                          <m:rad>
                            <m:radPr>
                              <m:degHide m:val="on"/>
                              <m:ctrlPr>
                                <a:rPr lang="en-GB" sz="1100" i="1" noProof="0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GB" sz="11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100" i="1" noProof="0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GB" sz="1100" i="1" noProof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sz="1100" i="1" noProof="0" smtClean="0"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  <m:r>
                                <a:rPr lang="en-GB" sz="1100" i="1" noProof="0" smtClean="0">
                                  <a:latin typeface="Cambria Math" panose="02040503050406030204" pitchFamily="18" charset="0"/>
                                </a:rPr>
                                <m:t>𝑎𝑐</m:t>
                              </m:r>
                            </m:e>
                          </m:rad>
                        </m:num>
                        <m:den>
                          <m:r>
                            <a:rPr lang="en-GB" sz="110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1100" i="1" noProof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lang="en-GB" noProof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33FE8B0-213D-F86D-40E3-9556253BE8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7374" y="4132582"/>
                <a:ext cx="1280351" cy="362279"/>
              </a:xfrm>
              <a:prstGeom prst="rect">
                <a:avLst/>
              </a:prstGeom>
              <a:blipFill>
                <a:blip r:embed="rId10"/>
                <a:stretch>
                  <a:fillRect l="-952" r="-2381" b="-118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C16DA3F-7141-3C64-E538-594E74881862}"/>
                  </a:ext>
                </a:extLst>
              </p:cNvPr>
              <p:cNvSpPr txBox="1"/>
              <p:nvPr/>
            </p:nvSpPr>
            <p:spPr>
              <a:xfrm>
                <a:off x="5214007" y="3583269"/>
                <a:ext cx="851965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=3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1200" noProof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C16DA3F-7141-3C64-E538-594E748818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4007" y="3583269"/>
                <a:ext cx="851965" cy="184666"/>
              </a:xfrm>
              <a:prstGeom prst="rect">
                <a:avLst/>
              </a:prstGeom>
              <a:blipFill>
                <a:blip r:embed="rId11"/>
                <a:stretch>
                  <a:fillRect l="-2143" r="-2857" b="-3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0CFE3DF-5262-9F38-F452-BF82EA08B95E}"/>
                  </a:ext>
                </a:extLst>
              </p:cNvPr>
              <p:cNvSpPr txBox="1"/>
              <p:nvPr/>
            </p:nvSpPr>
            <p:spPr>
              <a:xfrm>
                <a:off x="5160048" y="4073477"/>
                <a:ext cx="1152431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+3=</m:t>
                      </m:r>
                      <m:sSup>
                        <m:sSupPr>
                          <m:ctrlP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m:rPr>
                          <m:sty m:val="p"/>
                        </m:rPr>
                        <a:rPr lang="en-GB" sz="1200" b="0" i="0" noProof="0" smtClean="0">
                          <a:latin typeface="Cambria Math" panose="02040503050406030204" pitchFamily="18" charset="0"/>
                        </a:rPr>
                        <m:t>p</m:t>
                      </m:r>
                    </m:oMath>
                  </m:oMathPara>
                </a14:m>
                <a:endParaRPr lang="en-GB" sz="1200" noProof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0CFE3DF-5262-9F38-F452-BF82EA08B9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0048" y="4073477"/>
                <a:ext cx="1152431" cy="184666"/>
              </a:xfrm>
              <a:prstGeom prst="rect">
                <a:avLst/>
              </a:prstGeom>
              <a:blipFill>
                <a:blip r:embed="rId12"/>
                <a:stretch>
                  <a:fillRect l="-1053" r="-2632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F149CA0-83EB-898B-482C-22BA8E3D9D8E}"/>
                  </a:ext>
                </a:extLst>
              </p:cNvPr>
              <p:cNvSpPr txBox="1"/>
              <p:nvPr/>
            </p:nvSpPr>
            <p:spPr>
              <a:xfrm>
                <a:off x="4271758" y="3819548"/>
                <a:ext cx="783804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=3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GB" sz="1200" noProof="0"/>
                  <a:t>7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F149CA0-83EB-898B-482C-22BA8E3D9D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1758" y="3819548"/>
                <a:ext cx="783804" cy="184666"/>
              </a:xfrm>
              <a:prstGeom prst="rect">
                <a:avLst/>
              </a:prstGeom>
              <a:blipFill>
                <a:blip r:embed="rId13"/>
                <a:stretch>
                  <a:fillRect l="-9375" t="-26667" r="-11719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2178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3" name="Table 22">
                <a:extLst>
                  <a:ext uri="{FF2B5EF4-FFF2-40B4-BE49-F238E27FC236}">
                    <a16:creationId xmlns:a16="http://schemas.microsoft.com/office/drawing/2014/main" id="{EEC26AEE-9AE7-B23D-75D7-77D452713F2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9001" y="569262"/>
              <a:ext cx="6681913" cy="2207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27148">
                      <a:extLst>
                        <a:ext uri="{9D8B030D-6E8A-4147-A177-3AD203B41FA5}">
                          <a16:colId xmlns:a16="http://schemas.microsoft.com/office/drawing/2014/main" val="1568142362"/>
                        </a:ext>
                      </a:extLst>
                    </a:gridCol>
                    <a:gridCol w="1718255">
                      <a:extLst>
                        <a:ext uri="{9D8B030D-6E8A-4147-A177-3AD203B41FA5}">
                          <a16:colId xmlns:a16="http://schemas.microsoft.com/office/drawing/2014/main" val="3551711160"/>
                        </a:ext>
                      </a:extLst>
                    </a:gridCol>
                    <a:gridCol w="1718255">
                      <a:extLst>
                        <a:ext uri="{9D8B030D-6E8A-4147-A177-3AD203B41FA5}">
                          <a16:colId xmlns:a16="http://schemas.microsoft.com/office/drawing/2014/main" val="1712497518"/>
                        </a:ext>
                      </a:extLst>
                    </a:gridCol>
                    <a:gridCol w="1718255">
                      <a:extLst>
                        <a:ext uri="{9D8B030D-6E8A-4147-A177-3AD203B41FA5}">
                          <a16:colId xmlns:a16="http://schemas.microsoft.com/office/drawing/2014/main" val="886122921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endParaRPr lang="en-GB" sz="1200" b="1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FF0000"/>
                              </a:solidFill>
                            </a:rPr>
                            <a:t>Example 1.   I do…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chemeClr val="accent2"/>
                              </a:solidFill>
                            </a:rPr>
                            <a:t>Example 2.    We do…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00B050"/>
                              </a:solidFill>
                            </a:rPr>
                            <a:t>Example 3.   You do…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10528973"/>
                      </a:ext>
                    </a:extLst>
                  </a:tr>
                  <a:tr h="302332">
                    <a:tc>
                      <a:txBody>
                        <a:bodyPr/>
                        <a:lstStyle/>
                        <a:p>
                          <a:r>
                            <a:rPr lang="en-GB" sz="1200" b="1" noProof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Make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oMath>
                          </a14:m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 the subject of the following: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Make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 the subject of the following: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Make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oMath>
                          </a14:m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 the subject of the following: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7201933"/>
                      </a:ext>
                    </a:extLst>
                  </a:tr>
                  <a:tr h="1476000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1) Circle the variable you want to make the subject.</a:t>
                          </a:r>
                        </a:p>
                        <a:p>
                          <a:pPr marL="0" indent="0">
                            <a:buNone/>
                          </a:pP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indent="0">
                            <a:buNone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2) Use the inverse operation to isolate the variable.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+5=</m:t>
                                </m:r>
                                <m:r>
                                  <a:rPr lang="en-GB" sz="1200" i="1" noProof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−</m:t>
                                </m:r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+3</m:t>
                                </m:r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−6 =</m:t>
                                </m:r>
                                <m:r>
                                  <a:rPr lang="en-GB" sz="1200" i="1" noProof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36252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3" name="Table 22">
                <a:extLst>
                  <a:ext uri="{FF2B5EF4-FFF2-40B4-BE49-F238E27FC236}">
                    <a16:creationId xmlns:a16="http://schemas.microsoft.com/office/drawing/2014/main" id="{EEC26AEE-9AE7-B23D-75D7-77D452713F2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06998974"/>
                  </p:ext>
                </p:extLst>
              </p:nvPr>
            </p:nvGraphicFramePr>
            <p:xfrm>
              <a:off x="89001" y="569262"/>
              <a:ext cx="6681913" cy="2207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27148">
                      <a:extLst>
                        <a:ext uri="{9D8B030D-6E8A-4147-A177-3AD203B41FA5}">
                          <a16:colId xmlns:a16="http://schemas.microsoft.com/office/drawing/2014/main" val="1568142362"/>
                        </a:ext>
                      </a:extLst>
                    </a:gridCol>
                    <a:gridCol w="1718255">
                      <a:extLst>
                        <a:ext uri="{9D8B030D-6E8A-4147-A177-3AD203B41FA5}">
                          <a16:colId xmlns:a16="http://schemas.microsoft.com/office/drawing/2014/main" val="3551711160"/>
                        </a:ext>
                      </a:extLst>
                    </a:gridCol>
                    <a:gridCol w="1718255">
                      <a:extLst>
                        <a:ext uri="{9D8B030D-6E8A-4147-A177-3AD203B41FA5}">
                          <a16:colId xmlns:a16="http://schemas.microsoft.com/office/drawing/2014/main" val="1712497518"/>
                        </a:ext>
                      </a:extLst>
                    </a:gridCol>
                    <a:gridCol w="1718255">
                      <a:extLst>
                        <a:ext uri="{9D8B030D-6E8A-4147-A177-3AD203B41FA5}">
                          <a16:colId xmlns:a16="http://schemas.microsoft.com/office/drawing/2014/main" val="886122921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endParaRPr lang="en-GB" sz="1200" b="1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FF0000"/>
                              </a:solidFill>
                            </a:rPr>
                            <a:t>Example 1.   I do…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chemeClr val="accent2"/>
                              </a:solidFill>
                            </a:rPr>
                            <a:t>Example 2.    We do…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00B050"/>
                              </a:solidFill>
                            </a:rPr>
                            <a:t>Example 3.   You do…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1052897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GB" sz="1200" b="1" noProof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9362" t="-60000" r="-200709" b="-3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89362" t="-60000" r="-100709" b="-3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89362" t="-60000" r="-709" b="-3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7201933"/>
                      </a:ext>
                    </a:extLst>
                  </a:tr>
                  <a:tr h="1476000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1) Circle the variable you want to make the subject.</a:t>
                          </a:r>
                        </a:p>
                        <a:p>
                          <a:pPr marL="0" indent="0">
                            <a:buNone/>
                          </a:pP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indent="0">
                            <a:buNone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2) Use the inverse operation to isolate the variable.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9362" t="-49383" r="-200709" b="-8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89362" t="-49383" r="-100709" b="-8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89362" t="-49383" r="-709" b="-82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362524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4" name="Rectangle 23">
            <a:extLst>
              <a:ext uri="{FF2B5EF4-FFF2-40B4-BE49-F238E27FC236}">
                <a16:creationId xmlns:a16="http://schemas.microsoft.com/office/drawing/2014/main" id="{13D0CCB4-5B83-839E-359A-E3A5C053DBB0}"/>
              </a:ext>
            </a:extLst>
          </p:cNvPr>
          <p:cNvSpPr/>
          <p:nvPr/>
        </p:nvSpPr>
        <p:spPr>
          <a:xfrm>
            <a:off x="-10920" y="322331"/>
            <a:ext cx="6858000" cy="25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noProof="0" dirty="0">
                <a:solidFill>
                  <a:schemeClr val="bg1"/>
                </a:solidFill>
              </a:rPr>
              <a:t>One-step Rearranging (Addition/ Subtraction)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68F7AD1-2EB5-645B-7A17-4204CAEB77FC}"/>
              </a:ext>
            </a:extLst>
          </p:cNvPr>
          <p:cNvSpPr/>
          <p:nvPr/>
        </p:nvSpPr>
        <p:spPr>
          <a:xfrm>
            <a:off x="-10920" y="2838237"/>
            <a:ext cx="1620000" cy="25200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noProof="0"/>
              <a:t>Independent Practice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3" name="Table 32">
                <a:extLst>
                  <a:ext uri="{FF2B5EF4-FFF2-40B4-BE49-F238E27FC236}">
                    <a16:creationId xmlns:a16="http://schemas.microsoft.com/office/drawing/2014/main" id="{FD6E6448-D944-56F7-D46E-5D6B21EB3CB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8575830"/>
                  </p:ext>
                </p:extLst>
              </p:nvPr>
            </p:nvGraphicFramePr>
            <p:xfrm>
              <a:off x="89003" y="3186910"/>
              <a:ext cx="6681912" cy="40429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70478">
                      <a:extLst>
                        <a:ext uri="{9D8B030D-6E8A-4147-A177-3AD203B41FA5}">
                          <a16:colId xmlns:a16="http://schemas.microsoft.com/office/drawing/2014/main" val="3647236309"/>
                        </a:ext>
                      </a:extLst>
                    </a:gridCol>
                    <a:gridCol w="1670478">
                      <a:extLst>
                        <a:ext uri="{9D8B030D-6E8A-4147-A177-3AD203B41FA5}">
                          <a16:colId xmlns:a16="http://schemas.microsoft.com/office/drawing/2014/main" val="2570924096"/>
                        </a:ext>
                      </a:extLst>
                    </a:gridCol>
                    <a:gridCol w="1670478">
                      <a:extLst>
                        <a:ext uri="{9D8B030D-6E8A-4147-A177-3AD203B41FA5}">
                          <a16:colId xmlns:a16="http://schemas.microsoft.com/office/drawing/2014/main" val="416811348"/>
                        </a:ext>
                      </a:extLst>
                    </a:gridCol>
                    <a:gridCol w="1670478">
                      <a:extLst>
                        <a:ext uri="{9D8B030D-6E8A-4147-A177-3AD203B41FA5}">
                          <a16:colId xmlns:a16="http://schemas.microsoft.com/office/drawing/2014/main" val="2813845385"/>
                        </a:ext>
                      </a:extLst>
                    </a:gridCol>
                  </a:tblGrid>
                  <a:tr h="1347646">
                    <a:tc>
                      <a:txBody>
                        <a:bodyPr/>
                        <a:lstStyle/>
                        <a:p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a)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oMath>
                          </a14:m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b)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oMath>
                          </a14:m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c)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oMath>
                          </a14:m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d) 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oMath>
                          </a14:m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94583780"/>
                      </a:ext>
                    </a:extLst>
                  </a:tr>
                  <a:tr h="1347646">
                    <a:tc>
                      <a:txBody>
                        <a:bodyPr/>
                        <a:lstStyle/>
                        <a:p>
                          <a:r>
                            <a:rPr lang="en-GB" sz="1200" b="0" noProof="0"/>
                            <a:t>e)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=7</m:t>
                              </m:r>
                            </m:oMath>
                          </a14:m>
                          <a:endParaRPr lang="en-GB" sz="1200" b="0" noProof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/>
                            <a:t>f)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=12</m:t>
                              </m:r>
                            </m:oMath>
                          </a14:m>
                          <a:endParaRPr lang="en-GB" sz="1200" b="0" noProof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/>
                            <a:t>g)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=12</m:t>
                              </m:r>
                            </m:oMath>
                          </a14:m>
                          <a:endParaRPr lang="en-GB" sz="1200" b="0" noProof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 dirty="0"/>
                            <a:t>h)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  <m:sSup>
                                <m:sSupPr>
                                  <m:ctrlP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=12</m:t>
                              </m:r>
                            </m:oMath>
                          </a14:m>
                          <a:endParaRPr lang="en-GB" sz="1200" b="0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55017733"/>
                      </a:ext>
                    </a:extLst>
                  </a:tr>
                  <a:tr h="1347646">
                    <a:tc>
                      <a:txBody>
                        <a:bodyPr/>
                        <a:lstStyle/>
                        <a:p>
                          <a:r>
                            <a:rPr lang="en-GB" sz="1200" b="0" noProof="0" err="1"/>
                            <a:t>i</a:t>
                          </a:r>
                          <a:r>
                            <a:rPr lang="en-GB" sz="1200" b="0" noProof="0"/>
                            <a:t>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12=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oMath>
                          </a14:m>
                          <a:endParaRPr lang="en-GB" sz="1200" b="0" noProof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/>
                            <a:t>j)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12+3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oMath>
                          </a14:m>
                          <a:endParaRPr lang="en-GB" sz="1200" b="0" noProof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/>
                            <a:t>k)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−12</m:t>
                              </m:r>
                              <m:r>
                                <a:rPr lang="en-GB" sz="1200" b="0" i="0" noProof="0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  <m:r>
                                <m:rPr>
                                  <m:sty m:val="p"/>
                                </m:rPr>
                                <a:rPr lang="en-GB" sz="1200" b="0" i="0" noProof="0" smtClean="0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oMath>
                          </a14:m>
                          <a:endParaRPr lang="en-GB" sz="1200" b="0" noProof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 dirty="0"/>
                            <a:t>l)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num>
                                <m:den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oMath>
                          </a14:m>
                          <a:endParaRPr lang="en-GB" sz="1200" b="0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0585404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3" name="Table 32">
                <a:extLst>
                  <a:ext uri="{FF2B5EF4-FFF2-40B4-BE49-F238E27FC236}">
                    <a16:creationId xmlns:a16="http://schemas.microsoft.com/office/drawing/2014/main" id="{FD6E6448-D944-56F7-D46E-5D6B21EB3CB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8575830"/>
                  </p:ext>
                </p:extLst>
              </p:nvPr>
            </p:nvGraphicFramePr>
            <p:xfrm>
              <a:off x="89003" y="3186910"/>
              <a:ext cx="6681912" cy="40429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70478">
                      <a:extLst>
                        <a:ext uri="{9D8B030D-6E8A-4147-A177-3AD203B41FA5}">
                          <a16:colId xmlns:a16="http://schemas.microsoft.com/office/drawing/2014/main" val="3647236309"/>
                        </a:ext>
                      </a:extLst>
                    </a:gridCol>
                    <a:gridCol w="1670478">
                      <a:extLst>
                        <a:ext uri="{9D8B030D-6E8A-4147-A177-3AD203B41FA5}">
                          <a16:colId xmlns:a16="http://schemas.microsoft.com/office/drawing/2014/main" val="2570924096"/>
                        </a:ext>
                      </a:extLst>
                    </a:gridCol>
                    <a:gridCol w="1670478">
                      <a:extLst>
                        <a:ext uri="{9D8B030D-6E8A-4147-A177-3AD203B41FA5}">
                          <a16:colId xmlns:a16="http://schemas.microsoft.com/office/drawing/2014/main" val="416811348"/>
                        </a:ext>
                      </a:extLst>
                    </a:gridCol>
                    <a:gridCol w="1670478">
                      <a:extLst>
                        <a:ext uri="{9D8B030D-6E8A-4147-A177-3AD203B41FA5}">
                          <a16:colId xmlns:a16="http://schemas.microsoft.com/office/drawing/2014/main" val="2813845385"/>
                        </a:ext>
                      </a:extLst>
                    </a:gridCol>
                  </a:tblGrid>
                  <a:tr h="134764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65" t="-452" r="-301095" b="-2018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452" r="-200000" b="-2018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730" t="-452" r="-100730" b="-2018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0730" t="-452" r="-730" b="-2018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94583780"/>
                      </a:ext>
                    </a:extLst>
                  </a:tr>
                  <a:tr h="134764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65" t="-100000" r="-301095" b="-1009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100000" r="-200000" b="-1009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730" t="-100000" r="-100730" b="-1009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0730" t="-100000" r="-730" b="-10090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55017733"/>
                      </a:ext>
                    </a:extLst>
                  </a:tr>
                  <a:tr h="134764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65" t="-200905" r="-301095" b="-13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200905" r="-200000" b="-13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730" t="-200905" r="-100730" b="-13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0730" t="-200905" r="-730" b="-13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0585404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6405DE5-4287-1F34-1333-87C5937741DA}"/>
                  </a:ext>
                </a:extLst>
              </p:cNvPr>
              <p:cNvSpPr txBox="1"/>
              <p:nvPr/>
            </p:nvSpPr>
            <p:spPr>
              <a:xfrm>
                <a:off x="1362642" y="2855287"/>
                <a:ext cx="3646054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Question 1. </a:t>
                </a: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Make </a:t>
                </a:r>
                <a14:m>
                  <m:oMath xmlns:m="http://schemas.openxmlformats.org/officeDocument/2006/math">
                    <m:r>
                      <a:rPr kumimoji="0" lang="en-GB" sz="1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the subject of the following:</a:t>
                </a: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6405DE5-4287-1F34-1333-87C5937741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2642" y="2855287"/>
                <a:ext cx="3646054" cy="276999"/>
              </a:xfrm>
              <a:prstGeom prst="rect">
                <a:avLst/>
              </a:prstGeom>
              <a:blipFill>
                <a:blip r:embed="rId5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232A86B8-B6D0-4D21-D41C-8A1DB1E3B95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7123" y="7536495"/>
              <a:ext cx="6681913" cy="217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27148">
                      <a:extLst>
                        <a:ext uri="{9D8B030D-6E8A-4147-A177-3AD203B41FA5}">
                          <a16:colId xmlns:a16="http://schemas.microsoft.com/office/drawing/2014/main" val="1568142362"/>
                        </a:ext>
                      </a:extLst>
                    </a:gridCol>
                    <a:gridCol w="1718255">
                      <a:extLst>
                        <a:ext uri="{9D8B030D-6E8A-4147-A177-3AD203B41FA5}">
                          <a16:colId xmlns:a16="http://schemas.microsoft.com/office/drawing/2014/main" val="3551711160"/>
                        </a:ext>
                      </a:extLst>
                    </a:gridCol>
                    <a:gridCol w="1718255">
                      <a:extLst>
                        <a:ext uri="{9D8B030D-6E8A-4147-A177-3AD203B41FA5}">
                          <a16:colId xmlns:a16="http://schemas.microsoft.com/office/drawing/2014/main" val="1712497518"/>
                        </a:ext>
                      </a:extLst>
                    </a:gridCol>
                    <a:gridCol w="1718255">
                      <a:extLst>
                        <a:ext uri="{9D8B030D-6E8A-4147-A177-3AD203B41FA5}">
                          <a16:colId xmlns:a16="http://schemas.microsoft.com/office/drawing/2014/main" val="886122921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endParaRPr lang="en-GB" sz="1200" b="1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FF0000"/>
                              </a:solidFill>
                            </a:rPr>
                            <a:t>Example 4.   I do…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chemeClr val="accent2"/>
                              </a:solidFill>
                            </a:rPr>
                            <a:t>Example 5.    We do…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00B050"/>
                              </a:solidFill>
                            </a:rPr>
                            <a:t>Example 6.   You do…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10528973"/>
                      </a:ext>
                    </a:extLst>
                  </a:tr>
                  <a:tr h="302332">
                    <a:tc>
                      <a:txBody>
                        <a:bodyPr/>
                        <a:lstStyle/>
                        <a:p>
                          <a:r>
                            <a:rPr lang="en-GB" sz="1200" b="1" noProof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Make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oMath>
                          </a14:m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 the subject of the following: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Make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oMath>
                          </a14:m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 the subject of the following: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Make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 the subject of the following: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7201933"/>
                      </a:ext>
                    </a:extLst>
                  </a:tr>
                  <a:tr h="1440000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1) Circle the variable you want to make the subject.</a:t>
                          </a:r>
                        </a:p>
                        <a:p>
                          <a:pPr marL="0" indent="0">
                            <a:buNone/>
                          </a:pP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indent="0">
                            <a:buNone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2) Use the inverse operation to isolate the variable.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num>
                                  <m:den>
                                    <m: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𝑝𝑦</m:t>
                                </m:r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−</m:t>
                                </m:r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𝑏𝑥</m:t>
                                </m:r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oMath>
                            </m:oMathPara>
                          </a14:m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36252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232A86B8-B6D0-4D21-D41C-8A1DB1E3B95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87277735"/>
                  </p:ext>
                </p:extLst>
              </p:nvPr>
            </p:nvGraphicFramePr>
            <p:xfrm>
              <a:off x="77123" y="7536495"/>
              <a:ext cx="6681913" cy="217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27148">
                      <a:extLst>
                        <a:ext uri="{9D8B030D-6E8A-4147-A177-3AD203B41FA5}">
                          <a16:colId xmlns:a16="http://schemas.microsoft.com/office/drawing/2014/main" val="1568142362"/>
                        </a:ext>
                      </a:extLst>
                    </a:gridCol>
                    <a:gridCol w="1718255">
                      <a:extLst>
                        <a:ext uri="{9D8B030D-6E8A-4147-A177-3AD203B41FA5}">
                          <a16:colId xmlns:a16="http://schemas.microsoft.com/office/drawing/2014/main" val="3551711160"/>
                        </a:ext>
                      </a:extLst>
                    </a:gridCol>
                    <a:gridCol w="1718255">
                      <a:extLst>
                        <a:ext uri="{9D8B030D-6E8A-4147-A177-3AD203B41FA5}">
                          <a16:colId xmlns:a16="http://schemas.microsoft.com/office/drawing/2014/main" val="1712497518"/>
                        </a:ext>
                      </a:extLst>
                    </a:gridCol>
                    <a:gridCol w="1718255">
                      <a:extLst>
                        <a:ext uri="{9D8B030D-6E8A-4147-A177-3AD203B41FA5}">
                          <a16:colId xmlns:a16="http://schemas.microsoft.com/office/drawing/2014/main" val="886122921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endParaRPr lang="en-GB" sz="1200" b="1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FF0000"/>
                              </a:solidFill>
                            </a:rPr>
                            <a:t>Example 4.   I do…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chemeClr val="accent2"/>
                              </a:solidFill>
                            </a:rPr>
                            <a:t>Example 5.    We do…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00B050"/>
                              </a:solidFill>
                            </a:rPr>
                            <a:t>Example 6.   You do…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1052897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GB" sz="1200" b="1" noProof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89362" t="-60000" r="-200709" b="-318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89362" t="-60000" r="-100709" b="-318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89362" t="-60000" r="-709" b="-318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7201933"/>
                      </a:ext>
                    </a:extLst>
                  </a:tr>
                  <a:tr h="1440000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1) Circle the variable you want to make the subject.</a:t>
                          </a:r>
                        </a:p>
                        <a:p>
                          <a:pPr marL="0" indent="0">
                            <a:buNone/>
                          </a:pP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indent="0">
                            <a:buNone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2) Use the inverse operation to isolate the variable.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89362" t="-50633" r="-200709" b="-8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89362" t="-50633" r="-100709" b="-8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89362" t="-50633" r="-709" b="-8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362524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555DCFB8-D397-3715-F433-A4831C9EE032}"/>
              </a:ext>
            </a:extLst>
          </p:cNvPr>
          <p:cNvSpPr/>
          <p:nvPr/>
        </p:nvSpPr>
        <p:spPr>
          <a:xfrm>
            <a:off x="-1" y="7294633"/>
            <a:ext cx="6857999" cy="25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noProof="0" dirty="0">
                <a:solidFill>
                  <a:schemeClr val="bg1"/>
                </a:solidFill>
              </a:rPr>
              <a:t>One-step Rearranging (Multiplication/ Division)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D87C8B-F8BB-DD08-1D1E-34644CEAA167}"/>
              </a:ext>
            </a:extLst>
          </p:cNvPr>
          <p:cNvSpPr/>
          <p:nvPr/>
        </p:nvSpPr>
        <p:spPr>
          <a:xfrm>
            <a:off x="0" y="0"/>
            <a:ext cx="6858000" cy="288000"/>
          </a:xfrm>
          <a:prstGeom prst="rect">
            <a:avLst/>
          </a:prstGeom>
          <a:solidFill>
            <a:srgbClr val="0092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noProof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One-Step Rearranging</a:t>
            </a:r>
            <a:endParaRPr lang="en-GB" sz="1600" b="1" i="0" noProof="0" dirty="0">
              <a:solidFill>
                <a:schemeClr val="bg1"/>
              </a:solidFill>
              <a:effectLst/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58A690F-A6B2-B44A-6EA2-578EA9FA3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25881" y="9522692"/>
            <a:ext cx="1543050" cy="527403"/>
          </a:xfrm>
        </p:spPr>
        <p:txBody>
          <a:bodyPr/>
          <a:lstStyle/>
          <a:p>
            <a:fld id="{086C3A38-D272-42AA-9C88-F1FBEAE20D2C}" type="slidenum">
              <a:rPr lang="en-GB" noProof="0" smtClean="0"/>
              <a:t>2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527980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77BA6A5-ED37-C20B-70BA-C270B85E7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14950" y="9493607"/>
            <a:ext cx="1543050" cy="527403"/>
          </a:xfrm>
        </p:spPr>
        <p:txBody>
          <a:bodyPr/>
          <a:lstStyle/>
          <a:p>
            <a:fld id="{086C3A38-D272-42AA-9C88-F1FBEAE20D2C}" type="slidenum">
              <a:rPr lang="en-GB" noProof="0" smtClean="0"/>
              <a:t>3</a:t>
            </a:fld>
            <a:endParaRPr lang="en-GB" noProof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73D89557-077F-5D01-576B-DACB458A545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06621" y="2533743"/>
              <a:ext cx="6681912" cy="215652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70478">
                      <a:extLst>
                        <a:ext uri="{9D8B030D-6E8A-4147-A177-3AD203B41FA5}">
                          <a16:colId xmlns:a16="http://schemas.microsoft.com/office/drawing/2014/main" val="2970604747"/>
                        </a:ext>
                      </a:extLst>
                    </a:gridCol>
                    <a:gridCol w="1670478">
                      <a:extLst>
                        <a:ext uri="{9D8B030D-6E8A-4147-A177-3AD203B41FA5}">
                          <a16:colId xmlns:a16="http://schemas.microsoft.com/office/drawing/2014/main" val="1945988621"/>
                        </a:ext>
                      </a:extLst>
                    </a:gridCol>
                    <a:gridCol w="1670478">
                      <a:extLst>
                        <a:ext uri="{9D8B030D-6E8A-4147-A177-3AD203B41FA5}">
                          <a16:colId xmlns:a16="http://schemas.microsoft.com/office/drawing/2014/main" val="3516122307"/>
                        </a:ext>
                      </a:extLst>
                    </a:gridCol>
                    <a:gridCol w="1670478">
                      <a:extLst>
                        <a:ext uri="{9D8B030D-6E8A-4147-A177-3AD203B41FA5}">
                          <a16:colId xmlns:a16="http://schemas.microsoft.com/office/drawing/2014/main" val="3409501203"/>
                        </a:ext>
                      </a:extLst>
                    </a:gridCol>
                  </a:tblGrid>
                  <a:tr h="1078264">
                    <a:tc>
                      <a:txBody>
                        <a:bodyPr/>
                        <a:lstStyle/>
                        <a:p>
                          <a:r>
                            <a:rPr lang="en-GB" sz="1200" b="0" noProof="0" err="1">
                              <a:solidFill>
                                <a:schemeClr val="tx1"/>
                              </a:solidFill>
                            </a:rPr>
                            <a:t>i</a:t>
                          </a: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)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6</m:t>
                              </m:r>
                              <m:r>
                                <a:rPr kumimoji="0" lang="en-GB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𝑐𝑥</m:t>
                              </m:r>
                              <m:r>
                                <a:rPr kumimoji="0" lang="en-GB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</m:t>
                              </m:r>
                              <m:r>
                                <a:rPr kumimoji="0" lang="en-GB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𝑎</m:t>
                              </m:r>
                              <m:r>
                                <a:rPr kumimoji="0" lang="en-GB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</m:t>
                              </m:r>
                              <m:r>
                                <a:rPr kumimoji="0" lang="en-GB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𝑏</m:t>
                              </m:r>
                            </m:oMath>
                          </a14:m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j)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5</m:t>
                              </m:r>
                              <m:r>
                                <a:rPr kumimoji="0" lang="en-GB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𝑥𝑧</m:t>
                              </m:r>
                              <m:r>
                                <a:rPr kumimoji="0" lang="en-GB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</m:t>
                              </m:r>
                              <m:r>
                                <a:rPr kumimoji="0" lang="en-GB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𝑏</m:t>
                              </m:r>
                              <m:r>
                                <a:rPr kumimoji="0" lang="en-GB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</m:t>
                              </m:r>
                              <m:r>
                                <a:rPr kumimoji="0" lang="en-GB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𝑐</m:t>
                              </m:r>
                            </m:oMath>
                          </a14:m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k)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den>
                              </m:f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oMath>
                          </a14:m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l)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𝑏𝑐𝑥</m:t>
                              </m:r>
                            </m:oMath>
                          </a14:m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8215511"/>
                      </a:ext>
                    </a:extLst>
                  </a:tr>
                  <a:tr h="1078264">
                    <a:tc>
                      <a:txBody>
                        <a:bodyPr/>
                        <a:lstStyle/>
                        <a:p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m)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  <m:f>
                                <m:fPr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den>
                              </m:f>
                            </m:oMath>
                          </a14:m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n)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  <m:f>
                                <m:fPr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GB" sz="1200" b="0" i="1" noProof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GB" sz="1200" b="0" i="1" noProof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</m:rad>
                                </m:den>
                              </m:f>
                            </m:oMath>
                          </a14:m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o)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  <m:f>
                                <m:fPr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GB" sz="1200" b="0" i="1" noProof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GB" sz="1200" b="0" i="1" noProof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𝑏𝑐</m:t>
                                      </m:r>
                                    </m:e>
                                  </m:rad>
                                </m:den>
                              </m:f>
                            </m:oMath>
                          </a14:m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p)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den>
                              </m:f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oMath>
                          </a14:m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85273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73D89557-077F-5D01-576B-DACB458A545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28306978"/>
                  </p:ext>
                </p:extLst>
              </p:nvPr>
            </p:nvGraphicFramePr>
            <p:xfrm>
              <a:off x="106621" y="2533743"/>
              <a:ext cx="6681912" cy="215652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70478">
                      <a:extLst>
                        <a:ext uri="{9D8B030D-6E8A-4147-A177-3AD203B41FA5}">
                          <a16:colId xmlns:a16="http://schemas.microsoft.com/office/drawing/2014/main" val="2970604747"/>
                        </a:ext>
                      </a:extLst>
                    </a:gridCol>
                    <a:gridCol w="1670478">
                      <a:extLst>
                        <a:ext uri="{9D8B030D-6E8A-4147-A177-3AD203B41FA5}">
                          <a16:colId xmlns:a16="http://schemas.microsoft.com/office/drawing/2014/main" val="1945988621"/>
                        </a:ext>
                      </a:extLst>
                    </a:gridCol>
                    <a:gridCol w="1670478">
                      <a:extLst>
                        <a:ext uri="{9D8B030D-6E8A-4147-A177-3AD203B41FA5}">
                          <a16:colId xmlns:a16="http://schemas.microsoft.com/office/drawing/2014/main" val="3516122307"/>
                        </a:ext>
                      </a:extLst>
                    </a:gridCol>
                    <a:gridCol w="1670478">
                      <a:extLst>
                        <a:ext uri="{9D8B030D-6E8A-4147-A177-3AD203B41FA5}">
                          <a16:colId xmlns:a16="http://schemas.microsoft.com/office/drawing/2014/main" val="3409501203"/>
                        </a:ext>
                      </a:extLst>
                    </a:gridCol>
                  </a:tblGrid>
                  <a:tr h="107826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5" t="-562" r="-301095" b="-1005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562" r="-200000" b="-1005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730" t="-562" r="-100730" b="-1005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0730" t="-562" r="-730" b="-1005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8215511"/>
                      </a:ext>
                    </a:extLst>
                  </a:tr>
                  <a:tr h="107826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5" t="-101130" r="-301095" b="-11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101130" r="-200000" b="-11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730" t="-101130" r="-100730" b="-11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0730" t="-101130" r="-730" b="-11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852730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F0A74CC9-0508-4162-D2AC-57B6A589F1F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06621" y="396327"/>
              <a:ext cx="6681912" cy="215652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70478">
                      <a:extLst>
                        <a:ext uri="{9D8B030D-6E8A-4147-A177-3AD203B41FA5}">
                          <a16:colId xmlns:a16="http://schemas.microsoft.com/office/drawing/2014/main" val="3873491915"/>
                        </a:ext>
                      </a:extLst>
                    </a:gridCol>
                    <a:gridCol w="1670478">
                      <a:extLst>
                        <a:ext uri="{9D8B030D-6E8A-4147-A177-3AD203B41FA5}">
                          <a16:colId xmlns:a16="http://schemas.microsoft.com/office/drawing/2014/main" val="2475474767"/>
                        </a:ext>
                      </a:extLst>
                    </a:gridCol>
                    <a:gridCol w="1670478">
                      <a:extLst>
                        <a:ext uri="{9D8B030D-6E8A-4147-A177-3AD203B41FA5}">
                          <a16:colId xmlns:a16="http://schemas.microsoft.com/office/drawing/2014/main" val="1424946353"/>
                        </a:ext>
                      </a:extLst>
                    </a:gridCol>
                    <a:gridCol w="1670478">
                      <a:extLst>
                        <a:ext uri="{9D8B030D-6E8A-4147-A177-3AD203B41FA5}">
                          <a16:colId xmlns:a16="http://schemas.microsoft.com/office/drawing/2014/main" val="3283084615"/>
                        </a:ext>
                      </a:extLst>
                    </a:gridCol>
                  </a:tblGrid>
                  <a:tr h="1078264">
                    <a:tc>
                      <a:txBody>
                        <a:bodyPr/>
                        <a:lstStyle/>
                        <a:p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a)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oMath>
                          </a14:m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b)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oMath>
                          </a14:m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c)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den>
                              </m:f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oMath>
                          </a14:m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d)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𝑥𝑐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oMath>
                          </a14:m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5669354"/>
                      </a:ext>
                    </a:extLst>
                  </a:tr>
                  <a:tr h="1078264">
                    <a:tc>
                      <a:txBody>
                        <a:bodyPr/>
                        <a:lstStyle/>
                        <a:p>
                          <a:r>
                            <a:rPr lang="en-GB" sz="1200" b="0" noProof="0"/>
                            <a:t>e)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𝑎𝑏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𝑐𝑥</m:t>
                              </m:r>
                            </m:oMath>
                          </a14:m>
                          <a:endParaRPr lang="en-GB" sz="1200" b="0" noProof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/>
                            <a:t>f)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𝑎𝑏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den>
                              </m:f>
                            </m:oMath>
                          </a14:m>
                          <a:endParaRPr lang="en-GB" sz="1200" b="0" noProof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/>
                            <a:t>g)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𝑏𝑐</m:t>
                                  </m:r>
                                </m:den>
                              </m:f>
                            </m:oMath>
                          </a14:m>
                          <a:endParaRPr lang="en-GB" sz="1200" b="0" noProof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/>
                            <a:t>h)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𝑚𝑥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oMath>
                          </a14:m>
                          <a:endParaRPr lang="en-GB" sz="1200" b="0" noProof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4924906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F0A74CC9-0508-4162-D2AC-57B6A589F1F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92902639"/>
                  </p:ext>
                </p:extLst>
              </p:nvPr>
            </p:nvGraphicFramePr>
            <p:xfrm>
              <a:off x="106621" y="396327"/>
              <a:ext cx="6681912" cy="215652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70478">
                      <a:extLst>
                        <a:ext uri="{9D8B030D-6E8A-4147-A177-3AD203B41FA5}">
                          <a16:colId xmlns:a16="http://schemas.microsoft.com/office/drawing/2014/main" val="3873491915"/>
                        </a:ext>
                      </a:extLst>
                    </a:gridCol>
                    <a:gridCol w="1670478">
                      <a:extLst>
                        <a:ext uri="{9D8B030D-6E8A-4147-A177-3AD203B41FA5}">
                          <a16:colId xmlns:a16="http://schemas.microsoft.com/office/drawing/2014/main" val="2475474767"/>
                        </a:ext>
                      </a:extLst>
                    </a:gridCol>
                    <a:gridCol w="1670478">
                      <a:extLst>
                        <a:ext uri="{9D8B030D-6E8A-4147-A177-3AD203B41FA5}">
                          <a16:colId xmlns:a16="http://schemas.microsoft.com/office/drawing/2014/main" val="1424946353"/>
                        </a:ext>
                      </a:extLst>
                    </a:gridCol>
                    <a:gridCol w="1670478">
                      <a:extLst>
                        <a:ext uri="{9D8B030D-6E8A-4147-A177-3AD203B41FA5}">
                          <a16:colId xmlns:a16="http://schemas.microsoft.com/office/drawing/2014/main" val="3283084615"/>
                        </a:ext>
                      </a:extLst>
                    </a:gridCol>
                  </a:tblGrid>
                  <a:tr h="107826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65" t="-1130" r="-301095" b="-1011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1130" r="-200000" b="-1011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730" t="-1130" r="-100730" b="-1011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0730" t="-1130" r="-730" b="-1011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5669354"/>
                      </a:ext>
                    </a:extLst>
                  </a:tr>
                  <a:tr h="107826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65" t="-101130" r="-301095" b="-11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101130" r="-200000" b="-11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730" t="-101130" r="-100730" b="-11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0730" t="-101130" r="-730" b="-11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4924906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5D920EF7-99F6-F6EF-33C9-3D6860AF673E}"/>
              </a:ext>
            </a:extLst>
          </p:cNvPr>
          <p:cNvSpPr/>
          <p:nvPr/>
        </p:nvSpPr>
        <p:spPr>
          <a:xfrm>
            <a:off x="0" y="57501"/>
            <a:ext cx="1620000" cy="25200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noProof="0"/>
              <a:t>Independent Practice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2D997B9-2DEB-696F-D18B-2186AC13A143}"/>
                  </a:ext>
                </a:extLst>
              </p:cNvPr>
              <p:cNvSpPr txBox="1"/>
              <p:nvPr/>
            </p:nvSpPr>
            <p:spPr>
              <a:xfrm>
                <a:off x="1373562" y="74551"/>
                <a:ext cx="3646054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Question 2. </a:t>
                </a: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Make </a:t>
                </a:r>
                <a14:m>
                  <m:oMath xmlns:m="http://schemas.openxmlformats.org/officeDocument/2006/math">
                    <m:r>
                      <a:rPr kumimoji="0" lang="en-GB" sz="1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the subject of the following: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2D997B9-2DEB-696F-D18B-2186AC13A1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3562" y="74551"/>
                <a:ext cx="3646054" cy="276999"/>
              </a:xfrm>
              <a:prstGeom prst="rect">
                <a:avLst/>
              </a:prstGeom>
              <a:blipFill>
                <a:blip r:embed="rId5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5DDC87A6-6AFC-22E0-473D-1EEE25C8859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06621" y="4764628"/>
              <a:ext cx="6681912" cy="19202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41896">
                      <a:extLst>
                        <a:ext uri="{9D8B030D-6E8A-4147-A177-3AD203B41FA5}">
                          <a16:colId xmlns:a16="http://schemas.microsoft.com/office/drawing/2014/main" val="1568142362"/>
                        </a:ext>
                      </a:extLst>
                    </a:gridCol>
                    <a:gridCol w="1646672">
                      <a:extLst>
                        <a:ext uri="{9D8B030D-6E8A-4147-A177-3AD203B41FA5}">
                          <a16:colId xmlns:a16="http://schemas.microsoft.com/office/drawing/2014/main" val="609968388"/>
                        </a:ext>
                      </a:extLst>
                    </a:gridCol>
                    <a:gridCol w="1646672">
                      <a:extLst>
                        <a:ext uri="{9D8B030D-6E8A-4147-A177-3AD203B41FA5}">
                          <a16:colId xmlns:a16="http://schemas.microsoft.com/office/drawing/2014/main" val="3207776717"/>
                        </a:ext>
                      </a:extLst>
                    </a:gridCol>
                    <a:gridCol w="1646672">
                      <a:extLst>
                        <a:ext uri="{9D8B030D-6E8A-4147-A177-3AD203B41FA5}">
                          <a16:colId xmlns:a16="http://schemas.microsoft.com/office/drawing/2014/main" val="1889420402"/>
                        </a:ext>
                      </a:extLst>
                    </a:gridCol>
                  </a:tblGrid>
                  <a:tr h="215086">
                    <a:tc>
                      <a:txBody>
                        <a:bodyPr/>
                        <a:lstStyle/>
                        <a:p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FF0000"/>
                              </a:solidFill>
                            </a:rPr>
                            <a:t>Example 7.   I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chemeClr val="accent2"/>
                              </a:solidFill>
                            </a:rPr>
                            <a:t>Example 8.    We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00B050"/>
                              </a:solidFill>
                            </a:rPr>
                            <a:t>Example 9.   You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9222495"/>
                      </a:ext>
                    </a:extLst>
                  </a:tr>
                  <a:tr h="215086">
                    <a:tc>
                      <a:txBody>
                        <a:bodyPr/>
                        <a:lstStyle/>
                        <a:p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Make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 the subject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100" b="1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100" b="1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7201933"/>
                      </a:ext>
                    </a:extLst>
                  </a:tr>
                  <a:tr h="381123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Circle the subject that we want to </a:t>
                          </a: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isolate.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noProof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d>
                                  <m:dPr>
                                    <m:ctrlPr>
                                      <a:rPr lang="en-GB" sz="1200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z="1200" b="0" i="1" noProof="0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GB" sz="1200" b="0" i="1" noProof="0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GB" sz="1200" b="0" i="1" noProof="0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</m:d>
                                <m:r>
                                  <a:rPr lang="en-GB" sz="1200" b="0" i="1" noProof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sz="1200" b="0" i="1" noProof="0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oMath>
                            </m:oMathPara>
                          </a14:m>
                          <a:endParaRPr lang="en-GB" sz="1200" noProof="0"/>
                        </a:p>
                        <a:p>
                          <a:pPr marL="0" indent="0" algn="ctr">
                            <a:buNone/>
                          </a:pPr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200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200" b="0" i="1" noProof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en-GB" sz="1200" b="0" i="1" noProof="0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en-GB" sz="1200" b="0" i="1" noProof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GB" sz="1200" b="0" i="1" noProof="0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den>
                                </m:f>
                                <m:r>
                                  <a:rPr lang="en-GB" sz="1200" b="0" i="1" noProof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sz="1200" b="0" i="1" noProof="0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en-GB" sz="1200" noProof="0"/>
                        </a:p>
                        <a:p>
                          <a:pPr marL="0" indent="0" algn="ctr">
                            <a:buNone/>
                          </a:pPr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noProof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d>
                                  <m:dPr>
                                    <m:ctrlPr>
                                      <a:rPr lang="en-GB" sz="1200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z="1200" b="0" i="1" noProof="0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GB" sz="1200" b="0" i="1" noProof="0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GB" sz="1200" b="0" i="1" noProof="0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  <m:r>
                                      <a:rPr lang="en-GB" sz="1200" b="0" i="1" noProof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GB" sz="1200" b="0" i="1" noProof="0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</m:d>
                                <m:r>
                                  <a:rPr lang="en-GB" sz="1200" b="0" i="1" noProof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sz="1200" b="0" i="1" noProof="0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oMath>
                            </m:oMathPara>
                          </a14:m>
                          <a:endParaRPr lang="en-GB" sz="1200" noProof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3625240"/>
                      </a:ext>
                    </a:extLst>
                  </a:tr>
                  <a:tr h="358476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Identify what needs to be </a:t>
                          </a: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eliminated.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55880906"/>
                      </a:ext>
                    </a:extLst>
                  </a:tr>
                  <a:tr h="453074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Inverse the operation, and </a:t>
                          </a: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apply to both sides.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1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1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1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7081824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5DDC87A6-6AFC-22E0-473D-1EEE25C8859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01145582"/>
                  </p:ext>
                </p:extLst>
              </p:nvPr>
            </p:nvGraphicFramePr>
            <p:xfrm>
              <a:off x="106621" y="4764628"/>
              <a:ext cx="6681912" cy="19202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41896">
                      <a:extLst>
                        <a:ext uri="{9D8B030D-6E8A-4147-A177-3AD203B41FA5}">
                          <a16:colId xmlns:a16="http://schemas.microsoft.com/office/drawing/2014/main" val="1568142362"/>
                        </a:ext>
                      </a:extLst>
                    </a:gridCol>
                    <a:gridCol w="1646672">
                      <a:extLst>
                        <a:ext uri="{9D8B030D-6E8A-4147-A177-3AD203B41FA5}">
                          <a16:colId xmlns:a16="http://schemas.microsoft.com/office/drawing/2014/main" val="609968388"/>
                        </a:ext>
                      </a:extLst>
                    </a:gridCol>
                    <a:gridCol w="1646672">
                      <a:extLst>
                        <a:ext uri="{9D8B030D-6E8A-4147-A177-3AD203B41FA5}">
                          <a16:colId xmlns:a16="http://schemas.microsoft.com/office/drawing/2014/main" val="3207776717"/>
                        </a:ext>
                      </a:extLst>
                    </a:gridCol>
                    <a:gridCol w="1646672">
                      <a:extLst>
                        <a:ext uri="{9D8B030D-6E8A-4147-A177-3AD203B41FA5}">
                          <a16:colId xmlns:a16="http://schemas.microsoft.com/office/drawing/2014/main" val="1889420402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FF0000"/>
                              </a:solidFill>
                            </a:rPr>
                            <a:t>Example 7.   I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chemeClr val="accent2"/>
                              </a:solidFill>
                            </a:rPr>
                            <a:t>Example 8.    We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00B050"/>
                              </a:solidFill>
                            </a:rPr>
                            <a:t>Example 9.   You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9222495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5388" t="-102222" r="-247" b="-52000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100" b="1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100" b="1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720193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Circle the subject that we want to </a:t>
                          </a: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isolate.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06296" t="-40265" r="-201111" b="-3540"/>
                          </a:stretch>
                        </a:blip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05535" t="-40265" r="-100369" b="-3540"/>
                          </a:stretch>
                        </a:blip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06667" t="-40265" r="-741" b="-354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362524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Identify what needs to be </a:t>
                          </a: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eliminated.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5588090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Inverse the operation, and </a:t>
                          </a: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apply to both sides.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1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1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1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7081824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14D128B3-394C-D003-0D45-6448D7240322}"/>
                  </a:ext>
                </a:extLst>
              </p:cNvPr>
              <p:cNvSpPr/>
              <p:nvPr/>
            </p:nvSpPr>
            <p:spPr>
              <a:xfrm>
                <a:off x="1613095" y="6822725"/>
                <a:ext cx="3281283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GB" sz="1200" b="1" noProof="0"/>
                  <a:t>Question 3. </a:t>
                </a:r>
                <a:r>
                  <a:rPr lang="en-GB" sz="1200" noProof="0"/>
                  <a:t>Make </a:t>
                </a:r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200" noProof="0"/>
                  <a:t> the subject of the formulae:  </a:t>
                </a: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14D128B3-394C-D003-0D45-6448D72403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3095" y="6822725"/>
                <a:ext cx="3281283" cy="276999"/>
              </a:xfrm>
              <a:prstGeom prst="rect">
                <a:avLst/>
              </a:prstGeom>
              <a:blipFill>
                <a:blip r:embed="rId7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 20">
            <a:extLst>
              <a:ext uri="{FF2B5EF4-FFF2-40B4-BE49-F238E27FC236}">
                <a16:creationId xmlns:a16="http://schemas.microsoft.com/office/drawing/2014/main" id="{3F139D07-99C1-2653-DC1D-A5CD05666A76}"/>
              </a:ext>
            </a:extLst>
          </p:cNvPr>
          <p:cNvSpPr/>
          <p:nvPr/>
        </p:nvSpPr>
        <p:spPr>
          <a:xfrm>
            <a:off x="0" y="6815476"/>
            <a:ext cx="1620000" cy="25200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noProof="0"/>
              <a:t>Independent Practice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Table 21">
                <a:extLst>
                  <a:ext uri="{FF2B5EF4-FFF2-40B4-BE49-F238E27FC236}">
                    <a16:creationId xmlns:a16="http://schemas.microsoft.com/office/drawing/2014/main" id="{C8EA060C-6EEB-1A99-84CF-5418D7092E7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06619" y="7131972"/>
              <a:ext cx="6681912" cy="254135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70478">
                      <a:extLst>
                        <a:ext uri="{9D8B030D-6E8A-4147-A177-3AD203B41FA5}">
                          <a16:colId xmlns:a16="http://schemas.microsoft.com/office/drawing/2014/main" val="2012233697"/>
                        </a:ext>
                      </a:extLst>
                    </a:gridCol>
                    <a:gridCol w="1670478">
                      <a:extLst>
                        <a:ext uri="{9D8B030D-6E8A-4147-A177-3AD203B41FA5}">
                          <a16:colId xmlns:a16="http://schemas.microsoft.com/office/drawing/2014/main" val="1005268260"/>
                        </a:ext>
                      </a:extLst>
                    </a:gridCol>
                    <a:gridCol w="1670478">
                      <a:extLst>
                        <a:ext uri="{9D8B030D-6E8A-4147-A177-3AD203B41FA5}">
                          <a16:colId xmlns:a16="http://schemas.microsoft.com/office/drawing/2014/main" val="1347114339"/>
                        </a:ext>
                      </a:extLst>
                    </a:gridCol>
                    <a:gridCol w="1670478">
                      <a:extLst>
                        <a:ext uri="{9D8B030D-6E8A-4147-A177-3AD203B41FA5}">
                          <a16:colId xmlns:a16="http://schemas.microsoft.com/office/drawing/2014/main" val="1086400303"/>
                        </a:ext>
                      </a:extLst>
                    </a:gridCol>
                  </a:tblGrid>
                  <a:tr h="1270676">
                    <a:tc>
                      <a:txBody>
                        <a:bodyPr/>
                        <a:lstStyle/>
                        <a:p>
                          <a:r>
                            <a:rPr lang="en-GB" sz="1200" noProof="0"/>
                            <a:t>a)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den>
                              </m:f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oMath>
                          </a14:m>
                          <a:endParaRPr lang="en-GB" sz="1200" noProof="0"/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noProof="0"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noProof="0"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noProof="0"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noProof="0"/>
                            <a:t>b)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i="1" noProof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GB" sz="1200" i="1" noProof="0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GB" sz="1200" i="1" noProof="0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den>
                              </m:f>
                              <m:r>
                                <a:rPr lang="en-GB" sz="1200" i="1" noProof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200" i="1" noProof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oMath>
                          </a14:m>
                          <a:endParaRPr lang="en-GB" sz="1200" noProof="0"/>
                        </a:p>
                        <a:p>
                          <a:endParaRPr lang="en-GB" sz="1200" noProof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  <a:p>
                          <a:endParaRPr lang="en-GB" sz="1200" noProof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  <a:p>
                          <a:endParaRPr lang="en-GB" sz="1200" noProof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noProof="0"/>
                            <a:t>c)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noProof="0" smtClean="0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+5)=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oMath>
                          </a14:m>
                          <a:endParaRPr lang="en-GB" sz="1200" noProof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  <a:p>
                          <a:endParaRPr lang="en-GB" sz="1200" noProof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noProof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noProof="0"/>
                            <a:t>d)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i="1" noProof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  <m:r>
                                    <a:rPr lang="en-GB" sz="1200" i="1" noProof="0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den>
                              </m:f>
                              <m:r>
                                <a:rPr lang="en-GB" sz="1200" i="1" noProof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oMath>
                          </a14:m>
                          <a:endParaRPr lang="en-GB" sz="1200" noProof="0"/>
                        </a:p>
                        <a:p>
                          <a:endParaRPr lang="en-GB" sz="1200" noProof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  <a:p>
                          <a:endParaRPr lang="en-GB" sz="1200" noProof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  <a:p>
                          <a:endParaRPr lang="en-GB" sz="1200" noProof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903161897"/>
                      </a:ext>
                    </a:extLst>
                  </a:tr>
                  <a:tr h="1270676">
                    <a:tc>
                      <a:txBody>
                        <a:bodyPr/>
                        <a:lstStyle/>
                        <a:p>
                          <a:r>
                            <a:rPr lang="en-GB" sz="1200" noProof="0"/>
                            <a:t>e)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den>
                              </m:f>
                            </m:oMath>
                          </a14:m>
                          <a:endParaRPr lang="en-GB" sz="1200" noProof="0"/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noProof="0"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noProof="0"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noProof="0"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noProof="0"/>
                            <a:t>f)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noProof="0" smtClean="0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en-GB" sz="1200" i="1" noProof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200" i="1" noProof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sz="1200" i="1" noProof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i="1" noProof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GB" sz="1200" i="1" noProof="0" smtClean="0">
                                  <a:latin typeface="Cambria Math" panose="02040503050406030204" pitchFamily="18" charset="0"/>
                                </a:rPr>
                                <m:t>)=</m:t>
                              </m:r>
                              <m:r>
                                <a:rPr lang="en-GB" sz="1200" i="1" noProof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oMath>
                          </a14:m>
                          <a:endParaRPr lang="en-GB" sz="1200" noProof="0"/>
                        </a:p>
                        <a:p>
                          <a:endParaRPr lang="en-GB" sz="1200" noProof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  <a:p>
                          <a:endParaRPr lang="en-GB" sz="1200" noProof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  <a:p>
                          <a:endParaRPr lang="en-GB" sz="1200" noProof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noProof="0"/>
                            <a:t>g)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noProof="0" smtClean="0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en-GB" sz="1200" i="1" noProof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d>
                                <m:dPr>
                                  <m:ctrlPr>
                                    <a:rPr lang="en-GB" sz="12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200" i="1" noProof="0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GB" sz="1200" i="1" noProof="0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</m:d>
                              <m:r>
                                <a:rPr lang="en-GB" sz="1200" i="1" noProof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200" i="1" noProof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oMath>
                          </a14:m>
                          <a:endParaRPr lang="en-GB" sz="1200" noProof="0"/>
                        </a:p>
                        <a:p>
                          <a:endParaRPr lang="en-GB" sz="1200" noProof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  <a:p>
                          <a:endParaRPr lang="en-GB" sz="1200" noProof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noProof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noProof="0"/>
                            <a:t>h)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den>
                              </m:f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oMath>
                          </a14:m>
                          <a:endParaRPr lang="en-GB" sz="1200" noProof="0"/>
                        </a:p>
                        <a:p>
                          <a:endParaRPr lang="en-GB" sz="1200" noProof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  <a:p>
                          <a:endParaRPr lang="en-GB" sz="1200" noProof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  <a:p>
                          <a:endParaRPr lang="en-GB" sz="1200" noProof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308244256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Table 21">
                <a:extLst>
                  <a:ext uri="{FF2B5EF4-FFF2-40B4-BE49-F238E27FC236}">
                    <a16:creationId xmlns:a16="http://schemas.microsoft.com/office/drawing/2014/main" id="{C8EA060C-6EEB-1A99-84CF-5418D7092E7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07257335"/>
                  </p:ext>
                </p:extLst>
              </p:nvPr>
            </p:nvGraphicFramePr>
            <p:xfrm>
              <a:off x="106619" y="7131972"/>
              <a:ext cx="6681912" cy="254135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70478">
                      <a:extLst>
                        <a:ext uri="{9D8B030D-6E8A-4147-A177-3AD203B41FA5}">
                          <a16:colId xmlns:a16="http://schemas.microsoft.com/office/drawing/2014/main" val="2012233697"/>
                        </a:ext>
                      </a:extLst>
                    </a:gridCol>
                    <a:gridCol w="1670478">
                      <a:extLst>
                        <a:ext uri="{9D8B030D-6E8A-4147-A177-3AD203B41FA5}">
                          <a16:colId xmlns:a16="http://schemas.microsoft.com/office/drawing/2014/main" val="1005268260"/>
                        </a:ext>
                      </a:extLst>
                    </a:gridCol>
                    <a:gridCol w="1670478">
                      <a:extLst>
                        <a:ext uri="{9D8B030D-6E8A-4147-A177-3AD203B41FA5}">
                          <a16:colId xmlns:a16="http://schemas.microsoft.com/office/drawing/2014/main" val="1347114339"/>
                        </a:ext>
                      </a:extLst>
                    </a:gridCol>
                    <a:gridCol w="1670478">
                      <a:extLst>
                        <a:ext uri="{9D8B030D-6E8A-4147-A177-3AD203B41FA5}">
                          <a16:colId xmlns:a16="http://schemas.microsoft.com/office/drawing/2014/main" val="1086400303"/>
                        </a:ext>
                      </a:extLst>
                    </a:gridCol>
                  </a:tblGrid>
                  <a:tr h="12706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8"/>
                          <a:stretch>
                            <a:fillRect l="-365" t="-478" r="-301095" b="-1009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8"/>
                          <a:stretch>
                            <a:fillRect l="-100000" t="-478" r="-200000" b="-1009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8"/>
                          <a:stretch>
                            <a:fillRect l="-200730" t="-478" r="-100730" b="-1009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8"/>
                          <a:stretch>
                            <a:fillRect l="-300730" t="-478" r="-730" b="-1009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3161897"/>
                      </a:ext>
                    </a:extLst>
                  </a:tr>
                  <a:tr h="12706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8"/>
                          <a:stretch>
                            <a:fillRect l="-365" t="-100478" r="-301095" b="-9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8"/>
                          <a:stretch>
                            <a:fillRect l="-100000" t="-100478" r="-200000" b="-9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8"/>
                          <a:stretch>
                            <a:fillRect l="-200730" t="-100478" r="-100730" b="-9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8"/>
                          <a:stretch>
                            <a:fillRect l="-300730" t="-100478" r="-730" b="-9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8244256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8005645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43B07-BA69-66C0-3A29-1A87C852E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443785D-51AB-2FC5-9554-A428395B559D}"/>
              </a:ext>
            </a:extLst>
          </p:cNvPr>
          <p:cNvSpPr/>
          <p:nvPr/>
        </p:nvSpPr>
        <p:spPr>
          <a:xfrm>
            <a:off x="-2994" y="4033"/>
            <a:ext cx="6860993" cy="25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noProof="0" dirty="0">
                <a:solidFill>
                  <a:schemeClr val="bg1"/>
                </a:solidFill>
              </a:rPr>
              <a:t>One-step Rearranging (Powers/ Roots)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70A67236-C0A7-CFAB-C34F-BE0E545826D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8043" y="295322"/>
              <a:ext cx="6681913" cy="21031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27148">
                      <a:extLst>
                        <a:ext uri="{9D8B030D-6E8A-4147-A177-3AD203B41FA5}">
                          <a16:colId xmlns:a16="http://schemas.microsoft.com/office/drawing/2014/main" val="1568142362"/>
                        </a:ext>
                      </a:extLst>
                    </a:gridCol>
                    <a:gridCol w="1718255">
                      <a:extLst>
                        <a:ext uri="{9D8B030D-6E8A-4147-A177-3AD203B41FA5}">
                          <a16:colId xmlns:a16="http://schemas.microsoft.com/office/drawing/2014/main" val="3551711160"/>
                        </a:ext>
                      </a:extLst>
                    </a:gridCol>
                    <a:gridCol w="1718255">
                      <a:extLst>
                        <a:ext uri="{9D8B030D-6E8A-4147-A177-3AD203B41FA5}">
                          <a16:colId xmlns:a16="http://schemas.microsoft.com/office/drawing/2014/main" val="1712497518"/>
                        </a:ext>
                      </a:extLst>
                    </a:gridCol>
                    <a:gridCol w="1718255">
                      <a:extLst>
                        <a:ext uri="{9D8B030D-6E8A-4147-A177-3AD203B41FA5}">
                          <a16:colId xmlns:a16="http://schemas.microsoft.com/office/drawing/2014/main" val="886122921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endParaRPr lang="en-GB" sz="1200" b="1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FF0000"/>
                              </a:solidFill>
                            </a:rPr>
                            <a:t>Example 10.   I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chemeClr val="accent2"/>
                              </a:solidFill>
                            </a:rPr>
                            <a:t>Example 11.    We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00B050"/>
                              </a:solidFill>
                            </a:rPr>
                            <a:t>Example 12.   You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10528973"/>
                      </a:ext>
                    </a:extLst>
                  </a:tr>
                  <a:tr h="302332">
                    <a:tc>
                      <a:txBody>
                        <a:bodyPr/>
                        <a:lstStyle/>
                        <a:p>
                          <a:r>
                            <a:rPr lang="en-GB" sz="1200" b="1" noProof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Make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 the subject of the following: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Make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 the subject of the following: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Make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 the subject of the following: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57201933"/>
                      </a:ext>
                    </a:extLst>
                  </a:tr>
                  <a:tr h="1368000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1) Circle the variable you want to make the subject.</a:t>
                          </a:r>
                        </a:p>
                        <a:p>
                          <a:pPr marL="0" indent="0">
                            <a:buNone/>
                          </a:pP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indent="0">
                            <a:buNone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2) Use the inverse operation to isolate the variable.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rad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GB" sz="1200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+4</m:t>
                                </m:r>
                              </m:oMath>
                            </m:oMathPara>
                          </a14:m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oMath>
                            </m:oMathPara>
                          </a14:m>
                          <a:endParaRPr lang="en-GB" sz="120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936252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70A67236-C0A7-CFAB-C34F-BE0E545826D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2169307"/>
                  </p:ext>
                </p:extLst>
              </p:nvPr>
            </p:nvGraphicFramePr>
            <p:xfrm>
              <a:off x="88043" y="295322"/>
              <a:ext cx="6681913" cy="21031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27148">
                      <a:extLst>
                        <a:ext uri="{9D8B030D-6E8A-4147-A177-3AD203B41FA5}">
                          <a16:colId xmlns:a16="http://schemas.microsoft.com/office/drawing/2014/main" val="1568142362"/>
                        </a:ext>
                      </a:extLst>
                    </a:gridCol>
                    <a:gridCol w="1718255">
                      <a:extLst>
                        <a:ext uri="{9D8B030D-6E8A-4147-A177-3AD203B41FA5}">
                          <a16:colId xmlns:a16="http://schemas.microsoft.com/office/drawing/2014/main" val="3551711160"/>
                        </a:ext>
                      </a:extLst>
                    </a:gridCol>
                    <a:gridCol w="1718255">
                      <a:extLst>
                        <a:ext uri="{9D8B030D-6E8A-4147-A177-3AD203B41FA5}">
                          <a16:colId xmlns:a16="http://schemas.microsoft.com/office/drawing/2014/main" val="1712497518"/>
                        </a:ext>
                      </a:extLst>
                    </a:gridCol>
                    <a:gridCol w="1718255">
                      <a:extLst>
                        <a:ext uri="{9D8B030D-6E8A-4147-A177-3AD203B41FA5}">
                          <a16:colId xmlns:a16="http://schemas.microsoft.com/office/drawing/2014/main" val="886122921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endParaRPr lang="en-GB" sz="1200" b="1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FF0000"/>
                              </a:solidFill>
                            </a:rPr>
                            <a:t>Example 10.   I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chemeClr val="accent2"/>
                              </a:solidFill>
                            </a:rPr>
                            <a:t>Example 11.    We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00B050"/>
                              </a:solidFill>
                            </a:rPr>
                            <a:t>Example 12.   You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1052897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GB" sz="1200" b="1" noProof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9362" t="-61333" r="-200709" b="-31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89362" t="-61333" r="-100709" b="-31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89362" t="-61333" r="-709" b="-310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7201933"/>
                      </a:ext>
                    </a:extLst>
                  </a:tr>
                  <a:tr h="1371600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1) Circle the variable you want to make the subject.</a:t>
                          </a:r>
                        </a:p>
                        <a:p>
                          <a:pPr marL="0" indent="0">
                            <a:buNone/>
                          </a:pP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indent="0">
                            <a:buNone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2) Use the inverse operation to isolate the variable.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9362" t="-53540" r="-200709" b="-30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89362" t="-53540" r="-100709" b="-30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89362" t="-53540" r="-709" b="-30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362524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5" name="Rectangle 14">
            <a:extLst>
              <a:ext uri="{FF2B5EF4-FFF2-40B4-BE49-F238E27FC236}">
                <a16:creationId xmlns:a16="http://schemas.microsoft.com/office/drawing/2014/main" id="{231FA55F-B4CB-985D-4183-938A6FD3DE5E}"/>
              </a:ext>
            </a:extLst>
          </p:cNvPr>
          <p:cNvSpPr/>
          <p:nvPr/>
        </p:nvSpPr>
        <p:spPr>
          <a:xfrm>
            <a:off x="88043" y="2454822"/>
            <a:ext cx="1620000" cy="25200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noProof="0"/>
              <a:t>Independent Practice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7507558-FA1C-3D75-A833-82E86D09134F}"/>
                  </a:ext>
                </a:extLst>
              </p:cNvPr>
              <p:cNvSpPr txBox="1"/>
              <p:nvPr/>
            </p:nvSpPr>
            <p:spPr>
              <a:xfrm>
                <a:off x="1461605" y="2471872"/>
                <a:ext cx="3646054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Question 4. </a:t>
                </a: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Make </a:t>
                </a:r>
                <a14:m>
                  <m:oMath xmlns:m="http://schemas.openxmlformats.org/officeDocument/2006/math">
                    <m:r>
                      <a:rPr kumimoji="0" lang="en-GB" sz="1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the subject of the following: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7507558-FA1C-3D75-A833-82E86D0913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1605" y="2471872"/>
                <a:ext cx="3646054" cy="276999"/>
              </a:xfrm>
              <a:prstGeom prst="rect">
                <a:avLst/>
              </a:prstGeom>
              <a:blipFill>
                <a:blip r:embed="rId3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EB5D3301-4E1A-F845-2512-E78F06D8EDD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8044" y="2795603"/>
              <a:ext cx="6681912" cy="312785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70478">
                      <a:extLst>
                        <a:ext uri="{9D8B030D-6E8A-4147-A177-3AD203B41FA5}">
                          <a16:colId xmlns:a16="http://schemas.microsoft.com/office/drawing/2014/main" val="2173404643"/>
                        </a:ext>
                      </a:extLst>
                    </a:gridCol>
                    <a:gridCol w="1670478">
                      <a:extLst>
                        <a:ext uri="{9D8B030D-6E8A-4147-A177-3AD203B41FA5}">
                          <a16:colId xmlns:a16="http://schemas.microsoft.com/office/drawing/2014/main" val="3012951211"/>
                        </a:ext>
                      </a:extLst>
                    </a:gridCol>
                    <a:gridCol w="1670478">
                      <a:extLst>
                        <a:ext uri="{9D8B030D-6E8A-4147-A177-3AD203B41FA5}">
                          <a16:colId xmlns:a16="http://schemas.microsoft.com/office/drawing/2014/main" val="3671613065"/>
                        </a:ext>
                      </a:extLst>
                    </a:gridCol>
                    <a:gridCol w="1670478">
                      <a:extLst>
                        <a:ext uri="{9D8B030D-6E8A-4147-A177-3AD203B41FA5}">
                          <a16:colId xmlns:a16="http://schemas.microsoft.com/office/drawing/2014/main" val="1554076239"/>
                        </a:ext>
                      </a:extLst>
                    </a:gridCol>
                  </a:tblGrid>
                  <a:tr h="1042617">
                    <a:tc>
                      <a:txBody>
                        <a:bodyPr/>
                        <a:lstStyle/>
                        <a:p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a)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oMath>
                          </a14:m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b)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c)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rad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oMath>
                          </a14:m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d)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+5</m:t>
                              </m:r>
                            </m:oMath>
                          </a14:m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46429053"/>
                      </a:ext>
                    </a:extLst>
                  </a:tr>
                  <a:tr h="1042617">
                    <a:tc>
                      <a:txBody>
                        <a:bodyPr/>
                        <a:lstStyle/>
                        <a:p>
                          <a:r>
                            <a:rPr lang="en-GB" sz="1200" b="0" noProof="0"/>
                            <a:t>e)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=2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oMath>
                          </a14:m>
                          <a:endParaRPr lang="en-GB" sz="1200" b="0" noProof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/>
                            <a:t>f)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rad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oMath>
                          </a14:m>
                          <a:endParaRPr lang="en-GB" sz="1200" b="0" noProof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/>
                            <a:t>g)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noProof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ad>
                                <m:radPr>
                                  <m:degHide m:val="on"/>
                                  <m:ctrlP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rad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oMath>
                          </a14:m>
                          <a:endParaRPr lang="en-GB" sz="1200" b="0" noProof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/>
                            <a:t>h)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oMath>
                          </a14:m>
                          <a:endParaRPr lang="en-GB" sz="1200" b="0" noProof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42428231"/>
                      </a:ext>
                    </a:extLst>
                  </a:tr>
                  <a:tr h="1042617">
                    <a:tc>
                      <a:txBody>
                        <a:bodyPr/>
                        <a:lstStyle/>
                        <a:p>
                          <a:r>
                            <a:rPr lang="en-GB" sz="1200" b="0" noProof="0" err="1">
                              <a:solidFill>
                                <a:schemeClr val="tx1"/>
                              </a:solidFill>
                            </a:rPr>
                            <a:t>i</a:t>
                          </a: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oMath>
                          </a14:m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j)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oMath>
                          </a14:m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k)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>
                                  <m:r>
                                    <m:rPr>
                                      <m:brk m:alnAt="7"/>
                                    </m:r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g>
                                <m:e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rad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oMath>
                          </a14:m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l)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>
                                  <m:r>
                                    <m:rPr>
                                      <m:brk m:alnAt="7"/>
                                    </m:r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g>
                                <m:e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rad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GB" sz="1200" b="0" i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GB" sz="1200" b="0" i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oMath>
                          </a14:m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716912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EB5D3301-4E1A-F845-2512-E78F06D8EDD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8044" y="2795603"/>
              <a:ext cx="6681912" cy="312785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70478">
                      <a:extLst>
                        <a:ext uri="{9D8B030D-6E8A-4147-A177-3AD203B41FA5}">
                          <a16:colId xmlns:a16="http://schemas.microsoft.com/office/drawing/2014/main" val="2173404643"/>
                        </a:ext>
                      </a:extLst>
                    </a:gridCol>
                    <a:gridCol w="1670478">
                      <a:extLst>
                        <a:ext uri="{9D8B030D-6E8A-4147-A177-3AD203B41FA5}">
                          <a16:colId xmlns:a16="http://schemas.microsoft.com/office/drawing/2014/main" val="3012951211"/>
                        </a:ext>
                      </a:extLst>
                    </a:gridCol>
                    <a:gridCol w="1670478">
                      <a:extLst>
                        <a:ext uri="{9D8B030D-6E8A-4147-A177-3AD203B41FA5}">
                          <a16:colId xmlns:a16="http://schemas.microsoft.com/office/drawing/2014/main" val="3671613065"/>
                        </a:ext>
                      </a:extLst>
                    </a:gridCol>
                    <a:gridCol w="1670478">
                      <a:extLst>
                        <a:ext uri="{9D8B030D-6E8A-4147-A177-3AD203B41FA5}">
                          <a16:colId xmlns:a16="http://schemas.microsoft.com/office/drawing/2014/main" val="1554076239"/>
                        </a:ext>
                      </a:extLst>
                    </a:gridCol>
                  </a:tblGrid>
                  <a:tr h="104261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65" t="-585" r="-301095" b="-201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585" r="-200000" b="-201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730" t="-585" r="-100730" b="-201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0730" t="-585" r="-730" b="-2017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46429053"/>
                      </a:ext>
                    </a:extLst>
                  </a:tr>
                  <a:tr h="104261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65" t="-100000" r="-301095" b="-100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100000" r="-200000" b="-100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730" t="-100000" r="-100730" b="-100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0730" t="-100000" r="-730" b="-1005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42428231"/>
                      </a:ext>
                    </a:extLst>
                  </a:tr>
                  <a:tr h="104261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65" t="-201170" r="-301095" b="-11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201170" r="-200000" b="-11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730" t="-201170" r="-100730" b="-11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0730" t="-201170" r="-730" b="-11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716912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F71AE5DE-76AD-3865-CDE4-2F5DB65C8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05211" y="13672672"/>
            <a:ext cx="1574270" cy="527403"/>
          </a:xfrm>
        </p:spPr>
        <p:txBody>
          <a:bodyPr/>
          <a:lstStyle/>
          <a:p>
            <a:fld id="{086C3A38-D272-42AA-9C88-F1FBEAE20D2C}" type="slidenum">
              <a:rPr lang="en-GB" noProof="0" smtClean="0"/>
              <a:t>4</a:t>
            </a:fld>
            <a:endParaRPr lang="en-GB" noProof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705DAE-8548-8779-116C-0686EA3D81F3}"/>
              </a:ext>
            </a:extLst>
          </p:cNvPr>
          <p:cNvSpPr/>
          <p:nvPr/>
        </p:nvSpPr>
        <p:spPr>
          <a:xfrm>
            <a:off x="68994" y="5989808"/>
            <a:ext cx="1620000" cy="25200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noProof="0"/>
              <a:t>Mixed Practice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6F1A9708-F8DF-7D1F-EACC-A8BB8A9E640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8995" y="6304464"/>
              <a:ext cx="6681912" cy="352205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40956">
                      <a:extLst>
                        <a:ext uri="{9D8B030D-6E8A-4147-A177-3AD203B41FA5}">
                          <a16:colId xmlns:a16="http://schemas.microsoft.com/office/drawing/2014/main" val="1601581182"/>
                        </a:ext>
                      </a:extLst>
                    </a:gridCol>
                    <a:gridCol w="3340956">
                      <a:extLst>
                        <a:ext uri="{9D8B030D-6E8A-4147-A177-3AD203B41FA5}">
                          <a16:colId xmlns:a16="http://schemas.microsoft.com/office/drawing/2014/main" val="4157839711"/>
                        </a:ext>
                      </a:extLst>
                    </a:gridCol>
                  </a:tblGrid>
                  <a:tr h="1812361">
                    <a:tc>
                      <a:txBody>
                        <a:bodyPr/>
                        <a:lstStyle/>
                        <a:p>
                          <a:r>
                            <a:rPr lang="en-GB" sz="1200" b="1" noProof="0">
                              <a:solidFill>
                                <a:schemeClr val="tx1"/>
                              </a:solidFill>
                            </a:rPr>
                            <a:t>Question 5.</a:t>
                          </a:r>
                        </a:p>
                        <a:p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Given that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=2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a) Write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oMath>
                          </a14:m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 in terms of</a:t>
                          </a:r>
                          <a:r>
                            <a:rPr lang="en-GB" sz="1200" b="0" baseline="0" noProof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baseline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</a:p>
                        <a:p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b) Write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 in terms of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oMath>
                          </a14:m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</a:p>
                        <a:p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r>
                            <a:rPr lang="en-GB" sz="1200" b="1" noProof="0">
                              <a:solidFill>
                                <a:schemeClr val="tx1"/>
                              </a:solidFill>
                            </a:rPr>
                            <a:t>Question 7.</a:t>
                          </a:r>
                        </a:p>
                        <a:p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Jean is attempting to make g the subject of the formula</a:t>
                          </a: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e>
                                  <m:sup>
                                    <m: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−5</m:t>
                                </m:r>
                              </m:oMath>
                            </m:oMathPara>
                          </a14:m>
                          <a:b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</a:br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Here is her answer:</a:t>
                          </a: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e>
                                </m:rad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−5</m:t>
                                </m:r>
                              </m:oMath>
                            </m:oMathPara>
                          </a14:m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What mistake has she made? What is the correct answer?</a:t>
                          </a:r>
                        </a:p>
                        <a:p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61025018"/>
                      </a:ext>
                    </a:extLst>
                  </a:tr>
                  <a:tr h="1709698">
                    <a:tc>
                      <a:txBody>
                        <a:bodyPr/>
                        <a:lstStyle/>
                        <a:p>
                          <a:r>
                            <a:rPr lang="en-GB" sz="1200" b="1" noProof="0">
                              <a:solidFill>
                                <a:schemeClr val="tx1"/>
                              </a:solidFill>
                            </a:rPr>
                            <a:t>Question 6.</a:t>
                          </a:r>
                        </a:p>
                        <a:p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The area of a circle is given as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sSup>
                                <m:sSupPr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</a:p>
                        <a:p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Make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oMath>
                          </a14:m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 the subject of the formula.</a:t>
                          </a:r>
                        </a:p>
                        <a:p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2161634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6F1A9708-F8DF-7D1F-EACC-A8BB8A9E640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78681834"/>
                  </p:ext>
                </p:extLst>
              </p:nvPr>
            </p:nvGraphicFramePr>
            <p:xfrm>
              <a:off x="68995" y="6304464"/>
              <a:ext cx="6681912" cy="352205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40956">
                      <a:extLst>
                        <a:ext uri="{9D8B030D-6E8A-4147-A177-3AD203B41FA5}">
                          <a16:colId xmlns:a16="http://schemas.microsoft.com/office/drawing/2014/main" val="1601581182"/>
                        </a:ext>
                      </a:extLst>
                    </a:gridCol>
                    <a:gridCol w="3340956">
                      <a:extLst>
                        <a:ext uri="{9D8B030D-6E8A-4147-A177-3AD203B41FA5}">
                          <a16:colId xmlns:a16="http://schemas.microsoft.com/office/drawing/2014/main" val="4157839711"/>
                        </a:ext>
                      </a:extLst>
                    </a:gridCol>
                  </a:tblGrid>
                  <a:tr h="181236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2" t="-337" r="-100182" b="-95623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365" t="-173" r="-365" b="-5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61025018"/>
                      </a:ext>
                    </a:extLst>
                  </a:tr>
                  <a:tr h="170969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2" t="-106050" r="-100182" b="-1068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21616343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F699CCB-C7BB-704E-92BE-A3B4659A4032}"/>
              </a:ext>
            </a:extLst>
          </p:cNvPr>
          <p:cNvGraphicFramePr>
            <a:graphicFrameLocks noGrp="1"/>
          </p:cNvGraphicFramePr>
          <p:nvPr/>
        </p:nvGraphicFramePr>
        <p:xfrm>
          <a:off x="3419476" y="8406848"/>
          <a:ext cx="333143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1431">
                  <a:extLst>
                    <a:ext uri="{9D8B030D-6E8A-4147-A177-3AD203B41FA5}">
                      <a16:colId xmlns:a16="http://schemas.microsoft.com/office/drawing/2014/main" val="4994090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noProof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688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noProof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0336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noProof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9878315"/>
                  </a:ext>
                </a:extLst>
              </a:tr>
            </a:tbl>
          </a:graphicData>
        </a:graphic>
      </p:graphicFrame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7CC4A9E3-09A7-4FEB-D851-25263E57BF56}"/>
              </a:ext>
            </a:extLst>
          </p:cNvPr>
          <p:cNvSpPr txBox="1">
            <a:spLocks/>
          </p:cNvSpPr>
          <p:nvPr/>
        </p:nvSpPr>
        <p:spPr>
          <a:xfrm>
            <a:off x="5214735" y="9452697"/>
            <a:ext cx="157427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6C3A38-D272-42AA-9C88-F1FBEAE20D2C}" type="slidenum">
              <a:rPr lang="en-GB" noProof="0" smtClean="0"/>
              <a:pPr/>
              <a:t>4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7258057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4" name="Table 133">
                <a:extLst>
                  <a:ext uri="{FF2B5EF4-FFF2-40B4-BE49-F238E27FC236}">
                    <a16:creationId xmlns:a16="http://schemas.microsoft.com/office/drawing/2014/main" id="{1D1A5EB9-C721-1818-724D-AD04D892A6C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93839" y="288144"/>
              <a:ext cx="6470319" cy="293003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60462">
                      <a:extLst>
                        <a:ext uri="{9D8B030D-6E8A-4147-A177-3AD203B41FA5}">
                          <a16:colId xmlns:a16="http://schemas.microsoft.com/office/drawing/2014/main" val="1568142362"/>
                        </a:ext>
                      </a:extLst>
                    </a:gridCol>
                    <a:gridCol w="1736619">
                      <a:extLst>
                        <a:ext uri="{9D8B030D-6E8A-4147-A177-3AD203B41FA5}">
                          <a16:colId xmlns:a16="http://schemas.microsoft.com/office/drawing/2014/main" val="609968388"/>
                        </a:ext>
                      </a:extLst>
                    </a:gridCol>
                    <a:gridCol w="1736619">
                      <a:extLst>
                        <a:ext uri="{9D8B030D-6E8A-4147-A177-3AD203B41FA5}">
                          <a16:colId xmlns:a16="http://schemas.microsoft.com/office/drawing/2014/main" val="3207776717"/>
                        </a:ext>
                      </a:extLst>
                    </a:gridCol>
                    <a:gridCol w="1736619">
                      <a:extLst>
                        <a:ext uri="{9D8B030D-6E8A-4147-A177-3AD203B41FA5}">
                          <a16:colId xmlns:a16="http://schemas.microsoft.com/office/drawing/2014/main" val="1889420402"/>
                        </a:ext>
                      </a:extLst>
                    </a:gridCol>
                  </a:tblGrid>
                  <a:tr h="283356">
                    <a:tc>
                      <a:txBody>
                        <a:bodyPr/>
                        <a:lstStyle/>
                        <a:p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FF0000"/>
                              </a:solidFill>
                            </a:rPr>
                            <a:t>Example 13.   I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chemeClr val="accent2"/>
                              </a:solidFill>
                            </a:rPr>
                            <a:t>Example 14.    We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00B050"/>
                              </a:solidFill>
                            </a:rPr>
                            <a:t>Example 15.   You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80757704"/>
                      </a:ext>
                    </a:extLst>
                  </a:tr>
                  <a:tr h="213573">
                    <a:tc>
                      <a:txBody>
                        <a:bodyPr/>
                        <a:lstStyle/>
                        <a:p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Make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 the subject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100" b="1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100" b="1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7201933"/>
                      </a:ext>
                    </a:extLst>
                  </a:tr>
                  <a:tr h="2372361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1) Circle the variable you want to make the subject.</a:t>
                          </a:r>
                        </a:p>
                        <a:p>
                          <a:pPr marL="0" indent="0">
                            <a:buNone/>
                          </a:pP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indent="0">
                            <a:buNone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2) Use inverse operation</a:t>
                          </a:r>
                          <a:r>
                            <a:rPr lang="en-GB" sz="1200" b="1" u="sng" noProof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 to isolate the variable.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noProof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GB" sz="1200" b="0" i="1" noProof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GB" sz="1200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200" b="0" i="1" noProof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n-GB" sz="1200" b="0" i="1" noProof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en-GB" sz="1200" b="0" i="1" noProof="0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noProof="0"/>
                        </a:p>
                        <a:p>
                          <a:endParaRPr lang="en-GB" sz="1200" noProof="0"/>
                        </a:p>
                        <a:p>
                          <a:pPr marL="0" indent="0" algn="ctr">
                            <a:buNone/>
                          </a:pPr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noProof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GB" sz="1200" b="0" i="1" noProof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GB" sz="1200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200" b="0" i="1" noProof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r>
                                      <a:rPr lang="en-GB" sz="1200" b="0" i="1" noProof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en-GB" sz="1200" b="0" i="1" noProof="0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noProof="0"/>
                        </a:p>
                        <a:p>
                          <a:pPr marL="0" indent="0" algn="ctr">
                            <a:buNone/>
                          </a:pPr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4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noProof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GB" sz="1200" b="0" i="1" noProof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GB" sz="1200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200" b="0" i="1" noProof="0" smtClean="0">
                                        <a:latin typeface="Cambria Math" panose="02040503050406030204" pitchFamily="18" charset="0"/>
                                      </a:rPr>
                                      <m:t>𝑎𝑥</m:t>
                                    </m:r>
                                  </m:num>
                                  <m:den>
                                    <m:r>
                                      <a:rPr lang="en-GB" sz="1200" b="0" i="1" noProof="0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noProof="0"/>
                        </a:p>
                        <a:p>
                          <a:endParaRPr lang="en-GB" sz="1200" noProof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36252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4" name="Table 133">
                <a:extLst>
                  <a:ext uri="{FF2B5EF4-FFF2-40B4-BE49-F238E27FC236}">
                    <a16:creationId xmlns:a16="http://schemas.microsoft.com/office/drawing/2014/main" id="{1D1A5EB9-C721-1818-724D-AD04D892A6C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30251275"/>
                  </p:ext>
                </p:extLst>
              </p:nvPr>
            </p:nvGraphicFramePr>
            <p:xfrm>
              <a:off x="193839" y="288144"/>
              <a:ext cx="6470319" cy="293003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60462">
                      <a:extLst>
                        <a:ext uri="{9D8B030D-6E8A-4147-A177-3AD203B41FA5}">
                          <a16:colId xmlns:a16="http://schemas.microsoft.com/office/drawing/2014/main" val="1568142362"/>
                        </a:ext>
                      </a:extLst>
                    </a:gridCol>
                    <a:gridCol w="1736619">
                      <a:extLst>
                        <a:ext uri="{9D8B030D-6E8A-4147-A177-3AD203B41FA5}">
                          <a16:colId xmlns:a16="http://schemas.microsoft.com/office/drawing/2014/main" val="609968388"/>
                        </a:ext>
                      </a:extLst>
                    </a:gridCol>
                    <a:gridCol w="1736619">
                      <a:extLst>
                        <a:ext uri="{9D8B030D-6E8A-4147-A177-3AD203B41FA5}">
                          <a16:colId xmlns:a16="http://schemas.microsoft.com/office/drawing/2014/main" val="3207776717"/>
                        </a:ext>
                      </a:extLst>
                    </a:gridCol>
                    <a:gridCol w="1736619">
                      <a:extLst>
                        <a:ext uri="{9D8B030D-6E8A-4147-A177-3AD203B41FA5}">
                          <a16:colId xmlns:a16="http://schemas.microsoft.com/office/drawing/2014/main" val="1889420402"/>
                        </a:ext>
                      </a:extLst>
                    </a:gridCol>
                  </a:tblGrid>
                  <a:tr h="283356">
                    <a:tc>
                      <a:txBody>
                        <a:bodyPr/>
                        <a:lstStyle/>
                        <a:p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FF0000"/>
                              </a:solidFill>
                            </a:rPr>
                            <a:t>Example 13.   I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chemeClr val="accent2"/>
                              </a:solidFill>
                            </a:rPr>
                            <a:t>Example 14.    We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00B050"/>
                              </a:solidFill>
                            </a:rPr>
                            <a:t>Example 15.   You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80757704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4299" t="-106667" r="-234" b="-868889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100" b="1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100" b="1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7201933"/>
                      </a:ext>
                    </a:extLst>
                  </a:tr>
                  <a:tr h="2372361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1) Circle the variable you want to make the subject.</a:t>
                          </a:r>
                        </a:p>
                        <a:p>
                          <a:pPr marL="0" indent="0">
                            <a:buNone/>
                          </a:pP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indent="0">
                            <a:buNone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2) Use inverse operation</a:t>
                          </a:r>
                          <a:r>
                            <a:rPr lang="en-GB" sz="1200" b="1" u="sng" noProof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 to isolate the variable.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2982" t="-23907" r="-201053" b="-5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72378" t="-23907" r="-100350" b="-5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73333" t="-23907" r="-702" b="-5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362524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807E0CDF-E74E-0ADB-2127-B6E3DA3BFC6C}"/>
              </a:ext>
            </a:extLst>
          </p:cNvPr>
          <p:cNvSpPr/>
          <p:nvPr/>
        </p:nvSpPr>
        <p:spPr>
          <a:xfrm>
            <a:off x="-1" y="-13726"/>
            <a:ext cx="6858000" cy="25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noProof="0" dirty="0">
                <a:solidFill>
                  <a:schemeClr val="bg1"/>
                </a:solidFill>
              </a:rPr>
              <a:t>Two-step Rearranging (multiplication and division)</a:t>
            </a: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C32967FE-D703-CC2E-0BA6-480BE1C2E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57800" y="9505068"/>
            <a:ext cx="1543050" cy="527403"/>
          </a:xfrm>
        </p:spPr>
        <p:txBody>
          <a:bodyPr/>
          <a:lstStyle/>
          <a:p>
            <a:fld id="{086C3A38-D272-42AA-9C88-F1FBEAE20D2C}" type="slidenum">
              <a:rPr lang="en-GB" noProof="0" smtClean="0"/>
              <a:t>5</a:t>
            </a:fld>
            <a:endParaRPr lang="en-GB" noProof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EA42FB5-04CA-AC64-2F8D-D8E3AAD158C5}"/>
                  </a:ext>
                </a:extLst>
              </p:cNvPr>
              <p:cNvSpPr/>
              <p:nvPr/>
            </p:nvSpPr>
            <p:spPr>
              <a:xfrm>
                <a:off x="1804120" y="3459542"/>
                <a:ext cx="3733079" cy="28191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sz="1200" b="1" noProof="0"/>
                  <a:t>Question 8. </a:t>
                </a:r>
                <a:r>
                  <a:rPr lang="en-GB" sz="1200" noProof="0"/>
                  <a:t>Make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200" noProof="0"/>
                  <a:t> the subject </a:t>
                </a:r>
                <a:r>
                  <a:rPr lang="en-GB" sz="1200"/>
                  <a:t>of the following:</a:t>
                </a:r>
                <a:r>
                  <a:rPr lang="en-GB" sz="1200" noProof="0"/>
                  <a:t> </a:t>
                </a: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EA42FB5-04CA-AC64-2F8D-D8E3AAD158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4120" y="3459542"/>
                <a:ext cx="3733079" cy="281916"/>
              </a:xfrm>
              <a:prstGeom prst="rect">
                <a:avLst/>
              </a:prstGeom>
              <a:blipFill>
                <a:blip r:embed="rId4"/>
                <a:stretch>
                  <a:fillRect l="-163" t="-2174"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F4E76A2B-7AA5-AA28-1B17-EBCDBAD41E3B}"/>
              </a:ext>
            </a:extLst>
          </p:cNvPr>
          <p:cNvSpPr/>
          <p:nvPr/>
        </p:nvSpPr>
        <p:spPr>
          <a:xfrm>
            <a:off x="193840" y="3453079"/>
            <a:ext cx="1620000" cy="25200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noProof="0"/>
              <a:t>Independent Practice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F80B7599-A2EA-35DF-05D2-D025B2A3D51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50155109"/>
                  </p:ext>
                </p:extLst>
              </p:nvPr>
            </p:nvGraphicFramePr>
            <p:xfrm>
              <a:off x="193840" y="3769572"/>
              <a:ext cx="6470320" cy="5723133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17580">
                      <a:extLst>
                        <a:ext uri="{9D8B030D-6E8A-4147-A177-3AD203B41FA5}">
                          <a16:colId xmlns:a16="http://schemas.microsoft.com/office/drawing/2014/main" val="2012233697"/>
                        </a:ext>
                      </a:extLst>
                    </a:gridCol>
                    <a:gridCol w="1624112">
                      <a:extLst>
                        <a:ext uri="{9D8B030D-6E8A-4147-A177-3AD203B41FA5}">
                          <a16:colId xmlns:a16="http://schemas.microsoft.com/office/drawing/2014/main" val="1005268260"/>
                        </a:ext>
                      </a:extLst>
                    </a:gridCol>
                    <a:gridCol w="1611048">
                      <a:extLst>
                        <a:ext uri="{9D8B030D-6E8A-4147-A177-3AD203B41FA5}">
                          <a16:colId xmlns:a16="http://schemas.microsoft.com/office/drawing/2014/main" val="1347114339"/>
                        </a:ext>
                      </a:extLst>
                    </a:gridCol>
                    <a:gridCol w="1617580">
                      <a:extLst>
                        <a:ext uri="{9D8B030D-6E8A-4147-A177-3AD203B41FA5}">
                          <a16:colId xmlns:a16="http://schemas.microsoft.com/office/drawing/2014/main" val="1086400303"/>
                        </a:ext>
                      </a:extLst>
                    </a:gridCol>
                  </a:tblGrid>
                  <a:tr h="1907711">
                    <a:tc>
                      <a:txBody>
                        <a:bodyPr/>
                        <a:lstStyle/>
                        <a:p>
                          <a:r>
                            <a:rPr lang="en-GB" sz="1200" noProof="0"/>
                            <a:t>a)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den>
                              </m:f>
                            </m:oMath>
                          </a14:m>
                          <a:endParaRPr lang="en-GB" sz="1200" noProof="0"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noProof="0"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noProof="0"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noProof="0"/>
                            <a:t>b)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den>
                              </m:f>
                            </m:oMath>
                          </a14:m>
                          <a:endParaRPr lang="en-GB" sz="1200" noProof="0"/>
                        </a:p>
                        <a:p>
                          <a:endParaRPr lang="en-GB" sz="1200" noProof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  <a:p>
                          <a:endParaRPr lang="en-GB" sz="1200" noProof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  <a:p>
                          <a:endParaRPr lang="en-GB" sz="1200" noProof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noProof="0"/>
                            <a:t>c)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𝑎𝑥</m:t>
                                  </m:r>
                                </m:num>
                                <m:den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den>
                              </m:f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oMath>
                          </a14:m>
                          <a:endParaRPr lang="en-GB" sz="1200" noProof="0"/>
                        </a:p>
                        <a:p>
                          <a:endParaRPr lang="en-GB" sz="1200" noProof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  <a:p>
                          <a:endParaRPr lang="en-GB" sz="1200" noProof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noProof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noProof="0"/>
                            <a:t>d)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𝑏𝑥</m:t>
                                  </m:r>
                                </m:num>
                                <m:den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den>
                              </m:f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=10</m:t>
                              </m:r>
                            </m:oMath>
                          </a14:m>
                          <a:endParaRPr lang="en-GB" sz="1200" noProof="0"/>
                        </a:p>
                        <a:p>
                          <a:endParaRPr lang="en-GB" sz="1200" noProof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  <a:p>
                          <a:endParaRPr lang="en-GB" sz="1200" noProof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  <a:p>
                          <a:endParaRPr lang="en-GB" sz="1200" noProof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903161897"/>
                      </a:ext>
                    </a:extLst>
                  </a:tr>
                  <a:tr h="1907711">
                    <a:tc>
                      <a:txBody>
                        <a:bodyPr/>
                        <a:lstStyle/>
                        <a:p>
                          <a:r>
                            <a:rPr lang="en-GB" sz="1200" noProof="0"/>
                            <a:t>e)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den>
                              </m:f>
                            </m:oMath>
                          </a14:m>
                          <a:endParaRPr lang="en-GB" sz="1200" noProof="0"/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noProof="0"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noProof="0"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noProof="0"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noProof="0"/>
                            <a:t>f)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𝑏𝑥</m:t>
                                  </m:r>
                                </m:num>
                                <m:den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den>
                              </m:f>
                            </m:oMath>
                          </a14:m>
                          <a:endParaRPr lang="en-GB" sz="1200" noProof="0"/>
                        </a:p>
                        <a:p>
                          <a:endParaRPr lang="en-GB" sz="1200" noProof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  <a:p>
                          <a:endParaRPr lang="en-GB" sz="1200" noProof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  <a:p>
                          <a:endParaRPr lang="en-GB" sz="1200" noProof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noProof="0"/>
                            <a:t>g)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𝑎𝑥</m:t>
                                  </m:r>
                                </m:num>
                                <m:den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den>
                              </m:f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oMath>
                          </a14:m>
                          <a:endParaRPr lang="en-GB" sz="1200" noProof="0"/>
                        </a:p>
                        <a:p>
                          <a:endParaRPr lang="en-GB" sz="1200" noProof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  <a:p>
                          <a:endParaRPr lang="en-GB" sz="1200" noProof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noProof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noProof="0"/>
                            <a:t>h)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𝑏𝑥</m:t>
                                  </m:r>
                                </m:num>
                                <m:den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den>
                              </m:f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=−10</m:t>
                              </m:r>
                            </m:oMath>
                          </a14:m>
                          <a:endParaRPr lang="en-GB" sz="1200" noProof="0"/>
                        </a:p>
                        <a:p>
                          <a:endParaRPr lang="en-GB" sz="1200" noProof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  <a:p>
                          <a:endParaRPr lang="en-GB" sz="1200" noProof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  <a:p>
                          <a:endParaRPr lang="en-GB" sz="1200" noProof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3082442567"/>
                      </a:ext>
                    </a:extLst>
                  </a:tr>
                  <a:tr h="1907711">
                    <a:tc>
                      <a:txBody>
                        <a:bodyPr/>
                        <a:lstStyle/>
                        <a:p>
                          <a:r>
                            <a:rPr lang="en-GB" sz="1200" noProof="0"/>
                            <a:t>i)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den>
                              </m:f>
                            </m:oMath>
                          </a14:m>
                          <a:endParaRPr lang="en-GB" sz="1200" noProof="0"/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noProof="0"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noProof="0"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noProof="0"/>
                            <a:t>j)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noProof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den>
                              </m:f>
                            </m:oMath>
                          </a14:m>
                          <a:endParaRPr lang="en-GB" sz="1200" noProof="0"/>
                        </a:p>
                        <a:p>
                          <a:endParaRPr lang="en-GB" sz="1200" noProof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  <a:p>
                          <a:endParaRPr lang="en-GB" sz="1200" noProof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noProof="0"/>
                            <a:t>k)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𝑎𝑥</m:t>
                                  </m:r>
                                </m:num>
                                <m:den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den>
                              </m:f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=2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oMath>
                          </a14:m>
                          <a:endParaRPr lang="en-GB" sz="1200" noProof="0"/>
                        </a:p>
                        <a:p>
                          <a:endParaRPr lang="en-GB" sz="1200" noProof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  <a:p>
                          <a:endParaRPr lang="en-GB" sz="1200" noProof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noProof="0" dirty="0"/>
                            <a:t>l)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𝑏𝑥</m:t>
                                  </m:r>
                                </m:num>
                                <m:den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den>
                              </m:f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=−10</m:t>
                              </m:r>
                            </m:oMath>
                          </a14:m>
                          <a:endParaRPr lang="en-GB" sz="1200" noProof="0" dirty="0"/>
                        </a:p>
                        <a:p>
                          <a:endParaRPr lang="en-GB" sz="1200" noProof="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  <a:p>
                          <a:endParaRPr lang="en-GB" sz="1200" noProof="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267589766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F80B7599-A2EA-35DF-05D2-D025B2A3D51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50155109"/>
                  </p:ext>
                </p:extLst>
              </p:nvPr>
            </p:nvGraphicFramePr>
            <p:xfrm>
              <a:off x="193840" y="3769572"/>
              <a:ext cx="6470320" cy="5723133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17580">
                      <a:extLst>
                        <a:ext uri="{9D8B030D-6E8A-4147-A177-3AD203B41FA5}">
                          <a16:colId xmlns:a16="http://schemas.microsoft.com/office/drawing/2014/main" val="2012233697"/>
                        </a:ext>
                      </a:extLst>
                    </a:gridCol>
                    <a:gridCol w="1624112">
                      <a:extLst>
                        <a:ext uri="{9D8B030D-6E8A-4147-A177-3AD203B41FA5}">
                          <a16:colId xmlns:a16="http://schemas.microsoft.com/office/drawing/2014/main" val="1005268260"/>
                        </a:ext>
                      </a:extLst>
                    </a:gridCol>
                    <a:gridCol w="1611048">
                      <a:extLst>
                        <a:ext uri="{9D8B030D-6E8A-4147-A177-3AD203B41FA5}">
                          <a16:colId xmlns:a16="http://schemas.microsoft.com/office/drawing/2014/main" val="1347114339"/>
                        </a:ext>
                      </a:extLst>
                    </a:gridCol>
                    <a:gridCol w="1617580">
                      <a:extLst>
                        <a:ext uri="{9D8B030D-6E8A-4147-A177-3AD203B41FA5}">
                          <a16:colId xmlns:a16="http://schemas.microsoft.com/office/drawing/2014/main" val="1086400303"/>
                        </a:ext>
                      </a:extLst>
                    </a:gridCol>
                  </a:tblGrid>
                  <a:tr h="190771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5"/>
                          <a:stretch>
                            <a:fillRect l="-376" t="-319" r="-300376" b="-2009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5"/>
                          <a:stretch>
                            <a:fillRect l="-100000" t="-319" r="-199251" b="-2009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5"/>
                          <a:stretch>
                            <a:fillRect l="-202273" t="-319" r="-101515" b="-2009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5"/>
                          <a:stretch>
                            <a:fillRect l="-300000" t="-319" r="-752" b="-20095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3161897"/>
                      </a:ext>
                    </a:extLst>
                  </a:tr>
                  <a:tr h="190771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5"/>
                          <a:stretch>
                            <a:fillRect l="-376" t="-100000" r="-300376" b="-1003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5"/>
                          <a:stretch>
                            <a:fillRect l="-100000" t="-100000" r="-199251" b="-1003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5"/>
                          <a:stretch>
                            <a:fillRect l="-202273" t="-100000" r="-101515" b="-1003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5"/>
                          <a:stretch>
                            <a:fillRect l="-300000" t="-100000" r="-752" b="-1003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82442567"/>
                      </a:ext>
                    </a:extLst>
                  </a:tr>
                  <a:tr h="190771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5"/>
                          <a:stretch>
                            <a:fillRect l="-376" t="-200639" r="-300376" b="-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5"/>
                          <a:stretch>
                            <a:fillRect l="-100000" t="-200639" r="-199251" b="-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5"/>
                          <a:stretch>
                            <a:fillRect l="-202273" t="-200639" r="-101515" b="-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5"/>
                          <a:stretch>
                            <a:fillRect l="-300000" t="-200639" r="-752" b="-6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7589766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922628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536E924-F09A-E00C-48E2-CFB092F79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372058" y="8912588"/>
            <a:ext cx="1543050" cy="527403"/>
          </a:xfrm>
        </p:spPr>
        <p:txBody>
          <a:bodyPr/>
          <a:lstStyle/>
          <a:p>
            <a:fld id="{086C3A38-D272-42AA-9C88-F1FBEAE20D2C}" type="slidenum">
              <a:rPr lang="en-GB" noProof="0" smtClean="0"/>
              <a:t>6</a:t>
            </a:fld>
            <a:endParaRPr lang="en-GB" noProof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028624-3B6A-C99C-45B3-2921EEF9DF4F}"/>
              </a:ext>
            </a:extLst>
          </p:cNvPr>
          <p:cNvSpPr/>
          <p:nvPr/>
        </p:nvSpPr>
        <p:spPr>
          <a:xfrm>
            <a:off x="193840" y="3613307"/>
            <a:ext cx="1620000" cy="25200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noProof="0"/>
              <a:t>Independent Practice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60CB6826-64A4-CD26-7118-9A5AFED907E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03365" y="3965734"/>
              <a:ext cx="6488072" cy="580083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22018">
                      <a:extLst>
                        <a:ext uri="{9D8B030D-6E8A-4147-A177-3AD203B41FA5}">
                          <a16:colId xmlns:a16="http://schemas.microsoft.com/office/drawing/2014/main" val="3647236309"/>
                        </a:ext>
                      </a:extLst>
                    </a:gridCol>
                    <a:gridCol w="1622018">
                      <a:extLst>
                        <a:ext uri="{9D8B030D-6E8A-4147-A177-3AD203B41FA5}">
                          <a16:colId xmlns:a16="http://schemas.microsoft.com/office/drawing/2014/main" val="2570924096"/>
                        </a:ext>
                      </a:extLst>
                    </a:gridCol>
                    <a:gridCol w="1622018">
                      <a:extLst>
                        <a:ext uri="{9D8B030D-6E8A-4147-A177-3AD203B41FA5}">
                          <a16:colId xmlns:a16="http://schemas.microsoft.com/office/drawing/2014/main" val="416811348"/>
                        </a:ext>
                      </a:extLst>
                    </a:gridCol>
                    <a:gridCol w="1622018">
                      <a:extLst>
                        <a:ext uri="{9D8B030D-6E8A-4147-A177-3AD203B41FA5}">
                          <a16:colId xmlns:a16="http://schemas.microsoft.com/office/drawing/2014/main" val="2813845385"/>
                        </a:ext>
                      </a:extLst>
                    </a:gridCol>
                  </a:tblGrid>
                  <a:tr h="1933610">
                    <a:tc>
                      <a:txBody>
                        <a:bodyPr/>
                        <a:lstStyle/>
                        <a:p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a)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=4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+3</m:t>
                              </m:r>
                            </m:oMath>
                          </a14:m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b)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=4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oMath>
                          </a14:m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c) 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=4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oMath>
                          </a14:m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d)  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𝑎𝑥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oMath>
                          </a14:m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2153251"/>
                      </a:ext>
                    </a:extLst>
                  </a:tr>
                  <a:tr h="1933610">
                    <a:tc>
                      <a:txBody>
                        <a:bodyPr/>
                        <a:lstStyle/>
                        <a:p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a)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𝑎𝑥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oMath>
                          </a14:m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b)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𝑏𝑥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oMath>
                          </a14:m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c)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𝑎𝑥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𝑏𝑐</m:t>
                              </m:r>
                            </m:oMath>
                          </a14:m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d)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𝑡𝑥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oMath>
                          </a14:m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94583780"/>
                      </a:ext>
                    </a:extLst>
                  </a:tr>
                  <a:tr h="1933610">
                    <a:tc>
                      <a:txBody>
                        <a:bodyPr/>
                        <a:lstStyle/>
                        <a:p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e)</a:t>
                          </a:r>
                          <a:r>
                            <a:rPr lang="en-GB" sz="1200" b="0" noProof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𝑎𝑥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𝑏𝑐𝑑</m:t>
                              </m:r>
                            </m:oMath>
                          </a14:m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f)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𝑐𝑑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𝑎𝑥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oMath>
                          </a14:m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g) )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noProof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oMath>
                          </a14:m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h)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noProof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𝑏𝑦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p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80455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60CB6826-64A4-CD26-7118-9A5AFED907E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78716423"/>
                  </p:ext>
                </p:extLst>
              </p:nvPr>
            </p:nvGraphicFramePr>
            <p:xfrm>
              <a:off x="203365" y="3965734"/>
              <a:ext cx="6488072" cy="580083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22018">
                      <a:extLst>
                        <a:ext uri="{9D8B030D-6E8A-4147-A177-3AD203B41FA5}">
                          <a16:colId xmlns:a16="http://schemas.microsoft.com/office/drawing/2014/main" val="3647236309"/>
                        </a:ext>
                      </a:extLst>
                    </a:gridCol>
                    <a:gridCol w="1622018">
                      <a:extLst>
                        <a:ext uri="{9D8B030D-6E8A-4147-A177-3AD203B41FA5}">
                          <a16:colId xmlns:a16="http://schemas.microsoft.com/office/drawing/2014/main" val="2570924096"/>
                        </a:ext>
                      </a:extLst>
                    </a:gridCol>
                    <a:gridCol w="1622018">
                      <a:extLst>
                        <a:ext uri="{9D8B030D-6E8A-4147-A177-3AD203B41FA5}">
                          <a16:colId xmlns:a16="http://schemas.microsoft.com/office/drawing/2014/main" val="416811348"/>
                        </a:ext>
                      </a:extLst>
                    </a:gridCol>
                    <a:gridCol w="1622018">
                      <a:extLst>
                        <a:ext uri="{9D8B030D-6E8A-4147-A177-3AD203B41FA5}">
                          <a16:colId xmlns:a16="http://schemas.microsoft.com/office/drawing/2014/main" val="2813845385"/>
                        </a:ext>
                      </a:extLst>
                    </a:gridCol>
                  </a:tblGrid>
                  <a:tr h="193361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76" t="-314" r="-301128" b="-2003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314" r="-200000" b="-2003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752" t="-314" r="-100752" b="-2003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0752" t="-314" r="-752" b="-2003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2153251"/>
                      </a:ext>
                    </a:extLst>
                  </a:tr>
                  <a:tr h="193361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76" t="-100631" r="-301128" b="-1009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100631" r="-200000" b="-1009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752" t="-100631" r="-100752" b="-1009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0752" t="-100631" r="-752" b="-1009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94583780"/>
                      </a:ext>
                    </a:extLst>
                  </a:tr>
                  <a:tr h="193361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76" t="-200000" r="-301128" b="-6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200000" r="-200000" b="-6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752" t="-200000" r="-100752" b="-6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0752" t="-200000" r="-752" b="-6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804550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EA9740A-6BAA-04F4-8FF4-5A6101617C52}"/>
                  </a:ext>
                </a:extLst>
              </p:cNvPr>
              <p:cNvSpPr txBox="1"/>
              <p:nvPr/>
            </p:nvSpPr>
            <p:spPr>
              <a:xfrm>
                <a:off x="1677259" y="3603262"/>
                <a:ext cx="3540284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Question 9. </a:t>
                </a: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Make </a:t>
                </a:r>
                <a14:m>
                  <m:oMath xmlns:m="http://schemas.openxmlformats.org/officeDocument/2006/math">
                    <m:r>
                      <a:rPr kumimoji="0" lang="en-GB" sz="1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the subject of the following: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EA9740A-6BAA-04F4-8FF4-5A6101617C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7259" y="3603262"/>
                <a:ext cx="3540284" cy="276999"/>
              </a:xfrm>
              <a:prstGeom prst="rect">
                <a:avLst/>
              </a:prstGeom>
              <a:blipFill>
                <a:blip r:embed="rId4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>
            <a:extLst>
              <a:ext uri="{FF2B5EF4-FFF2-40B4-BE49-F238E27FC236}">
                <a16:creationId xmlns:a16="http://schemas.microsoft.com/office/drawing/2014/main" id="{94C8FE7D-A6F9-00CB-C6A0-16E83864BA42}"/>
              </a:ext>
            </a:extLst>
          </p:cNvPr>
          <p:cNvSpPr/>
          <p:nvPr/>
        </p:nvSpPr>
        <p:spPr>
          <a:xfrm>
            <a:off x="0" y="327451"/>
            <a:ext cx="6858000" cy="25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noProof="0" dirty="0">
                <a:solidFill>
                  <a:schemeClr val="bg1"/>
                </a:solidFill>
              </a:rPr>
              <a:t>Two-step Rearranging (addition/ subtraction with division)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Table 15">
                <a:extLst>
                  <a:ext uri="{FF2B5EF4-FFF2-40B4-BE49-F238E27FC236}">
                    <a16:creationId xmlns:a16="http://schemas.microsoft.com/office/drawing/2014/main" id="{3C2A5953-2CBB-5DAF-E5DC-0E4272477FD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03365" y="579451"/>
              <a:ext cx="6470320" cy="29950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56398">
                      <a:extLst>
                        <a:ext uri="{9D8B030D-6E8A-4147-A177-3AD203B41FA5}">
                          <a16:colId xmlns:a16="http://schemas.microsoft.com/office/drawing/2014/main" val="1568142362"/>
                        </a:ext>
                      </a:extLst>
                    </a:gridCol>
                    <a:gridCol w="1686234">
                      <a:extLst>
                        <a:ext uri="{9D8B030D-6E8A-4147-A177-3AD203B41FA5}">
                          <a16:colId xmlns:a16="http://schemas.microsoft.com/office/drawing/2014/main" val="3551711160"/>
                        </a:ext>
                      </a:extLst>
                    </a:gridCol>
                    <a:gridCol w="1663844">
                      <a:extLst>
                        <a:ext uri="{9D8B030D-6E8A-4147-A177-3AD203B41FA5}">
                          <a16:colId xmlns:a16="http://schemas.microsoft.com/office/drawing/2014/main" val="1712497518"/>
                        </a:ext>
                      </a:extLst>
                    </a:gridCol>
                    <a:gridCol w="1663844">
                      <a:extLst>
                        <a:ext uri="{9D8B030D-6E8A-4147-A177-3AD203B41FA5}">
                          <a16:colId xmlns:a16="http://schemas.microsoft.com/office/drawing/2014/main" val="886122921"/>
                        </a:ext>
                      </a:extLst>
                    </a:gridCol>
                  </a:tblGrid>
                  <a:tr h="265352">
                    <a:tc>
                      <a:txBody>
                        <a:bodyPr/>
                        <a:lstStyle/>
                        <a:p>
                          <a:endParaRPr lang="en-GB" sz="1200" b="1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FF0000"/>
                              </a:solidFill>
                            </a:rPr>
                            <a:t>Example 16.   I do…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chemeClr val="accent2"/>
                              </a:solidFill>
                            </a:rPr>
                            <a:t>Example 17.    We do…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00B050"/>
                              </a:solidFill>
                            </a:rPr>
                            <a:t>Example 18.   You do…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10528973"/>
                      </a:ext>
                    </a:extLst>
                  </a:tr>
                  <a:tr h="442254">
                    <a:tc>
                      <a:txBody>
                        <a:bodyPr/>
                        <a:lstStyle/>
                        <a:p>
                          <a:r>
                            <a:rPr lang="en-GB" sz="1200" b="1" noProof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Make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 the subject of the following: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Make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 the subject of the following: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Make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 the subject of the following: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57201933"/>
                      </a:ext>
                    </a:extLst>
                  </a:tr>
                  <a:tr h="2263502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1) Circle the variable you want to make the subject.</a:t>
                          </a:r>
                        </a:p>
                        <a:p>
                          <a:pPr marL="0" indent="0">
                            <a:buNone/>
                          </a:pP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indent="0">
                            <a:buNone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2) Use inverse operation</a:t>
                          </a:r>
                          <a:r>
                            <a:rPr lang="en-GB" sz="1200" b="1" u="sng" noProof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 to isolate the variable.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GB" sz="120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𝑎𝑏𝑥</m:t>
                                </m:r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oMath>
                            </m:oMathPara>
                          </a14:m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𝑚𝑥</m:t>
                                </m:r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oMath>
                            </m:oMathPara>
                          </a14:m>
                          <a:endParaRPr lang="en-GB" sz="1200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936252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Table 15">
                <a:extLst>
                  <a:ext uri="{FF2B5EF4-FFF2-40B4-BE49-F238E27FC236}">
                    <a16:creationId xmlns:a16="http://schemas.microsoft.com/office/drawing/2014/main" id="{3C2A5953-2CBB-5DAF-E5DC-0E4272477FD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93010341"/>
                  </p:ext>
                </p:extLst>
              </p:nvPr>
            </p:nvGraphicFramePr>
            <p:xfrm>
              <a:off x="203365" y="579451"/>
              <a:ext cx="6470320" cy="29950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56398">
                      <a:extLst>
                        <a:ext uri="{9D8B030D-6E8A-4147-A177-3AD203B41FA5}">
                          <a16:colId xmlns:a16="http://schemas.microsoft.com/office/drawing/2014/main" val="1568142362"/>
                        </a:ext>
                      </a:extLst>
                    </a:gridCol>
                    <a:gridCol w="1686234">
                      <a:extLst>
                        <a:ext uri="{9D8B030D-6E8A-4147-A177-3AD203B41FA5}">
                          <a16:colId xmlns:a16="http://schemas.microsoft.com/office/drawing/2014/main" val="3551711160"/>
                        </a:ext>
                      </a:extLst>
                    </a:gridCol>
                    <a:gridCol w="1663844">
                      <a:extLst>
                        <a:ext uri="{9D8B030D-6E8A-4147-A177-3AD203B41FA5}">
                          <a16:colId xmlns:a16="http://schemas.microsoft.com/office/drawing/2014/main" val="1712497518"/>
                        </a:ext>
                      </a:extLst>
                    </a:gridCol>
                    <a:gridCol w="1663844">
                      <a:extLst>
                        <a:ext uri="{9D8B030D-6E8A-4147-A177-3AD203B41FA5}">
                          <a16:colId xmlns:a16="http://schemas.microsoft.com/office/drawing/2014/main" val="886122921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endParaRPr lang="en-GB" sz="1200" b="1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FF0000"/>
                              </a:solidFill>
                            </a:rPr>
                            <a:t>Example 16.   I do…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chemeClr val="accent2"/>
                              </a:solidFill>
                            </a:rPr>
                            <a:t>Example 17.    We do…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00B050"/>
                              </a:solidFill>
                            </a:rPr>
                            <a:t>Example 18.   You do…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1052897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GB" sz="1200" b="1" noProof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86643" t="-60000" r="-197834" b="-498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9377" t="-60000" r="-100733" b="-498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89377" t="-60000" r="-733" b="-498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7201933"/>
                      </a:ext>
                    </a:extLst>
                  </a:tr>
                  <a:tr h="2263502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1) Circle the variable you want to make the subject.</a:t>
                          </a:r>
                        </a:p>
                        <a:p>
                          <a:pPr marL="0" indent="0">
                            <a:buNone/>
                          </a:pP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indent="0">
                            <a:buNone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2) Use inverse operation</a:t>
                          </a:r>
                          <a:r>
                            <a:rPr lang="en-GB" sz="1200" b="1" u="sng" noProof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 to isolate the variable.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86643" t="-32258" r="-197834" b="-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9377" t="-32258" r="-100733" b="-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89377" t="-32258" r="-733" b="-5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362524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6780A83C-A9A4-3F68-93D0-415BDC99EE03}"/>
              </a:ext>
            </a:extLst>
          </p:cNvPr>
          <p:cNvSpPr txBox="1">
            <a:spLocks/>
          </p:cNvSpPr>
          <p:nvPr/>
        </p:nvSpPr>
        <p:spPr>
          <a:xfrm>
            <a:off x="5217543" y="9439991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6C3A38-D272-42AA-9C88-F1FBEAE20D2C}" type="slidenum">
              <a:rPr lang="en-GB" smtClean="0"/>
              <a:pPr/>
              <a:t>6</a:t>
            </a:fld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CB0A505-5B57-D8B5-40F7-BE20447E5091}"/>
              </a:ext>
            </a:extLst>
          </p:cNvPr>
          <p:cNvSpPr/>
          <p:nvPr/>
        </p:nvSpPr>
        <p:spPr>
          <a:xfrm>
            <a:off x="0" y="0"/>
            <a:ext cx="6858000" cy="288000"/>
          </a:xfrm>
          <a:prstGeom prst="rect">
            <a:avLst/>
          </a:prstGeom>
          <a:solidFill>
            <a:srgbClr val="0092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noProof="0" dirty="0">
                <a:solidFill>
                  <a:schemeClr val="bg1"/>
                </a:solidFill>
              </a:rPr>
              <a:t>Two-Step </a:t>
            </a:r>
            <a:r>
              <a:rPr lang="en-GB" sz="1600" b="1" noProof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Rearranging</a:t>
            </a:r>
            <a:endParaRPr lang="en-GB" sz="1600" b="1" i="0" noProof="0" dirty="0">
              <a:solidFill>
                <a:schemeClr val="bg1"/>
              </a:solidFill>
              <a:effectLst/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10299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8E655-4101-FA58-AD96-966C0D2B9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AAB77D7-A572-28B8-CB08-028B6A3F0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372058" y="8912588"/>
            <a:ext cx="1543050" cy="527403"/>
          </a:xfrm>
        </p:spPr>
        <p:txBody>
          <a:bodyPr/>
          <a:lstStyle/>
          <a:p>
            <a:fld id="{086C3A38-D272-42AA-9C88-F1FBEAE20D2C}" type="slidenum">
              <a:rPr lang="en-GB" noProof="0" smtClean="0"/>
              <a:t>7</a:t>
            </a:fld>
            <a:endParaRPr lang="en-GB" noProof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964AA5-0395-C9E2-8EA2-005032A6536F}"/>
              </a:ext>
            </a:extLst>
          </p:cNvPr>
          <p:cNvSpPr/>
          <p:nvPr/>
        </p:nvSpPr>
        <p:spPr>
          <a:xfrm>
            <a:off x="193840" y="5717773"/>
            <a:ext cx="1620000" cy="25200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noProof="0"/>
              <a:t>Independent Practice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F0CB8421-32FD-4ECC-958D-07FC4EBCF89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82961260"/>
                  </p:ext>
                </p:extLst>
              </p:nvPr>
            </p:nvGraphicFramePr>
            <p:xfrm>
              <a:off x="193838" y="6099784"/>
              <a:ext cx="6488072" cy="357565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22018">
                      <a:extLst>
                        <a:ext uri="{9D8B030D-6E8A-4147-A177-3AD203B41FA5}">
                          <a16:colId xmlns:a16="http://schemas.microsoft.com/office/drawing/2014/main" val="3647236309"/>
                        </a:ext>
                      </a:extLst>
                    </a:gridCol>
                    <a:gridCol w="1622018">
                      <a:extLst>
                        <a:ext uri="{9D8B030D-6E8A-4147-A177-3AD203B41FA5}">
                          <a16:colId xmlns:a16="http://schemas.microsoft.com/office/drawing/2014/main" val="2570924096"/>
                        </a:ext>
                      </a:extLst>
                    </a:gridCol>
                    <a:gridCol w="1622018">
                      <a:extLst>
                        <a:ext uri="{9D8B030D-6E8A-4147-A177-3AD203B41FA5}">
                          <a16:colId xmlns:a16="http://schemas.microsoft.com/office/drawing/2014/main" val="416811348"/>
                        </a:ext>
                      </a:extLst>
                    </a:gridCol>
                    <a:gridCol w="1622018">
                      <a:extLst>
                        <a:ext uri="{9D8B030D-6E8A-4147-A177-3AD203B41FA5}">
                          <a16:colId xmlns:a16="http://schemas.microsoft.com/office/drawing/2014/main" val="2813845385"/>
                        </a:ext>
                      </a:extLst>
                    </a:gridCol>
                  </a:tblGrid>
                  <a:tr h="1956097">
                    <a:tc>
                      <a:txBody>
                        <a:bodyPr/>
                        <a:lstStyle/>
                        <a:p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</a:rPr>
                            <a:t>a)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=5(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+3)</m:t>
                              </m:r>
                            </m:oMath>
                          </a14:m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</a:rPr>
                            <a:t>b)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=5(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−3)</m:t>
                              </m:r>
                            </m:oMath>
                          </a14:m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</a:rPr>
                            <a:t>c) 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=5(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d)  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2153251"/>
                      </a:ext>
                    </a:extLst>
                  </a:tr>
                  <a:tr h="1619557">
                    <a:tc>
                      <a:txBody>
                        <a:bodyPr/>
                        <a:lstStyle/>
                        <a:p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a)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d>
                                <m:dPr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</m:oMath>
                          </a14:m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b)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c)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𝑏𝑐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</a:rPr>
                            <a:t>d)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𝑐𝑑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𝑎𝑥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9458378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F0CB8421-32FD-4ECC-958D-07FC4EBCF89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82961260"/>
                  </p:ext>
                </p:extLst>
              </p:nvPr>
            </p:nvGraphicFramePr>
            <p:xfrm>
              <a:off x="193838" y="6099784"/>
              <a:ext cx="6488072" cy="357565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22018">
                      <a:extLst>
                        <a:ext uri="{9D8B030D-6E8A-4147-A177-3AD203B41FA5}">
                          <a16:colId xmlns:a16="http://schemas.microsoft.com/office/drawing/2014/main" val="3647236309"/>
                        </a:ext>
                      </a:extLst>
                    </a:gridCol>
                    <a:gridCol w="1622018">
                      <a:extLst>
                        <a:ext uri="{9D8B030D-6E8A-4147-A177-3AD203B41FA5}">
                          <a16:colId xmlns:a16="http://schemas.microsoft.com/office/drawing/2014/main" val="2570924096"/>
                        </a:ext>
                      </a:extLst>
                    </a:gridCol>
                    <a:gridCol w="1622018">
                      <a:extLst>
                        <a:ext uri="{9D8B030D-6E8A-4147-A177-3AD203B41FA5}">
                          <a16:colId xmlns:a16="http://schemas.microsoft.com/office/drawing/2014/main" val="416811348"/>
                        </a:ext>
                      </a:extLst>
                    </a:gridCol>
                    <a:gridCol w="1622018">
                      <a:extLst>
                        <a:ext uri="{9D8B030D-6E8A-4147-A177-3AD203B41FA5}">
                          <a16:colId xmlns:a16="http://schemas.microsoft.com/office/drawing/2014/main" val="2813845385"/>
                        </a:ext>
                      </a:extLst>
                    </a:gridCol>
                  </a:tblGrid>
                  <a:tr h="195609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75" t="-311" r="-300000" b="-83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752" t="-311" r="-201128" b="-83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311" r="-100375" b="-83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1128" t="-311" r="-752" b="-83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2153251"/>
                      </a:ext>
                    </a:extLst>
                  </a:tr>
                  <a:tr h="161955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75" t="-121429" r="-300000" b="-7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752" t="-121429" r="-201128" b="-7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121429" r="-100375" b="-7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1128" t="-121429" r="-752" b="-7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9458378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BABBA23-AD4F-F15D-7008-8C8EB317175B}"/>
                  </a:ext>
                </a:extLst>
              </p:cNvPr>
              <p:cNvSpPr txBox="1"/>
              <p:nvPr/>
            </p:nvSpPr>
            <p:spPr>
              <a:xfrm>
                <a:off x="1658858" y="5717773"/>
                <a:ext cx="3540284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Question 10. </a:t>
                </a: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Make </a:t>
                </a:r>
                <a14:m>
                  <m:oMath xmlns:m="http://schemas.openxmlformats.org/officeDocument/2006/math">
                    <m:r>
                      <a:rPr kumimoji="0" lang="en-GB" sz="1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the subject of the following: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BABBA23-AD4F-F15D-7008-8C8EB31717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8858" y="5717773"/>
                <a:ext cx="3540284" cy="276999"/>
              </a:xfrm>
              <a:prstGeom prst="rect">
                <a:avLst/>
              </a:prstGeom>
              <a:blipFill>
                <a:blip r:embed="rId4"/>
                <a:stretch>
                  <a:fillRect t="-2222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76511848-54C9-C59C-7A18-EFED4D65B80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93838" y="724096"/>
              <a:ext cx="6488071" cy="488866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75135">
                      <a:extLst>
                        <a:ext uri="{9D8B030D-6E8A-4147-A177-3AD203B41FA5}">
                          <a16:colId xmlns:a16="http://schemas.microsoft.com/office/drawing/2014/main" val="1568142362"/>
                        </a:ext>
                      </a:extLst>
                    </a:gridCol>
                    <a:gridCol w="2256468">
                      <a:extLst>
                        <a:ext uri="{9D8B030D-6E8A-4147-A177-3AD203B41FA5}">
                          <a16:colId xmlns:a16="http://schemas.microsoft.com/office/drawing/2014/main" val="1712497518"/>
                        </a:ext>
                      </a:extLst>
                    </a:gridCol>
                    <a:gridCol w="2256468">
                      <a:extLst>
                        <a:ext uri="{9D8B030D-6E8A-4147-A177-3AD203B41FA5}">
                          <a16:colId xmlns:a16="http://schemas.microsoft.com/office/drawing/2014/main" val="886122921"/>
                        </a:ext>
                      </a:extLst>
                    </a:gridCol>
                  </a:tblGrid>
                  <a:tr h="304675">
                    <a:tc>
                      <a:txBody>
                        <a:bodyPr/>
                        <a:lstStyle/>
                        <a:p>
                          <a:endParaRPr lang="en-GB" sz="1200" b="1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FF0000"/>
                              </a:solidFill>
                            </a:rPr>
                            <a:t>Example 19.    I do…</a:t>
                          </a:r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 noProof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57305281"/>
                      </a:ext>
                    </a:extLst>
                  </a:tr>
                  <a:tr h="304675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noProof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Make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 the subject of 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=4(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+3)</m:t>
                              </m:r>
                            </m:oMath>
                          </a14:m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 noProof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54891787"/>
                      </a:ext>
                    </a:extLst>
                  </a:tr>
                  <a:tr h="1508092">
                    <a:tc rowSpan="4"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1) Circle the variable you want to make the subject.</a:t>
                          </a:r>
                        </a:p>
                        <a:p>
                          <a:pPr marL="0" indent="0">
                            <a:buNone/>
                          </a:pP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indent="0">
                            <a:buNone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2) Use inverse operation</a:t>
                          </a:r>
                          <a:r>
                            <a:rPr lang="en-GB" sz="1200" b="0" u="none" noProof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 to isolate the variable, using method (a) or (b) </a:t>
                          </a:r>
                        </a:p>
                        <a:p>
                          <a:endParaRPr lang="en-GB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chemeClr val="tx1"/>
                              </a:solidFill>
                            </a:rPr>
                            <a:t>Method (a)</a:t>
                          </a: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chemeClr val="tx1"/>
                              </a:solidFill>
                            </a:rPr>
                            <a:t>Method (b)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50451203"/>
                      </a:ext>
                    </a:extLst>
                  </a:tr>
                  <a:tr h="304675">
                    <a:tc vMerge="1">
                      <a:txBody>
                        <a:bodyPr/>
                        <a:lstStyle/>
                        <a:p>
                          <a:endParaRPr lang="en-GB" sz="1200" b="1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chemeClr val="accent2"/>
                              </a:solidFill>
                            </a:rPr>
                            <a:t>Example 20.     We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00B050"/>
                              </a:solidFill>
                            </a:rPr>
                            <a:t>Example 21.    You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10528973"/>
                      </a:ext>
                    </a:extLst>
                  </a:tr>
                  <a:tr h="507791">
                    <a:tc vMerge="1">
                      <a:txBody>
                        <a:bodyPr/>
                        <a:lstStyle/>
                        <a:p>
                          <a:endParaRPr lang="en-GB" sz="1200" b="1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Make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 the subject of the following: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Make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 the subject of the following: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57201933"/>
                      </a:ext>
                    </a:extLst>
                  </a:tr>
                  <a:tr h="1958757">
                    <a:tc v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d>
                                  <m:dPr>
                                    <m:ctrlP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−5</m:t>
                                    </m:r>
                                  </m:e>
                                </m:d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936252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76511848-54C9-C59C-7A18-EFED4D65B80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37749412"/>
                  </p:ext>
                </p:extLst>
              </p:nvPr>
            </p:nvGraphicFramePr>
            <p:xfrm>
              <a:off x="193838" y="724096"/>
              <a:ext cx="6488071" cy="488866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75135">
                      <a:extLst>
                        <a:ext uri="{9D8B030D-6E8A-4147-A177-3AD203B41FA5}">
                          <a16:colId xmlns:a16="http://schemas.microsoft.com/office/drawing/2014/main" val="1568142362"/>
                        </a:ext>
                      </a:extLst>
                    </a:gridCol>
                    <a:gridCol w="2256468">
                      <a:extLst>
                        <a:ext uri="{9D8B030D-6E8A-4147-A177-3AD203B41FA5}">
                          <a16:colId xmlns:a16="http://schemas.microsoft.com/office/drawing/2014/main" val="1712497518"/>
                        </a:ext>
                      </a:extLst>
                    </a:gridCol>
                    <a:gridCol w="2256468">
                      <a:extLst>
                        <a:ext uri="{9D8B030D-6E8A-4147-A177-3AD203B41FA5}">
                          <a16:colId xmlns:a16="http://schemas.microsoft.com/office/drawing/2014/main" val="886122921"/>
                        </a:ext>
                      </a:extLst>
                    </a:gridCol>
                  </a:tblGrid>
                  <a:tr h="304675">
                    <a:tc>
                      <a:txBody>
                        <a:bodyPr/>
                        <a:lstStyle/>
                        <a:p>
                          <a:endParaRPr lang="en-GB" sz="1200" b="1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FF0000"/>
                              </a:solidFill>
                            </a:rPr>
                            <a:t>Example 19.    I do…</a:t>
                          </a:r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 noProof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57305281"/>
                      </a:ext>
                    </a:extLst>
                  </a:tr>
                  <a:tr h="304675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noProof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43995" t="-102000" r="-270" b="-141000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 noProof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54891787"/>
                      </a:ext>
                    </a:extLst>
                  </a:tr>
                  <a:tr h="1508092">
                    <a:tc rowSpan="4"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1) Circle the variable you want to make the subject.</a:t>
                          </a:r>
                        </a:p>
                        <a:p>
                          <a:pPr marL="0" indent="0">
                            <a:buNone/>
                          </a:pP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indent="0">
                            <a:buNone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2) Use inverse operation</a:t>
                          </a:r>
                          <a:r>
                            <a:rPr lang="en-GB" sz="1200" b="0" u="none" noProof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 to isolate the variable, using method (a) or (b) </a:t>
                          </a:r>
                        </a:p>
                        <a:p>
                          <a:endParaRPr lang="en-GB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chemeClr val="tx1"/>
                              </a:solidFill>
                            </a:rPr>
                            <a:t>Method (a)</a:t>
                          </a: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chemeClr val="tx1"/>
                              </a:solidFill>
                            </a:rPr>
                            <a:t>Method (b)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50451203"/>
                      </a:ext>
                    </a:extLst>
                  </a:tr>
                  <a:tr h="304675">
                    <a:tc vMerge="1">
                      <a:txBody>
                        <a:bodyPr/>
                        <a:lstStyle/>
                        <a:p>
                          <a:endParaRPr lang="en-GB" sz="1200" b="1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chemeClr val="accent2"/>
                              </a:solidFill>
                            </a:rPr>
                            <a:t>Example 20.     We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00B050"/>
                              </a:solidFill>
                            </a:rPr>
                            <a:t>Example 21.    You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10528973"/>
                      </a:ext>
                    </a:extLst>
                  </a:tr>
                  <a:tr h="507791">
                    <a:tc vMerge="1">
                      <a:txBody>
                        <a:bodyPr/>
                        <a:lstStyle/>
                        <a:p>
                          <a:endParaRPr lang="en-GB" sz="1200" b="1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88108" t="-480723" r="-100811" b="-390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7601" t="-480723" r="-539" b="-3903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7201933"/>
                      </a:ext>
                    </a:extLst>
                  </a:tr>
                  <a:tr h="1958757">
                    <a:tc v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88108" t="-149689" r="-100811" b="-6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7601" t="-149689" r="-539" b="-6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362524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20A191F3-0335-80C7-F2B2-C0C5C087A8E7}"/>
              </a:ext>
            </a:extLst>
          </p:cNvPr>
          <p:cNvSpPr txBox="1">
            <a:spLocks/>
          </p:cNvSpPr>
          <p:nvPr/>
        </p:nvSpPr>
        <p:spPr>
          <a:xfrm>
            <a:off x="5257800" y="9505068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6C3A38-D272-42AA-9C88-F1FBEAE20D2C}" type="slidenum">
              <a:rPr lang="en-GB" smtClean="0"/>
              <a:pPr/>
              <a:t>7</a:t>
            </a:fld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AF64D4-0869-B0AE-808C-D33CE7DCAA75}"/>
              </a:ext>
            </a:extLst>
          </p:cNvPr>
          <p:cNvSpPr txBox="1"/>
          <p:nvPr/>
        </p:nvSpPr>
        <p:spPr>
          <a:xfrm>
            <a:off x="193840" y="43897"/>
            <a:ext cx="64703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GB" sz="1200"/>
              <a:t>Where there are brackets in the formula, there are two approaches to change the subject: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200"/>
              <a:t>(a)   Expand the brackets and rearrange as previously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200"/>
              <a:t>(b)   Consider the multiplication of the bracket as an operation to be ‘undone’ first.</a:t>
            </a:r>
          </a:p>
        </p:txBody>
      </p:sp>
    </p:spTree>
    <p:extLst>
      <p:ext uri="{BB962C8B-B14F-4D97-AF65-F5344CB8AC3E}">
        <p14:creationId xmlns:p14="http://schemas.microsoft.com/office/powerpoint/2010/main" val="35702589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C5751-1545-41CC-36AC-CB3C1BC8B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27E1FFF-CFAF-07D0-66D4-5FCC5BD7E961}"/>
              </a:ext>
            </a:extLst>
          </p:cNvPr>
          <p:cNvSpPr/>
          <p:nvPr/>
        </p:nvSpPr>
        <p:spPr>
          <a:xfrm>
            <a:off x="0" y="7888"/>
            <a:ext cx="6858000" cy="25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noProof="0" dirty="0">
                <a:solidFill>
                  <a:schemeClr val="bg1"/>
                </a:solidFill>
              </a:rPr>
              <a:t>Two-step Rearranging (addition/ subtraction with multiplication)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9871A7B5-DA2E-CDBA-52DA-8438260F2DC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7125" y="536672"/>
              <a:ext cx="6681913" cy="262682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04025">
                      <a:extLst>
                        <a:ext uri="{9D8B030D-6E8A-4147-A177-3AD203B41FA5}">
                          <a16:colId xmlns:a16="http://schemas.microsoft.com/office/drawing/2014/main" val="1568142362"/>
                        </a:ext>
                      </a:extLst>
                    </a:gridCol>
                    <a:gridCol w="1741378">
                      <a:extLst>
                        <a:ext uri="{9D8B030D-6E8A-4147-A177-3AD203B41FA5}">
                          <a16:colId xmlns:a16="http://schemas.microsoft.com/office/drawing/2014/main" val="3551711160"/>
                        </a:ext>
                      </a:extLst>
                    </a:gridCol>
                    <a:gridCol w="1718255">
                      <a:extLst>
                        <a:ext uri="{9D8B030D-6E8A-4147-A177-3AD203B41FA5}">
                          <a16:colId xmlns:a16="http://schemas.microsoft.com/office/drawing/2014/main" val="1712497518"/>
                        </a:ext>
                      </a:extLst>
                    </a:gridCol>
                    <a:gridCol w="1718255">
                      <a:extLst>
                        <a:ext uri="{9D8B030D-6E8A-4147-A177-3AD203B41FA5}">
                          <a16:colId xmlns:a16="http://schemas.microsoft.com/office/drawing/2014/main" val="886122921"/>
                        </a:ext>
                      </a:extLst>
                    </a:gridCol>
                  </a:tblGrid>
                  <a:tr h="288000">
                    <a:tc>
                      <a:txBody>
                        <a:bodyPr/>
                        <a:lstStyle/>
                        <a:p>
                          <a:endParaRPr lang="en-GB" sz="1200" b="1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FF0000"/>
                              </a:solidFill>
                            </a:rPr>
                            <a:t>Example 22.   I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chemeClr val="accent2"/>
                              </a:solidFill>
                            </a:rPr>
                            <a:t>Example 23.    We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00B050"/>
                              </a:solidFill>
                            </a:rPr>
                            <a:t>Example 24.   You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10528973"/>
                      </a:ext>
                    </a:extLst>
                  </a:tr>
                  <a:tr h="466827">
                    <a:tc>
                      <a:txBody>
                        <a:bodyPr/>
                        <a:lstStyle/>
                        <a:p>
                          <a:r>
                            <a:rPr lang="en-GB" sz="1200" b="1" noProof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Make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oMath>
                          </a14:m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 the subject of the following: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Make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the subject of the following: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Make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oMath>
                          </a14:m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 the subject of the following: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7201933"/>
                      </a:ext>
                    </a:extLst>
                  </a:tr>
                  <a:tr h="1872000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1) Circle the variable you want to make the subject.</a:t>
                          </a:r>
                        </a:p>
                        <a:p>
                          <a:pPr marL="0" indent="0">
                            <a:buNone/>
                          </a:pP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indent="0">
                            <a:buNone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2) Use inverse operation</a:t>
                          </a:r>
                          <a:r>
                            <a:rPr lang="en-GB" sz="1200" b="1" u="sng" noProof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 to isolate the variable.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20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200" i="1" noProof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+3</m:t>
                                    </m:r>
                                  </m:num>
                                  <m:den>
                                    <m:r>
                                      <a:rPr lang="en-GB" sz="1200" i="1" noProof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  <m:r>
                                  <a:rPr lang="en-GB" sz="1200" i="1" noProof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oMath>
                            </m:oMathPara>
                          </a14:m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noProof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GB" sz="1200" b="0" i="1" noProof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GB" sz="1200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200" b="0" i="1" noProof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GB" sz="1200" b="0" i="1" noProof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GB" sz="1200" b="0" i="1" noProof="0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num>
                                  <m:den>
                                    <m:r>
                                      <a:rPr lang="en-GB" sz="1200" b="0" i="1" noProof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noProof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num>
                                  <m:den>
                                    <m: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oMath>
                            </m:oMathPara>
                          </a14:m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36252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9871A7B5-DA2E-CDBA-52DA-8438260F2DC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42488427"/>
                  </p:ext>
                </p:extLst>
              </p:nvPr>
            </p:nvGraphicFramePr>
            <p:xfrm>
              <a:off x="77125" y="536672"/>
              <a:ext cx="6681913" cy="262682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04025">
                      <a:extLst>
                        <a:ext uri="{9D8B030D-6E8A-4147-A177-3AD203B41FA5}">
                          <a16:colId xmlns:a16="http://schemas.microsoft.com/office/drawing/2014/main" val="1568142362"/>
                        </a:ext>
                      </a:extLst>
                    </a:gridCol>
                    <a:gridCol w="1741378">
                      <a:extLst>
                        <a:ext uri="{9D8B030D-6E8A-4147-A177-3AD203B41FA5}">
                          <a16:colId xmlns:a16="http://schemas.microsoft.com/office/drawing/2014/main" val="3551711160"/>
                        </a:ext>
                      </a:extLst>
                    </a:gridCol>
                    <a:gridCol w="1718255">
                      <a:extLst>
                        <a:ext uri="{9D8B030D-6E8A-4147-A177-3AD203B41FA5}">
                          <a16:colId xmlns:a16="http://schemas.microsoft.com/office/drawing/2014/main" val="1712497518"/>
                        </a:ext>
                      </a:extLst>
                    </a:gridCol>
                    <a:gridCol w="1718255">
                      <a:extLst>
                        <a:ext uri="{9D8B030D-6E8A-4147-A177-3AD203B41FA5}">
                          <a16:colId xmlns:a16="http://schemas.microsoft.com/office/drawing/2014/main" val="886122921"/>
                        </a:ext>
                      </a:extLst>
                    </a:gridCol>
                  </a:tblGrid>
                  <a:tr h="288000">
                    <a:tc>
                      <a:txBody>
                        <a:bodyPr/>
                        <a:lstStyle/>
                        <a:p>
                          <a:endParaRPr lang="en-GB" sz="1200" b="1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FF0000"/>
                              </a:solidFill>
                            </a:rPr>
                            <a:t>Example 22.   I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chemeClr val="accent2"/>
                              </a:solidFill>
                            </a:rPr>
                            <a:t>Example 23.    We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00B050"/>
                              </a:solidFill>
                            </a:rPr>
                            <a:t>Example 24.   You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10528973"/>
                      </a:ext>
                    </a:extLst>
                  </a:tr>
                  <a:tr h="466827">
                    <a:tc>
                      <a:txBody>
                        <a:bodyPr/>
                        <a:lstStyle/>
                        <a:p>
                          <a:r>
                            <a:rPr lang="en-GB" sz="1200" b="1" noProof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6713" t="-63636" r="-197902" b="-4025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89362" t="-63636" r="-100709" b="-4025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89362" t="-63636" r="-709" b="-4025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7201933"/>
                      </a:ext>
                    </a:extLst>
                  </a:tr>
                  <a:tr h="1872000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1) Circle the variable you want to make the subject.</a:t>
                          </a:r>
                        </a:p>
                        <a:p>
                          <a:pPr marL="0" indent="0">
                            <a:buNone/>
                          </a:pP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indent="0">
                            <a:buNone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2) Use inverse operation</a:t>
                          </a:r>
                          <a:r>
                            <a:rPr lang="en-GB" sz="1200" b="1" u="sng" noProof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 to isolate the variable.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6713" t="-41042" r="-197902" b="-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89362" t="-41042" r="-100709" b="-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89362" t="-41042" r="-709" b="-9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362524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7A3765D3-3B9C-7270-BABC-B4E47D1CF270}"/>
              </a:ext>
            </a:extLst>
          </p:cNvPr>
          <p:cNvSpPr/>
          <p:nvPr/>
        </p:nvSpPr>
        <p:spPr>
          <a:xfrm>
            <a:off x="40402" y="3237811"/>
            <a:ext cx="1620000" cy="25200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noProof="0"/>
              <a:t>Independent Practice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75FC1A8D-B098-76C5-F990-4F21EF86AED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7126" y="3577746"/>
              <a:ext cx="6681912" cy="352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70478">
                      <a:extLst>
                        <a:ext uri="{9D8B030D-6E8A-4147-A177-3AD203B41FA5}">
                          <a16:colId xmlns:a16="http://schemas.microsoft.com/office/drawing/2014/main" val="3647236309"/>
                        </a:ext>
                      </a:extLst>
                    </a:gridCol>
                    <a:gridCol w="1670478">
                      <a:extLst>
                        <a:ext uri="{9D8B030D-6E8A-4147-A177-3AD203B41FA5}">
                          <a16:colId xmlns:a16="http://schemas.microsoft.com/office/drawing/2014/main" val="2570924096"/>
                        </a:ext>
                      </a:extLst>
                    </a:gridCol>
                    <a:gridCol w="1670478">
                      <a:extLst>
                        <a:ext uri="{9D8B030D-6E8A-4147-A177-3AD203B41FA5}">
                          <a16:colId xmlns:a16="http://schemas.microsoft.com/office/drawing/2014/main" val="416811348"/>
                        </a:ext>
                      </a:extLst>
                    </a:gridCol>
                    <a:gridCol w="1670478">
                      <a:extLst>
                        <a:ext uri="{9D8B030D-6E8A-4147-A177-3AD203B41FA5}">
                          <a16:colId xmlns:a16="http://schemas.microsoft.com/office/drawing/2014/main" val="2813845385"/>
                        </a:ext>
                      </a:extLst>
                    </a:gridCol>
                  </a:tblGrid>
                  <a:tr h="1764000">
                    <a:tc>
                      <a:txBody>
                        <a:bodyPr/>
                        <a:lstStyle/>
                        <a:p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a)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+ 4</m:t>
                                  </m:r>
                                </m:num>
                                <m:den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oMath>
                          </a14:m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b)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+ 3</m:t>
                                  </m:r>
                                </m:num>
                                <m:den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den>
                              </m:f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oMath>
                          </a14:m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c)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num>
                                <m:den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</m:oMath>
                          </a14:m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d)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num>
                                <m:den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den>
                              </m:f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oMath>
                          </a14:m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94583780"/>
                      </a:ext>
                    </a:extLst>
                  </a:tr>
                  <a:tr h="1764000">
                    <a:tc>
                      <a:txBody>
                        <a:bodyPr/>
                        <a:lstStyle/>
                        <a:p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e)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+ 3</m:t>
                                  </m:r>
                                </m:num>
                                <m:den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den>
                              </m:f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oMath>
                          </a14:m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f)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+ </m:t>
                                  </m:r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den>
                              </m:f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=3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oMath>
                          </a14:m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g)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+3</m:t>
                                  </m:r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num>
                                <m:den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den>
                              </m:f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=2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oMath>
                          </a14:m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h)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+ </m:t>
                                  </m:r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num>
                                <m:den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den>
                              </m:f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80455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75FC1A8D-B098-76C5-F990-4F21EF86AED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76205234"/>
                  </p:ext>
                </p:extLst>
              </p:nvPr>
            </p:nvGraphicFramePr>
            <p:xfrm>
              <a:off x="77126" y="3577746"/>
              <a:ext cx="6681912" cy="352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70478">
                      <a:extLst>
                        <a:ext uri="{9D8B030D-6E8A-4147-A177-3AD203B41FA5}">
                          <a16:colId xmlns:a16="http://schemas.microsoft.com/office/drawing/2014/main" val="3647236309"/>
                        </a:ext>
                      </a:extLst>
                    </a:gridCol>
                    <a:gridCol w="1670478">
                      <a:extLst>
                        <a:ext uri="{9D8B030D-6E8A-4147-A177-3AD203B41FA5}">
                          <a16:colId xmlns:a16="http://schemas.microsoft.com/office/drawing/2014/main" val="2570924096"/>
                        </a:ext>
                      </a:extLst>
                    </a:gridCol>
                    <a:gridCol w="1670478">
                      <a:extLst>
                        <a:ext uri="{9D8B030D-6E8A-4147-A177-3AD203B41FA5}">
                          <a16:colId xmlns:a16="http://schemas.microsoft.com/office/drawing/2014/main" val="416811348"/>
                        </a:ext>
                      </a:extLst>
                    </a:gridCol>
                    <a:gridCol w="1670478">
                      <a:extLst>
                        <a:ext uri="{9D8B030D-6E8A-4147-A177-3AD203B41FA5}">
                          <a16:colId xmlns:a16="http://schemas.microsoft.com/office/drawing/2014/main" val="2813845385"/>
                        </a:ext>
                      </a:extLst>
                    </a:gridCol>
                  </a:tblGrid>
                  <a:tr h="176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65" t="-345" r="-301095" b="-1006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345" r="-200000" b="-1006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730" t="-345" r="-100730" b="-1006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0730" t="-345" r="-730" b="-1006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94583780"/>
                      </a:ext>
                    </a:extLst>
                  </a:tr>
                  <a:tr h="176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65" t="-100345" r="-301095" b="-6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100345" r="-200000" b="-6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730" t="-100345" r="-100730" b="-6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0730" t="-100345" r="-730" b="-6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804550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DFF869C-6A05-0D9F-1488-F32996DF6392}"/>
                  </a:ext>
                </a:extLst>
              </p:cNvPr>
              <p:cNvSpPr txBox="1"/>
              <p:nvPr/>
            </p:nvSpPr>
            <p:spPr>
              <a:xfrm>
                <a:off x="1463491" y="3225078"/>
                <a:ext cx="3646054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Question 11. </a:t>
                </a: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Make </a:t>
                </a:r>
                <a14:m>
                  <m:oMath xmlns:m="http://schemas.openxmlformats.org/officeDocument/2006/math">
                    <m:r>
                      <a:rPr kumimoji="0" lang="en-GB" sz="1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the subject of the following: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DFF869C-6A05-0D9F-1488-F32996DF63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3491" y="3225078"/>
                <a:ext cx="3646054" cy="276999"/>
              </a:xfrm>
              <a:prstGeom prst="rect">
                <a:avLst/>
              </a:prstGeom>
              <a:blipFill>
                <a:blip r:embed="rId5"/>
                <a:stretch>
                  <a:fillRect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11BA6334-3A50-C42A-449C-9748AB9E046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94371621"/>
                  </p:ext>
                </p:extLst>
              </p:nvPr>
            </p:nvGraphicFramePr>
            <p:xfrm>
              <a:off x="88099" y="7225279"/>
              <a:ext cx="6659963" cy="2542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97953">
                      <a:extLst>
                        <a:ext uri="{9D8B030D-6E8A-4147-A177-3AD203B41FA5}">
                          <a16:colId xmlns:a16="http://schemas.microsoft.com/office/drawing/2014/main" val="1568142362"/>
                        </a:ext>
                      </a:extLst>
                    </a:gridCol>
                    <a:gridCol w="1720670">
                      <a:extLst>
                        <a:ext uri="{9D8B030D-6E8A-4147-A177-3AD203B41FA5}">
                          <a16:colId xmlns:a16="http://schemas.microsoft.com/office/drawing/2014/main" val="609968388"/>
                        </a:ext>
                      </a:extLst>
                    </a:gridCol>
                    <a:gridCol w="1720670">
                      <a:extLst>
                        <a:ext uri="{9D8B030D-6E8A-4147-A177-3AD203B41FA5}">
                          <a16:colId xmlns:a16="http://schemas.microsoft.com/office/drawing/2014/main" val="3207776717"/>
                        </a:ext>
                      </a:extLst>
                    </a:gridCol>
                    <a:gridCol w="1720670">
                      <a:extLst>
                        <a:ext uri="{9D8B030D-6E8A-4147-A177-3AD203B41FA5}">
                          <a16:colId xmlns:a16="http://schemas.microsoft.com/office/drawing/2014/main" val="1889420402"/>
                        </a:ext>
                      </a:extLst>
                    </a:gridCol>
                  </a:tblGrid>
                  <a:tr h="324000">
                    <a:tc>
                      <a:txBody>
                        <a:bodyPr/>
                        <a:lstStyle/>
                        <a:p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FF0000"/>
                              </a:solidFill>
                            </a:rPr>
                            <a:t>Example 25.   I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chemeClr val="accent2"/>
                              </a:solidFill>
                            </a:rPr>
                            <a:t>Example 26.    We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00B050"/>
                              </a:solidFill>
                            </a:rPr>
                            <a:t>Example 27.   You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19276358"/>
                      </a:ext>
                    </a:extLst>
                  </a:tr>
                  <a:tr h="262966">
                    <a:tc>
                      <a:txBody>
                        <a:bodyPr/>
                        <a:lstStyle/>
                        <a:p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Make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 the subject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100" b="1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100" b="1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7201933"/>
                      </a:ext>
                    </a:extLst>
                  </a:tr>
                  <a:tr h="1944000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1) Circle the variable you want to make the subject.</a:t>
                          </a:r>
                        </a:p>
                        <a:p>
                          <a:pPr marL="0" indent="0">
                            <a:buNone/>
                          </a:pP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indent="0">
                            <a:buNone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2) Use inverse operation</a:t>
                          </a:r>
                          <a:r>
                            <a:rPr lang="en-GB" sz="1200" b="1" u="sng" noProof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 to isolate the variable.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20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num>
                                  <m:den>
                                    <m:r>
                                      <a:rPr lang="en-GB" sz="1200" i="1" noProof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+3</m:t>
                                </m:r>
                                <m:r>
                                  <a:rPr lang="en-GB" sz="1200" i="1" noProof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sz="120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oMath>
                            </m:oMathPara>
                          </a14:m>
                          <a:endParaRPr lang="en-GB" sz="1200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GB" sz="1200" noProof="0"/>
                        </a:p>
                        <a:p>
                          <a:pPr marL="0" indent="0" algn="ctr">
                            <a:buNone/>
                          </a:pPr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noProof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oMath>
                            </m:oMathPara>
                          </a14:m>
                          <a:endParaRPr lang="en-GB" sz="1200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362524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11BA6334-3A50-C42A-449C-9748AB9E046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94371621"/>
                  </p:ext>
                </p:extLst>
              </p:nvPr>
            </p:nvGraphicFramePr>
            <p:xfrm>
              <a:off x="88099" y="7225279"/>
              <a:ext cx="6659963" cy="2542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97953">
                      <a:extLst>
                        <a:ext uri="{9D8B030D-6E8A-4147-A177-3AD203B41FA5}">
                          <a16:colId xmlns:a16="http://schemas.microsoft.com/office/drawing/2014/main" val="1568142362"/>
                        </a:ext>
                      </a:extLst>
                    </a:gridCol>
                    <a:gridCol w="1720670">
                      <a:extLst>
                        <a:ext uri="{9D8B030D-6E8A-4147-A177-3AD203B41FA5}">
                          <a16:colId xmlns:a16="http://schemas.microsoft.com/office/drawing/2014/main" val="609968388"/>
                        </a:ext>
                      </a:extLst>
                    </a:gridCol>
                    <a:gridCol w="1720670">
                      <a:extLst>
                        <a:ext uri="{9D8B030D-6E8A-4147-A177-3AD203B41FA5}">
                          <a16:colId xmlns:a16="http://schemas.microsoft.com/office/drawing/2014/main" val="3207776717"/>
                        </a:ext>
                      </a:extLst>
                    </a:gridCol>
                    <a:gridCol w="1720670">
                      <a:extLst>
                        <a:ext uri="{9D8B030D-6E8A-4147-A177-3AD203B41FA5}">
                          <a16:colId xmlns:a16="http://schemas.microsoft.com/office/drawing/2014/main" val="1889420402"/>
                        </a:ext>
                      </a:extLst>
                    </a:gridCol>
                  </a:tblGrid>
                  <a:tr h="324000">
                    <a:tc>
                      <a:txBody>
                        <a:bodyPr/>
                        <a:lstStyle/>
                        <a:p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FF0000"/>
                              </a:solidFill>
                            </a:rPr>
                            <a:t>Example 25.   I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chemeClr val="accent2"/>
                              </a:solidFill>
                            </a:rPr>
                            <a:t>Example 26.    We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00B050"/>
                              </a:solidFill>
                            </a:rPr>
                            <a:t>Example 27.   You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19276358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9162" t="-120000" r="-354" b="-715556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100" b="1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100" b="1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7201933"/>
                      </a:ext>
                    </a:extLst>
                  </a:tr>
                  <a:tr h="1944000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1) Circle the variable you want to make the subject.</a:t>
                          </a:r>
                        </a:p>
                        <a:p>
                          <a:pPr marL="0" indent="0">
                            <a:buNone/>
                          </a:pP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indent="0">
                            <a:buNone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2) Use inverse operation</a:t>
                          </a:r>
                          <a:r>
                            <a:rPr lang="en-GB" sz="1200" b="1" u="sng" noProof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 to isolate the variable.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87589" t="-30938" r="-201418" b="-6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86926" t="-30938" r="-100707" b="-6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87943" t="-30938" r="-1064" b="-6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362524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427FE58-6F90-C4A7-952B-D99101E79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57800" y="9429021"/>
            <a:ext cx="1543050" cy="527403"/>
          </a:xfrm>
        </p:spPr>
        <p:txBody>
          <a:bodyPr/>
          <a:lstStyle/>
          <a:p>
            <a:fld id="{086C3A38-D272-42AA-9C88-F1FBEAE20D2C}" type="slidenum">
              <a:rPr lang="en-GB" noProof="0" smtClean="0"/>
              <a:t>8</a:t>
            </a:fld>
            <a:endParaRPr lang="en-GB" noProof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D86AC6-6F74-43CF-0E10-81A62B8D45BA}"/>
              </a:ext>
            </a:extLst>
          </p:cNvPr>
          <p:cNvSpPr txBox="1"/>
          <p:nvPr/>
        </p:nvSpPr>
        <p:spPr>
          <a:xfrm>
            <a:off x="140776" y="259888"/>
            <a:ext cx="64703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b="1"/>
              <a:t>Carefully consider the order of operations for divisions across single and multiple terms. </a:t>
            </a:r>
          </a:p>
        </p:txBody>
      </p:sp>
    </p:spTree>
    <p:extLst>
      <p:ext uri="{BB962C8B-B14F-4D97-AF65-F5344CB8AC3E}">
        <p14:creationId xmlns:p14="http://schemas.microsoft.com/office/powerpoint/2010/main" val="25916836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20BBA-92D7-0621-8414-6C671D84E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Folded Corner 21">
            <a:extLst>
              <a:ext uri="{FF2B5EF4-FFF2-40B4-BE49-F238E27FC236}">
                <a16:creationId xmlns:a16="http://schemas.microsoft.com/office/drawing/2014/main" id="{335EBD2F-45D4-0BA8-1639-1B2EE10AFD08}"/>
              </a:ext>
            </a:extLst>
          </p:cNvPr>
          <p:cNvSpPr/>
          <p:nvPr/>
        </p:nvSpPr>
        <p:spPr>
          <a:xfrm>
            <a:off x="4702047" y="7837714"/>
            <a:ext cx="1751004" cy="1591307"/>
          </a:xfrm>
          <a:prstGeom prst="foldedCorner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7838B3-9AD9-9250-AB1F-BB3411D80731}"/>
              </a:ext>
            </a:extLst>
          </p:cNvPr>
          <p:cNvSpPr/>
          <p:nvPr/>
        </p:nvSpPr>
        <p:spPr>
          <a:xfrm>
            <a:off x="0" y="12733"/>
            <a:ext cx="1620000" cy="25200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noProof="0"/>
              <a:t>Independent Practice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E128D77-76AB-F266-4A1F-3B2DFADE8AD2}"/>
                  </a:ext>
                </a:extLst>
              </p:cNvPr>
              <p:cNvSpPr txBox="1"/>
              <p:nvPr/>
            </p:nvSpPr>
            <p:spPr>
              <a:xfrm>
                <a:off x="1423089" y="0"/>
                <a:ext cx="3646054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Question 12. </a:t>
                </a: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Make </a:t>
                </a:r>
                <a14:m>
                  <m:oMath xmlns:m="http://schemas.openxmlformats.org/officeDocument/2006/math">
                    <m:r>
                      <a:rPr kumimoji="0" lang="en-GB" sz="1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the subject of the following: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E128D77-76AB-F266-4A1F-3B2DFADE8A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3089" y="0"/>
                <a:ext cx="3646054" cy="276999"/>
              </a:xfrm>
              <a:prstGeom prst="rect">
                <a:avLst/>
              </a:prstGeom>
              <a:blipFill>
                <a:blip r:embed="rId3"/>
                <a:stretch>
                  <a:fillRect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E3F1353-7342-9CE0-BEDE-2B6389E222CB}"/>
                  </a:ext>
                </a:extLst>
              </p:cNvPr>
              <p:cNvSpPr/>
              <p:nvPr/>
            </p:nvSpPr>
            <p:spPr>
              <a:xfrm>
                <a:off x="1668852" y="3746082"/>
                <a:ext cx="2308261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GB" sz="1200" b="1">
                    <a:solidFill>
                      <a:prstClr val="black"/>
                    </a:solidFill>
                  </a:rPr>
                  <a:t>Question 13. </a:t>
                </a:r>
                <a:r>
                  <a:rPr lang="en-GB" sz="1200" noProof="0"/>
                  <a:t>Make </a:t>
                </a:r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200" noProof="0"/>
                  <a:t> the subject  </a:t>
                </a: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E3F1353-7342-9CE0-BEDE-2B6389E222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852" y="3746082"/>
                <a:ext cx="2308261" cy="276999"/>
              </a:xfrm>
              <a:prstGeom prst="rect">
                <a:avLst/>
              </a:prstGeom>
              <a:blipFill>
                <a:blip r:embed="rId4"/>
                <a:stretch>
                  <a:fillRect t="-2222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BD3E34FB-B7AB-E364-D41D-0833989946C4}"/>
              </a:ext>
            </a:extLst>
          </p:cNvPr>
          <p:cNvSpPr/>
          <p:nvPr/>
        </p:nvSpPr>
        <p:spPr>
          <a:xfrm>
            <a:off x="8134" y="3746082"/>
            <a:ext cx="1620000" cy="25200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noProof="0"/>
              <a:t>Mixed Practice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BDF09E6F-2D7A-8421-A98C-9327A108134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8044" y="4097253"/>
              <a:ext cx="6681912" cy="5508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70478">
                      <a:extLst>
                        <a:ext uri="{9D8B030D-6E8A-4147-A177-3AD203B41FA5}">
                          <a16:colId xmlns:a16="http://schemas.microsoft.com/office/drawing/2014/main" val="2012233697"/>
                        </a:ext>
                      </a:extLst>
                    </a:gridCol>
                    <a:gridCol w="1670478">
                      <a:extLst>
                        <a:ext uri="{9D8B030D-6E8A-4147-A177-3AD203B41FA5}">
                          <a16:colId xmlns:a16="http://schemas.microsoft.com/office/drawing/2014/main" val="1005268260"/>
                        </a:ext>
                      </a:extLst>
                    </a:gridCol>
                    <a:gridCol w="1670478">
                      <a:extLst>
                        <a:ext uri="{9D8B030D-6E8A-4147-A177-3AD203B41FA5}">
                          <a16:colId xmlns:a16="http://schemas.microsoft.com/office/drawing/2014/main" val="1347114339"/>
                        </a:ext>
                      </a:extLst>
                    </a:gridCol>
                    <a:gridCol w="1670478">
                      <a:extLst>
                        <a:ext uri="{9D8B030D-6E8A-4147-A177-3AD203B41FA5}">
                          <a16:colId xmlns:a16="http://schemas.microsoft.com/office/drawing/2014/main" val="1086400303"/>
                        </a:ext>
                      </a:extLst>
                    </a:gridCol>
                  </a:tblGrid>
                  <a:tr h="1800000">
                    <a:tc>
                      <a:txBody>
                        <a:bodyPr/>
                        <a:lstStyle/>
                        <a:p>
                          <a:r>
                            <a:rPr lang="en-GB" sz="1200" noProof="0"/>
                            <a:t>a)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−5</m:t>
                                  </m:r>
                                </m:num>
                                <m:den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oMath>
                          </a14:m>
                          <a:endParaRPr lang="en-GB" sz="1200" noProof="0"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noProof="0"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noProof="0"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/>
                            <a:t>b)</a:t>
                          </a:r>
                          <a:r>
                            <a:rPr lang="en-GB" sz="1200" b="0" baseline="0" noProof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−5</m:t>
                              </m:r>
                            </m:oMath>
                          </a14:m>
                          <a:endParaRPr lang="en-GB" sz="1200" noProof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  <a:p>
                          <a:endParaRPr lang="en-GB" sz="1200" noProof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  <a:p>
                          <a:endParaRPr lang="en-GB" sz="1200" noProof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noProof="0"/>
                            <a:t>c)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−5=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oMath>
                          </a14:m>
                          <a:endParaRPr lang="en-GB" sz="1200" noProof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noProof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noProof="0"/>
                            <a:t>d)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−5</m:t>
                              </m:r>
                            </m:oMath>
                          </a14:m>
                          <a:endParaRPr lang="en-GB" sz="1200" noProof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  <a:p>
                          <a:endParaRPr lang="en-GB" sz="1200" noProof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  <a:p>
                          <a:endParaRPr lang="en-GB" sz="1200" noProof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903161897"/>
                      </a:ext>
                    </a:extLst>
                  </a:tr>
                  <a:tr h="1800000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400" noProof="0"/>
                            <a:t>e)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den>
                              </m:f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oMath>
                          </a14:m>
                          <a:endParaRPr lang="en-GB" sz="1200" noProof="0"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noProof="0"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noProof="0"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noProof="0"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400" noProof="0"/>
                            <a:t>f)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den>
                              </m:f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oMath>
                          </a14:m>
                          <a:endParaRPr lang="en-GB" sz="1200" noProof="0">
                            <a:cs typeface="Calibri" panose="020F0502020204030204" pitchFamily="34" charset="0"/>
                          </a:endParaRPr>
                        </a:p>
                        <a:p>
                          <a:endParaRPr lang="en-GB" sz="1200" noProof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  <a:p>
                          <a:endParaRPr lang="en-GB" sz="1200" noProof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  <a:p>
                          <a:endParaRPr lang="en-GB" sz="1200" noProof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noProof="0"/>
                            <a:t>g)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d>
                                <m:dPr>
                                  <m:ctrlP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+2</m:t>
                                  </m:r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</m:oMath>
                          </a14:m>
                          <a:endParaRPr lang="en-GB" sz="1200" noProof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  <a:p>
                          <a:endParaRPr lang="en-GB" sz="1200" noProof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noProof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noProof="0"/>
                            <a:t>h ) 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GB" sz="1200" b="0" i="0" noProof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den>
                              </m:f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oMath>
                          </a14:m>
                          <a:endParaRPr lang="en-GB" sz="1200" noProof="0">
                            <a:cs typeface="Calibri" panose="020F0502020204030204" pitchFamily="34" charset="0"/>
                          </a:endParaRPr>
                        </a:p>
                        <a:p>
                          <a:endParaRPr lang="en-GB" sz="1200" noProof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  <a:p>
                          <a:endParaRPr lang="en-GB" sz="1200" noProof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  <a:p>
                          <a:endParaRPr lang="en-GB" sz="1200" noProof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3082442567"/>
                      </a:ext>
                    </a:extLst>
                  </a:tr>
                  <a:tr h="1908000">
                    <a:tc gridSpan="4"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>
                              <a:solidFill>
                                <a:prstClr val="black"/>
                              </a:solidFill>
                            </a:rPr>
                            <a:t>Question 14. </a:t>
                          </a: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noProof="0">
                              <a:cs typeface="Calibri" panose="020F0502020204030204" pitchFamily="34" charset="0"/>
                            </a:rPr>
                            <a:t>Pritesh has tried to rearrange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𝑎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GB" sz="1200" b="0" i="1" noProof="0" smtClean="0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4</m:t>
                                  </m:r>
                                </m:den>
                              </m:f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+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𝑏</m:t>
                              </m:r>
                            </m:oMath>
                          </a14:m>
                          <a:r>
                            <a:rPr lang="en-GB" sz="1200" i="1" noProof="0">
                              <a:cs typeface="Calibri" panose="020F0502020204030204" pitchFamily="34" charset="0"/>
                            </a:rPr>
                            <a:t> </a:t>
                          </a:r>
                          <a:r>
                            <a:rPr lang="en-GB" sz="1200" i="0" noProof="0">
                              <a:cs typeface="Calibri" panose="020F0502020204030204" pitchFamily="34" charset="0"/>
                            </a:rPr>
                            <a:t> to make</a:t>
                          </a:r>
                          <a14:m>
                            <m:oMath xmlns:m="http://schemas.openxmlformats.org/officeDocument/2006/math">
                              <m:r>
                                <a:rPr lang="en-GB" sz="1200" i="1" noProof="0" dirty="0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r>
                                <a:rPr lang="en-GB" sz="1200" i="1" noProof="0" dirty="0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𝑥</m:t>
                              </m:r>
                              <m:r>
                                <a:rPr lang="en-GB" sz="1200" i="1" noProof="0" dirty="0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GB" sz="1200" i="0" noProof="0">
                              <a:cs typeface="Calibri" panose="020F0502020204030204" pitchFamily="34" charset="0"/>
                            </a:rPr>
                            <a:t>the subject.</a:t>
                          </a: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i="0" baseline="0" noProof="0">
                              <a:cs typeface="Calibri" panose="020F0502020204030204" pitchFamily="34" charset="0"/>
                            </a:rPr>
                            <a:t>He has made a mistake – can you explain it?</a:t>
                          </a:r>
                          <a:br>
                            <a:rPr lang="en-GB" sz="1200" i="0" baseline="0" noProof="0">
                              <a:cs typeface="Calibri" panose="020F0502020204030204" pitchFamily="34" charset="0"/>
                            </a:rPr>
                          </a:br>
                          <a:r>
                            <a:rPr lang="en-GB" sz="1200" i="0" baseline="0" noProof="0">
                              <a:cs typeface="Calibri" panose="020F0502020204030204" pitchFamily="34" charset="0"/>
                            </a:rPr>
                            <a:t>What is the correct rearrangement?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 sz="1200" noProof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noProof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 sz="1200" noProof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230325642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BDF09E6F-2D7A-8421-A98C-9327A108134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31337063"/>
                  </p:ext>
                </p:extLst>
              </p:nvPr>
            </p:nvGraphicFramePr>
            <p:xfrm>
              <a:off x="88044" y="4097253"/>
              <a:ext cx="6681912" cy="5508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70478">
                      <a:extLst>
                        <a:ext uri="{9D8B030D-6E8A-4147-A177-3AD203B41FA5}">
                          <a16:colId xmlns:a16="http://schemas.microsoft.com/office/drawing/2014/main" val="2012233697"/>
                        </a:ext>
                      </a:extLst>
                    </a:gridCol>
                    <a:gridCol w="1670478">
                      <a:extLst>
                        <a:ext uri="{9D8B030D-6E8A-4147-A177-3AD203B41FA5}">
                          <a16:colId xmlns:a16="http://schemas.microsoft.com/office/drawing/2014/main" val="1005268260"/>
                        </a:ext>
                      </a:extLst>
                    </a:gridCol>
                    <a:gridCol w="1670478">
                      <a:extLst>
                        <a:ext uri="{9D8B030D-6E8A-4147-A177-3AD203B41FA5}">
                          <a16:colId xmlns:a16="http://schemas.microsoft.com/office/drawing/2014/main" val="1347114339"/>
                        </a:ext>
                      </a:extLst>
                    </a:gridCol>
                    <a:gridCol w="1670478">
                      <a:extLst>
                        <a:ext uri="{9D8B030D-6E8A-4147-A177-3AD203B41FA5}">
                          <a16:colId xmlns:a16="http://schemas.microsoft.com/office/drawing/2014/main" val="1086400303"/>
                        </a:ext>
                      </a:extLst>
                    </a:gridCol>
                  </a:tblGrid>
                  <a:tr h="180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5"/>
                          <a:stretch>
                            <a:fillRect l="-365" t="-339" r="-301095" b="-2071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5"/>
                          <a:stretch>
                            <a:fillRect l="-100000" t="-339" r="-200000" b="-2071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5"/>
                          <a:stretch>
                            <a:fillRect l="-200730" t="-339" r="-100730" b="-2071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5"/>
                          <a:stretch>
                            <a:fillRect l="-300730" t="-339" r="-730" b="-2071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3161897"/>
                      </a:ext>
                    </a:extLst>
                  </a:tr>
                  <a:tr h="180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5"/>
                          <a:stretch>
                            <a:fillRect l="-365" t="-100000" r="-301095" b="-1064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5"/>
                          <a:stretch>
                            <a:fillRect l="-100000" t="-100000" r="-200000" b="-1064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5"/>
                          <a:stretch>
                            <a:fillRect l="-200730" t="-100000" r="-100730" b="-1064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5"/>
                          <a:stretch>
                            <a:fillRect l="-300730" t="-100000" r="-730" b="-1064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82442567"/>
                      </a:ext>
                    </a:extLst>
                  </a:tr>
                  <a:tr h="1908000">
                    <a:tc gridSpan="4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5"/>
                          <a:stretch>
                            <a:fillRect l="-91" t="-189137" r="-182" b="-639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 sz="1200" noProof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noProof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 sz="1200" noProof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230325642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Table 15">
                <a:extLst>
                  <a:ext uri="{FF2B5EF4-FFF2-40B4-BE49-F238E27FC236}">
                    <a16:creationId xmlns:a16="http://schemas.microsoft.com/office/drawing/2014/main" id="{E5C8C63C-CB13-E669-5E81-D3BA128EE6C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8044" y="356763"/>
              <a:ext cx="6681912" cy="324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70478">
                      <a:extLst>
                        <a:ext uri="{9D8B030D-6E8A-4147-A177-3AD203B41FA5}">
                          <a16:colId xmlns:a16="http://schemas.microsoft.com/office/drawing/2014/main" val="2566014027"/>
                        </a:ext>
                      </a:extLst>
                    </a:gridCol>
                    <a:gridCol w="1670478">
                      <a:extLst>
                        <a:ext uri="{9D8B030D-6E8A-4147-A177-3AD203B41FA5}">
                          <a16:colId xmlns:a16="http://schemas.microsoft.com/office/drawing/2014/main" val="2803117827"/>
                        </a:ext>
                      </a:extLst>
                    </a:gridCol>
                    <a:gridCol w="1670478">
                      <a:extLst>
                        <a:ext uri="{9D8B030D-6E8A-4147-A177-3AD203B41FA5}">
                          <a16:colId xmlns:a16="http://schemas.microsoft.com/office/drawing/2014/main" val="1507391367"/>
                        </a:ext>
                      </a:extLst>
                    </a:gridCol>
                    <a:gridCol w="1670478">
                      <a:extLst>
                        <a:ext uri="{9D8B030D-6E8A-4147-A177-3AD203B41FA5}">
                          <a16:colId xmlns:a16="http://schemas.microsoft.com/office/drawing/2014/main" val="2441692821"/>
                        </a:ext>
                      </a:extLst>
                    </a:gridCol>
                  </a:tblGrid>
                  <a:tr h="1620000">
                    <a:tc>
                      <a:txBody>
                        <a:bodyPr/>
                        <a:lstStyle/>
                        <a:p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a)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oMath>
                          </a14:m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b)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den>
                              </m:f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−5=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oMath>
                          </a14:m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c)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+4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oMath>
                          </a14:m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d)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−7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oMath>
                          </a14:m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6477283"/>
                      </a:ext>
                    </a:extLst>
                  </a:tr>
                  <a:tr h="1620000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e)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+2=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oMath>
                          </a14:m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f)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den>
                              </m:f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=5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oMath>
                          </a14:m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g)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den>
                              </m:f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oMath>
                          </a14:m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h)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=7+</m:t>
                              </m:r>
                              <m:f>
                                <m:fPr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oMath>
                          </a14:m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0473191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Table 15">
                <a:extLst>
                  <a:ext uri="{FF2B5EF4-FFF2-40B4-BE49-F238E27FC236}">
                    <a16:creationId xmlns:a16="http://schemas.microsoft.com/office/drawing/2014/main" id="{E5C8C63C-CB13-E669-5E81-D3BA128EE6C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55034386"/>
                  </p:ext>
                </p:extLst>
              </p:nvPr>
            </p:nvGraphicFramePr>
            <p:xfrm>
              <a:off x="88044" y="356763"/>
              <a:ext cx="6681912" cy="324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70478">
                      <a:extLst>
                        <a:ext uri="{9D8B030D-6E8A-4147-A177-3AD203B41FA5}">
                          <a16:colId xmlns:a16="http://schemas.microsoft.com/office/drawing/2014/main" val="2566014027"/>
                        </a:ext>
                      </a:extLst>
                    </a:gridCol>
                    <a:gridCol w="1670478">
                      <a:extLst>
                        <a:ext uri="{9D8B030D-6E8A-4147-A177-3AD203B41FA5}">
                          <a16:colId xmlns:a16="http://schemas.microsoft.com/office/drawing/2014/main" val="2803117827"/>
                        </a:ext>
                      </a:extLst>
                    </a:gridCol>
                    <a:gridCol w="1670478">
                      <a:extLst>
                        <a:ext uri="{9D8B030D-6E8A-4147-A177-3AD203B41FA5}">
                          <a16:colId xmlns:a16="http://schemas.microsoft.com/office/drawing/2014/main" val="1507391367"/>
                        </a:ext>
                      </a:extLst>
                    </a:gridCol>
                    <a:gridCol w="1670478">
                      <a:extLst>
                        <a:ext uri="{9D8B030D-6E8A-4147-A177-3AD203B41FA5}">
                          <a16:colId xmlns:a16="http://schemas.microsoft.com/office/drawing/2014/main" val="2441692821"/>
                        </a:ext>
                      </a:extLst>
                    </a:gridCol>
                  </a:tblGrid>
                  <a:tr h="16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65" t="-375" r="-301095" b="-1003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00000" t="-375" r="-200000" b="-1003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00730" t="-375" r="-100730" b="-1003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00730" t="-375" r="-730" b="-1003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6477283"/>
                      </a:ext>
                    </a:extLst>
                  </a:tr>
                  <a:tr h="16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65" t="-100752" r="-301095" b="-7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00000" t="-100752" r="-200000" b="-7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00730" t="-100752" r="-100730" b="-7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00730" t="-100752" r="-730" b="-7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0473191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5B3F98E-907C-1383-3F1F-325D01D82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57800" y="9429021"/>
            <a:ext cx="1543050" cy="527403"/>
          </a:xfrm>
        </p:spPr>
        <p:txBody>
          <a:bodyPr/>
          <a:lstStyle/>
          <a:p>
            <a:fld id="{086C3A38-D272-42AA-9C88-F1FBEAE20D2C}" type="slidenum">
              <a:rPr lang="en-GB" noProof="0" smtClean="0"/>
              <a:t>9</a:t>
            </a:fld>
            <a:endParaRPr lang="en-GB" noProof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F34B57E-43AE-22E7-9F8A-14ED1551FD61}"/>
                  </a:ext>
                </a:extLst>
              </p:cNvPr>
              <p:cNvSpPr txBox="1"/>
              <p:nvPr/>
            </p:nvSpPr>
            <p:spPr>
              <a:xfrm>
                <a:off x="5140846" y="7970211"/>
                <a:ext cx="794448" cy="3675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𝑎</m:t>
                      </m:r>
                      <m:r>
                        <a:rPr lang="en-GB" sz="1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=</m:t>
                      </m:r>
                      <m:f>
                        <m:fPr>
                          <m:ctrlPr>
                            <a:rPr lang="en-GB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fPr>
                        <m:num>
                          <m:r>
                            <a:rPr lang="en-GB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𝑥</m:t>
                          </m:r>
                        </m:num>
                        <m:den>
                          <m:r>
                            <a:rPr lang="en-GB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4</m:t>
                          </m:r>
                        </m:den>
                      </m:f>
                      <m:r>
                        <a:rPr lang="en-GB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+</m:t>
                      </m:r>
                      <m:r>
                        <a:rPr lang="en-GB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𝑏</m:t>
                      </m:r>
                    </m:oMath>
                  </m:oMathPara>
                </a14:m>
                <a:endParaRPr lang="en-GB" sz="14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F34B57E-43AE-22E7-9F8A-14ED1551FD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0846" y="7970211"/>
                <a:ext cx="794448" cy="367537"/>
              </a:xfrm>
              <a:prstGeom prst="rect">
                <a:avLst/>
              </a:prstGeom>
              <a:blipFill>
                <a:blip r:embed="rId7"/>
                <a:stretch>
                  <a:fillRect l="-2290" r="-4580"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3E1D8AA-9A54-484D-3747-06AB6A9F3E86}"/>
                  </a:ext>
                </a:extLst>
              </p:cNvPr>
              <p:cNvSpPr txBox="1"/>
              <p:nvPr/>
            </p:nvSpPr>
            <p:spPr>
              <a:xfrm>
                <a:off x="4871283" y="8503168"/>
                <a:ext cx="1333574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4</m:t>
                    </m:r>
                    <m:r>
                      <a:rPr lang="en-GB" sz="1400" b="0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𝑎</m:t>
                    </m:r>
                    <m:r>
                      <a:rPr lang="en-GB" sz="1400" b="0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en-GB" sz="1400" b="0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400" b="0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</m:t>
                    </m:r>
                    <m:r>
                      <a:rPr lang="en-GB" sz="1400" b="0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𝑏</m:t>
                    </m:r>
                  </m:oMath>
                </a14:m>
                <a:r>
                  <a:rPr lang="en-GB" sz="1400" i="1" noProof="0">
                    <a:solidFill>
                      <a:schemeClr val="tx1"/>
                    </a:solidFill>
                    <a:cs typeface="Calibri" panose="020F0502020204030204" pitchFamily="34" charset="0"/>
                  </a:rPr>
                  <a:t> </a:t>
                </a:r>
                <a:endParaRPr lang="en-GB" sz="14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3E1D8AA-9A54-484D-3747-06AB6A9F3E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1283" y="8503168"/>
                <a:ext cx="1333574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255BE29-FF41-D803-BAC0-E61AD9469841}"/>
                  </a:ext>
                </a:extLst>
              </p:cNvPr>
              <p:cNvSpPr txBox="1"/>
              <p:nvPr/>
            </p:nvSpPr>
            <p:spPr>
              <a:xfrm>
                <a:off x="4596964" y="8946678"/>
                <a:ext cx="1333574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4</m:t>
                    </m:r>
                    <m:r>
                      <a:rPr lang="en-GB" sz="1400" b="0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𝑎</m:t>
                    </m:r>
                    <m:r>
                      <a:rPr lang="en-GB" sz="1400" b="0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−</m:t>
                    </m:r>
                    <m:r>
                      <a:rPr lang="en-GB" sz="1400" b="0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𝑏</m:t>
                    </m:r>
                    <m:r>
                      <a:rPr lang="en-GB" sz="1400" b="0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en-GB" sz="1400" b="0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</m:oMath>
                </a14:m>
                <a:r>
                  <a:rPr lang="en-GB" sz="1400" i="1" noProof="0">
                    <a:solidFill>
                      <a:schemeClr val="tx1"/>
                    </a:solidFill>
                    <a:cs typeface="Calibri" panose="020F0502020204030204" pitchFamily="34" charset="0"/>
                  </a:rPr>
                  <a:t> </a:t>
                </a:r>
                <a:endParaRPr lang="en-GB" sz="14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255BE29-FF41-D803-BAC0-E61AD94698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6964" y="8946678"/>
                <a:ext cx="1333574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78871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D8D70-ABAC-628E-4978-8145C8BA6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E826610A-21C5-EC60-43ED-F0B4E52AD57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7125" y="299502"/>
              <a:ext cx="6681913" cy="284683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04025">
                      <a:extLst>
                        <a:ext uri="{9D8B030D-6E8A-4147-A177-3AD203B41FA5}">
                          <a16:colId xmlns:a16="http://schemas.microsoft.com/office/drawing/2014/main" val="1568142362"/>
                        </a:ext>
                      </a:extLst>
                    </a:gridCol>
                    <a:gridCol w="1741378">
                      <a:extLst>
                        <a:ext uri="{9D8B030D-6E8A-4147-A177-3AD203B41FA5}">
                          <a16:colId xmlns:a16="http://schemas.microsoft.com/office/drawing/2014/main" val="3551711160"/>
                        </a:ext>
                      </a:extLst>
                    </a:gridCol>
                    <a:gridCol w="1718255">
                      <a:extLst>
                        <a:ext uri="{9D8B030D-6E8A-4147-A177-3AD203B41FA5}">
                          <a16:colId xmlns:a16="http://schemas.microsoft.com/office/drawing/2014/main" val="1712497518"/>
                        </a:ext>
                      </a:extLst>
                    </a:gridCol>
                    <a:gridCol w="1718255">
                      <a:extLst>
                        <a:ext uri="{9D8B030D-6E8A-4147-A177-3AD203B41FA5}">
                          <a16:colId xmlns:a16="http://schemas.microsoft.com/office/drawing/2014/main" val="886122921"/>
                        </a:ext>
                      </a:extLst>
                    </a:gridCol>
                  </a:tblGrid>
                  <a:tr h="317519">
                    <a:tc>
                      <a:txBody>
                        <a:bodyPr/>
                        <a:lstStyle/>
                        <a:p>
                          <a:endParaRPr lang="en-GB" sz="1200" b="1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FF0000"/>
                              </a:solidFill>
                            </a:rPr>
                            <a:t>Example 28.   I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chemeClr val="accent2"/>
                              </a:solidFill>
                            </a:rPr>
                            <a:t>Example 29.    We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00B050"/>
                              </a:solidFill>
                            </a:rPr>
                            <a:t>Example 30.   You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10528973"/>
                      </a:ext>
                    </a:extLst>
                  </a:tr>
                  <a:tr h="529197">
                    <a:tc>
                      <a:txBody>
                        <a:bodyPr/>
                        <a:lstStyle/>
                        <a:p>
                          <a:r>
                            <a:rPr lang="en-GB" sz="1200" b="1" noProof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Make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 the subject of the following: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Make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oMath>
                          </a14:m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 the subject of the following: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Make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 the subject of the following: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7201933"/>
                      </a:ext>
                    </a:extLst>
                  </a:tr>
                  <a:tr h="2000116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1) Circle the variable you want to make the subject.</a:t>
                          </a:r>
                        </a:p>
                        <a:p>
                          <a:pPr marL="0" indent="0">
                            <a:buNone/>
                          </a:pP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indent="0">
                            <a:buNone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2) Use inverse operation</a:t>
                          </a:r>
                          <a:r>
                            <a:rPr lang="en-GB" sz="1200" b="1" u="sng" noProof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 to isolate the variable.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7+</m:t>
                                </m:r>
                                <m:sSup>
                                  <m:sSupPr>
                                    <m:ctrlP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200" b="0" i="1" noProof="0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ad>
                                      <m:radPr>
                                        <m:degHide m:val="on"/>
                                        <m:ctrlPr>
                                          <a:rPr lang="en-GB" sz="1200" b="0" i="1" noProof="0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GB" sz="1200" b="0" i="1" noProof="0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rad>
                                  </m:num>
                                  <m:den>
                                    <m:r>
                                      <a:rPr lang="en-GB" sz="1200" b="0" i="1" noProof="0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den>
                                </m:f>
                                <m:r>
                                  <a:rPr lang="en-GB" sz="1200" b="0" i="1" noProof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sz="1200" b="0" i="1" noProof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sSup>
                                <m:sSupPr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GB" sz="1200" b="0" i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endParaRPr lang="en-GB" sz="1200" i="1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36252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E826610A-21C5-EC60-43ED-F0B4E52AD57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00374796"/>
                  </p:ext>
                </p:extLst>
              </p:nvPr>
            </p:nvGraphicFramePr>
            <p:xfrm>
              <a:off x="77125" y="299502"/>
              <a:ext cx="6681913" cy="284683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04025">
                      <a:extLst>
                        <a:ext uri="{9D8B030D-6E8A-4147-A177-3AD203B41FA5}">
                          <a16:colId xmlns:a16="http://schemas.microsoft.com/office/drawing/2014/main" val="1568142362"/>
                        </a:ext>
                      </a:extLst>
                    </a:gridCol>
                    <a:gridCol w="1741378">
                      <a:extLst>
                        <a:ext uri="{9D8B030D-6E8A-4147-A177-3AD203B41FA5}">
                          <a16:colId xmlns:a16="http://schemas.microsoft.com/office/drawing/2014/main" val="3551711160"/>
                        </a:ext>
                      </a:extLst>
                    </a:gridCol>
                    <a:gridCol w="1718255">
                      <a:extLst>
                        <a:ext uri="{9D8B030D-6E8A-4147-A177-3AD203B41FA5}">
                          <a16:colId xmlns:a16="http://schemas.microsoft.com/office/drawing/2014/main" val="1712497518"/>
                        </a:ext>
                      </a:extLst>
                    </a:gridCol>
                    <a:gridCol w="1718255">
                      <a:extLst>
                        <a:ext uri="{9D8B030D-6E8A-4147-A177-3AD203B41FA5}">
                          <a16:colId xmlns:a16="http://schemas.microsoft.com/office/drawing/2014/main" val="886122921"/>
                        </a:ext>
                      </a:extLst>
                    </a:gridCol>
                  </a:tblGrid>
                  <a:tr h="317519">
                    <a:tc>
                      <a:txBody>
                        <a:bodyPr/>
                        <a:lstStyle/>
                        <a:p>
                          <a:endParaRPr lang="en-GB" sz="1200" b="1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FF0000"/>
                              </a:solidFill>
                            </a:rPr>
                            <a:t>Example 28.   I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chemeClr val="accent2"/>
                              </a:solidFill>
                            </a:rPr>
                            <a:t>Example 29.    We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00B050"/>
                              </a:solidFill>
                            </a:rPr>
                            <a:t>Example 30.   You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10528973"/>
                      </a:ext>
                    </a:extLst>
                  </a:tr>
                  <a:tr h="529197">
                    <a:tc>
                      <a:txBody>
                        <a:bodyPr/>
                        <a:lstStyle/>
                        <a:p>
                          <a:r>
                            <a:rPr lang="en-GB" sz="1200" b="1" noProof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6713" t="-60920" r="-197902" b="-3804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89362" t="-60920" r="-100709" b="-3804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89362" t="-60920" r="-709" b="-38046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7201933"/>
                      </a:ext>
                    </a:extLst>
                  </a:tr>
                  <a:tr h="2000116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1) Circle the variable you want to make the subject.</a:t>
                          </a:r>
                        </a:p>
                        <a:p>
                          <a:pPr marL="0" indent="0">
                            <a:buNone/>
                          </a:pP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indent="0">
                            <a:buNone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2) Use inverse operation</a:t>
                          </a:r>
                          <a:r>
                            <a:rPr lang="en-GB" sz="1200" b="1" u="sng" noProof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 to isolate the variable.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6713" t="-42553" r="-197902" b="-6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89362" t="-42553" r="-100709" b="-6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89362" t="-42553" r="-709" b="-60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362524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E70E09A3-1550-AB76-51D0-318359E2A1A3}"/>
              </a:ext>
            </a:extLst>
          </p:cNvPr>
          <p:cNvSpPr/>
          <p:nvPr/>
        </p:nvSpPr>
        <p:spPr>
          <a:xfrm>
            <a:off x="13812" y="3264558"/>
            <a:ext cx="1620000" cy="25200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noProof="0"/>
              <a:t>Independent Practice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742D9E58-3D9D-0920-CCE1-A9E3E3D513D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7125" y="3670049"/>
              <a:ext cx="6681912" cy="581685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70478">
                      <a:extLst>
                        <a:ext uri="{9D8B030D-6E8A-4147-A177-3AD203B41FA5}">
                          <a16:colId xmlns:a16="http://schemas.microsoft.com/office/drawing/2014/main" val="3647236309"/>
                        </a:ext>
                      </a:extLst>
                    </a:gridCol>
                    <a:gridCol w="1670478">
                      <a:extLst>
                        <a:ext uri="{9D8B030D-6E8A-4147-A177-3AD203B41FA5}">
                          <a16:colId xmlns:a16="http://schemas.microsoft.com/office/drawing/2014/main" val="2570924096"/>
                        </a:ext>
                      </a:extLst>
                    </a:gridCol>
                    <a:gridCol w="1670478">
                      <a:extLst>
                        <a:ext uri="{9D8B030D-6E8A-4147-A177-3AD203B41FA5}">
                          <a16:colId xmlns:a16="http://schemas.microsoft.com/office/drawing/2014/main" val="416811348"/>
                        </a:ext>
                      </a:extLst>
                    </a:gridCol>
                    <a:gridCol w="1670478">
                      <a:extLst>
                        <a:ext uri="{9D8B030D-6E8A-4147-A177-3AD203B41FA5}">
                          <a16:colId xmlns:a16="http://schemas.microsoft.com/office/drawing/2014/main" val="2813845385"/>
                        </a:ext>
                      </a:extLst>
                    </a:gridCol>
                  </a:tblGrid>
                  <a:tr h="1938950">
                    <a:tc>
                      <a:txBody>
                        <a:bodyPr/>
                        <a:lstStyle/>
                        <a:p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a)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−4=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oMath>
                          </a14:m>
                          <a:endParaRPr lang="en-GB" sz="1200" b="0" i="1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b)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GB" sz="1200" b="0" i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c)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 </m:t>
                                  </m:r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oMath>
                          </a14:m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d)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GB" sz="1200" b="0" i="1" noProof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1200" b="0" i="1" noProof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GB" sz="1200" b="0" i="1" noProof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GB" sz="1200" b="0" i="1" noProof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oMath>
                          </a14:m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94583780"/>
                      </a:ext>
                    </a:extLst>
                  </a:tr>
                  <a:tr h="1938950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e)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ad>
                                <m:radPr>
                                  <m:degHide m:val="on"/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rad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+6=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f )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ad>
                                <m:radPr>
                                  <m:degHide m:val="on"/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rad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oMath>
                          </a14:m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g)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>
                                  <m:r>
                                    <a:rPr lang="en-GB" sz="1200" b="0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g>
                                <m:e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rad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oMath>
                          </a14:m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h)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rad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oMath>
                          </a14:m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8045507"/>
                      </a:ext>
                    </a:extLst>
                  </a:tr>
                  <a:tr h="1938950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i)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GB" sz="1200" b="0" i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sSup>
                                <m:sSupPr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j)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ad>
                                <m:radPr>
                                  <m:degHide m:val="on"/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rad>
                            </m:oMath>
                          </a14:m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k)</a:t>
                          </a: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n-GB" sz="1200" b="0" i="1" noProof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200" b="0" i="1" noProof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num>
                                    <m:den>
                                      <m:r>
                                        <a:rPr lang="en-GB" sz="1200" b="0" i="1" noProof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7</m:t>
                                      </m:r>
                                    </m:den>
                                  </m:f>
                                </m:e>
                              </m:rad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oMath>
                          </a14:m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l)</a:t>
                          </a: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GB" sz="1200" b="0" i="1" noProof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GB" sz="1200" b="0" i="1" noProof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GB" sz="1200" b="0" i="1" noProof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num>
                                        <m:den>
                                          <m:r>
                                            <a:rPr lang="en-GB" sz="1200" b="0" i="1" noProof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5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oMath>
                          </a14:m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991916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742D9E58-3D9D-0920-CCE1-A9E3E3D513D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65655512"/>
                  </p:ext>
                </p:extLst>
              </p:nvPr>
            </p:nvGraphicFramePr>
            <p:xfrm>
              <a:off x="77125" y="3670049"/>
              <a:ext cx="6681912" cy="581685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70478">
                      <a:extLst>
                        <a:ext uri="{9D8B030D-6E8A-4147-A177-3AD203B41FA5}">
                          <a16:colId xmlns:a16="http://schemas.microsoft.com/office/drawing/2014/main" val="3647236309"/>
                        </a:ext>
                      </a:extLst>
                    </a:gridCol>
                    <a:gridCol w="1670478">
                      <a:extLst>
                        <a:ext uri="{9D8B030D-6E8A-4147-A177-3AD203B41FA5}">
                          <a16:colId xmlns:a16="http://schemas.microsoft.com/office/drawing/2014/main" val="2570924096"/>
                        </a:ext>
                      </a:extLst>
                    </a:gridCol>
                    <a:gridCol w="1670478">
                      <a:extLst>
                        <a:ext uri="{9D8B030D-6E8A-4147-A177-3AD203B41FA5}">
                          <a16:colId xmlns:a16="http://schemas.microsoft.com/office/drawing/2014/main" val="416811348"/>
                        </a:ext>
                      </a:extLst>
                    </a:gridCol>
                    <a:gridCol w="1670478">
                      <a:extLst>
                        <a:ext uri="{9D8B030D-6E8A-4147-A177-3AD203B41FA5}">
                          <a16:colId xmlns:a16="http://schemas.microsoft.com/office/drawing/2014/main" val="2813845385"/>
                        </a:ext>
                      </a:extLst>
                    </a:gridCol>
                  </a:tblGrid>
                  <a:tr h="19389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65" t="-314" r="-301095" b="-2009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314" r="-200000" b="-2009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730" t="-314" r="-100730" b="-2009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0730" t="-314" r="-730" b="-2009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94583780"/>
                      </a:ext>
                    </a:extLst>
                  </a:tr>
                  <a:tr h="19389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65" t="-100000" r="-301095" b="-1003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100000" r="-200000" b="-1003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730" t="-100000" r="-100730" b="-1003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0730" t="-100000" r="-730" b="-1003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8045507"/>
                      </a:ext>
                    </a:extLst>
                  </a:tr>
                  <a:tr h="19389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65" t="-200629" r="-301095" b="-6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200629" r="-200000" b="-6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730" t="-200629" r="-100730" b="-6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0730" t="-200629" r="-730" b="-6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991916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2A2CD6C-261B-1E38-B989-96F7D713B239}"/>
                  </a:ext>
                </a:extLst>
              </p:cNvPr>
              <p:cNvSpPr txBox="1"/>
              <p:nvPr/>
            </p:nvSpPr>
            <p:spPr>
              <a:xfrm>
                <a:off x="1689732" y="3296780"/>
                <a:ext cx="3646054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Question </a:t>
                </a:r>
                <a:r>
                  <a:rPr lang="en-GB" sz="1200" b="1">
                    <a:solidFill>
                      <a:prstClr val="black"/>
                    </a:solidFill>
                    <a:latin typeface="Calibri" panose="020F0502020204030204"/>
                  </a:rPr>
                  <a:t>15</a:t>
                </a:r>
                <a:r>
                  <a:rPr kumimoji="0" lang="en-GB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. </a:t>
                </a: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Make </a:t>
                </a:r>
                <a14:m>
                  <m:oMath xmlns:m="http://schemas.openxmlformats.org/officeDocument/2006/math">
                    <m:r>
                      <a:rPr kumimoji="0" lang="en-GB" sz="1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the subject of the following: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2A2CD6C-261B-1E38-B989-96F7D713B2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9732" y="3296780"/>
                <a:ext cx="3646054" cy="276999"/>
              </a:xfrm>
              <a:prstGeom prst="rect">
                <a:avLst/>
              </a:prstGeom>
              <a:blipFill>
                <a:blip r:embed="rId5"/>
                <a:stretch>
                  <a:fillRect t="-2222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9601A587-493C-444E-D3E9-81D26B14059C}"/>
              </a:ext>
            </a:extLst>
          </p:cNvPr>
          <p:cNvSpPr/>
          <p:nvPr/>
        </p:nvSpPr>
        <p:spPr>
          <a:xfrm>
            <a:off x="0" y="0"/>
            <a:ext cx="6858000" cy="25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chemeClr val="bg1"/>
                </a:solidFill>
              </a:rPr>
              <a:t>Two-step Rearranging with Powers and Roots</a:t>
            </a:r>
            <a:endParaRPr lang="en-GB" sz="1200" noProof="0">
              <a:solidFill>
                <a:schemeClr val="bg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6CB760-881C-730E-E678-FE24DF756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57800" y="9429021"/>
            <a:ext cx="1543050" cy="527403"/>
          </a:xfrm>
        </p:spPr>
        <p:txBody>
          <a:bodyPr/>
          <a:lstStyle/>
          <a:p>
            <a:fld id="{086C3A38-D272-42AA-9C88-F1FBEAE20D2C}" type="slidenum">
              <a:rPr lang="en-GB" noProof="0" smtClean="0"/>
              <a:t>10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401793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03DF201D-4298-DA83-2552-5415D894B75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88686" y="101601"/>
              <a:ext cx="6473372" cy="970308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236686">
                      <a:extLst>
                        <a:ext uri="{9D8B030D-6E8A-4147-A177-3AD203B41FA5}">
                          <a16:colId xmlns:a16="http://schemas.microsoft.com/office/drawing/2014/main" val="4209588554"/>
                        </a:ext>
                      </a:extLst>
                    </a:gridCol>
                    <a:gridCol w="3236686">
                      <a:extLst>
                        <a:ext uri="{9D8B030D-6E8A-4147-A177-3AD203B41FA5}">
                          <a16:colId xmlns:a16="http://schemas.microsoft.com/office/drawing/2014/main" val="17106319"/>
                        </a:ext>
                      </a:extLst>
                    </a:gridCol>
                  </a:tblGrid>
                  <a:tr h="379087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GB" sz="1800" noProof="0"/>
                            <a:t>Skills Check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7E234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78665666"/>
                      </a:ext>
                    </a:extLst>
                  </a:tr>
                  <a:tr h="3492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noProof="0"/>
                            <a:t>Rearrange this formula to make </a:t>
                          </a:r>
                          <a14:m>
                            <m:oMath xmlns:m="http://schemas.openxmlformats.org/officeDocument/2006/math">
                              <m:r>
                                <a:rPr lang="en-GB" b="0" i="1" noProof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r>
                            <a:rPr lang="en-GB" noProof="0"/>
                            <a:t> the subject:</a:t>
                          </a:r>
                        </a:p>
                        <a:p>
                          <a:pPr algn="ctr"/>
                          <a:endParaRPr lang="en-GB" noProof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noProof="0"/>
                            <a:t>Rearrange this formula to make </a:t>
                          </a:r>
                          <a14:m>
                            <m:oMath xmlns:m="http://schemas.openxmlformats.org/officeDocument/2006/math">
                              <m:r>
                                <a:rPr lang="en-GB" b="0" i="1" noProof="0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oMath>
                          </a14:m>
                          <a:r>
                            <a:rPr lang="en-GB" noProof="0"/>
                            <a:t> the subject:</a:t>
                          </a:r>
                        </a:p>
                        <a:p>
                          <a:pPr algn="ctr"/>
                          <a:endParaRPr lang="en-GB" noProof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63405823"/>
                      </a:ext>
                    </a:extLst>
                  </a:tr>
                  <a:tr h="2376000">
                    <a:tc gridSpan="2">
                      <a:txBody>
                        <a:bodyPr/>
                        <a:lstStyle/>
                        <a:p>
                          <a:pPr algn="ctr"/>
                          <a:endParaRPr lang="en-GB" noProof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73009565"/>
                      </a:ext>
                    </a:extLst>
                  </a:tr>
                  <a:tr h="3456000">
                    <a:tc gridSpan="2">
                      <a:txBody>
                        <a:bodyPr/>
                        <a:lstStyle/>
                        <a:p>
                          <a:pPr algn="ctr"/>
                          <a:endParaRPr lang="en-GB" noProof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6868064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03DF201D-4298-DA83-2552-5415D894B75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45474291"/>
                  </p:ext>
                </p:extLst>
              </p:nvPr>
            </p:nvGraphicFramePr>
            <p:xfrm>
              <a:off x="188686" y="101601"/>
              <a:ext cx="6473372" cy="970308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236686">
                      <a:extLst>
                        <a:ext uri="{9D8B030D-6E8A-4147-A177-3AD203B41FA5}">
                          <a16:colId xmlns:a16="http://schemas.microsoft.com/office/drawing/2014/main" val="4209588554"/>
                        </a:ext>
                      </a:extLst>
                    </a:gridCol>
                    <a:gridCol w="3236686">
                      <a:extLst>
                        <a:ext uri="{9D8B030D-6E8A-4147-A177-3AD203B41FA5}">
                          <a16:colId xmlns:a16="http://schemas.microsoft.com/office/drawing/2014/main" val="17106319"/>
                        </a:ext>
                      </a:extLst>
                    </a:gridCol>
                  </a:tblGrid>
                  <a:tr h="379087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GB" sz="1800" noProof="0"/>
                            <a:t>Skills Check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7E234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78665666"/>
                      </a:ext>
                    </a:extLst>
                  </a:tr>
                  <a:tr h="3492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88" t="-11498" r="-100188" b="-1670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377" t="-11498" r="-377" b="-1670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63405823"/>
                      </a:ext>
                    </a:extLst>
                  </a:tr>
                  <a:tr h="2376000">
                    <a:tc gridSpan="2">
                      <a:txBody>
                        <a:bodyPr/>
                        <a:lstStyle/>
                        <a:p>
                          <a:pPr algn="ctr"/>
                          <a:endParaRPr lang="en-GB" noProof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73009565"/>
                      </a:ext>
                    </a:extLst>
                  </a:tr>
                  <a:tr h="3456000">
                    <a:tc gridSpan="2">
                      <a:txBody>
                        <a:bodyPr/>
                        <a:lstStyle/>
                        <a:p>
                          <a:pPr algn="ctr"/>
                          <a:endParaRPr lang="en-GB" noProof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68680644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1677411A-079A-9CF8-9EDB-7902E9BF36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330" y="6580455"/>
            <a:ext cx="5319522" cy="180120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0D65376-E26F-AF17-9B55-76B6977ED5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729" y="8554028"/>
            <a:ext cx="4644596" cy="114740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413EB69-07BC-78FF-1636-227B65FA12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6291" y="4023663"/>
            <a:ext cx="2718161" cy="85740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79211B98-9B21-4CD6-7979-E8CF3DDEEB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0019" y="5058566"/>
            <a:ext cx="4558306" cy="106360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C81E9389-1E3D-3A5C-B083-0D8CA166CB4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6864" t="44719" r="35167" b="7164"/>
          <a:stretch/>
        </p:blipFill>
        <p:spPr>
          <a:xfrm>
            <a:off x="1265825" y="889391"/>
            <a:ext cx="1098554" cy="461829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DB137A25-491C-4628-157B-38DE54252401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48507"/>
          <a:stretch/>
        </p:blipFill>
        <p:spPr>
          <a:xfrm>
            <a:off x="592930" y="1301465"/>
            <a:ext cx="2718161" cy="1356928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1B75194C-E8D5-258D-5C74-607B962EF5C9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52221" r="-3714"/>
          <a:stretch/>
        </p:blipFill>
        <p:spPr>
          <a:xfrm>
            <a:off x="469742" y="2524536"/>
            <a:ext cx="2718161" cy="1356928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F54221F7-B118-B80D-B612-438C61068FB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57594" y="911077"/>
            <a:ext cx="1349845" cy="399362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7C654568-4759-6661-DD3E-ED8793921EE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19445" y="1310439"/>
            <a:ext cx="2426141" cy="1216547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802626ED-296F-E2BB-28AB-0B936A0029D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49238" y="2526986"/>
            <a:ext cx="2349756" cy="135447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4DC4DB-65E2-8666-98DC-5BCDDDC341F0}"/>
              </a:ext>
            </a:extLst>
          </p:cNvPr>
          <p:cNvSpPr txBox="1">
            <a:spLocks/>
          </p:cNvSpPr>
          <p:nvPr/>
        </p:nvSpPr>
        <p:spPr>
          <a:xfrm>
            <a:off x="5087788" y="9449649"/>
            <a:ext cx="157427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6C3A38-D272-42AA-9C88-F1FBEAE20D2C}" type="slidenum">
              <a:rPr lang="en-GB" noProof="0" smtClean="0"/>
              <a:pPr/>
              <a:t>11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9237770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C9C0C-A057-7569-12CE-9DE20DF42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C2EFDF06-85CF-6001-BAE5-D1650C804B1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7125" y="313654"/>
              <a:ext cx="6681913" cy="257783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04025">
                      <a:extLst>
                        <a:ext uri="{9D8B030D-6E8A-4147-A177-3AD203B41FA5}">
                          <a16:colId xmlns:a16="http://schemas.microsoft.com/office/drawing/2014/main" val="1568142362"/>
                        </a:ext>
                      </a:extLst>
                    </a:gridCol>
                    <a:gridCol w="1741378">
                      <a:extLst>
                        <a:ext uri="{9D8B030D-6E8A-4147-A177-3AD203B41FA5}">
                          <a16:colId xmlns:a16="http://schemas.microsoft.com/office/drawing/2014/main" val="3551711160"/>
                        </a:ext>
                      </a:extLst>
                    </a:gridCol>
                    <a:gridCol w="1718255">
                      <a:extLst>
                        <a:ext uri="{9D8B030D-6E8A-4147-A177-3AD203B41FA5}">
                          <a16:colId xmlns:a16="http://schemas.microsoft.com/office/drawing/2014/main" val="1712497518"/>
                        </a:ext>
                      </a:extLst>
                    </a:gridCol>
                    <a:gridCol w="1718255">
                      <a:extLst>
                        <a:ext uri="{9D8B030D-6E8A-4147-A177-3AD203B41FA5}">
                          <a16:colId xmlns:a16="http://schemas.microsoft.com/office/drawing/2014/main" val="886122921"/>
                        </a:ext>
                      </a:extLst>
                    </a:gridCol>
                  </a:tblGrid>
                  <a:tr h="287516">
                    <a:tc>
                      <a:txBody>
                        <a:bodyPr/>
                        <a:lstStyle/>
                        <a:p>
                          <a:endParaRPr lang="en-GB" sz="1200" b="1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FF0000"/>
                              </a:solidFill>
                            </a:rPr>
                            <a:t>Example 31.   I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chemeClr val="accent2"/>
                              </a:solidFill>
                            </a:rPr>
                            <a:t>Example 32.    We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00B050"/>
                              </a:solidFill>
                            </a:rPr>
                            <a:t>Example 33.   You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10528973"/>
                      </a:ext>
                    </a:extLst>
                  </a:tr>
                  <a:tr h="479193">
                    <a:tc>
                      <a:txBody>
                        <a:bodyPr/>
                        <a:lstStyle/>
                        <a:p>
                          <a:r>
                            <a:rPr lang="en-GB" sz="1200" b="1" noProof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Make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 the subject of the following: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Make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oMath>
                          </a14:m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 the subject of the following: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Make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 the subject of the following: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7201933"/>
                      </a:ext>
                    </a:extLst>
                  </a:tr>
                  <a:tr h="1811124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1) Circle the variable you want to make the subject.</a:t>
                          </a:r>
                        </a:p>
                        <a:p>
                          <a:pPr marL="0" indent="0">
                            <a:buNone/>
                          </a:pP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indent="0">
                            <a:buNone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2) Use inverse operation</a:t>
                          </a:r>
                          <a:r>
                            <a:rPr lang="en-GB" sz="1200" b="1" u="sng" noProof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 to isolate the variable.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  <m: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num>
                                  <m:den>
                                    <m: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=9</m:t>
                                </m:r>
                              </m:oMath>
                            </m:oMathPara>
                          </a14:m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p>
                                  <m:sSupPr>
                                    <m:ctrlP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oMath>
                            </m:oMathPara>
                          </a14:m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ad>
                                    <m:radPr>
                                      <m:degHide m:val="on"/>
                                      <m:ctrlPr>
                                        <a:rPr lang="en-GB" sz="1200" b="0" i="1" noProof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GB" sz="1200" b="0" i="1" noProof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en-GB" sz="1200" b="0" i="0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a:rPr lang="en-GB" sz="1200" b="0" i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+9=</m:t>
                              </m:r>
                              <m:r>
                                <m:rPr>
                                  <m:sty m:val="p"/>
                                </m:rPr>
                                <a:rPr lang="en-GB" sz="1200" b="0" i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oMath>
                          </a14:m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36252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C2EFDF06-85CF-6001-BAE5-D1650C804B1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71520178"/>
                  </p:ext>
                </p:extLst>
              </p:nvPr>
            </p:nvGraphicFramePr>
            <p:xfrm>
              <a:off x="77125" y="313654"/>
              <a:ext cx="6681913" cy="257783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04025">
                      <a:extLst>
                        <a:ext uri="{9D8B030D-6E8A-4147-A177-3AD203B41FA5}">
                          <a16:colId xmlns:a16="http://schemas.microsoft.com/office/drawing/2014/main" val="1568142362"/>
                        </a:ext>
                      </a:extLst>
                    </a:gridCol>
                    <a:gridCol w="1741378">
                      <a:extLst>
                        <a:ext uri="{9D8B030D-6E8A-4147-A177-3AD203B41FA5}">
                          <a16:colId xmlns:a16="http://schemas.microsoft.com/office/drawing/2014/main" val="3551711160"/>
                        </a:ext>
                      </a:extLst>
                    </a:gridCol>
                    <a:gridCol w="1718255">
                      <a:extLst>
                        <a:ext uri="{9D8B030D-6E8A-4147-A177-3AD203B41FA5}">
                          <a16:colId xmlns:a16="http://schemas.microsoft.com/office/drawing/2014/main" val="1712497518"/>
                        </a:ext>
                      </a:extLst>
                    </a:gridCol>
                    <a:gridCol w="1718255">
                      <a:extLst>
                        <a:ext uri="{9D8B030D-6E8A-4147-A177-3AD203B41FA5}">
                          <a16:colId xmlns:a16="http://schemas.microsoft.com/office/drawing/2014/main" val="886122921"/>
                        </a:ext>
                      </a:extLst>
                    </a:gridCol>
                  </a:tblGrid>
                  <a:tr h="287516">
                    <a:tc>
                      <a:txBody>
                        <a:bodyPr/>
                        <a:lstStyle/>
                        <a:p>
                          <a:endParaRPr lang="en-GB" sz="1200" b="1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FF0000"/>
                              </a:solidFill>
                            </a:rPr>
                            <a:t>Example 31.   I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chemeClr val="accent2"/>
                              </a:solidFill>
                            </a:rPr>
                            <a:t>Example 32.    We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00B050"/>
                              </a:solidFill>
                            </a:rPr>
                            <a:t>Example 33.   You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10528973"/>
                      </a:ext>
                    </a:extLst>
                  </a:tr>
                  <a:tr h="479193">
                    <a:tc>
                      <a:txBody>
                        <a:bodyPr/>
                        <a:lstStyle/>
                        <a:p>
                          <a:r>
                            <a:rPr lang="en-GB" sz="1200" b="1" noProof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6713" t="-60759" r="-197902" b="-3797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89362" t="-60759" r="-100709" b="-3797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89362" t="-60759" r="-709" b="-3797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7201933"/>
                      </a:ext>
                    </a:extLst>
                  </a:tr>
                  <a:tr h="1811124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1) Circle the variable you want to make the subject.</a:t>
                          </a:r>
                        </a:p>
                        <a:p>
                          <a:pPr marL="0" indent="0">
                            <a:buNone/>
                          </a:pP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indent="0">
                            <a:buNone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2) Use inverse operation</a:t>
                          </a:r>
                          <a:r>
                            <a:rPr lang="en-GB" sz="1200" b="1" u="sng" noProof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 to isolate the variable.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6713" t="-42617" r="-197902" b="-6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89362" t="-42617" r="-100709" b="-6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89362" t="-42617" r="-709" b="-6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362524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E705E4BB-67DF-ABCD-4E22-C5AAE43BA610}"/>
              </a:ext>
            </a:extLst>
          </p:cNvPr>
          <p:cNvSpPr/>
          <p:nvPr/>
        </p:nvSpPr>
        <p:spPr>
          <a:xfrm>
            <a:off x="1837" y="2971120"/>
            <a:ext cx="1622132" cy="25200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noProof="0"/>
              <a:t>Independent Practice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74148792-FE13-3DFD-F334-BB0AFED4185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18938" y="3325811"/>
              <a:ext cx="6681912" cy="648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70478">
                      <a:extLst>
                        <a:ext uri="{9D8B030D-6E8A-4147-A177-3AD203B41FA5}">
                          <a16:colId xmlns:a16="http://schemas.microsoft.com/office/drawing/2014/main" val="3647236309"/>
                        </a:ext>
                      </a:extLst>
                    </a:gridCol>
                    <a:gridCol w="1670478">
                      <a:extLst>
                        <a:ext uri="{9D8B030D-6E8A-4147-A177-3AD203B41FA5}">
                          <a16:colId xmlns:a16="http://schemas.microsoft.com/office/drawing/2014/main" val="2570924096"/>
                        </a:ext>
                      </a:extLst>
                    </a:gridCol>
                    <a:gridCol w="1670478">
                      <a:extLst>
                        <a:ext uri="{9D8B030D-6E8A-4147-A177-3AD203B41FA5}">
                          <a16:colId xmlns:a16="http://schemas.microsoft.com/office/drawing/2014/main" val="416811348"/>
                        </a:ext>
                      </a:extLst>
                    </a:gridCol>
                    <a:gridCol w="1670478">
                      <a:extLst>
                        <a:ext uri="{9D8B030D-6E8A-4147-A177-3AD203B41FA5}">
                          <a16:colId xmlns:a16="http://schemas.microsoft.com/office/drawing/2014/main" val="2813845385"/>
                        </a:ext>
                      </a:extLst>
                    </a:gridCol>
                  </a:tblGrid>
                  <a:tr h="1620000">
                    <a:tc>
                      <a:txBody>
                        <a:bodyPr/>
                        <a:lstStyle/>
                        <a:p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a)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+ </m:t>
                                  </m:r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num>
                                <m:den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den>
                              </m:f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oMath>
                          </a14:m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b)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  <m:sSup>
                                    <m:sSupPr>
                                      <m:ctrlPr>
                                        <a:rPr lang="en-GB" sz="1200" b="0" i="1" noProof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sz="1200" b="0" i="1" noProof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GB" sz="1200" b="0" i="1" noProof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+ </m:t>
                                  </m:r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num>
                                <m:den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den>
                              </m:f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oMath>
                          </a14:m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c)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5(</m:t>
                              </m:r>
                              <m:sSup>
                                <m:sSupPr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𝑎𝑏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)=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oMath>
                          </a14:m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d)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sSup>
                                <m:sSupPr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𝑎𝑏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oMath>
                          </a14:m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94583780"/>
                      </a:ext>
                    </a:extLst>
                  </a:tr>
                  <a:tr h="1620000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e)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120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=9</m:t>
                              </m:r>
                            </m:oMath>
                          </a14:m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f)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GB" sz="120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i="1" noProof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GB" sz="1200" i="1" noProof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GB" sz="1200" i="1" noProof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GB" sz="1200" i="1" noProof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GB" sz="1200" i="1" noProof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GB" sz="1200" i="1" noProof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GB" sz="1200" i="1" noProof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den>
                              </m:f>
                              <m:r>
                                <a:rPr lang="en-GB" sz="1200" i="1" noProof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200" i="1" noProof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oMath>
                          </a14:m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g)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GB" sz="120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3(</m:t>
                                  </m:r>
                                  <m:r>
                                    <a:rPr lang="en-GB" sz="1200" i="1" noProof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GB" sz="1200" i="1" noProof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GB" sz="1200" i="1" noProof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GB" sz="1200" i="1" noProof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GB" sz="1200" i="1" noProof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GB" sz="1200" i="1" noProof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lang="en-GB" sz="1200" i="1" noProof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den>
                              </m:f>
                              <m:r>
                                <a:rPr lang="en-GB" sz="1200" i="1" noProof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oMath>
                          </a14:m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h)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p>
                                    <m:sSupPr>
                                      <m:ctrlPr>
                                        <a:rPr lang="en-GB" sz="1200" b="0" i="1" noProof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sz="1200" b="0" i="1" noProof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GB" sz="1200" b="0" i="1" noProof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oMath>
                          </a14:m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8045507"/>
                      </a:ext>
                    </a:extLst>
                  </a:tr>
                  <a:tr h="1620000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 err="1"/>
                            <a:t>i</a:t>
                          </a:r>
                          <a:r>
                            <a:rPr lang="en-GB" sz="1200" b="0" noProof="0"/>
                            <a:t>)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ad>
                                    <m:radPr>
                                      <m:degHide m:val="on"/>
                                      <m:ctrlPr>
                                        <a:rPr lang="en-GB" sz="1200" i="1" noProof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GB" sz="1200" b="0" i="1" noProof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den>
                              </m:f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GB" sz="1200" i="1" noProof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oMath>
                          </a14:m>
                          <a:endParaRPr lang="en-GB" sz="1200" b="0" noProof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/>
                            <a:t>j)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ad>
                                    <m:radPr>
                                      <m:ctrlPr>
                                        <a:rPr lang="en-GB" sz="1200" b="0" i="1" noProof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>
                                      <m:r>
                                        <a:rPr lang="en-GB" sz="1200" b="0" i="1" noProof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deg>
                                    <m:e>
                                      <m:r>
                                        <a:rPr lang="en-GB" sz="1200" b="0" i="1" noProof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den>
                              </m:f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oMath>
                          </a14:m>
                          <a:endParaRPr lang="en-GB" sz="1200" b="0" noProof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/>
                            <a:t>k)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GB" sz="120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GB" sz="1200" i="1" noProof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sz="1200" b="0" i="1" noProof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GB" sz="1200" i="1" noProof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GB" sz="1200" i="1" noProof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GB" sz="1200" i="1" noProof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200" i="1" noProof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GB" sz="1200" i="1" noProof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+5</m:t>
                              </m:r>
                            </m:oMath>
                          </a14:m>
                          <a:endParaRPr lang="en-GB" sz="1200" b="0" noProof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/>
                            <a:t>l)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sSup>
                                    <m:sSupPr>
                                      <m:ctrlPr>
                                        <a:rPr lang="en-GB" sz="1200" b="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sz="1200" b="0" i="1" noProof="0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GB" sz="1200" b="0" i="1" noProof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en-GB" sz="1200" b="0" noProof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05854048"/>
                      </a:ext>
                    </a:extLst>
                  </a:tr>
                  <a:tr h="1620000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/>
                            <a:t>m)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GB" sz="1200" b="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sz="1200" b="0" i="1" noProof="0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GB" sz="1200" b="0" i="1" noProof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den>
                              </m:f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𝑎𝑏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en-GB" sz="1200" b="0" noProof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/>
                            <a:t>n)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noProof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f>
                                <m:fPr>
                                  <m:ctrlP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GB" sz="1200" b="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sz="1200" b="0" i="1" noProof="0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GB" sz="1200" b="0" i="1" noProof="0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den>
                              </m:f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𝑎𝑏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en-GB" sz="1200" b="0" noProof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/>
                            <a:t>o)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sz="120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GB" sz="120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−3)</m:t>
                              </m:r>
                              <m:sSup>
                                <m:sSupPr>
                                  <m:ctrlPr>
                                    <a:rPr lang="en-GB" sz="1200" i="1" noProof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sz="1200" i="1" noProof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sz="1200" i="1" noProof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200" i="1" noProof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oMath>
                          </a14:m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/>
                            <a:t>p)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GB" sz="120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20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GB" sz="120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  <m:sSup>
                                <m:sSupPr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sz="1200" i="1" noProof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200" i="1" noProof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oMath>
                          </a14:m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413289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74148792-FE13-3DFD-F334-BB0AFED4185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18938" y="3325811"/>
              <a:ext cx="6681912" cy="648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70478">
                      <a:extLst>
                        <a:ext uri="{9D8B030D-6E8A-4147-A177-3AD203B41FA5}">
                          <a16:colId xmlns:a16="http://schemas.microsoft.com/office/drawing/2014/main" val="3647236309"/>
                        </a:ext>
                      </a:extLst>
                    </a:gridCol>
                    <a:gridCol w="1670478">
                      <a:extLst>
                        <a:ext uri="{9D8B030D-6E8A-4147-A177-3AD203B41FA5}">
                          <a16:colId xmlns:a16="http://schemas.microsoft.com/office/drawing/2014/main" val="2570924096"/>
                        </a:ext>
                      </a:extLst>
                    </a:gridCol>
                    <a:gridCol w="1670478">
                      <a:extLst>
                        <a:ext uri="{9D8B030D-6E8A-4147-A177-3AD203B41FA5}">
                          <a16:colId xmlns:a16="http://schemas.microsoft.com/office/drawing/2014/main" val="416811348"/>
                        </a:ext>
                      </a:extLst>
                    </a:gridCol>
                    <a:gridCol w="1670478">
                      <a:extLst>
                        <a:ext uri="{9D8B030D-6E8A-4147-A177-3AD203B41FA5}">
                          <a16:colId xmlns:a16="http://schemas.microsoft.com/office/drawing/2014/main" val="2813845385"/>
                        </a:ext>
                      </a:extLst>
                    </a:gridCol>
                  </a:tblGrid>
                  <a:tr h="16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65" t="-376" r="-301095" b="-3007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376" r="-200000" b="-3007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730" t="-376" r="-100730" b="-3007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0730" t="-376" r="-730" b="-3007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94583780"/>
                      </a:ext>
                    </a:extLst>
                  </a:tr>
                  <a:tr h="16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65" t="-100376" r="-301095" b="-2007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100376" r="-200000" b="-2007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730" t="-100376" r="-100730" b="-2007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0730" t="-100376" r="-730" b="-2007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8045507"/>
                      </a:ext>
                    </a:extLst>
                  </a:tr>
                  <a:tr h="16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65" t="-200376" r="-301095" b="-1007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200376" r="-200000" b="-1007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730" t="-200376" r="-100730" b="-1007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0730" t="-200376" r="-730" b="-1007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05854048"/>
                      </a:ext>
                    </a:extLst>
                  </a:tr>
                  <a:tr h="16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65" t="-300376" r="-301095" b="-7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300376" r="-200000" b="-7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730" t="-300376" r="-100730" b="-7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0730" t="-300376" r="-730" b="-7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413289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9D03D1C-3ECD-F521-3D49-0EF8441ECF1D}"/>
                  </a:ext>
                </a:extLst>
              </p:cNvPr>
              <p:cNvSpPr txBox="1"/>
              <p:nvPr/>
            </p:nvSpPr>
            <p:spPr>
              <a:xfrm>
                <a:off x="1636867" y="2980798"/>
                <a:ext cx="3646054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Question 16.</a:t>
                </a: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Make </a:t>
                </a:r>
                <a14:m>
                  <m:oMath xmlns:m="http://schemas.openxmlformats.org/officeDocument/2006/math">
                    <m:r>
                      <a:rPr kumimoji="0" lang="en-GB" sz="1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the subject of the following: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9D03D1C-3ECD-F521-3D49-0EF8441ECF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6867" y="2980798"/>
                <a:ext cx="3646054" cy="276999"/>
              </a:xfrm>
              <a:prstGeom prst="rect">
                <a:avLst/>
              </a:prstGeom>
              <a:blipFill>
                <a:blip r:embed="rId5"/>
                <a:stretch>
                  <a:fillRect t="-2222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30889E05-3351-6408-0173-0A500189BA55}"/>
              </a:ext>
            </a:extLst>
          </p:cNvPr>
          <p:cNvSpPr/>
          <p:nvPr/>
        </p:nvSpPr>
        <p:spPr>
          <a:xfrm>
            <a:off x="0" y="0"/>
            <a:ext cx="6858000" cy="25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noProof="0" dirty="0">
                <a:solidFill>
                  <a:schemeClr val="bg1"/>
                </a:solidFill>
              </a:rPr>
              <a:t>Multi-step Rearranging - CHALLENGE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6B15B6F-ACFA-8BB7-C98C-96A8F0CBF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57800" y="9429021"/>
            <a:ext cx="1543050" cy="527403"/>
          </a:xfrm>
        </p:spPr>
        <p:txBody>
          <a:bodyPr/>
          <a:lstStyle/>
          <a:p>
            <a:fld id="{086C3A38-D272-42AA-9C88-F1FBEAE20D2C}" type="slidenum">
              <a:rPr lang="en-GB" noProof="0" smtClean="0"/>
              <a:t>12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9506908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1175E-1471-D38B-2072-8413F0ABA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4A421AD-FCB6-AF37-436A-3AF0944337B6}"/>
              </a:ext>
            </a:extLst>
          </p:cNvPr>
          <p:cNvSpPr/>
          <p:nvPr/>
        </p:nvSpPr>
        <p:spPr>
          <a:xfrm>
            <a:off x="-2994" y="4033"/>
            <a:ext cx="6860993" cy="25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chemeClr val="bg1"/>
                </a:solidFill>
              </a:rPr>
              <a:t>Multi-Step Rearranging - Formulae with a Negative Coefficient of the Subject</a:t>
            </a:r>
            <a:endParaRPr lang="en-GB" sz="1200" noProof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7E4182E-595C-93EB-F5FC-872A3DC9429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8044" y="294102"/>
              <a:ext cx="6681914" cy="35661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80456">
                      <a:extLst>
                        <a:ext uri="{9D8B030D-6E8A-4147-A177-3AD203B41FA5}">
                          <a16:colId xmlns:a16="http://schemas.microsoft.com/office/drawing/2014/main" val="1568142362"/>
                        </a:ext>
                      </a:extLst>
                    </a:gridCol>
                    <a:gridCol w="1600486">
                      <a:extLst>
                        <a:ext uri="{9D8B030D-6E8A-4147-A177-3AD203B41FA5}">
                          <a16:colId xmlns:a16="http://schemas.microsoft.com/office/drawing/2014/main" val="3551711160"/>
                        </a:ext>
                      </a:extLst>
                    </a:gridCol>
                    <a:gridCol w="1600486">
                      <a:extLst>
                        <a:ext uri="{9D8B030D-6E8A-4147-A177-3AD203B41FA5}">
                          <a16:colId xmlns:a16="http://schemas.microsoft.com/office/drawing/2014/main" val="1712497518"/>
                        </a:ext>
                      </a:extLst>
                    </a:gridCol>
                    <a:gridCol w="1600486">
                      <a:extLst>
                        <a:ext uri="{9D8B030D-6E8A-4147-A177-3AD203B41FA5}">
                          <a16:colId xmlns:a16="http://schemas.microsoft.com/office/drawing/2014/main" val="886122921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endParaRPr lang="en-GB" sz="1200" b="1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FF0000"/>
                              </a:solidFill>
                            </a:rPr>
                            <a:t>Example 34.   I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Example 35.    We do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Example 36.   You do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10528973"/>
                      </a:ext>
                    </a:extLst>
                  </a:tr>
                  <a:tr h="302332">
                    <a:tc>
                      <a:txBody>
                        <a:bodyPr/>
                        <a:lstStyle/>
                        <a:p>
                          <a:r>
                            <a:rPr lang="en-GB" sz="1200" b="1" noProof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Make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 the subject of the following: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Make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oMath>
                          </a14:m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 the subject of the following: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Make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oMath>
                          </a14:m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 the subject of the following: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7201933"/>
                      </a:ext>
                    </a:extLst>
                  </a:tr>
                  <a:tr h="1440000">
                    <a:tc>
                      <a:txBody>
                        <a:bodyPr/>
                        <a:lstStyle/>
                        <a:p>
                          <a:pPr marL="228600" indent="-228600">
                            <a:buAutoNum type="arabicParenR"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Circle the variable you want to make the subject &amp; consider the coefficient carefully.</a:t>
                          </a:r>
                        </a:p>
                        <a:p>
                          <a:pPr marL="228600" indent="-228600">
                            <a:buAutoNum type="arabicParenR"/>
                          </a:pP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228600" indent="-228600">
                            <a:buAutoNum type="arabicParenR"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Where the coefficient is negative, we need to add this to both sides</a:t>
                          </a:r>
                          <a:r>
                            <a:rPr lang="en-GB" sz="1200" baseline="0" noProof="0">
                              <a:solidFill>
                                <a:schemeClr val="tx1"/>
                              </a:solidFill>
                            </a:rPr>
                            <a:t> of the equation to give ‘a positive</a:t>
                          </a: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’ subject.</a:t>
                          </a:r>
                          <a:b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</a:b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228600" indent="-228600">
                            <a:buAutoNum type="arabicParenR"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Rearrange as normal by isolating the variable using inverse operations.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=5−</m:t>
                                </m:r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−4</m:t>
                                </m:r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=9</m:t>
                                </m:r>
                              </m:oMath>
                            </m:oMathPara>
                          </a14:m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p>
                                    <m: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=3</m:t>
                                </m:r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oMath>
                            </m:oMathPara>
                          </a14:m>
                          <a:endParaRPr lang="en-GB" sz="120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36252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7E4182E-595C-93EB-F5FC-872A3DC9429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8044" y="294102"/>
              <a:ext cx="6681914" cy="35661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80456">
                      <a:extLst>
                        <a:ext uri="{9D8B030D-6E8A-4147-A177-3AD203B41FA5}">
                          <a16:colId xmlns:a16="http://schemas.microsoft.com/office/drawing/2014/main" val="1568142362"/>
                        </a:ext>
                      </a:extLst>
                    </a:gridCol>
                    <a:gridCol w="1600486">
                      <a:extLst>
                        <a:ext uri="{9D8B030D-6E8A-4147-A177-3AD203B41FA5}">
                          <a16:colId xmlns:a16="http://schemas.microsoft.com/office/drawing/2014/main" val="3551711160"/>
                        </a:ext>
                      </a:extLst>
                    </a:gridCol>
                    <a:gridCol w="1600486">
                      <a:extLst>
                        <a:ext uri="{9D8B030D-6E8A-4147-A177-3AD203B41FA5}">
                          <a16:colId xmlns:a16="http://schemas.microsoft.com/office/drawing/2014/main" val="1712497518"/>
                        </a:ext>
                      </a:extLst>
                    </a:gridCol>
                    <a:gridCol w="1600486">
                      <a:extLst>
                        <a:ext uri="{9D8B030D-6E8A-4147-A177-3AD203B41FA5}">
                          <a16:colId xmlns:a16="http://schemas.microsoft.com/office/drawing/2014/main" val="886122921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endParaRPr lang="en-GB" sz="1200" b="1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FF0000"/>
                              </a:solidFill>
                            </a:rPr>
                            <a:t>Example 34.   I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Example 35.    We do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Example 36.   You do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1052897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GB" sz="1200" b="1" noProof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18321" t="-61333" r="-201527" b="-6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17490" t="-61333" r="-100760" b="-6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17490" t="-61333" r="-760" b="-630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7201933"/>
                      </a:ext>
                    </a:extLst>
                  </a:tr>
                  <a:tr h="2834640">
                    <a:tc>
                      <a:txBody>
                        <a:bodyPr/>
                        <a:lstStyle/>
                        <a:p>
                          <a:pPr marL="228600" indent="-228600">
                            <a:buAutoNum type="arabicParenR"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Circle the variable you want to make the subject &amp; consider the coefficient carefully.</a:t>
                          </a:r>
                        </a:p>
                        <a:p>
                          <a:pPr marL="228600" indent="-228600">
                            <a:buAutoNum type="arabicParenR"/>
                          </a:pP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228600" indent="-228600">
                            <a:buAutoNum type="arabicParenR"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Where the coefficient is negative, we need to add this to both sides</a:t>
                          </a:r>
                          <a:r>
                            <a:rPr lang="en-GB" sz="1200" baseline="0" noProof="0">
                              <a:solidFill>
                                <a:schemeClr val="tx1"/>
                              </a:solidFill>
                            </a:rPr>
                            <a:t> of the equation to give ‘a positive</a:t>
                          </a: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’ subject.</a:t>
                          </a:r>
                          <a:b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</a:b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228600" indent="-228600">
                            <a:buAutoNum type="arabicParenR"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Rearrange as normal by isolating the variable using inverse operations.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18321" t="-25966" r="-201527" b="-15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17490" t="-25966" r="-100760" b="-15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17490" t="-25966" r="-760" b="-150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362524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5" name="Rectangle 14">
            <a:extLst>
              <a:ext uri="{FF2B5EF4-FFF2-40B4-BE49-F238E27FC236}">
                <a16:creationId xmlns:a16="http://schemas.microsoft.com/office/drawing/2014/main" id="{1BF662E8-B6E9-CDD1-CD95-D9044CB4B270}"/>
              </a:ext>
            </a:extLst>
          </p:cNvPr>
          <p:cNvSpPr/>
          <p:nvPr/>
        </p:nvSpPr>
        <p:spPr>
          <a:xfrm>
            <a:off x="88043" y="3966945"/>
            <a:ext cx="1620000" cy="25200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noProof="0"/>
              <a:t>Independent Practice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878B3F1-0363-3D03-A8FC-3BEB3FF64569}"/>
                  </a:ext>
                </a:extLst>
              </p:cNvPr>
              <p:cNvSpPr txBox="1"/>
              <p:nvPr/>
            </p:nvSpPr>
            <p:spPr>
              <a:xfrm>
                <a:off x="1692235" y="3927176"/>
                <a:ext cx="3646054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Question 17. </a:t>
                </a: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Make </a:t>
                </a:r>
                <a14:m>
                  <m:oMath xmlns:m="http://schemas.openxmlformats.org/officeDocument/2006/math">
                    <m:r>
                      <a:rPr kumimoji="0" lang="en-GB" sz="1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the subject of the following: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878B3F1-0363-3D03-A8FC-3BEB3FF645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2235" y="3927176"/>
                <a:ext cx="3646054" cy="276999"/>
              </a:xfrm>
              <a:prstGeom prst="rect">
                <a:avLst/>
              </a:prstGeom>
              <a:blipFill>
                <a:blip r:embed="rId3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8BCFB12D-FDC4-4D4E-9FE8-E337EF80B83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07093" y="4309188"/>
              <a:ext cx="6681912" cy="337431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70478">
                      <a:extLst>
                        <a:ext uri="{9D8B030D-6E8A-4147-A177-3AD203B41FA5}">
                          <a16:colId xmlns:a16="http://schemas.microsoft.com/office/drawing/2014/main" val="2173404643"/>
                        </a:ext>
                      </a:extLst>
                    </a:gridCol>
                    <a:gridCol w="1670478">
                      <a:extLst>
                        <a:ext uri="{9D8B030D-6E8A-4147-A177-3AD203B41FA5}">
                          <a16:colId xmlns:a16="http://schemas.microsoft.com/office/drawing/2014/main" val="3012951211"/>
                        </a:ext>
                      </a:extLst>
                    </a:gridCol>
                    <a:gridCol w="1670478">
                      <a:extLst>
                        <a:ext uri="{9D8B030D-6E8A-4147-A177-3AD203B41FA5}">
                          <a16:colId xmlns:a16="http://schemas.microsoft.com/office/drawing/2014/main" val="3671613065"/>
                        </a:ext>
                      </a:extLst>
                    </a:gridCol>
                    <a:gridCol w="1670478">
                      <a:extLst>
                        <a:ext uri="{9D8B030D-6E8A-4147-A177-3AD203B41FA5}">
                          <a16:colId xmlns:a16="http://schemas.microsoft.com/office/drawing/2014/main" val="1554076239"/>
                        </a:ext>
                      </a:extLst>
                    </a:gridCol>
                  </a:tblGrid>
                  <a:tr h="1687156">
                    <a:tc>
                      <a:txBody>
                        <a:bodyPr/>
                        <a:lstStyle/>
                        <a:p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a)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=7</m:t>
                              </m:r>
                            </m:oMath>
                          </a14:m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b)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=7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oMath>
                          </a14:m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c)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baseline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=7</m:t>
                              </m:r>
                            </m:oMath>
                          </a14:m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d)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+4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=7</m:t>
                              </m:r>
                            </m:oMath>
                          </a14:m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46429053"/>
                      </a:ext>
                    </a:extLst>
                  </a:tr>
                  <a:tr h="1687156">
                    <a:tc>
                      <a:txBody>
                        <a:bodyPr/>
                        <a:lstStyle/>
                        <a:p>
                          <a:r>
                            <a:rPr lang="en-GB" sz="1200" b="0" noProof="0"/>
                            <a:t>e)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oMath>
                          </a14:m>
                          <a:endParaRPr lang="en-GB" sz="1200" b="0" noProof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/>
                            <a:t>f)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=12−</m:t>
                              </m:r>
                              <m:rad>
                                <m:radPr>
                                  <m:degHide m:val="on"/>
                                  <m:ctrlP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rad>
                            </m:oMath>
                          </a14:m>
                          <a:endParaRPr lang="en-GB" sz="1200" b="0" i="1" noProof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/>
                            <a:t>g)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dirty="0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GB" sz="1200" b="0" i="1" noProof="0" dirty="0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GB" sz="1200" b="0" i="1" noProof="0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GB" sz="1200" b="0" i="1" noProof="0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1" noProof="0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GB" sz="1200" b="0" i="1" noProof="0" dirty="0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  <m:r>
                                <a:rPr lang="en-GB" sz="1200" b="0" i="1" noProof="0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200" b="0" i="1" noProof="0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oMath>
                          </a14:m>
                          <a:endParaRPr lang="en-GB" sz="1200" b="0" noProof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/>
                            <a:t>h)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den>
                              </m:f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oMath>
                          </a14:m>
                          <a:endParaRPr lang="en-GB" sz="1200" b="0" noProof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4242823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8BCFB12D-FDC4-4D4E-9FE8-E337EF80B83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5835835"/>
                  </p:ext>
                </p:extLst>
              </p:nvPr>
            </p:nvGraphicFramePr>
            <p:xfrm>
              <a:off x="107093" y="4309188"/>
              <a:ext cx="6681912" cy="337431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70478">
                      <a:extLst>
                        <a:ext uri="{9D8B030D-6E8A-4147-A177-3AD203B41FA5}">
                          <a16:colId xmlns:a16="http://schemas.microsoft.com/office/drawing/2014/main" val="2173404643"/>
                        </a:ext>
                      </a:extLst>
                    </a:gridCol>
                    <a:gridCol w="1670478">
                      <a:extLst>
                        <a:ext uri="{9D8B030D-6E8A-4147-A177-3AD203B41FA5}">
                          <a16:colId xmlns:a16="http://schemas.microsoft.com/office/drawing/2014/main" val="3012951211"/>
                        </a:ext>
                      </a:extLst>
                    </a:gridCol>
                    <a:gridCol w="1670478">
                      <a:extLst>
                        <a:ext uri="{9D8B030D-6E8A-4147-A177-3AD203B41FA5}">
                          <a16:colId xmlns:a16="http://schemas.microsoft.com/office/drawing/2014/main" val="3671613065"/>
                        </a:ext>
                      </a:extLst>
                    </a:gridCol>
                    <a:gridCol w="1670478">
                      <a:extLst>
                        <a:ext uri="{9D8B030D-6E8A-4147-A177-3AD203B41FA5}">
                          <a16:colId xmlns:a16="http://schemas.microsoft.com/office/drawing/2014/main" val="1554076239"/>
                        </a:ext>
                      </a:extLst>
                    </a:gridCol>
                  </a:tblGrid>
                  <a:tr h="168715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65" t="-360" r="-301095" b="-1003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360" r="-200000" b="-1003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730" t="-360" r="-100730" b="-1003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0730" t="-360" r="-730" b="-10036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46429053"/>
                      </a:ext>
                    </a:extLst>
                  </a:tr>
                  <a:tr h="168715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65" t="-100722" r="-301095" b="-7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100722" r="-200000" b="-7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730" t="-100722" r="-100730" b="-7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0730" t="-100722" r="-730" b="-7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4242823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3380E347-3595-9BE3-C44C-472D6DC5A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05211" y="13672672"/>
            <a:ext cx="1574270" cy="527403"/>
          </a:xfrm>
        </p:spPr>
        <p:txBody>
          <a:bodyPr/>
          <a:lstStyle/>
          <a:p>
            <a:fld id="{086C3A38-D272-42AA-9C88-F1FBEAE20D2C}" type="slidenum">
              <a:rPr lang="en-GB" noProof="0" smtClean="0"/>
              <a:t>13</a:t>
            </a:fld>
            <a:endParaRPr lang="en-GB" noProof="0"/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B5DB43EC-0EDF-0904-E94C-19BFB25660DF}"/>
              </a:ext>
            </a:extLst>
          </p:cNvPr>
          <p:cNvSpPr txBox="1">
            <a:spLocks/>
          </p:cNvSpPr>
          <p:nvPr/>
        </p:nvSpPr>
        <p:spPr>
          <a:xfrm>
            <a:off x="5214735" y="9452697"/>
            <a:ext cx="157427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6C3A38-D272-42AA-9C88-F1FBEAE20D2C}" type="slidenum">
              <a:rPr lang="en-GB" noProof="0" smtClean="0"/>
              <a:pPr/>
              <a:t>13</a:t>
            </a:fld>
            <a:endParaRPr lang="en-GB" noProof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9BE49FF-3DFD-70FD-3FA7-45954E5EEFE7}"/>
              </a:ext>
            </a:extLst>
          </p:cNvPr>
          <p:cNvSpPr/>
          <p:nvPr/>
        </p:nvSpPr>
        <p:spPr>
          <a:xfrm>
            <a:off x="107091" y="7762094"/>
            <a:ext cx="1620000" cy="25200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noProof="0"/>
              <a:t>Challenge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D9FE2711-54A9-B814-4190-F88DFF6AD65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07092" y="8060297"/>
              <a:ext cx="6662866" cy="1751037"/>
            </p:xfrm>
            <a:graphic>
              <a:graphicData uri="http://schemas.openxmlformats.org/drawingml/2006/table">
                <a:tbl>
                  <a:tblPr>
                    <a:tableStyleId>{2D5ABB26-0587-4C30-8999-92F81FD0307C}</a:tableStyleId>
                  </a:tblPr>
                  <a:tblGrid>
                    <a:gridCol w="3331433">
                      <a:extLst>
                        <a:ext uri="{9D8B030D-6E8A-4147-A177-3AD203B41FA5}">
                          <a16:colId xmlns:a16="http://schemas.microsoft.com/office/drawing/2014/main" val="1122800679"/>
                        </a:ext>
                      </a:extLst>
                    </a:gridCol>
                    <a:gridCol w="3331433">
                      <a:extLst>
                        <a:ext uri="{9D8B030D-6E8A-4147-A177-3AD203B41FA5}">
                          <a16:colId xmlns:a16="http://schemas.microsoft.com/office/drawing/2014/main" val="4062971564"/>
                        </a:ext>
                      </a:extLst>
                    </a:gridCol>
                  </a:tblGrid>
                  <a:tr h="1751037">
                    <a:tc>
                      <a:txBody>
                        <a:bodyPr/>
                        <a:lstStyle/>
                        <a:p>
                          <a:r>
                            <a:rPr lang="en-GB" sz="1200">
                              <a:solidFill>
                                <a:sysClr val="windowText" lastClr="000000"/>
                              </a:solidFill>
                            </a:rPr>
                            <a:t>a)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GB" sz="12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2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+7</m:t>
                              </m:r>
                              <m:r>
                                <a:rPr lang="en-GB" sz="12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GB" sz="12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=10−</m:t>
                              </m:r>
                              <m:r>
                                <a:rPr lang="en-GB" sz="12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GB" sz="120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>
                              <a:solidFill>
                                <a:sysClr val="windowText" lastClr="000000"/>
                              </a:solidFill>
                            </a:rPr>
                            <a:t>b)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GB" sz="12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2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−5=3</m:t>
                              </m:r>
                              <m:r>
                                <a:rPr lang="en-GB" sz="12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2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+6</m:t>
                              </m:r>
                              <m:r>
                                <a:rPr lang="en-GB" sz="12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oMath>
                          </a14:m>
                          <a:endParaRPr lang="en-GB" sz="120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6651277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D9FE2711-54A9-B814-4190-F88DFF6AD65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10216951"/>
                  </p:ext>
                </p:extLst>
              </p:nvPr>
            </p:nvGraphicFramePr>
            <p:xfrm>
              <a:off x="107092" y="8060297"/>
              <a:ext cx="6662866" cy="1751037"/>
            </p:xfrm>
            <a:graphic>
              <a:graphicData uri="http://schemas.openxmlformats.org/drawingml/2006/table">
                <a:tbl>
                  <a:tblPr>
                    <a:tableStyleId>{2D5ABB26-0587-4C30-8999-92F81FD0307C}</a:tableStyleId>
                  </a:tblPr>
                  <a:tblGrid>
                    <a:gridCol w="3331433">
                      <a:extLst>
                        <a:ext uri="{9D8B030D-6E8A-4147-A177-3AD203B41FA5}">
                          <a16:colId xmlns:a16="http://schemas.microsoft.com/office/drawing/2014/main" val="1122800679"/>
                        </a:ext>
                      </a:extLst>
                    </a:gridCol>
                    <a:gridCol w="3331433">
                      <a:extLst>
                        <a:ext uri="{9D8B030D-6E8A-4147-A177-3AD203B41FA5}">
                          <a16:colId xmlns:a16="http://schemas.microsoft.com/office/drawing/2014/main" val="4062971564"/>
                        </a:ext>
                      </a:extLst>
                    </a:gridCol>
                  </a:tblGrid>
                  <a:tr h="175103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3" t="-347" r="-100366" b="-6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183" t="-347" r="-366" b="-6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6651277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C8F0688-18F1-A892-B4CF-F433277EE03C}"/>
                  </a:ext>
                </a:extLst>
              </p:cNvPr>
              <p:cNvSpPr txBox="1"/>
              <p:nvPr/>
            </p:nvSpPr>
            <p:spPr>
              <a:xfrm>
                <a:off x="1559157" y="7733399"/>
                <a:ext cx="3646054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algn="ctr" defTabSz="685800">
                  <a:defRPr/>
                </a:pPr>
                <a:r>
                  <a:rPr lang="en-GB" sz="1200" b="1">
                    <a:solidFill>
                      <a:prstClr val="black"/>
                    </a:solidFill>
                  </a:rPr>
                  <a:t>Question 18. </a:t>
                </a: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Make </a:t>
                </a:r>
                <a14:m>
                  <m:oMath xmlns:m="http://schemas.openxmlformats.org/officeDocument/2006/math">
                    <m:r>
                      <a:rPr kumimoji="0" lang="en-GB" sz="1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the subject of the following: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C8F0688-18F1-A892-B4CF-F433277EE0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9157" y="7733399"/>
                <a:ext cx="3646054" cy="276999"/>
              </a:xfrm>
              <a:prstGeom prst="rect">
                <a:avLst/>
              </a:prstGeom>
              <a:blipFill>
                <a:blip r:embed="rId6"/>
                <a:stretch>
                  <a:fillRect t="-2222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18791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647EA-28C9-7D13-553B-371CB3517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76204F5-09C0-B5FA-B06E-5E78D556A5D8}"/>
              </a:ext>
            </a:extLst>
          </p:cNvPr>
          <p:cNvSpPr/>
          <p:nvPr/>
        </p:nvSpPr>
        <p:spPr>
          <a:xfrm>
            <a:off x="-18535" y="53788"/>
            <a:ext cx="1620000" cy="288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noProof="0">
                <a:solidFill>
                  <a:schemeClr val="bg1"/>
                </a:solidFill>
              </a:rPr>
              <a:t>Exam Questions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4DAD8C0-DBCB-714B-D5AB-870B2CCAB548}"/>
                  </a:ext>
                </a:extLst>
              </p:cNvPr>
              <p:cNvSpPr txBox="1"/>
              <p:nvPr/>
            </p:nvSpPr>
            <p:spPr>
              <a:xfrm>
                <a:off x="85060" y="360994"/>
                <a:ext cx="6687879" cy="22167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GB" sz="1200" b="1" kern="0"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Question 1</a:t>
                </a:r>
                <a:r>
                  <a:rPr lang="en-GB" sz="1200" b="1" kern="0" noProof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>
                  <a:lnSpc>
                    <a:spcPct val="115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GB" sz="1200" kern="0" noProof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Make </a:t>
                </a:r>
                <a14:m>
                  <m:oMath xmlns:m="http://schemas.openxmlformats.org/officeDocument/2006/math">
                    <m:r>
                      <a:rPr lang="en-GB" sz="1200" i="1" kern="0" noProof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h</m:t>
                    </m:r>
                  </m:oMath>
                </a14:m>
                <a:r>
                  <a:rPr lang="en-GB" sz="1200" kern="0" noProof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the subject of the formula </a:t>
                </a:r>
                <a14:m>
                  <m:oMath xmlns:m="http://schemas.openxmlformats.org/officeDocument/2006/math">
                    <m:r>
                      <a:rPr lang="en-GB" sz="1200" i="1" kern="0" noProof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GB" sz="1200" i="1" kern="0" noProof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= 5</m:t>
                    </m:r>
                    <m:r>
                      <a:rPr lang="en-GB" sz="1200" i="1" kern="0" noProof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h</m:t>
                    </m:r>
                    <m:r>
                      <a:rPr lang="en-GB" sz="1200" i="1" kern="0" noProof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+ 8</m:t>
                    </m:r>
                  </m:oMath>
                </a14:m>
                <a:endParaRPr lang="en-GB" sz="1200" kern="100" noProof="0">
                  <a:effectLst/>
                  <a:latin typeface="Aptos" panose="020B0004020202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r">
                  <a:lnSpc>
                    <a:spcPct val="115000"/>
                  </a:lnSpc>
                  <a:spcAft>
                    <a:spcPts val="800"/>
                  </a:spcAft>
                </a:pPr>
                <a:br>
                  <a:rPr lang="en-GB" sz="1200" kern="0" noProof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br>
                  <a:rPr lang="en-GB" sz="1200" kern="0" noProof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br>
                  <a:rPr lang="en-GB" sz="1200" kern="0" noProof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GB" sz="1200" kern="0" noProof="0">
                    <a:solidFill>
                      <a:srgbClr val="A8AAAD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...........................................................</a:t>
                </a:r>
              </a:p>
              <a:p>
                <a:pPr algn="r">
                  <a:lnSpc>
                    <a:spcPct val="115000"/>
                  </a:lnSpc>
                  <a:spcAft>
                    <a:spcPts val="800"/>
                  </a:spcAft>
                </a:pPr>
                <a:r>
                  <a:rPr lang="en-GB" sz="1200" b="1" kern="0" noProof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(Total for Question is 2 marks)</a:t>
                </a:r>
                <a:endParaRPr lang="en-GB" sz="1200" kern="100" noProof="0">
                  <a:effectLst/>
                  <a:latin typeface="Aptos" panose="020B0004020202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r">
                  <a:lnSpc>
                    <a:spcPct val="115000"/>
                  </a:lnSpc>
                  <a:spcAft>
                    <a:spcPts val="800"/>
                  </a:spcAft>
                </a:pPr>
                <a:endParaRPr lang="en-GB" sz="1200" kern="100" noProof="0">
                  <a:effectLst/>
                  <a:latin typeface="Aptos" panose="020B0004020202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4DAD8C0-DBCB-714B-D5AB-870B2CCAB5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60" y="360994"/>
                <a:ext cx="6687879" cy="2216761"/>
              </a:xfrm>
              <a:prstGeom prst="rect">
                <a:avLst/>
              </a:prstGeom>
              <a:blipFill>
                <a:blip r:embed="rId2"/>
                <a:stretch>
                  <a:fillRect l="-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>
            <a:extLst>
              <a:ext uri="{FF2B5EF4-FFF2-40B4-BE49-F238E27FC236}">
                <a16:creationId xmlns:a16="http://schemas.microsoft.com/office/drawing/2014/main" id="{E36D8CBE-819D-652B-81FE-71F15355E6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8819" y="117659"/>
            <a:ext cx="6324600" cy="168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4B00E88-3A4E-862E-BC5E-2DD97A969ADD}"/>
                  </a:ext>
                </a:extLst>
              </p:cNvPr>
              <p:cNvSpPr txBox="1"/>
              <p:nvPr/>
            </p:nvSpPr>
            <p:spPr>
              <a:xfrm>
                <a:off x="85060" y="2428399"/>
                <a:ext cx="6687879" cy="19021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GB" sz="1200" b="1" kern="0"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Question 2. </a:t>
                </a:r>
              </a:p>
              <a:p>
                <a:pPr>
                  <a:lnSpc>
                    <a:spcPct val="115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GB" sz="1200" kern="0" noProof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Make </a:t>
                </a:r>
                <a14:m>
                  <m:oMath xmlns:m="http://schemas.openxmlformats.org/officeDocument/2006/math">
                    <m:r>
                      <a:rPr lang="en-GB" sz="1200" i="1" kern="0" noProof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h</m:t>
                    </m:r>
                  </m:oMath>
                </a14:m>
                <a:r>
                  <a:rPr lang="en-GB" sz="1200" kern="0" noProof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the subject of the formula         </a:t>
                </a:r>
                <a14:m>
                  <m:oMath xmlns:m="http://schemas.openxmlformats.org/officeDocument/2006/math">
                    <m:r>
                      <a:rPr lang="en-GB" sz="1400" i="1" kern="0" noProof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GB" sz="1400" i="1" kern="0" noProof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=</m:t>
                    </m:r>
                    <m:f>
                      <m:fPr>
                        <m:ctrlPr>
                          <a:rPr lang="en-GB" sz="1400" b="0" i="1" kern="0" noProof="0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GB" sz="1400" b="0" i="1" kern="0" noProof="0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𝑔h</m:t>
                        </m:r>
                      </m:num>
                      <m:den>
                        <m:r>
                          <a:rPr lang="en-GB" sz="1400" b="0" i="1" kern="0" noProof="0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10</m:t>
                        </m:r>
                      </m:den>
                    </m:f>
                  </m:oMath>
                </a14:m>
                <a:endParaRPr lang="en-GB" sz="1200" kern="100" noProof="0">
                  <a:effectLst/>
                  <a:latin typeface="Aptos" panose="020B0004020202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GB" sz="1200" kern="0" noProof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en-GB" sz="1200" kern="100" noProof="0">
                  <a:effectLst/>
                  <a:latin typeface="Aptos" panose="020B0004020202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r">
                  <a:lnSpc>
                    <a:spcPct val="115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GB" sz="1200" i="1" kern="0" noProof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h </a:t>
                </a:r>
                <a:r>
                  <a:rPr lang="en-GB" sz="1200" kern="0" noProof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= . . . . . . . . . . . . . . . . . . . . . . </a:t>
                </a:r>
                <a:endParaRPr lang="en-GB" sz="1200" kern="100" noProof="0">
                  <a:effectLst/>
                  <a:latin typeface="Aptos" panose="020B0004020202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r">
                  <a:lnSpc>
                    <a:spcPct val="115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kern="0" noProof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(Total for Question is 2 marks)</a:t>
                </a:r>
                <a:endParaRPr lang="en-GB" sz="1200" kern="100" noProof="0">
                  <a:effectLst/>
                  <a:latin typeface="Aptos" panose="020B0004020202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4B00E88-3A4E-862E-BC5E-2DD97A969A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60" y="2428399"/>
                <a:ext cx="6687879" cy="1902187"/>
              </a:xfrm>
              <a:prstGeom prst="rect">
                <a:avLst/>
              </a:prstGeom>
              <a:blipFill>
                <a:blip r:embed="rId4"/>
                <a:stretch>
                  <a:fillRect l="-91" r="-638" b="-9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372AB37E-D90D-404F-53D1-7229FE09068D}"/>
              </a:ext>
            </a:extLst>
          </p:cNvPr>
          <p:cNvGrpSpPr/>
          <p:nvPr/>
        </p:nvGrpSpPr>
        <p:grpSpPr>
          <a:xfrm>
            <a:off x="7468819" y="1895658"/>
            <a:ext cx="6467476" cy="3057342"/>
            <a:chOff x="7267464" y="2381920"/>
            <a:chExt cx="6467476" cy="3057342"/>
          </a:xfrm>
        </p:grpSpPr>
        <p:pic>
          <p:nvPicPr>
            <p:cNvPr id="1027" name="Picture 3">
              <a:extLst>
                <a:ext uri="{FF2B5EF4-FFF2-40B4-BE49-F238E27FC236}">
                  <a16:creationId xmlns:a16="http://schemas.microsoft.com/office/drawing/2014/main" id="{58FE985C-AF20-C6EE-7605-F9CAA5B06E2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93193"/>
            <a:stretch/>
          </p:blipFill>
          <p:spPr bwMode="auto">
            <a:xfrm>
              <a:off x="7267465" y="2381920"/>
              <a:ext cx="6467475" cy="3293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Picture 3">
              <a:extLst>
                <a:ext uri="{FF2B5EF4-FFF2-40B4-BE49-F238E27FC236}">
                  <a16:creationId xmlns:a16="http://schemas.microsoft.com/office/drawing/2014/main" id="{5C80BB24-7EB3-CBD1-6636-1B70F5EB965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3907" b="-284"/>
            <a:stretch/>
          </p:blipFill>
          <p:spPr bwMode="auto">
            <a:xfrm>
              <a:off x="7267464" y="2711302"/>
              <a:ext cx="6467475" cy="27279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883E72C-AEFC-56B0-5449-105D5A6FB91C}"/>
              </a:ext>
            </a:extLst>
          </p:cNvPr>
          <p:cNvGrpSpPr/>
          <p:nvPr/>
        </p:nvGrpSpPr>
        <p:grpSpPr>
          <a:xfrm>
            <a:off x="85059" y="4563927"/>
            <a:ext cx="6687879" cy="2413096"/>
            <a:chOff x="85059" y="4563927"/>
            <a:chExt cx="6687879" cy="241309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96E0681-98F8-6D24-32D0-FA7E0847D6D3}"/>
                    </a:ext>
                  </a:extLst>
                </p:cNvPr>
                <p:cNvSpPr txBox="1"/>
                <p:nvPr/>
              </p:nvSpPr>
              <p:spPr>
                <a:xfrm>
                  <a:off x="85059" y="4563927"/>
                  <a:ext cx="6687879" cy="241309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115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sz="1200" b="1" kern="0">
                      <a:latin typeface="Arial" panose="020B0604020202020204" pitchFamily="34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Question 3</a:t>
                  </a:r>
                  <a:r>
                    <a:rPr lang="en-GB" sz="1200" b="1" kern="0" noProof="0">
                      <a:effectLst/>
                      <a:latin typeface="Arial" panose="020B0604020202020204" pitchFamily="34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. 						</a:t>
                  </a:r>
                </a:p>
                <a:p>
                  <a:pPr>
                    <a:lnSpc>
                      <a:spcPct val="115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sz="1200" kern="0" noProof="0">
                      <a:effectLst/>
                      <a:latin typeface="Arial" panose="020B0604020202020204" pitchFamily="34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Make </a:t>
                  </a:r>
                  <a14:m>
                    <m:oMath xmlns:m="http://schemas.openxmlformats.org/officeDocument/2006/math">
                      <m:r>
                        <a:rPr lang="en-GB" sz="1200" i="1" kern="0" noProof="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𝑝</m:t>
                      </m:r>
                    </m:oMath>
                  </a14:m>
                  <a:r>
                    <a:rPr lang="en-GB" sz="1200" kern="0" noProof="0">
                      <a:effectLst/>
                      <a:latin typeface="Arial" panose="020B0604020202020204" pitchFamily="34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 the subject of this formula.</a:t>
                  </a:r>
                </a:p>
                <a:p>
                  <a:pPr>
                    <a:lnSpc>
                      <a:spcPct val="115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200" kern="0" noProof="0"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>
                    <a:lnSpc>
                      <a:spcPct val="115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200" kern="0" noProof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>
                    <a:lnSpc>
                      <a:spcPct val="115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200" kern="0" noProof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r">
                    <a:lnSpc>
                      <a:spcPct val="115000"/>
                    </a:lnSpc>
                    <a:spcBef>
                      <a:spcPts val="600"/>
                    </a:spcBef>
                    <a:spcAft>
                      <a:spcPts val="600"/>
                    </a:spcAft>
                    <a:buNone/>
                  </a:pPr>
                  <a:r>
                    <a:rPr lang="en-GB" sz="1200" kern="0" noProof="0">
                      <a:effectLst/>
                      <a:latin typeface="Arial" panose="020B0604020202020204" pitchFamily="34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...........................................................</a:t>
                  </a:r>
                  <a:endParaRPr lang="en-GB" sz="1200" kern="100" noProof="0"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r">
                    <a:lnSpc>
                      <a:spcPct val="115000"/>
                    </a:lnSpc>
                    <a:spcAft>
                      <a:spcPts val="800"/>
                    </a:spcAft>
                  </a:pPr>
                  <a:r>
                    <a:rPr lang="en-GB" sz="1200" b="1" kern="0" noProof="0">
                      <a:effectLst/>
                      <a:latin typeface="Arial" panose="020B0604020202020204" pitchFamily="34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(Total for question = 2 marks)</a:t>
                  </a:r>
                  <a:endParaRPr lang="en-GB" sz="1200" kern="100" noProof="0"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96E0681-98F8-6D24-32D0-FA7E0847D6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059" y="4563927"/>
                  <a:ext cx="6687879" cy="2413096"/>
                </a:xfrm>
                <a:prstGeom prst="rect">
                  <a:avLst/>
                </a:prstGeom>
                <a:blipFill>
                  <a:blip r:embed="rId6"/>
                  <a:stretch>
                    <a:fillRect l="-91" b="-50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418A8FF0-BD74-52EF-540D-1067382FFF99}"/>
                    </a:ext>
                  </a:extLst>
                </p:cNvPr>
                <p:cNvSpPr txBox="1"/>
                <p:nvPr/>
              </p:nvSpPr>
              <p:spPr>
                <a:xfrm>
                  <a:off x="2740038" y="4619411"/>
                  <a:ext cx="1377921" cy="53155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115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200" b="0" i="1" kern="100" noProof="0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  <m:r>
                          <a:rPr lang="en-GB" sz="1200" b="0" i="1" kern="100" noProof="0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GB" sz="1200" b="0" i="1" kern="100" noProof="0" smtClean="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GB" sz="1200" b="0" i="1" kern="100" noProof="0" smtClean="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num>
                          <m:den>
                            <m:r>
                              <a:rPr lang="en-GB" sz="1200" b="0" i="1" kern="100" noProof="0" smtClean="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den>
                        </m:f>
                        <m:r>
                          <a:rPr lang="en-GB" sz="1200" b="0" i="1" kern="100" noProof="0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GB" sz="1200" b="0" i="1" kern="100" noProof="0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oMath>
                    </m:oMathPara>
                  </a14:m>
                  <a:endParaRPr lang="en-GB" sz="1200" kern="100" noProof="0"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418A8FF0-BD74-52EF-540D-1067382FFF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40038" y="4619411"/>
                  <a:ext cx="1377921" cy="531556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81ADF85-0328-D3AE-A269-1376FAB5E659}"/>
                  </a:ext>
                </a:extLst>
              </p:cNvPr>
              <p:cNvSpPr txBox="1"/>
              <p:nvPr/>
            </p:nvSpPr>
            <p:spPr>
              <a:xfrm>
                <a:off x="85059" y="7154028"/>
                <a:ext cx="6687879" cy="25494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1200" b="1" kern="0"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Question 4.</a:t>
                </a:r>
              </a:p>
              <a:p>
                <a:r>
                  <a:rPr lang="en-GB" sz="1200" kern="0" noProof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Make </a:t>
                </a:r>
                <a:r>
                  <a:rPr lang="en-GB" sz="1200" i="1" kern="0" noProof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g</a:t>
                </a:r>
                <a:r>
                  <a:rPr lang="en-GB" sz="1200" kern="0" noProof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 the subject of the formula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+6</m:t>
                              </m:r>
                            </m:num>
                            <m:den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GB" sz="1200" noProof="0"/>
              </a:p>
              <a:p>
                <a:endParaRPr lang="en-GB" sz="1200" noProof="0"/>
              </a:p>
              <a:p>
                <a:pPr algn="r">
                  <a:lnSpc>
                    <a:spcPct val="115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endParaRPr lang="en-GB" sz="1200" kern="0" noProof="0"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r">
                  <a:lnSpc>
                    <a:spcPct val="115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br>
                  <a:rPr lang="en-GB" sz="1200" kern="0"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br>
                  <a:rPr lang="en-GB" sz="1200" kern="0" noProof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GB" sz="1200" kern="0" noProof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........................................................... </a:t>
                </a:r>
                <a:endParaRPr lang="en-GB" sz="1200" kern="100" noProof="0">
                  <a:effectLst/>
                  <a:latin typeface="Aptos" panose="020B0004020202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r">
                  <a:lnSpc>
                    <a:spcPct val="115000"/>
                  </a:lnSpc>
                  <a:spcAft>
                    <a:spcPts val="800"/>
                  </a:spcAft>
                </a:pPr>
                <a:r>
                  <a:rPr lang="en-GB" sz="1200" b="1" kern="0" noProof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(Total for question = 3 marks)</a:t>
                </a:r>
                <a:endParaRPr lang="en-GB" sz="1200" kern="100" noProof="0">
                  <a:effectLst/>
                  <a:latin typeface="Aptos" panose="020B0004020202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81ADF85-0328-D3AE-A269-1376FAB5E6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59" y="7154028"/>
                <a:ext cx="6687879" cy="2549416"/>
              </a:xfrm>
              <a:prstGeom prst="rect">
                <a:avLst/>
              </a:prstGeom>
              <a:blipFill>
                <a:blip r:embed="rId8"/>
                <a:stretch>
                  <a:fillRect l="-91" t="-478" r="-820" b="-7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34" name="Picture 10">
            <a:extLst>
              <a:ext uri="{FF2B5EF4-FFF2-40B4-BE49-F238E27FC236}">
                <a16:creationId xmlns:a16="http://schemas.microsoft.com/office/drawing/2014/main" id="{98895EFA-B874-F0FF-E3EB-38E1EB73D8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0781" y="5282382"/>
            <a:ext cx="5400675" cy="117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5" name="Picture 11">
            <a:extLst>
              <a:ext uri="{FF2B5EF4-FFF2-40B4-BE49-F238E27FC236}">
                <a16:creationId xmlns:a16="http://schemas.microsoft.com/office/drawing/2014/main" id="{B57108FC-587F-63BE-7FB4-46E0D5B803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3031" y="6761376"/>
            <a:ext cx="6515100" cy="181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BD65A8C-60FD-4A03-BD71-643D241A6C14}"/>
              </a:ext>
            </a:extLst>
          </p:cNvPr>
          <p:cNvCxnSpPr>
            <a:cxnSpLocks/>
          </p:cNvCxnSpPr>
          <p:nvPr/>
        </p:nvCxnSpPr>
        <p:spPr>
          <a:xfrm>
            <a:off x="584200" y="2291175"/>
            <a:ext cx="5541736" cy="518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49CB97A-2A45-3232-5FFC-FF8BDAD0060A}"/>
              </a:ext>
            </a:extLst>
          </p:cNvPr>
          <p:cNvCxnSpPr>
            <a:cxnSpLocks/>
          </p:cNvCxnSpPr>
          <p:nvPr/>
        </p:nvCxnSpPr>
        <p:spPr>
          <a:xfrm>
            <a:off x="584200" y="4389976"/>
            <a:ext cx="5541736" cy="518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74A5362-BE0F-C252-AAC8-DA941B8A23AB}"/>
              </a:ext>
            </a:extLst>
          </p:cNvPr>
          <p:cNvCxnSpPr>
            <a:cxnSpLocks/>
          </p:cNvCxnSpPr>
          <p:nvPr/>
        </p:nvCxnSpPr>
        <p:spPr>
          <a:xfrm>
            <a:off x="584200" y="7032507"/>
            <a:ext cx="5541736" cy="518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DCB45B5C-DDD2-AA5F-A8B9-F92B325F28EB}"/>
              </a:ext>
            </a:extLst>
          </p:cNvPr>
          <p:cNvSpPr txBox="1">
            <a:spLocks/>
          </p:cNvSpPr>
          <p:nvPr/>
        </p:nvSpPr>
        <p:spPr>
          <a:xfrm>
            <a:off x="5214735" y="9452697"/>
            <a:ext cx="157427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6C3A38-D272-42AA-9C88-F1FBEAE20D2C}" type="slidenum">
              <a:rPr lang="en-GB" noProof="0" smtClean="0"/>
              <a:pPr/>
              <a:t>14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3617363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9AFD5EA-CB73-F28E-8508-00F2A20A9753}"/>
                  </a:ext>
                </a:extLst>
              </p:cNvPr>
              <p:cNvSpPr txBox="1"/>
              <p:nvPr/>
            </p:nvSpPr>
            <p:spPr>
              <a:xfrm>
                <a:off x="98384" y="145869"/>
                <a:ext cx="6690621" cy="43869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GB" sz="1200" b="1" kern="0"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Question 5</a:t>
                </a:r>
                <a:r>
                  <a:rPr lang="en-GB" sz="1200" b="1" i="1" kern="0" noProof="0"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kern="0" noProof="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𝑇</m:t>
                      </m:r>
                      <m:r>
                        <a:rPr lang="en-GB" sz="1200" i="1" kern="0" noProof="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= 4</m:t>
                      </m:r>
                      <m:r>
                        <a:rPr lang="en-GB" sz="1200" i="1" kern="0" noProof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𝑣</m:t>
                      </m:r>
                      <m:r>
                        <a:rPr lang="en-GB" sz="1200" i="1" kern="0" noProof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+ 3</m:t>
                      </m:r>
                    </m:oMath>
                  </m:oMathPara>
                </a14:m>
                <a:endParaRPr lang="en-GB" sz="1200" kern="100" noProof="0">
                  <a:effectLst/>
                  <a:latin typeface="Aptos" panose="020B0004020202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GB" sz="1200" kern="0" noProof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(a)   Work out the value of </a:t>
                </a:r>
                <a14:m>
                  <m:oMath xmlns:m="http://schemas.openxmlformats.org/officeDocument/2006/math">
                    <m:r>
                      <a:rPr lang="en-GB" sz="1200" i="1" kern="0" noProof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𝑇</m:t>
                    </m:r>
                  </m:oMath>
                </a14:m>
                <a:r>
                  <a:rPr lang="en-GB" sz="1200" kern="0" noProof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when </a:t>
                </a:r>
                <a14:m>
                  <m:oMath xmlns:m="http://schemas.openxmlformats.org/officeDocument/2006/math">
                    <m:r>
                      <a:rPr lang="en-GB" sz="1200" i="1" kern="0" noProof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GB" sz="1200" i="1" kern="0" noProof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= 2</m:t>
                    </m:r>
                  </m:oMath>
                </a14:m>
                <a:endParaRPr lang="en-GB" sz="1200" kern="100" noProof="0">
                  <a:effectLst/>
                  <a:latin typeface="Aptos" panose="020B0004020202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r">
                  <a:lnSpc>
                    <a:spcPct val="115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br>
                  <a:rPr lang="en-GB" sz="1200" kern="0" noProof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GB" sz="1200" i="1" kern="0" noProof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GB" sz="1200" kern="0" noProof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= ........................................................... </a:t>
                </a:r>
                <a:endParaRPr lang="en-GB" sz="1200" kern="100" noProof="0">
                  <a:effectLst/>
                  <a:latin typeface="Aptos" panose="020B0004020202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r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GB" sz="1200" b="1" kern="0" noProof="0">
                    <a:solidFill>
                      <a:srgbClr val="A8AAAD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(2)</a:t>
                </a:r>
                <a:endParaRPr lang="en-GB" sz="1200" kern="100" noProof="0">
                  <a:effectLst/>
                  <a:latin typeface="Aptos" panose="020B0004020202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GB" sz="1200" kern="0" noProof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(b)   Make </a:t>
                </a:r>
                <a14:m>
                  <m:oMath xmlns:m="http://schemas.openxmlformats.org/officeDocument/2006/math">
                    <m:r>
                      <a:rPr lang="en-GB" sz="1200" i="1" kern="0" noProof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𝑣</m:t>
                    </m:r>
                  </m:oMath>
                </a14:m>
                <a:r>
                  <a:rPr lang="en-GB" sz="1200" kern="0" noProof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the subject of the formula </a:t>
                </a:r>
                <a14:m>
                  <m:oMath xmlns:m="http://schemas.openxmlformats.org/officeDocument/2006/math">
                    <m:r>
                      <a:rPr lang="en-GB" sz="1200" i="1" kern="0" noProof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𝑇</m:t>
                    </m:r>
                    <m:r>
                      <a:rPr lang="en-GB" sz="1200" i="1" kern="0" noProof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= 4</m:t>
                    </m:r>
                    <m:r>
                      <a:rPr lang="en-GB" sz="1200" i="1" kern="0" noProof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GB" sz="1200" i="1" kern="0" noProof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+ 3</m:t>
                    </m:r>
                  </m:oMath>
                </a14:m>
                <a:endParaRPr lang="en-GB" sz="1200" kern="100" noProof="0">
                  <a:effectLst/>
                  <a:latin typeface="Aptos" panose="020B0004020202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r">
                  <a:lnSpc>
                    <a:spcPct val="115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endParaRPr lang="en-GB" sz="1200" kern="0" noProof="0"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r">
                  <a:lnSpc>
                    <a:spcPct val="115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endParaRPr lang="en-GB" sz="1200" kern="0" noProof="0">
                  <a:latin typeface="Arial" panose="020B0604020202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r">
                  <a:lnSpc>
                    <a:spcPct val="115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br>
                  <a:rPr lang="en-GB" sz="1200" kern="0" noProof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br>
                  <a:rPr lang="en-GB" sz="1200" kern="0" noProof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GB" sz="1200" kern="0" noProof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........................................................... </a:t>
                </a:r>
                <a:endParaRPr lang="en-GB" sz="1200" kern="100" noProof="0">
                  <a:effectLst/>
                  <a:latin typeface="Aptos" panose="020B0004020202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r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GB" sz="1200" b="1" kern="0" noProof="0">
                    <a:solidFill>
                      <a:srgbClr val="A8AAAD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(2)</a:t>
                </a:r>
                <a:endParaRPr lang="en-GB" sz="1200" kern="100" noProof="0">
                  <a:effectLst/>
                  <a:latin typeface="Aptos" panose="020B0004020202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r">
                  <a:lnSpc>
                    <a:spcPct val="115000"/>
                  </a:lnSpc>
                  <a:spcAft>
                    <a:spcPts val="800"/>
                  </a:spcAft>
                </a:pPr>
                <a:r>
                  <a:rPr lang="en-GB" sz="1200" b="1" kern="0" noProof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(Total for question = 4 marks)</a:t>
                </a:r>
                <a:endParaRPr lang="en-GB" sz="1200" kern="100" noProof="0">
                  <a:effectLst/>
                  <a:latin typeface="Aptos" panose="020B0004020202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9AFD5EA-CB73-F28E-8508-00F2A20A97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84" y="145869"/>
                <a:ext cx="6690621" cy="4386970"/>
              </a:xfrm>
              <a:prstGeom prst="rect">
                <a:avLst/>
              </a:prstGeom>
              <a:blipFill>
                <a:blip r:embed="rId2"/>
                <a:stretch>
                  <a:fillRect r="-8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AE743F0-60C3-2C00-789D-8D2C09DEC5C4}"/>
                  </a:ext>
                </a:extLst>
              </p:cNvPr>
              <p:cNvSpPr txBox="1"/>
              <p:nvPr/>
            </p:nvSpPr>
            <p:spPr>
              <a:xfrm>
                <a:off x="98385" y="4488370"/>
                <a:ext cx="6661230" cy="51952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GB" sz="1200" b="1" kern="0" noProof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Question 6.</a:t>
                </a:r>
                <a:endParaRPr lang="en-GB" sz="1200" kern="100" noProof="0">
                  <a:effectLst/>
                  <a:latin typeface="Aptos" panose="020B0004020202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kern="0" noProof="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𝑣</m:t>
                      </m:r>
                      <m:r>
                        <a:rPr lang="en-GB" sz="1200" i="1" kern="0" baseline="30000" noProof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lang="en-GB" sz="1200" i="1" kern="0" noProof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= </m:t>
                      </m:r>
                      <m:r>
                        <a:rPr lang="en-GB" sz="1200" i="1" kern="0" noProof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𝑢</m:t>
                      </m:r>
                      <m:r>
                        <a:rPr lang="en-GB" sz="1200" i="1" kern="0" baseline="30000" noProof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lang="en-GB" sz="1200" i="1" kern="0" noProof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+ 2</m:t>
                      </m:r>
                      <m:r>
                        <a:rPr lang="en-GB" sz="1200" i="1" kern="0" noProof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𝑎𝑠</m:t>
                      </m:r>
                    </m:oMath>
                  </m:oMathPara>
                </a14:m>
                <a:endParaRPr lang="en-GB" sz="1200" kern="100" noProof="0">
                  <a:effectLst/>
                  <a:latin typeface="Aptos" panose="020B0004020202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200" i="1" kern="0" noProof="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𝑢</m:t>
                      </m:r>
                      <m:r>
                        <a:rPr lang="en-GB" sz="1200" i="1" kern="0" noProof="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= 12     </m:t>
                      </m:r>
                      <m:r>
                        <a:rPr lang="en-GB" sz="1200" i="1" kern="0" noProof="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n-GB" sz="1200" i="1" kern="0" noProof="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= –3     </m:t>
                      </m:r>
                      <m:r>
                        <a:rPr lang="en-GB" sz="1200" i="1" kern="0" noProof="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𝑠</m:t>
                      </m:r>
                      <m:r>
                        <a:rPr lang="en-GB" sz="1200" i="1" kern="0" noProof="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= 18</m:t>
                      </m:r>
                    </m:oMath>
                  </m:oMathPara>
                </a14:m>
                <a:endParaRPr lang="en-GB" sz="1200" kern="100" noProof="0">
                  <a:effectLst/>
                  <a:latin typeface="Aptos" panose="020B0004020202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GB" sz="1200" kern="0" noProof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(a)  Work out a value of </a:t>
                </a:r>
                <a14:m>
                  <m:oMath xmlns:m="http://schemas.openxmlformats.org/officeDocument/2006/math">
                    <m:r>
                      <a:rPr lang="en-GB" sz="1200" i="1" kern="0" noProof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GB" sz="1200" i="1" kern="0" noProof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GB" sz="1200" kern="100" noProof="0">
                  <a:effectLst/>
                  <a:latin typeface="Aptos" panose="020B0004020202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r">
                  <a:lnSpc>
                    <a:spcPct val="115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br>
                  <a:rPr lang="en-GB" sz="1200" kern="0" noProof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br>
                  <a:rPr lang="en-GB" sz="1200" kern="0" noProof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br>
                  <a:rPr lang="en-GB" sz="1200" kern="0" noProof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br>
                  <a:rPr lang="en-GB" sz="1200" kern="0" noProof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GB" sz="1200" kern="0" noProof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........................................................... </a:t>
                </a:r>
                <a:endParaRPr lang="en-GB" sz="1200" kern="100" noProof="0">
                  <a:effectLst/>
                  <a:latin typeface="Aptos" panose="020B0004020202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r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GB" sz="1200" b="1" kern="0" noProof="0">
                    <a:solidFill>
                      <a:srgbClr val="A8AAAD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(2)</a:t>
                </a:r>
                <a:endParaRPr lang="en-GB" sz="1200" kern="100" noProof="0">
                  <a:effectLst/>
                  <a:latin typeface="Aptos" panose="020B0004020202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GB" sz="1200" kern="0" noProof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(b)  Make </a:t>
                </a:r>
                <a14:m>
                  <m:oMath xmlns:m="http://schemas.openxmlformats.org/officeDocument/2006/math">
                    <m:r>
                      <a:rPr lang="en-GB" sz="1200" i="1" kern="0" noProof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𝑠</m:t>
                    </m:r>
                  </m:oMath>
                </a14:m>
                <a:r>
                  <a:rPr lang="en-GB" sz="1200" kern="0" noProof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the subject of </a:t>
                </a:r>
                <a14:m>
                  <m:oMath xmlns:m="http://schemas.openxmlformats.org/officeDocument/2006/math">
                    <m:r>
                      <a:rPr lang="en-GB" sz="1200" i="1" kern="0" noProof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GB" sz="1200" i="1" kern="0" baseline="30000" noProof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GB" sz="1200" i="1" kern="0" noProof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en-GB" sz="1200" i="1" kern="0" noProof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GB" sz="1200" i="1" kern="0" baseline="30000" noProof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GB" sz="1200" i="1" kern="0" noProof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+ 2</m:t>
                    </m:r>
                    <m:r>
                      <a:rPr lang="en-GB" sz="1200" i="1" kern="0" noProof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𝑎𝑠</m:t>
                    </m:r>
                  </m:oMath>
                </a14:m>
                <a:endParaRPr lang="en-GB" sz="1200" kern="100" noProof="0">
                  <a:effectLst/>
                  <a:latin typeface="Aptos" panose="020B0004020202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r">
                  <a:lnSpc>
                    <a:spcPct val="115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br>
                  <a:rPr lang="en-GB" sz="1200" kern="0" noProof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en-GB" sz="1200" kern="0" noProof="0"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r">
                  <a:lnSpc>
                    <a:spcPct val="115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endParaRPr lang="en-GB" sz="1200" kern="0" noProof="0">
                  <a:latin typeface="Arial" panose="020B0604020202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r">
                  <a:lnSpc>
                    <a:spcPct val="115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br>
                  <a:rPr lang="en-GB" sz="1200" kern="0" noProof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GB" sz="1200" kern="0" noProof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...................................................................................................................... </a:t>
                </a:r>
                <a:endParaRPr lang="en-GB" sz="1200" kern="100" noProof="0">
                  <a:effectLst/>
                  <a:latin typeface="Aptos" panose="020B0004020202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r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GB" sz="1200" b="1" kern="0" noProof="0">
                    <a:solidFill>
                      <a:srgbClr val="A8AAAD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(2)</a:t>
                </a:r>
                <a:endParaRPr lang="en-GB" sz="1200" kern="100" noProof="0">
                  <a:effectLst/>
                  <a:latin typeface="Aptos" panose="020B0004020202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r">
                  <a:buNone/>
                </a:pPr>
                <a:r>
                  <a:rPr lang="en-GB" sz="1200" b="1" kern="0" noProof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(Total for question = 4 marks)</a:t>
                </a:r>
                <a:endParaRPr lang="en-GB" sz="1200" noProof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AE743F0-60C3-2C00-789D-8D2C09DEC5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85" y="4488370"/>
                <a:ext cx="6661230" cy="5195268"/>
              </a:xfrm>
              <a:prstGeom prst="rect">
                <a:avLst/>
              </a:prstGeom>
              <a:blipFill>
                <a:blip r:embed="rId3"/>
                <a:stretch>
                  <a:fillRect r="-10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>
            <a:extLst>
              <a:ext uri="{FF2B5EF4-FFF2-40B4-BE49-F238E27FC236}">
                <a16:creationId xmlns:a16="http://schemas.microsoft.com/office/drawing/2014/main" id="{0726644C-7722-91EE-AE80-FA5A17DC72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6262" y="4953000"/>
            <a:ext cx="6810375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>
            <a:extLst>
              <a:ext uri="{FF2B5EF4-FFF2-40B4-BE49-F238E27FC236}">
                <a16:creationId xmlns:a16="http://schemas.microsoft.com/office/drawing/2014/main" id="{A9914DF3-761D-05E1-98BD-DD25E449BC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9136" y="495950"/>
            <a:ext cx="6667500" cy="168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8FFC02C-9BBE-B640-E75F-2A414518AEAB}"/>
              </a:ext>
            </a:extLst>
          </p:cNvPr>
          <p:cNvCxnSpPr>
            <a:cxnSpLocks/>
          </p:cNvCxnSpPr>
          <p:nvPr/>
        </p:nvCxnSpPr>
        <p:spPr>
          <a:xfrm>
            <a:off x="584200" y="4436481"/>
            <a:ext cx="5541736" cy="518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DDE60F5E-89F7-1C95-DB04-C615546C6B3E}"/>
              </a:ext>
            </a:extLst>
          </p:cNvPr>
          <p:cNvSpPr txBox="1">
            <a:spLocks/>
          </p:cNvSpPr>
          <p:nvPr/>
        </p:nvSpPr>
        <p:spPr>
          <a:xfrm>
            <a:off x="5214735" y="9452697"/>
            <a:ext cx="157427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6C3A38-D272-42AA-9C88-F1FBEAE20D2C}" type="slidenum">
              <a:rPr lang="en-GB" noProof="0" smtClean="0"/>
              <a:pPr/>
              <a:t>15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6052197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AAB6388F5B3DD48A4F5524A84895604" ma:contentTypeVersion="14" ma:contentTypeDescription="Create a new document." ma:contentTypeScope="" ma:versionID="d122bacdc6e0e52b1daab86e5e474f38">
  <xsd:schema xmlns:xsd="http://www.w3.org/2001/XMLSchema" xmlns:xs="http://www.w3.org/2001/XMLSchema" xmlns:p="http://schemas.microsoft.com/office/2006/metadata/properties" xmlns:ns2="e30b71df-48f4-4db7-95c3-a9033c265cb9" xmlns:ns3="608ebbb4-e88b-4c99-b506-21d9362781c6" targetNamespace="http://schemas.microsoft.com/office/2006/metadata/properties" ma:root="true" ma:fieldsID="c50e756327527929f9f40a94500ed9ef" ns2:_="" ns3:_="">
    <xsd:import namespace="e30b71df-48f4-4db7-95c3-a9033c265cb9"/>
    <xsd:import namespace="608ebbb4-e88b-4c99-b506-21d9362781c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MediaServiceGenerationTime" minOccurs="0"/>
                <xsd:element ref="ns2:MediaServiceEventHashCod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0b71df-48f4-4db7-95c3-a9033c265cb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8ebbb4-e88b-4c99-b506-21d9362781c6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0B18C6B-5F2A-4076-B4FD-346B3D63DE76}">
  <ds:schemaRefs>
    <ds:schemaRef ds:uri="http://schemas.microsoft.com/office/2006/metadata/properties"/>
    <ds:schemaRef ds:uri="http://purl.org/dc/terms/"/>
    <ds:schemaRef ds:uri="608ebbb4-e88b-4c99-b506-21d9362781c6"/>
    <ds:schemaRef ds:uri="e30b71df-48f4-4db7-95c3-a9033c265cb9"/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5557C2D2-7612-45BC-A8F6-AD4D2D23682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30b71df-48f4-4db7-95c3-a9033c265cb9"/>
    <ds:schemaRef ds:uri="608ebbb4-e88b-4c99-b506-21d9362781c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FB12542-D13C-4370-82E4-6859EAE6CA3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978</TotalTime>
  <Words>3090</Words>
  <Application>Microsoft Office PowerPoint</Application>
  <PresentationFormat>A4 Paper (210x297 mm)</PresentationFormat>
  <Paragraphs>528</Paragraphs>
  <Slides>15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Marcus Lindley (Staff, Astrea Academy Sheffield)</dc:creator>
  <cp:lastModifiedBy>Kathryn Clark (Astrea Central)</cp:lastModifiedBy>
  <cp:revision>1</cp:revision>
  <dcterms:created xsi:type="dcterms:W3CDTF">2024-09-30T17:58:18Z</dcterms:created>
  <dcterms:modified xsi:type="dcterms:W3CDTF">2025-08-21T08:56:59Z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0x010100CAAB6388F5B3DD48A4F5524A84895604</vt:lpwstr>
  </property>
  <property fmtid="{D5CDD505-2E9C-101B-9397-08002B2CF9AE}" pid="3" name="MediaServiceImageTags">
    <vt:lpwstr/>
  </property>
  <property fmtid="{D5CDD505-2E9C-101B-9397-08002B2CF9AE}" pid="4" name="xd_ProgID">
    <vt:lpwstr/>
  </property>
  <property fmtid="{D5CDD505-2E9C-101B-9397-08002B2CF9AE}" pid="5" name="ComplianceAssetId">
    <vt:lpwstr/>
  </property>
  <property fmtid="{D5CDD505-2E9C-101B-9397-08002B2CF9AE}" pid="6" name="TemplateUrl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  <property fmtid="{D5CDD505-2E9C-101B-9397-08002B2CF9AE}" pid="9" name="xd_Signature">
    <vt:bool>false</vt:bool>
  </property>
</Properties>
</file>