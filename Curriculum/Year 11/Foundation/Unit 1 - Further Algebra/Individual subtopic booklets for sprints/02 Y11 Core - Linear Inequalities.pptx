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3"/>
  </p:notesMasterIdLst>
  <p:sldIdLst>
    <p:sldId id="2723" r:id="rId5"/>
    <p:sldId id="2724" r:id="rId6"/>
    <p:sldId id="2725" r:id="rId7"/>
    <p:sldId id="2667" r:id="rId8"/>
    <p:sldId id="2717" r:id="rId9"/>
    <p:sldId id="2718" r:id="rId10"/>
    <p:sldId id="2720" r:id="rId11"/>
    <p:sldId id="2721" r:id="rId12"/>
    <p:sldId id="2722" r:id="rId13"/>
    <p:sldId id="2747" r:id="rId14"/>
    <p:sldId id="2716" r:id="rId15"/>
    <p:sldId id="2726" r:id="rId16"/>
    <p:sldId id="2727" r:id="rId17"/>
    <p:sldId id="2728" r:id="rId18"/>
    <p:sldId id="2729" r:id="rId19"/>
    <p:sldId id="2695" r:id="rId20"/>
    <p:sldId id="2730" r:id="rId21"/>
    <p:sldId id="2731" r:id="rId22"/>
    <p:sldId id="2748" r:id="rId23"/>
    <p:sldId id="2732" r:id="rId24"/>
    <p:sldId id="2749" r:id="rId25"/>
    <p:sldId id="2750" r:id="rId26"/>
    <p:sldId id="2751" r:id="rId27"/>
    <p:sldId id="2736" r:id="rId28"/>
    <p:sldId id="2737" r:id="rId29"/>
    <p:sldId id="2738" r:id="rId30"/>
    <p:sldId id="2752" r:id="rId31"/>
    <p:sldId id="2753" r:id="rId32"/>
    <p:sldId id="2739" r:id="rId33"/>
    <p:sldId id="2754" r:id="rId34"/>
    <p:sldId id="2740" r:id="rId35"/>
    <p:sldId id="2741" r:id="rId36"/>
    <p:sldId id="2746" r:id="rId37"/>
    <p:sldId id="2742" r:id="rId38"/>
    <p:sldId id="2743" r:id="rId39"/>
    <p:sldId id="2755" r:id="rId40"/>
    <p:sldId id="2744" r:id="rId41"/>
    <p:sldId id="2745" r:id="rId4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derstanding Inequality Notation" id="{010BA616-2EF4-4A8F-9839-0DE419C69D9E}">
          <p14:sldIdLst>
            <p14:sldId id="2723"/>
            <p14:sldId id="2724"/>
            <p14:sldId id="2725"/>
          </p14:sldIdLst>
        </p14:section>
        <p14:section name="Inequalities on Number Lines" id="{3A54102A-C98B-44C3-B255-3B7A3E093F4B}">
          <p14:sldIdLst>
            <p14:sldId id="2667"/>
            <p14:sldId id="2717"/>
            <p14:sldId id="2718"/>
            <p14:sldId id="2720"/>
            <p14:sldId id="2721"/>
            <p14:sldId id="2722"/>
            <p14:sldId id="2747"/>
          </p14:sldIdLst>
        </p14:section>
        <p14:section name="Solving Linear Inequalities" id="{C0E3C16B-3C47-4FC3-A324-BFB15F5272D7}">
          <p14:sldIdLst>
            <p14:sldId id="2716"/>
            <p14:sldId id="2726"/>
            <p14:sldId id="2727"/>
            <p14:sldId id="2728"/>
            <p14:sldId id="2729"/>
            <p14:sldId id="2695"/>
            <p14:sldId id="2730"/>
            <p14:sldId id="2731"/>
            <p14:sldId id="2748"/>
            <p14:sldId id="2732"/>
            <p14:sldId id="2749"/>
            <p14:sldId id="2750"/>
            <p14:sldId id="2751"/>
            <p14:sldId id="2736"/>
            <p14:sldId id="2737"/>
            <p14:sldId id="2738"/>
            <p14:sldId id="2752"/>
            <p14:sldId id="2753"/>
          </p14:sldIdLst>
        </p14:section>
        <p14:section name="Double-Sided Inequalties" id="{E0A6B548-BC1D-45A3-920E-DB7EDDDD6AED}">
          <p14:sldIdLst>
            <p14:sldId id="2739"/>
            <p14:sldId id="2754"/>
            <p14:sldId id="2740"/>
            <p14:sldId id="2741"/>
            <p14:sldId id="2746"/>
            <p14:sldId id="2742"/>
            <p14:sldId id="2743"/>
            <p14:sldId id="2755"/>
            <p14:sldId id="2744"/>
            <p14:sldId id="274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C08EB3B-5835-B75B-6063-544D6C77522D}" name="Kathryn Clark (Astrea Central)" initials="KC" userId="S::kathryn.clark@astreaacademytrust.org::d0e16b62-87cd-4242-828a-2f5e276be710" providerId="AD"/>
  <p188:author id="{96C0476A-192A-E270-0014-0328538DA927}" name="Adam Brown (Astrea Central)" initials="AC" userId="S::adam.brown@astreaacademytrust.org::e4577f1c-a0ea-4eef-9851-9bdbe8619e58" providerId="AD"/>
  <p188:author id="{0E0E0699-6B8A-23CD-720D-DFF91356B330}" name="Kathryn Clark (Astrea Central)" initials="KC" userId="S::Kathryn.Clark@astreaacademytrust.org::d0e16b62-87cd-4242-828a-2f5e276be71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242"/>
    <a:srgbClr val="82ADE1"/>
    <a:srgbClr val="EF7266"/>
    <a:srgbClr val="7E2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0656A6-E0E5-4B99-B502-E29F9BD4ABAA}" v="68" dt="2025-08-20T16:59:36.8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61" autoAdjust="0"/>
    <p:restoredTop sz="95884" autoAdjust="0"/>
  </p:normalViewPr>
  <p:slideViewPr>
    <p:cSldViewPr snapToGrid="0">
      <p:cViewPr>
        <p:scale>
          <a:sx n="66" d="100"/>
          <a:sy n="66" d="100"/>
        </p:scale>
        <p:origin x="2035" y="-653"/>
      </p:cViewPr>
      <p:guideLst/>
    </p:cSldViewPr>
  </p:slideViewPr>
  <p:notesTextViewPr>
    <p:cViewPr>
      <p:scale>
        <a:sx n="1" d="1"/>
        <a:sy n="1" d="1"/>
      </p:scale>
      <p:origin x="0" y="0"/>
    </p:cViewPr>
  </p:notesTextViewPr>
  <p:sorterViewPr>
    <p:cViewPr>
      <p:scale>
        <a:sx n="125" d="100"/>
        <a:sy n="125" d="100"/>
      </p:scale>
      <p:origin x="0" y="-1523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hryn Clark (Astrea Central)" userId="d0e16b62-87cd-4242-828a-2f5e276be710" providerId="ADAL" clId="{9ACBA460-0CD9-4CEF-8466-0BECE23486AA}"/>
    <pc:docChg chg="delSld modSld delSection modSection">
      <pc:chgData name="Kathryn Clark (Astrea Central)" userId="d0e16b62-87cd-4242-828a-2f5e276be710" providerId="ADAL" clId="{9ACBA460-0CD9-4CEF-8466-0BECE23486AA}" dt="2025-08-06T16:08:27.734" v="112"/>
      <pc:docMkLst>
        <pc:docMk/>
      </pc:docMkLst>
      <pc:sldChg chg="del">
        <pc:chgData name="Kathryn Clark (Astrea Central)" userId="d0e16b62-87cd-4242-828a-2f5e276be710" providerId="ADAL" clId="{9ACBA460-0CD9-4CEF-8466-0BECE23486AA}" dt="2025-08-06T15:05:26.121" v="0" actId="47"/>
        <pc:sldMkLst>
          <pc:docMk/>
          <pc:sldMk cId="3872383198" sldId="257"/>
        </pc:sldMkLst>
      </pc:sldChg>
      <pc:sldChg chg="del">
        <pc:chgData name="Kathryn Clark (Astrea Central)" userId="d0e16b62-87cd-4242-828a-2f5e276be710" providerId="ADAL" clId="{9ACBA460-0CD9-4CEF-8466-0BECE23486AA}" dt="2025-08-06T15:05:26.692" v="1" actId="47"/>
        <pc:sldMkLst>
          <pc:docMk/>
          <pc:sldMk cId="3405770585" sldId="258"/>
        </pc:sldMkLst>
      </pc:sldChg>
      <pc:sldChg chg="del">
        <pc:chgData name="Kathryn Clark (Astrea Central)" userId="d0e16b62-87cd-4242-828a-2f5e276be710" providerId="ADAL" clId="{9ACBA460-0CD9-4CEF-8466-0BECE23486AA}" dt="2025-08-06T15:05:27.437" v="2" actId="47"/>
        <pc:sldMkLst>
          <pc:docMk/>
          <pc:sldMk cId="3577189475" sldId="259"/>
        </pc:sldMkLst>
      </pc:sldChg>
      <pc:sldChg chg="modSp mod">
        <pc:chgData name="Kathryn Clark (Astrea Central)" userId="d0e16b62-87cd-4242-828a-2f5e276be710" providerId="ADAL" clId="{9ACBA460-0CD9-4CEF-8466-0BECE23486AA}" dt="2025-08-06T16:01:31.389" v="29" actId="6549"/>
        <pc:sldMkLst>
          <pc:docMk/>
          <pc:sldMk cId="2888631115" sldId="2667"/>
        </pc:sldMkLst>
        <pc:spChg chg="mod">
          <ac:chgData name="Kathryn Clark (Astrea Central)" userId="d0e16b62-87cd-4242-828a-2f5e276be710" providerId="ADAL" clId="{9ACBA460-0CD9-4CEF-8466-0BECE23486AA}" dt="2025-08-06T16:01:31.389" v="29" actId="6549"/>
          <ac:spMkLst>
            <pc:docMk/>
            <pc:sldMk cId="2888631115" sldId="2667"/>
            <ac:spMk id="12" creationId="{908D6343-46B7-D555-216C-ABAC2C0CA035}"/>
          </ac:spMkLst>
        </pc:spChg>
        <pc:spChg chg="mod">
          <ac:chgData name="Kathryn Clark (Astrea Central)" userId="d0e16b62-87cd-4242-828a-2f5e276be710" providerId="ADAL" clId="{9ACBA460-0CD9-4CEF-8466-0BECE23486AA}" dt="2025-08-06T16:01:28.289" v="25" actId="6549"/>
          <ac:spMkLst>
            <pc:docMk/>
            <pc:sldMk cId="2888631115" sldId="2667"/>
            <ac:spMk id="70" creationId="{E3A83C37-429B-B44E-B9E5-6054EBA2FC17}"/>
          </ac:spMkLst>
        </pc:spChg>
      </pc:sldChg>
      <pc:sldChg chg="modSp mod">
        <pc:chgData name="Kathryn Clark (Astrea Central)" userId="d0e16b62-87cd-4242-828a-2f5e276be710" providerId="ADAL" clId="{9ACBA460-0CD9-4CEF-8466-0BECE23486AA}" dt="2025-08-06T16:02:14.981" v="48" actId="20577"/>
        <pc:sldMkLst>
          <pc:docMk/>
          <pc:sldMk cId="857558838" sldId="2716"/>
        </pc:sldMkLst>
        <pc:spChg chg="mod">
          <ac:chgData name="Kathryn Clark (Astrea Central)" userId="d0e16b62-87cd-4242-828a-2f5e276be710" providerId="ADAL" clId="{9ACBA460-0CD9-4CEF-8466-0BECE23486AA}" dt="2025-08-06T16:02:14.981" v="48" actId="20577"/>
          <ac:spMkLst>
            <pc:docMk/>
            <pc:sldMk cId="857558838" sldId="2716"/>
            <ac:spMk id="13" creationId="{D71ECD93-146E-90E6-0E12-F08203D076B4}"/>
          </ac:spMkLst>
        </pc:spChg>
        <pc:spChg chg="mod">
          <ac:chgData name="Kathryn Clark (Astrea Central)" userId="d0e16b62-87cd-4242-828a-2f5e276be710" providerId="ADAL" clId="{9ACBA460-0CD9-4CEF-8466-0BECE23486AA}" dt="2025-08-06T16:01:56.707" v="42" actId="6549"/>
          <ac:spMkLst>
            <pc:docMk/>
            <pc:sldMk cId="857558838" sldId="2716"/>
            <ac:spMk id="70" creationId="{0AE419D2-75EC-87CC-D160-F162FCD5634D}"/>
          </ac:spMkLst>
        </pc:spChg>
      </pc:sldChg>
      <pc:sldChg chg="modSp mod">
        <pc:chgData name="Kathryn Clark (Astrea Central)" userId="d0e16b62-87cd-4242-828a-2f5e276be710" providerId="ADAL" clId="{9ACBA460-0CD9-4CEF-8466-0BECE23486AA}" dt="2025-08-06T16:01:44.709" v="33" actId="6549"/>
        <pc:sldMkLst>
          <pc:docMk/>
          <pc:sldMk cId="1044138969" sldId="2720"/>
        </pc:sldMkLst>
        <pc:spChg chg="mod">
          <ac:chgData name="Kathryn Clark (Astrea Central)" userId="d0e16b62-87cd-4242-828a-2f5e276be710" providerId="ADAL" clId="{9ACBA460-0CD9-4CEF-8466-0BECE23486AA}" dt="2025-08-06T16:01:44.709" v="33" actId="6549"/>
          <ac:spMkLst>
            <pc:docMk/>
            <pc:sldMk cId="1044138969" sldId="2720"/>
            <ac:spMk id="15" creationId="{E30DF3CB-4C8D-5D4D-B934-8A43233D7066}"/>
          </ac:spMkLst>
        </pc:spChg>
      </pc:sldChg>
      <pc:sldChg chg="modSp mod">
        <pc:chgData name="Kathryn Clark (Astrea Central)" userId="d0e16b62-87cd-4242-828a-2f5e276be710" providerId="ADAL" clId="{9ACBA460-0CD9-4CEF-8466-0BECE23486AA}" dt="2025-08-06T16:01:16.133" v="16" actId="6549"/>
        <pc:sldMkLst>
          <pc:docMk/>
          <pc:sldMk cId="1382269724" sldId="2723"/>
        </pc:sldMkLst>
        <pc:spChg chg="mod">
          <ac:chgData name="Kathryn Clark (Astrea Central)" userId="d0e16b62-87cd-4242-828a-2f5e276be710" providerId="ADAL" clId="{9ACBA460-0CD9-4CEF-8466-0BECE23486AA}" dt="2025-08-06T16:01:16.133" v="16" actId="6549"/>
          <ac:spMkLst>
            <pc:docMk/>
            <pc:sldMk cId="1382269724" sldId="2723"/>
            <ac:spMk id="14" creationId="{14D67CC6-ECAD-4792-6DFF-F3D6DFC05034}"/>
          </ac:spMkLst>
        </pc:spChg>
        <pc:spChg chg="mod">
          <ac:chgData name="Kathryn Clark (Astrea Central)" userId="d0e16b62-87cd-4242-828a-2f5e276be710" providerId="ADAL" clId="{9ACBA460-0CD9-4CEF-8466-0BECE23486AA}" dt="2025-08-06T16:01:11.354" v="11" actId="6549"/>
          <ac:spMkLst>
            <pc:docMk/>
            <pc:sldMk cId="1382269724" sldId="2723"/>
            <ac:spMk id="70" creationId="{4859D511-C27B-5EEA-F5F8-1A20151C196A}"/>
          </ac:spMkLst>
        </pc:spChg>
      </pc:sldChg>
      <pc:sldChg chg="modSp mod">
        <pc:chgData name="Kathryn Clark (Astrea Central)" userId="d0e16b62-87cd-4242-828a-2f5e276be710" providerId="ADAL" clId="{9ACBA460-0CD9-4CEF-8466-0BECE23486AA}" dt="2025-08-06T16:01:19.548" v="21" actId="20577"/>
        <pc:sldMkLst>
          <pc:docMk/>
          <pc:sldMk cId="218525402" sldId="2724"/>
        </pc:sldMkLst>
        <pc:spChg chg="mod">
          <ac:chgData name="Kathryn Clark (Astrea Central)" userId="d0e16b62-87cd-4242-828a-2f5e276be710" providerId="ADAL" clId="{9ACBA460-0CD9-4CEF-8466-0BECE23486AA}" dt="2025-08-06T16:01:19.548" v="21" actId="20577"/>
          <ac:spMkLst>
            <pc:docMk/>
            <pc:sldMk cId="218525402" sldId="2724"/>
            <ac:spMk id="14" creationId="{37143419-7A91-2AB5-8A9D-84CF6002B0B2}"/>
          </ac:spMkLst>
        </pc:spChg>
      </pc:sldChg>
      <pc:sldChg chg="modSp mod">
        <pc:chgData name="Kathryn Clark (Astrea Central)" userId="d0e16b62-87cd-4242-828a-2f5e276be710" providerId="ADAL" clId="{9ACBA460-0CD9-4CEF-8466-0BECE23486AA}" dt="2025-08-06T16:02:22.236" v="52" actId="6549"/>
        <pc:sldMkLst>
          <pc:docMk/>
          <pc:sldMk cId="1578618602" sldId="2728"/>
        </pc:sldMkLst>
        <pc:spChg chg="mod">
          <ac:chgData name="Kathryn Clark (Astrea Central)" userId="d0e16b62-87cd-4242-828a-2f5e276be710" providerId="ADAL" clId="{9ACBA460-0CD9-4CEF-8466-0BECE23486AA}" dt="2025-08-06T16:02:22.236" v="52" actId="6549"/>
          <ac:spMkLst>
            <pc:docMk/>
            <pc:sldMk cId="1578618602" sldId="2728"/>
            <ac:spMk id="11" creationId="{7E7A7D50-17D0-D706-917B-99D91F88DAE3}"/>
          </ac:spMkLst>
        </pc:spChg>
      </pc:sldChg>
      <pc:sldChg chg="modSp mod">
        <pc:chgData name="Kathryn Clark (Astrea Central)" userId="d0e16b62-87cd-4242-828a-2f5e276be710" providerId="ADAL" clId="{9ACBA460-0CD9-4CEF-8466-0BECE23486AA}" dt="2025-08-06T16:04:36.465" v="104" actId="6549"/>
        <pc:sldMkLst>
          <pc:docMk/>
          <pc:sldMk cId="1244038654" sldId="2736"/>
        </pc:sldMkLst>
        <pc:spChg chg="mod">
          <ac:chgData name="Kathryn Clark (Astrea Central)" userId="d0e16b62-87cd-4242-828a-2f5e276be710" providerId="ADAL" clId="{9ACBA460-0CD9-4CEF-8466-0BECE23486AA}" dt="2025-08-06T16:04:36.465" v="104" actId="6549"/>
          <ac:spMkLst>
            <pc:docMk/>
            <pc:sldMk cId="1244038654" sldId="2736"/>
            <ac:spMk id="2" creationId="{6A8D71DC-F2C0-95D2-4C5E-77882F602DB9}"/>
          </ac:spMkLst>
        </pc:spChg>
        <pc:graphicFrameChg chg="mod">
          <ac:chgData name="Kathryn Clark (Astrea Central)" userId="d0e16b62-87cd-4242-828a-2f5e276be710" providerId="ADAL" clId="{9ACBA460-0CD9-4CEF-8466-0BECE23486AA}" dt="2025-08-06T15:37:08.932" v="4"/>
          <ac:graphicFrameMkLst>
            <pc:docMk/>
            <pc:sldMk cId="1244038654" sldId="2736"/>
            <ac:graphicFrameMk id="107" creationId="{00000000-0000-0000-0000-000000000000}"/>
          </ac:graphicFrameMkLst>
        </pc:graphicFrameChg>
      </pc:sldChg>
      <pc:sldChg chg="modSp mod">
        <pc:chgData name="Kathryn Clark (Astrea Central)" userId="d0e16b62-87cd-4242-828a-2f5e276be710" providerId="ADAL" clId="{9ACBA460-0CD9-4CEF-8466-0BECE23486AA}" dt="2025-08-06T16:08:27.734" v="112"/>
        <pc:sldMkLst>
          <pc:docMk/>
          <pc:sldMk cId="4041451842" sldId="2739"/>
        </pc:sldMkLst>
        <pc:spChg chg="mod">
          <ac:chgData name="Kathryn Clark (Astrea Central)" userId="d0e16b62-87cd-4242-828a-2f5e276be710" providerId="ADAL" clId="{9ACBA460-0CD9-4CEF-8466-0BECE23486AA}" dt="2025-08-06T16:08:27.734" v="112"/>
          <ac:spMkLst>
            <pc:docMk/>
            <pc:sldMk cId="4041451842" sldId="2739"/>
            <ac:spMk id="10" creationId="{4100C4F9-9312-A29B-AF11-26B0477A50EB}"/>
          </ac:spMkLst>
        </pc:spChg>
        <pc:spChg chg="mod">
          <ac:chgData name="Kathryn Clark (Astrea Central)" userId="d0e16b62-87cd-4242-828a-2f5e276be710" providerId="ADAL" clId="{9ACBA460-0CD9-4CEF-8466-0BECE23486AA}" dt="2025-08-06T16:07:27.374" v="111" actId="20577"/>
          <ac:spMkLst>
            <pc:docMk/>
            <pc:sldMk cId="4041451842" sldId="2739"/>
            <ac:spMk id="70" creationId="{41996A7B-5335-9C99-A377-03E20E4CFF38}"/>
          </ac:spMkLst>
        </pc:spChg>
      </pc:sldChg>
      <pc:sldChg chg="modSp mod">
        <pc:chgData name="Kathryn Clark (Astrea Central)" userId="d0e16b62-87cd-4242-828a-2f5e276be710" providerId="ADAL" clId="{9ACBA460-0CD9-4CEF-8466-0BECE23486AA}" dt="2025-08-06T16:03:35.134" v="89" actId="6549"/>
        <pc:sldMkLst>
          <pc:docMk/>
          <pc:sldMk cId="1717132647" sldId="2742"/>
        </pc:sldMkLst>
        <pc:spChg chg="mod">
          <ac:chgData name="Kathryn Clark (Astrea Central)" userId="d0e16b62-87cd-4242-828a-2f5e276be710" providerId="ADAL" clId="{9ACBA460-0CD9-4CEF-8466-0BECE23486AA}" dt="2025-08-06T16:03:35.134" v="89" actId="6549"/>
          <ac:spMkLst>
            <pc:docMk/>
            <pc:sldMk cId="1717132647" sldId="2742"/>
            <ac:spMk id="15" creationId="{E6466D59-28B0-5189-D29A-C9A96545C1F1}"/>
          </ac:spMkLst>
        </pc:spChg>
      </pc:sldChg>
      <pc:sldChg chg="modSp mod">
        <pc:chgData name="Kathryn Clark (Astrea Central)" userId="d0e16b62-87cd-4242-828a-2f5e276be710" providerId="ADAL" clId="{9ACBA460-0CD9-4CEF-8466-0BECE23486AA}" dt="2025-08-06T16:02:30.555" v="57" actId="6549"/>
        <pc:sldMkLst>
          <pc:docMk/>
          <pc:sldMk cId="2236661851" sldId="2748"/>
        </pc:sldMkLst>
        <pc:spChg chg="mod">
          <ac:chgData name="Kathryn Clark (Astrea Central)" userId="d0e16b62-87cd-4242-828a-2f5e276be710" providerId="ADAL" clId="{9ACBA460-0CD9-4CEF-8466-0BECE23486AA}" dt="2025-08-06T16:02:30.555" v="57" actId="6549"/>
          <ac:spMkLst>
            <pc:docMk/>
            <pc:sldMk cId="2236661851" sldId="2748"/>
            <ac:spMk id="21" creationId="{FC1D73FB-7E54-824F-8D2E-DE5A472486F3}"/>
          </ac:spMkLst>
        </pc:spChg>
      </pc:sldChg>
      <pc:sldChg chg="modSp mod">
        <pc:chgData name="Kathryn Clark (Astrea Central)" userId="d0e16b62-87cd-4242-828a-2f5e276be710" providerId="ADAL" clId="{9ACBA460-0CD9-4CEF-8466-0BECE23486AA}" dt="2025-08-06T16:02:40.815" v="61" actId="6549"/>
        <pc:sldMkLst>
          <pc:docMk/>
          <pc:sldMk cId="1603520225" sldId="2751"/>
        </pc:sldMkLst>
        <pc:spChg chg="mod">
          <ac:chgData name="Kathryn Clark (Astrea Central)" userId="d0e16b62-87cd-4242-828a-2f5e276be710" providerId="ADAL" clId="{9ACBA460-0CD9-4CEF-8466-0BECE23486AA}" dt="2025-08-06T16:02:40.815" v="61" actId="6549"/>
          <ac:spMkLst>
            <pc:docMk/>
            <pc:sldMk cId="1603520225" sldId="2751"/>
            <ac:spMk id="7" creationId="{277913F6-B3A7-4645-437C-91C1B0C83F06}"/>
          </ac:spMkLst>
        </pc:spChg>
      </pc:sldChg>
    </pc:docChg>
  </pc:docChgLst>
  <pc:docChgLst>
    <pc:chgData name="Kathryn Clark (Astrea Central)" userId="d0e16b62-87cd-4242-828a-2f5e276be710" providerId="ADAL" clId="{BA0656A6-E0E5-4B99-B502-E29F9BD4ABAA}"/>
    <pc:docChg chg="modSld">
      <pc:chgData name="Kathryn Clark (Astrea Central)" userId="d0e16b62-87cd-4242-828a-2f5e276be710" providerId="ADAL" clId="{BA0656A6-E0E5-4B99-B502-E29F9BD4ABAA}" dt="2025-08-20T16:59:39.787" v="68" actId="1076"/>
      <pc:docMkLst>
        <pc:docMk/>
      </pc:docMkLst>
      <pc:sldChg chg="modSp">
        <pc:chgData name="Kathryn Clark (Astrea Central)" userId="d0e16b62-87cd-4242-828a-2f5e276be710" providerId="ADAL" clId="{BA0656A6-E0E5-4B99-B502-E29F9BD4ABAA}" dt="2025-08-20T12:59:28.789" v="0"/>
        <pc:sldMkLst>
          <pc:docMk/>
          <pc:sldMk cId="3660213305" sldId="2718"/>
        </pc:sldMkLst>
        <pc:graphicFrameChg chg="mod">
          <ac:chgData name="Kathryn Clark (Astrea Central)" userId="d0e16b62-87cd-4242-828a-2f5e276be710" providerId="ADAL" clId="{BA0656A6-E0E5-4B99-B502-E29F9BD4ABAA}" dt="2025-08-20T12:59:28.789" v="0"/>
          <ac:graphicFrameMkLst>
            <pc:docMk/>
            <pc:sldMk cId="3660213305" sldId="2718"/>
            <ac:graphicFrameMk id="4" creationId="{2ED0B58C-4BDF-616F-AD0E-F5C1B6870FDC}"/>
          </ac:graphicFrameMkLst>
        </pc:graphicFrameChg>
      </pc:sldChg>
      <pc:sldChg chg="modSp">
        <pc:chgData name="Kathryn Clark (Astrea Central)" userId="d0e16b62-87cd-4242-828a-2f5e276be710" providerId="ADAL" clId="{BA0656A6-E0E5-4B99-B502-E29F9BD4ABAA}" dt="2025-08-20T14:03:44.886" v="2" actId="20577"/>
        <pc:sldMkLst>
          <pc:docMk/>
          <pc:sldMk cId="1382269724" sldId="2723"/>
        </pc:sldMkLst>
        <pc:graphicFrameChg chg="mod">
          <ac:chgData name="Kathryn Clark (Astrea Central)" userId="d0e16b62-87cd-4242-828a-2f5e276be710" providerId="ADAL" clId="{BA0656A6-E0E5-4B99-B502-E29F9BD4ABAA}" dt="2025-08-20T14:03:44.886" v="2" actId="20577"/>
          <ac:graphicFrameMkLst>
            <pc:docMk/>
            <pc:sldMk cId="1382269724" sldId="2723"/>
            <ac:graphicFrameMk id="12" creationId="{1B4898F4-AC3A-E766-29B8-0A9B87178DB3}"/>
          </ac:graphicFrameMkLst>
        </pc:graphicFrameChg>
      </pc:sldChg>
      <pc:sldChg chg="modSp">
        <pc:chgData name="Kathryn Clark (Astrea Central)" userId="d0e16b62-87cd-4242-828a-2f5e276be710" providerId="ADAL" clId="{BA0656A6-E0E5-4B99-B502-E29F9BD4ABAA}" dt="2025-08-20T14:48:23.855" v="3"/>
        <pc:sldMkLst>
          <pc:docMk/>
          <pc:sldMk cId="672075193" sldId="2727"/>
        </pc:sldMkLst>
        <pc:graphicFrameChg chg="mod">
          <ac:chgData name="Kathryn Clark (Astrea Central)" userId="d0e16b62-87cd-4242-828a-2f5e276be710" providerId="ADAL" clId="{BA0656A6-E0E5-4B99-B502-E29F9BD4ABAA}" dt="2025-08-20T14:48:23.855" v="3"/>
          <ac:graphicFrameMkLst>
            <pc:docMk/>
            <pc:sldMk cId="672075193" sldId="2727"/>
            <ac:graphicFrameMk id="3" creationId="{FA7ECC46-257D-45EC-AAC9-AFD6F4AD9BAD}"/>
          </ac:graphicFrameMkLst>
        </pc:graphicFrameChg>
      </pc:sldChg>
      <pc:sldChg chg="modSp">
        <pc:chgData name="Kathryn Clark (Astrea Central)" userId="d0e16b62-87cd-4242-828a-2f5e276be710" providerId="ADAL" clId="{BA0656A6-E0E5-4B99-B502-E29F9BD4ABAA}" dt="2025-08-20T16:01:29.307" v="6" actId="20577"/>
        <pc:sldMkLst>
          <pc:docMk/>
          <pc:sldMk cId="820953386" sldId="2732"/>
        </pc:sldMkLst>
        <pc:graphicFrameChg chg="mod">
          <ac:chgData name="Kathryn Clark (Astrea Central)" userId="d0e16b62-87cd-4242-828a-2f5e276be710" providerId="ADAL" clId="{BA0656A6-E0E5-4B99-B502-E29F9BD4ABAA}" dt="2025-08-20T16:01:29.307" v="6" actId="20577"/>
          <ac:graphicFrameMkLst>
            <pc:docMk/>
            <pc:sldMk cId="820953386" sldId="2732"/>
            <ac:graphicFrameMk id="12" creationId="{69A922FB-C86D-E91F-75B7-CB804E5239D7}"/>
          </ac:graphicFrameMkLst>
        </pc:graphicFrameChg>
      </pc:sldChg>
      <pc:sldChg chg="addSp delSp modSp mod">
        <pc:chgData name="Kathryn Clark (Astrea Central)" userId="d0e16b62-87cd-4242-828a-2f5e276be710" providerId="ADAL" clId="{BA0656A6-E0E5-4B99-B502-E29F9BD4ABAA}" dt="2025-08-20T16:59:39.787" v="68" actId="1076"/>
        <pc:sldMkLst>
          <pc:docMk/>
          <pc:sldMk cId="933710123" sldId="2743"/>
        </pc:sldMkLst>
        <pc:spChg chg="del">
          <ac:chgData name="Kathryn Clark (Astrea Central)" userId="d0e16b62-87cd-4242-828a-2f5e276be710" providerId="ADAL" clId="{BA0656A6-E0E5-4B99-B502-E29F9BD4ABAA}" dt="2025-08-20T16:56:57.450" v="65" actId="478"/>
          <ac:spMkLst>
            <pc:docMk/>
            <pc:sldMk cId="933710123" sldId="2743"/>
            <ac:spMk id="5" creationId="{1401BC3F-20B0-E0ED-C9A9-FD511CFBB1E6}"/>
          </ac:spMkLst>
        </pc:spChg>
        <pc:spChg chg="del">
          <ac:chgData name="Kathryn Clark (Astrea Central)" userId="d0e16b62-87cd-4242-828a-2f5e276be710" providerId="ADAL" clId="{BA0656A6-E0E5-4B99-B502-E29F9BD4ABAA}" dt="2025-08-20T16:56:57.450" v="65" actId="478"/>
          <ac:spMkLst>
            <pc:docMk/>
            <pc:sldMk cId="933710123" sldId="2743"/>
            <ac:spMk id="7" creationId="{CF28FF64-712F-45F3-3D7D-6B97EB137B78}"/>
          </ac:spMkLst>
        </pc:spChg>
        <pc:graphicFrameChg chg="del">
          <ac:chgData name="Kathryn Clark (Astrea Central)" userId="d0e16b62-87cd-4242-828a-2f5e276be710" providerId="ADAL" clId="{BA0656A6-E0E5-4B99-B502-E29F9BD4ABAA}" dt="2025-08-20T16:56:57.450" v="65" actId="478"/>
          <ac:graphicFrameMkLst>
            <pc:docMk/>
            <pc:sldMk cId="933710123" sldId="2743"/>
            <ac:graphicFrameMk id="8" creationId="{3F2330DA-4689-FCED-DB09-3231C659AC20}"/>
          </ac:graphicFrameMkLst>
        </pc:graphicFrameChg>
        <pc:picChg chg="add mod">
          <ac:chgData name="Kathryn Clark (Astrea Central)" userId="d0e16b62-87cd-4242-828a-2f5e276be710" providerId="ADAL" clId="{BA0656A6-E0E5-4B99-B502-E29F9BD4ABAA}" dt="2025-08-20T16:59:39.787" v="68" actId="1076"/>
          <ac:picMkLst>
            <pc:docMk/>
            <pc:sldMk cId="933710123" sldId="2743"/>
            <ac:picMk id="3" creationId="{2EB0987C-9439-B054-8BF2-13CE7574793F}"/>
          </ac:picMkLst>
        </pc:picChg>
        <pc:picChg chg="del">
          <ac:chgData name="Kathryn Clark (Astrea Central)" userId="d0e16b62-87cd-4242-828a-2f5e276be710" providerId="ADAL" clId="{BA0656A6-E0E5-4B99-B502-E29F9BD4ABAA}" dt="2025-08-20T16:56:57.450" v="65" actId="478"/>
          <ac:picMkLst>
            <pc:docMk/>
            <pc:sldMk cId="933710123" sldId="2743"/>
            <ac:picMk id="9" creationId="{3BA5D1A5-FBA5-0AA1-4B89-2FB274C2A305}"/>
          </ac:picMkLst>
        </pc:picChg>
        <pc:picChg chg="del">
          <ac:chgData name="Kathryn Clark (Astrea Central)" userId="d0e16b62-87cd-4242-828a-2f5e276be710" providerId="ADAL" clId="{BA0656A6-E0E5-4B99-B502-E29F9BD4ABAA}" dt="2025-08-20T16:56:57.450" v="65" actId="478"/>
          <ac:picMkLst>
            <pc:docMk/>
            <pc:sldMk cId="933710123" sldId="2743"/>
            <ac:picMk id="10" creationId="{353AC8A4-E5A5-586E-E802-7969ABE60226}"/>
          </ac:picMkLst>
        </pc:picChg>
        <pc:picChg chg="del">
          <ac:chgData name="Kathryn Clark (Astrea Central)" userId="d0e16b62-87cd-4242-828a-2f5e276be710" providerId="ADAL" clId="{BA0656A6-E0E5-4B99-B502-E29F9BD4ABAA}" dt="2025-08-20T16:56:57.450" v="65" actId="478"/>
          <ac:picMkLst>
            <pc:docMk/>
            <pc:sldMk cId="933710123" sldId="2743"/>
            <ac:picMk id="11" creationId="{E587E033-A92B-7FBB-8E53-48957AA1806F}"/>
          </ac:picMkLst>
        </pc:picChg>
        <pc:picChg chg="del">
          <ac:chgData name="Kathryn Clark (Astrea Central)" userId="d0e16b62-87cd-4242-828a-2f5e276be710" providerId="ADAL" clId="{BA0656A6-E0E5-4B99-B502-E29F9BD4ABAA}" dt="2025-08-20T16:56:57.450" v="65" actId="478"/>
          <ac:picMkLst>
            <pc:docMk/>
            <pc:sldMk cId="933710123" sldId="2743"/>
            <ac:picMk id="12" creationId="{FD173222-B982-D6DB-CD5F-A2FD73AD8731}"/>
          </ac:picMkLst>
        </pc:picChg>
        <pc:picChg chg="del">
          <ac:chgData name="Kathryn Clark (Astrea Central)" userId="d0e16b62-87cd-4242-828a-2f5e276be710" providerId="ADAL" clId="{BA0656A6-E0E5-4B99-B502-E29F9BD4ABAA}" dt="2025-08-20T16:56:57.450" v="65" actId="478"/>
          <ac:picMkLst>
            <pc:docMk/>
            <pc:sldMk cId="933710123" sldId="2743"/>
            <ac:picMk id="13" creationId="{ABD4B062-5FC9-292B-1308-068C40BB9B42}"/>
          </ac:picMkLst>
        </pc:picChg>
        <pc:picChg chg="mod">
          <ac:chgData name="Kathryn Clark (Astrea Central)" userId="d0e16b62-87cd-4242-828a-2f5e276be710" providerId="ADAL" clId="{BA0656A6-E0E5-4B99-B502-E29F9BD4ABAA}" dt="2025-08-20T16:56:53.104" v="36" actId="1036"/>
          <ac:picMkLst>
            <pc:docMk/>
            <pc:sldMk cId="933710123" sldId="2743"/>
            <ac:picMk id="18" creationId="{BF7C4279-8FF0-149C-8183-E05A38664053}"/>
          </ac:picMkLst>
        </pc:picChg>
        <pc:picChg chg="mod">
          <ac:chgData name="Kathryn Clark (Astrea Central)" userId="d0e16b62-87cd-4242-828a-2f5e276be710" providerId="ADAL" clId="{BA0656A6-E0E5-4B99-B502-E29F9BD4ABAA}" dt="2025-08-20T16:56:53.104" v="36" actId="1036"/>
          <ac:picMkLst>
            <pc:docMk/>
            <pc:sldMk cId="933710123" sldId="2743"/>
            <ac:picMk id="19" creationId="{1C8FF186-153D-E7D8-588D-7DAEE0D689CB}"/>
          </ac:picMkLst>
        </pc:picChg>
        <pc:picChg chg="mod">
          <ac:chgData name="Kathryn Clark (Astrea Central)" userId="d0e16b62-87cd-4242-828a-2f5e276be710" providerId="ADAL" clId="{BA0656A6-E0E5-4B99-B502-E29F9BD4ABAA}" dt="2025-08-20T16:56:53.104" v="36" actId="1036"/>
          <ac:picMkLst>
            <pc:docMk/>
            <pc:sldMk cId="933710123" sldId="2743"/>
            <ac:picMk id="20" creationId="{2193154D-7F79-95F6-04F1-F5A99971FD9E}"/>
          </ac:picMkLst>
        </pc:picChg>
        <pc:picChg chg="mod">
          <ac:chgData name="Kathryn Clark (Astrea Central)" userId="d0e16b62-87cd-4242-828a-2f5e276be710" providerId="ADAL" clId="{BA0656A6-E0E5-4B99-B502-E29F9BD4ABAA}" dt="2025-08-20T16:56:55.970" v="64" actId="1035"/>
          <ac:picMkLst>
            <pc:docMk/>
            <pc:sldMk cId="933710123" sldId="2743"/>
            <ac:picMk id="24" creationId="{1908999E-9DB4-9CE3-02EB-E28D4439B191}"/>
          </ac:picMkLst>
        </pc:picChg>
        <pc:picChg chg="del mod">
          <ac:chgData name="Kathryn Clark (Astrea Central)" userId="d0e16b62-87cd-4242-828a-2f5e276be710" providerId="ADAL" clId="{BA0656A6-E0E5-4B99-B502-E29F9BD4ABAA}" dt="2025-08-20T16:59:36.722" v="66" actId="478"/>
          <ac:picMkLst>
            <pc:docMk/>
            <pc:sldMk cId="933710123" sldId="2743"/>
            <ac:picMk id="25" creationId="{3F640D7B-CFD8-67D4-6317-C70D65A48693}"/>
          </ac:picMkLst>
        </pc:picChg>
        <pc:picChg chg="mod">
          <ac:chgData name="Kathryn Clark (Astrea Central)" userId="d0e16b62-87cd-4242-828a-2f5e276be710" providerId="ADAL" clId="{BA0656A6-E0E5-4B99-B502-E29F9BD4ABAA}" dt="2025-08-20T16:56:55.970" v="64" actId="1035"/>
          <ac:picMkLst>
            <pc:docMk/>
            <pc:sldMk cId="933710123" sldId="2743"/>
            <ac:picMk id="26" creationId="{33CD8182-3128-DC46-F6FE-E19CC4006B0A}"/>
          </ac:picMkLst>
        </pc:picChg>
      </pc:sldChg>
      <pc:sldChg chg="modSp">
        <pc:chgData name="Kathryn Clark (Astrea Central)" userId="d0e16b62-87cd-4242-828a-2f5e276be710" providerId="ADAL" clId="{BA0656A6-E0E5-4B99-B502-E29F9BD4ABAA}" dt="2025-08-20T15:57:56.548" v="5" actId="20577"/>
        <pc:sldMkLst>
          <pc:docMk/>
          <pc:sldMk cId="2236661851" sldId="2748"/>
        </pc:sldMkLst>
        <pc:graphicFrameChg chg="mod">
          <ac:chgData name="Kathryn Clark (Astrea Central)" userId="d0e16b62-87cd-4242-828a-2f5e276be710" providerId="ADAL" clId="{BA0656A6-E0E5-4B99-B502-E29F9BD4ABAA}" dt="2025-08-20T15:57:56.548" v="5" actId="20577"/>
          <ac:graphicFrameMkLst>
            <pc:docMk/>
            <pc:sldMk cId="2236661851" sldId="2748"/>
            <ac:graphicFrameMk id="5" creationId="{C0D83A13-2C2C-3EB3-2305-3F06B76F4097}"/>
          </ac:graphicFrameMkLst>
        </pc:graphicFrameChg>
      </pc:sldChg>
      <pc:sldChg chg="modSp">
        <pc:chgData name="Kathryn Clark (Astrea Central)" userId="d0e16b62-87cd-4242-828a-2f5e276be710" providerId="ADAL" clId="{BA0656A6-E0E5-4B99-B502-E29F9BD4ABAA}" dt="2025-08-20T16:15:53.422" v="10" actId="20577"/>
        <pc:sldMkLst>
          <pc:docMk/>
          <pc:sldMk cId="771789548" sldId="2749"/>
        </pc:sldMkLst>
        <pc:graphicFrameChg chg="mod">
          <ac:chgData name="Kathryn Clark (Astrea Central)" userId="d0e16b62-87cd-4242-828a-2f5e276be710" providerId="ADAL" clId="{BA0656A6-E0E5-4B99-B502-E29F9BD4ABAA}" dt="2025-08-20T16:15:53.422" v="10" actId="20577"/>
          <ac:graphicFrameMkLst>
            <pc:docMk/>
            <pc:sldMk cId="771789548" sldId="2749"/>
            <ac:graphicFrameMk id="12" creationId="{BE0087FC-30AB-9EC2-7734-63F0C4F25A8E}"/>
          </ac:graphicFrameMkLst>
        </pc:graphicFrameChg>
      </pc:sldChg>
      <pc:sldChg chg="modSp">
        <pc:chgData name="Kathryn Clark (Astrea Central)" userId="d0e16b62-87cd-4242-828a-2f5e276be710" providerId="ADAL" clId="{BA0656A6-E0E5-4B99-B502-E29F9BD4ABAA}" dt="2025-08-20T16:17:35.923" v="11"/>
        <pc:sldMkLst>
          <pc:docMk/>
          <pc:sldMk cId="1973569719" sldId="2750"/>
        </pc:sldMkLst>
        <pc:graphicFrameChg chg="mod">
          <ac:chgData name="Kathryn Clark (Astrea Central)" userId="d0e16b62-87cd-4242-828a-2f5e276be710" providerId="ADAL" clId="{BA0656A6-E0E5-4B99-B502-E29F9BD4ABAA}" dt="2025-08-20T16:17:35.923" v="11"/>
          <ac:graphicFrameMkLst>
            <pc:docMk/>
            <pc:sldMk cId="1973569719" sldId="2750"/>
            <ac:graphicFrameMk id="12" creationId="{D4724B86-F4BA-F2AA-4720-7B9EFE3E129D}"/>
          </ac:graphicFrameMkLst>
        </pc:graphicFrameChg>
      </pc:sldChg>
    </pc:docChg>
  </pc:docChgLst>
  <pc:docChgLst>
    <pc:chgData name="Kathryn Clark (Astrea Central)" userId="d0e16b62-87cd-4242-828a-2f5e276be710" providerId="ADAL" clId="{2E4B42CF-5E76-4A2E-9C5A-EB3702C58194}"/>
    <pc:docChg chg="undo redo custSel addSld delSld modSld sldOrd addSection delSection modSection">
      <pc:chgData name="Kathryn Clark (Astrea Central)" userId="d0e16b62-87cd-4242-828a-2f5e276be710" providerId="ADAL" clId="{2E4B42CF-5E76-4A2E-9C5A-EB3702C58194}" dt="2025-08-06T14:34:17.402" v="11349" actId="20577"/>
      <pc:docMkLst>
        <pc:docMk/>
      </pc:docMkLst>
      <pc:sldChg chg="addSp delSp modSp mod">
        <pc:chgData name="Kathryn Clark (Astrea Central)" userId="d0e16b62-87cd-4242-828a-2f5e276be710" providerId="ADAL" clId="{2E4B42CF-5E76-4A2E-9C5A-EB3702C58194}" dt="2025-08-06T09:08:16.025" v="6023" actId="790"/>
        <pc:sldMkLst>
          <pc:docMk/>
          <pc:sldMk cId="3872383198" sldId="257"/>
        </pc:sldMkLst>
      </pc:sldChg>
      <pc:sldChg chg="modSp mod modCm">
        <pc:chgData name="Kathryn Clark (Astrea Central)" userId="d0e16b62-87cd-4242-828a-2f5e276be710" providerId="ADAL" clId="{2E4B42CF-5E76-4A2E-9C5A-EB3702C58194}" dt="2025-08-06T09:08:16.025" v="6023" actId="790"/>
        <pc:sldMkLst>
          <pc:docMk/>
          <pc:sldMk cId="3405770585" sldId="258"/>
        </pc:sldMkLst>
        <pc:extLst>
          <p:ext xmlns:p="http://schemas.openxmlformats.org/presentationml/2006/main" uri="{D6D511B9-2390-475A-947B-AFAB55BFBCF1}">
            <pc226:cmChg xmlns:pc226="http://schemas.microsoft.com/office/powerpoint/2022/06/main/command" chg="mod">
              <pc226:chgData name="Kathryn Clark (Astrea Central)" userId="d0e16b62-87cd-4242-828a-2f5e276be710" providerId="ADAL" clId="{2E4B42CF-5E76-4A2E-9C5A-EB3702C58194}" dt="2025-08-04T14:56:35.729" v="686" actId="20577"/>
              <pc2:cmMkLst xmlns:pc2="http://schemas.microsoft.com/office/powerpoint/2019/9/main/command">
                <pc:docMk/>
                <pc:sldMk cId="3405770585" sldId="258"/>
                <pc2:cmMk id="{79C59E80-4640-4955-9982-91B3C8B8B747}"/>
              </pc2:cmMkLst>
            </pc226:cmChg>
          </p:ext>
        </pc:extLst>
      </pc:sldChg>
      <pc:sldChg chg="modSp mod">
        <pc:chgData name="Kathryn Clark (Astrea Central)" userId="d0e16b62-87cd-4242-828a-2f5e276be710" providerId="ADAL" clId="{2E4B42CF-5E76-4A2E-9C5A-EB3702C58194}" dt="2025-08-06T09:08:16.025" v="6023" actId="790"/>
        <pc:sldMkLst>
          <pc:docMk/>
          <pc:sldMk cId="3577189475" sldId="259"/>
        </pc:sldMkLst>
      </pc:sldChg>
      <pc:sldChg chg="del">
        <pc:chgData name="Kathryn Clark (Astrea Central)" userId="d0e16b62-87cd-4242-828a-2f5e276be710" providerId="ADAL" clId="{2E4B42CF-5E76-4A2E-9C5A-EB3702C58194}" dt="2025-08-04T14:45:27.772" v="66" actId="47"/>
        <pc:sldMkLst>
          <pc:docMk/>
          <pc:sldMk cId="3084990881" sldId="273"/>
        </pc:sldMkLst>
      </pc:sldChg>
      <pc:sldChg chg="del">
        <pc:chgData name="Kathryn Clark (Astrea Central)" userId="d0e16b62-87cd-4242-828a-2f5e276be710" providerId="ADAL" clId="{2E4B42CF-5E76-4A2E-9C5A-EB3702C58194}" dt="2025-08-04T14:45:27.772" v="66" actId="47"/>
        <pc:sldMkLst>
          <pc:docMk/>
          <pc:sldMk cId="3107775372" sldId="274"/>
        </pc:sldMkLst>
      </pc:sldChg>
      <pc:sldChg chg="add del">
        <pc:chgData name="Kathryn Clark (Astrea Central)" userId="d0e16b62-87cd-4242-828a-2f5e276be710" providerId="ADAL" clId="{2E4B42CF-5E76-4A2E-9C5A-EB3702C58194}" dt="2025-08-04T15:58:21.265" v="887" actId="47"/>
        <pc:sldMkLst>
          <pc:docMk/>
          <pc:sldMk cId="1837162702" sldId="389"/>
        </pc:sldMkLst>
      </pc:sldChg>
      <pc:sldChg chg="del">
        <pc:chgData name="Kathryn Clark (Astrea Central)" userId="d0e16b62-87cd-4242-828a-2f5e276be710" providerId="ADAL" clId="{2E4B42CF-5E76-4A2E-9C5A-EB3702C58194}" dt="2025-08-04T14:45:15.904" v="65" actId="47"/>
        <pc:sldMkLst>
          <pc:docMk/>
          <pc:sldMk cId="2271792515" sldId="510"/>
        </pc:sldMkLst>
      </pc:sldChg>
      <pc:sldChg chg="del">
        <pc:chgData name="Kathryn Clark (Astrea Central)" userId="d0e16b62-87cd-4242-828a-2f5e276be710" providerId="ADAL" clId="{2E4B42CF-5E76-4A2E-9C5A-EB3702C58194}" dt="2025-08-04T14:45:31.804" v="67" actId="47"/>
        <pc:sldMkLst>
          <pc:docMk/>
          <pc:sldMk cId="1520011281" sldId="583"/>
        </pc:sldMkLst>
      </pc:sldChg>
      <pc:sldChg chg="del">
        <pc:chgData name="Kathryn Clark (Astrea Central)" userId="d0e16b62-87cd-4242-828a-2f5e276be710" providerId="ADAL" clId="{2E4B42CF-5E76-4A2E-9C5A-EB3702C58194}" dt="2025-08-04T14:45:31.804" v="67" actId="47"/>
        <pc:sldMkLst>
          <pc:docMk/>
          <pc:sldMk cId="3705307990" sldId="620"/>
        </pc:sldMkLst>
      </pc:sldChg>
      <pc:sldChg chg="add del">
        <pc:chgData name="Kathryn Clark (Astrea Central)" userId="d0e16b62-87cd-4242-828a-2f5e276be710" providerId="ADAL" clId="{2E4B42CF-5E76-4A2E-9C5A-EB3702C58194}" dt="2025-08-04T15:58:23.300" v="893" actId="47"/>
        <pc:sldMkLst>
          <pc:docMk/>
          <pc:sldMk cId="2420299832" sldId="682"/>
        </pc:sldMkLst>
      </pc:sldChg>
      <pc:sldChg chg="del">
        <pc:chgData name="Kathryn Clark (Astrea Central)" userId="d0e16b62-87cd-4242-828a-2f5e276be710" providerId="ADAL" clId="{2E4B42CF-5E76-4A2E-9C5A-EB3702C58194}" dt="2025-08-04T14:45:31.804" v="67" actId="47"/>
        <pc:sldMkLst>
          <pc:docMk/>
          <pc:sldMk cId="1908024738" sldId="686"/>
        </pc:sldMkLst>
      </pc:sldChg>
      <pc:sldChg chg="del">
        <pc:chgData name="Kathryn Clark (Astrea Central)" userId="d0e16b62-87cd-4242-828a-2f5e276be710" providerId="ADAL" clId="{2E4B42CF-5E76-4A2E-9C5A-EB3702C58194}" dt="2025-08-04T14:45:31.804" v="67" actId="47"/>
        <pc:sldMkLst>
          <pc:docMk/>
          <pc:sldMk cId="737754641" sldId="688"/>
        </pc:sldMkLst>
      </pc:sldChg>
      <pc:sldChg chg="add del">
        <pc:chgData name="Kathryn Clark (Astrea Central)" userId="d0e16b62-87cd-4242-828a-2f5e276be710" providerId="ADAL" clId="{2E4B42CF-5E76-4A2E-9C5A-EB3702C58194}" dt="2025-08-04T15:58:22.469" v="890" actId="47"/>
        <pc:sldMkLst>
          <pc:docMk/>
          <pc:sldMk cId="3958006941" sldId="701"/>
        </pc:sldMkLst>
      </pc:sldChg>
      <pc:sldChg chg="add del">
        <pc:chgData name="Kathryn Clark (Astrea Central)" userId="d0e16b62-87cd-4242-828a-2f5e276be710" providerId="ADAL" clId="{2E4B42CF-5E76-4A2E-9C5A-EB3702C58194}" dt="2025-08-04T15:58:22.205" v="889" actId="47"/>
        <pc:sldMkLst>
          <pc:docMk/>
          <pc:sldMk cId="1020095710" sldId="702"/>
        </pc:sldMkLst>
      </pc:sldChg>
      <pc:sldChg chg="add del">
        <pc:chgData name="Kathryn Clark (Astrea Central)" userId="d0e16b62-87cd-4242-828a-2f5e276be710" providerId="ADAL" clId="{2E4B42CF-5E76-4A2E-9C5A-EB3702C58194}" dt="2025-08-04T15:58:21.842" v="888" actId="47"/>
        <pc:sldMkLst>
          <pc:docMk/>
          <pc:sldMk cId="659657367" sldId="712"/>
        </pc:sldMkLst>
      </pc:sldChg>
      <pc:sldChg chg="add del">
        <pc:chgData name="Kathryn Clark (Astrea Central)" userId="d0e16b62-87cd-4242-828a-2f5e276be710" providerId="ADAL" clId="{2E4B42CF-5E76-4A2E-9C5A-EB3702C58194}" dt="2025-08-04T15:58:23.806" v="894" actId="47"/>
        <pc:sldMkLst>
          <pc:docMk/>
          <pc:sldMk cId="2216392958" sldId="713"/>
        </pc:sldMkLst>
      </pc:sldChg>
      <pc:sldChg chg="del">
        <pc:chgData name="Kathryn Clark (Astrea Central)" userId="d0e16b62-87cd-4242-828a-2f5e276be710" providerId="ADAL" clId="{2E4B42CF-5E76-4A2E-9C5A-EB3702C58194}" dt="2025-08-04T14:45:31.804" v="67" actId="47"/>
        <pc:sldMkLst>
          <pc:docMk/>
          <pc:sldMk cId="1864444121" sldId="718"/>
        </pc:sldMkLst>
      </pc:sldChg>
      <pc:sldChg chg="del">
        <pc:chgData name="Kathryn Clark (Astrea Central)" userId="d0e16b62-87cd-4242-828a-2f5e276be710" providerId="ADAL" clId="{2E4B42CF-5E76-4A2E-9C5A-EB3702C58194}" dt="2025-08-04T14:45:31.804" v="67" actId="47"/>
        <pc:sldMkLst>
          <pc:docMk/>
          <pc:sldMk cId="1937459663" sldId="719"/>
        </pc:sldMkLst>
      </pc:sldChg>
      <pc:sldChg chg="add del">
        <pc:chgData name="Kathryn Clark (Astrea Central)" userId="d0e16b62-87cd-4242-828a-2f5e276be710" providerId="ADAL" clId="{2E4B42CF-5E76-4A2E-9C5A-EB3702C58194}" dt="2025-08-04T15:58:20.204" v="886" actId="47"/>
        <pc:sldMkLst>
          <pc:docMk/>
          <pc:sldMk cId="2202981554" sldId="728"/>
        </pc:sldMkLst>
      </pc:sldChg>
      <pc:sldChg chg="del">
        <pc:chgData name="Kathryn Clark (Astrea Central)" userId="d0e16b62-87cd-4242-828a-2f5e276be710" providerId="ADAL" clId="{2E4B42CF-5E76-4A2E-9C5A-EB3702C58194}" dt="2025-08-04T14:46:01.942" v="70" actId="47"/>
        <pc:sldMkLst>
          <pc:docMk/>
          <pc:sldMk cId="3265309983" sldId="729"/>
        </pc:sldMkLst>
      </pc:sldChg>
      <pc:sldChg chg="del">
        <pc:chgData name="Kathryn Clark (Astrea Central)" userId="d0e16b62-87cd-4242-828a-2f5e276be710" providerId="ADAL" clId="{2E4B42CF-5E76-4A2E-9C5A-EB3702C58194}" dt="2025-08-04T14:46:01.942" v="70" actId="47"/>
        <pc:sldMkLst>
          <pc:docMk/>
          <pc:sldMk cId="3987619576" sldId="730"/>
        </pc:sldMkLst>
      </pc:sldChg>
      <pc:sldChg chg="del">
        <pc:chgData name="Kathryn Clark (Astrea Central)" userId="d0e16b62-87cd-4242-828a-2f5e276be710" providerId="ADAL" clId="{2E4B42CF-5E76-4A2E-9C5A-EB3702C58194}" dt="2025-08-04T14:46:01.942" v="70" actId="47"/>
        <pc:sldMkLst>
          <pc:docMk/>
          <pc:sldMk cId="2973222117" sldId="736"/>
        </pc:sldMkLst>
      </pc:sldChg>
      <pc:sldChg chg="del">
        <pc:chgData name="Kathryn Clark (Astrea Central)" userId="d0e16b62-87cd-4242-828a-2f5e276be710" providerId="ADAL" clId="{2E4B42CF-5E76-4A2E-9C5A-EB3702C58194}" dt="2025-08-04T14:46:01.942" v="70" actId="47"/>
        <pc:sldMkLst>
          <pc:docMk/>
          <pc:sldMk cId="3494193463" sldId="739"/>
        </pc:sldMkLst>
      </pc:sldChg>
      <pc:sldChg chg="del">
        <pc:chgData name="Kathryn Clark (Astrea Central)" userId="d0e16b62-87cd-4242-828a-2f5e276be710" providerId="ADAL" clId="{2E4B42CF-5E76-4A2E-9C5A-EB3702C58194}" dt="2025-08-04T14:46:01.942" v="70" actId="47"/>
        <pc:sldMkLst>
          <pc:docMk/>
          <pc:sldMk cId="706603858" sldId="740"/>
        </pc:sldMkLst>
      </pc:sldChg>
      <pc:sldChg chg="del">
        <pc:chgData name="Kathryn Clark (Astrea Central)" userId="d0e16b62-87cd-4242-828a-2f5e276be710" providerId="ADAL" clId="{2E4B42CF-5E76-4A2E-9C5A-EB3702C58194}" dt="2025-08-04T14:46:01.942" v="70" actId="47"/>
        <pc:sldMkLst>
          <pc:docMk/>
          <pc:sldMk cId="2825450557" sldId="742"/>
        </pc:sldMkLst>
      </pc:sldChg>
      <pc:sldChg chg="del">
        <pc:chgData name="Kathryn Clark (Astrea Central)" userId="d0e16b62-87cd-4242-828a-2f5e276be710" providerId="ADAL" clId="{2E4B42CF-5E76-4A2E-9C5A-EB3702C58194}" dt="2025-08-04T14:45:54.155" v="69" actId="47"/>
        <pc:sldMkLst>
          <pc:docMk/>
          <pc:sldMk cId="922628727" sldId="744"/>
        </pc:sldMkLst>
      </pc:sldChg>
      <pc:sldChg chg="add del">
        <pc:chgData name="Kathryn Clark (Astrea Central)" userId="d0e16b62-87cd-4242-828a-2f5e276be710" providerId="ADAL" clId="{2E4B42CF-5E76-4A2E-9C5A-EB3702C58194}" dt="2025-08-04T15:58:22.918" v="892" actId="47"/>
        <pc:sldMkLst>
          <pc:docMk/>
          <pc:sldMk cId="1010217414" sldId="992"/>
        </pc:sldMkLst>
      </pc:sldChg>
      <pc:sldChg chg="add del">
        <pc:chgData name="Kathryn Clark (Astrea Central)" userId="d0e16b62-87cd-4242-828a-2f5e276be710" providerId="ADAL" clId="{2E4B42CF-5E76-4A2E-9C5A-EB3702C58194}" dt="2025-08-04T15:58:22.688" v="891" actId="47"/>
        <pc:sldMkLst>
          <pc:docMk/>
          <pc:sldMk cId="1179576727" sldId="993"/>
        </pc:sldMkLst>
      </pc:sldChg>
      <pc:sldChg chg="del">
        <pc:chgData name="Kathryn Clark (Astrea Central)" userId="d0e16b62-87cd-4242-828a-2f5e276be710" providerId="ADAL" clId="{2E4B42CF-5E76-4A2E-9C5A-EB3702C58194}" dt="2025-08-04T14:45:27.772" v="66" actId="47"/>
        <pc:sldMkLst>
          <pc:docMk/>
          <pc:sldMk cId="529695953" sldId="1203"/>
        </pc:sldMkLst>
      </pc:sldChg>
      <pc:sldChg chg="del">
        <pc:chgData name="Kathryn Clark (Astrea Central)" userId="d0e16b62-87cd-4242-828a-2f5e276be710" providerId="ADAL" clId="{2E4B42CF-5E76-4A2E-9C5A-EB3702C58194}" dt="2025-08-04T14:45:27.772" v="66" actId="47"/>
        <pc:sldMkLst>
          <pc:docMk/>
          <pc:sldMk cId="2979056539" sldId="1213"/>
        </pc:sldMkLst>
      </pc:sldChg>
      <pc:sldChg chg="del">
        <pc:chgData name="Kathryn Clark (Astrea Central)" userId="d0e16b62-87cd-4242-828a-2f5e276be710" providerId="ADAL" clId="{2E4B42CF-5E76-4A2E-9C5A-EB3702C58194}" dt="2025-08-04T14:45:31.804" v="67" actId="47"/>
        <pc:sldMkLst>
          <pc:docMk/>
          <pc:sldMk cId="4253984274" sldId="1216"/>
        </pc:sldMkLst>
      </pc:sldChg>
      <pc:sldChg chg="del">
        <pc:chgData name="Kathryn Clark (Astrea Central)" userId="d0e16b62-87cd-4242-828a-2f5e276be710" providerId="ADAL" clId="{2E4B42CF-5E76-4A2E-9C5A-EB3702C58194}" dt="2025-08-04T14:46:01.942" v="70" actId="47"/>
        <pc:sldMkLst>
          <pc:docMk/>
          <pc:sldMk cId="3292644395" sldId="1219"/>
        </pc:sldMkLst>
      </pc:sldChg>
      <pc:sldChg chg="del">
        <pc:chgData name="Kathryn Clark (Astrea Central)" userId="d0e16b62-87cd-4242-828a-2f5e276be710" providerId="ADAL" clId="{2E4B42CF-5E76-4A2E-9C5A-EB3702C58194}" dt="2025-08-04T14:46:01.942" v="70" actId="47"/>
        <pc:sldMkLst>
          <pc:docMk/>
          <pc:sldMk cId="1323390205" sldId="1235"/>
        </pc:sldMkLst>
      </pc:sldChg>
      <pc:sldChg chg="del">
        <pc:chgData name="Kathryn Clark (Astrea Central)" userId="d0e16b62-87cd-4242-828a-2f5e276be710" providerId="ADAL" clId="{2E4B42CF-5E76-4A2E-9C5A-EB3702C58194}" dt="2025-08-04T14:46:01.942" v="70" actId="47"/>
        <pc:sldMkLst>
          <pc:docMk/>
          <pc:sldMk cId="2268313574" sldId="1258"/>
        </pc:sldMkLst>
      </pc:sldChg>
      <pc:sldChg chg="del">
        <pc:chgData name="Kathryn Clark (Astrea Central)" userId="d0e16b62-87cd-4242-828a-2f5e276be710" providerId="ADAL" clId="{2E4B42CF-5E76-4A2E-9C5A-EB3702C58194}" dt="2025-08-04T14:46:01.942" v="70" actId="47"/>
        <pc:sldMkLst>
          <pc:docMk/>
          <pc:sldMk cId="3141730267" sldId="1259"/>
        </pc:sldMkLst>
      </pc:sldChg>
      <pc:sldChg chg="del">
        <pc:chgData name="Kathryn Clark (Astrea Central)" userId="d0e16b62-87cd-4242-828a-2f5e276be710" providerId="ADAL" clId="{2E4B42CF-5E76-4A2E-9C5A-EB3702C58194}" dt="2025-08-04T14:46:01.942" v="70" actId="47"/>
        <pc:sldMkLst>
          <pc:docMk/>
          <pc:sldMk cId="2008329193" sldId="1260"/>
        </pc:sldMkLst>
      </pc:sldChg>
      <pc:sldChg chg="del">
        <pc:chgData name="Kathryn Clark (Astrea Central)" userId="d0e16b62-87cd-4242-828a-2f5e276be710" providerId="ADAL" clId="{2E4B42CF-5E76-4A2E-9C5A-EB3702C58194}" dt="2025-08-04T14:46:01.942" v="70" actId="47"/>
        <pc:sldMkLst>
          <pc:docMk/>
          <pc:sldMk cId="1147899049" sldId="1261"/>
        </pc:sldMkLst>
      </pc:sldChg>
      <pc:sldChg chg="del">
        <pc:chgData name="Kathryn Clark (Astrea Central)" userId="d0e16b62-87cd-4242-828a-2f5e276be710" providerId="ADAL" clId="{2E4B42CF-5E76-4A2E-9C5A-EB3702C58194}" dt="2025-08-04T14:46:01.942" v="70" actId="47"/>
        <pc:sldMkLst>
          <pc:docMk/>
          <pc:sldMk cId="1151857062" sldId="1262"/>
        </pc:sldMkLst>
      </pc:sldChg>
      <pc:sldChg chg="del">
        <pc:chgData name="Kathryn Clark (Astrea Central)" userId="d0e16b62-87cd-4242-828a-2f5e276be710" providerId="ADAL" clId="{2E4B42CF-5E76-4A2E-9C5A-EB3702C58194}" dt="2025-08-04T14:46:01.942" v="70" actId="47"/>
        <pc:sldMkLst>
          <pc:docMk/>
          <pc:sldMk cId="2456297609" sldId="1263"/>
        </pc:sldMkLst>
      </pc:sldChg>
      <pc:sldChg chg="del">
        <pc:chgData name="Kathryn Clark (Astrea Central)" userId="d0e16b62-87cd-4242-828a-2f5e276be710" providerId="ADAL" clId="{2E4B42CF-5E76-4A2E-9C5A-EB3702C58194}" dt="2025-08-04T14:46:01.942" v="70" actId="47"/>
        <pc:sldMkLst>
          <pc:docMk/>
          <pc:sldMk cId="4274479591" sldId="1265"/>
        </pc:sldMkLst>
      </pc:sldChg>
      <pc:sldChg chg="del">
        <pc:chgData name="Kathryn Clark (Astrea Central)" userId="d0e16b62-87cd-4242-828a-2f5e276be710" providerId="ADAL" clId="{2E4B42CF-5E76-4A2E-9C5A-EB3702C58194}" dt="2025-08-04T14:46:01.942" v="70" actId="47"/>
        <pc:sldMkLst>
          <pc:docMk/>
          <pc:sldMk cId="3900469656" sldId="1270"/>
        </pc:sldMkLst>
      </pc:sldChg>
      <pc:sldChg chg="del">
        <pc:chgData name="Kathryn Clark (Astrea Central)" userId="d0e16b62-87cd-4242-828a-2f5e276be710" providerId="ADAL" clId="{2E4B42CF-5E76-4A2E-9C5A-EB3702C58194}" dt="2025-08-04T14:46:01.942" v="70" actId="47"/>
        <pc:sldMkLst>
          <pc:docMk/>
          <pc:sldMk cId="2867229049" sldId="1271"/>
        </pc:sldMkLst>
      </pc:sldChg>
      <pc:sldChg chg="del">
        <pc:chgData name="Kathryn Clark (Astrea Central)" userId="d0e16b62-87cd-4242-828a-2f5e276be710" providerId="ADAL" clId="{2E4B42CF-5E76-4A2E-9C5A-EB3702C58194}" dt="2025-08-04T14:46:01.942" v="70" actId="47"/>
        <pc:sldMkLst>
          <pc:docMk/>
          <pc:sldMk cId="1726936922" sldId="1272"/>
        </pc:sldMkLst>
      </pc:sldChg>
      <pc:sldChg chg="del">
        <pc:chgData name="Kathryn Clark (Astrea Central)" userId="d0e16b62-87cd-4242-828a-2f5e276be710" providerId="ADAL" clId="{2E4B42CF-5E76-4A2E-9C5A-EB3702C58194}" dt="2025-08-04T14:46:08.525" v="71" actId="47"/>
        <pc:sldMkLst>
          <pc:docMk/>
          <pc:sldMk cId="722116122" sldId="1274"/>
        </pc:sldMkLst>
      </pc:sldChg>
      <pc:sldChg chg="del">
        <pc:chgData name="Kathryn Clark (Astrea Central)" userId="d0e16b62-87cd-4242-828a-2f5e276be710" providerId="ADAL" clId="{2E4B42CF-5E76-4A2E-9C5A-EB3702C58194}" dt="2025-08-04T14:46:08.525" v="71" actId="47"/>
        <pc:sldMkLst>
          <pc:docMk/>
          <pc:sldMk cId="3248435665" sldId="1276"/>
        </pc:sldMkLst>
      </pc:sldChg>
      <pc:sldChg chg="del">
        <pc:chgData name="Kathryn Clark (Astrea Central)" userId="d0e16b62-87cd-4242-828a-2f5e276be710" providerId="ADAL" clId="{2E4B42CF-5E76-4A2E-9C5A-EB3702C58194}" dt="2025-08-04T14:45:15.904" v="65" actId="47"/>
        <pc:sldMkLst>
          <pc:docMk/>
          <pc:sldMk cId="346473540" sldId="2609"/>
        </pc:sldMkLst>
      </pc:sldChg>
      <pc:sldChg chg="del">
        <pc:chgData name="Kathryn Clark (Astrea Central)" userId="d0e16b62-87cd-4242-828a-2f5e276be710" providerId="ADAL" clId="{2E4B42CF-5E76-4A2E-9C5A-EB3702C58194}" dt="2025-08-04T14:45:15.904" v="65" actId="47"/>
        <pc:sldMkLst>
          <pc:docMk/>
          <pc:sldMk cId="2375111560" sldId="2613"/>
        </pc:sldMkLst>
      </pc:sldChg>
      <pc:sldChg chg="del">
        <pc:chgData name="Kathryn Clark (Astrea Central)" userId="d0e16b62-87cd-4242-828a-2f5e276be710" providerId="ADAL" clId="{2E4B42CF-5E76-4A2E-9C5A-EB3702C58194}" dt="2025-08-04T14:45:27.772" v="66" actId="47"/>
        <pc:sldMkLst>
          <pc:docMk/>
          <pc:sldMk cId="1265900831" sldId="2615"/>
        </pc:sldMkLst>
      </pc:sldChg>
      <pc:sldChg chg="del">
        <pc:chgData name="Kathryn Clark (Astrea Central)" userId="d0e16b62-87cd-4242-828a-2f5e276be710" providerId="ADAL" clId="{2E4B42CF-5E76-4A2E-9C5A-EB3702C58194}" dt="2025-08-04T14:45:15.904" v="65" actId="47"/>
        <pc:sldMkLst>
          <pc:docMk/>
          <pc:sldMk cId="2860981141" sldId="2634"/>
        </pc:sldMkLst>
      </pc:sldChg>
      <pc:sldChg chg="del">
        <pc:chgData name="Kathryn Clark (Astrea Central)" userId="d0e16b62-87cd-4242-828a-2f5e276be710" providerId="ADAL" clId="{2E4B42CF-5E76-4A2E-9C5A-EB3702C58194}" dt="2025-08-04T14:45:27.772" v="66" actId="47"/>
        <pc:sldMkLst>
          <pc:docMk/>
          <pc:sldMk cId="440933357" sldId="2639"/>
        </pc:sldMkLst>
      </pc:sldChg>
      <pc:sldChg chg="addSp delSp modSp add mod">
        <pc:chgData name="Kathryn Clark (Astrea Central)" userId="d0e16b62-87cd-4242-828a-2f5e276be710" providerId="ADAL" clId="{2E4B42CF-5E76-4A2E-9C5A-EB3702C58194}" dt="2025-08-06T14:31:59.947" v="11250" actId="207"/>
        <pc:sldMkLst>
          <pc:docMk/>
          <pc:sldMk cId="2888631115" sldId="2667"/>
        </pc:sldMkLst>
        <pc:spChg chg="mod">
          <ac:chgData name="Kathryn Clark (Astrea Central)" userId="d0e16b62-87cd-4242-828a-2f5e276be710" providerId="ADAL" clId="{2E4B42CF-5E76-4A2E-9C5A-EB3702C58194}" dt="2025-08-06T09:08:16.025" v="6023" actId="790"/>
          <ac:spMkLst>
            <pc:docMk/>
            <pc:sldMk cId="2888631115" sldId="2667"/>
            <ac:spMk id="6" creationId="{00000000-0000-0000-0000-000000000000}"/>
          </ac:spMkLst>
        </pc:spChg>
        <pc:spChg chg="add mod">
          <ac:chgData name="Kathryn Clark (Astrea Central)" userId="d0e16b62-87cd-4242-828a-2f5e276be710" providerId="ADAL" clId="{2E4B42CF-5E76-4A2E-9C5A-EB3702C58194}" dt="2025-08-06T14:31:59.947" v="11250" actId="207"/>
          <ac:spMkLst>
            <pc:docMk/>
            <pc:sldMk cId="2888631115" sldId="2667"/>
            <ac:spMk id="12" creationId="{908D6343-46B7-D555-216C-ABAC2C0CA035}"/>
          </ac:spMkLst>
        </pc:spChg>
        <pc:spChg chg="mod">
          <ac:chgData name="Kathryn Clark (Astrea Central)" userId="d0e16b62-87cd-4242-828a-2f5e276be710" providerId="ADAL" clId="{2E4B42CF-5E76-4A2E-9C5A-EB3702C58194}" dt="2025-08-06T09:08:16.025" v="6023" actId="790"/>
          <ac:spMkLst>
            <pc:docMk/>
            <pc:sldMk cId="2888631115" sldId="2667"/>
            <ac:spMk id="15" creationId="{3245D29E-5C79-828C-E06A-6152D9F9D7FE}"/>
          </ac:spMkLst>
        </pc:spChg>
        <pc:spChg chg="mod">
          <ac:chgData name="Kathryn Clark (Astrea Central)" userId="d0e16b62-87cd-4242-828a-2f5e276be710" providerId="ADAL" clId="{2E4B42CF-5E76-4A2E-9C5A-EB3702C58194}" dt="2025-08-06T09:08:16.025" v="6023" actId="790"/>
          <ac:spMkLst>
            <pc:docMk/>
            <pc:sldMk cId="2888631115" sldId="2667"/>
            <ac:spMk id="67" creationId="{B59D2F85-C40C-6F49-A8DC-9962E32C54A7}"/>
          </ac:spMkLst>
        </pc:spChg>
        <pc:spChg chg="mod">
          <ac:chgData name="Kathryn Clark (Astrea Central)" userId="d0e16b62-87cd-4242-828a-2f5e276be710" providerId="ADAL" clId="{2E4B42CF-5E76-4A2E-9C5A-EB3702C58194}" dt="2025-08-06T09:08:16.025" v="6023" actId="790"/>
          <ac:spMkLst>
            <pc:docMk/>
            <pc:sldMk cId="2888631115" sldId="2667"/>
            <ac:spMk id="70" creationId="{E3A83C37-429B-B44E-B9E5-6054EBA2FC17}"/>
          </ac:spMkLst>
        </pc:spChg>
        <pc:spChg chg="mod">
          <ac:chgData name="Kathryn Clark (Astrea Central)" userId="d0e16b62-87cd-4242-828a-2f5e276be710" providerId="ADAL" clId="{2E4B42CF-5E76-4A2E-9C5A-EB3702C58194}" dt="2025-08-06T09:08:16.025" v="6023" actId="790"/>
          <ac:spMkLst>
            <pc:docMk/>
            <pc:sldMk cId="2888631115" sldId="2667"/>
            <ac:spMk id="71" creationId="{F05264B7-DB58-7E49-B4A9-8F02D752A45D}"/>
          </ac:spMkLst>
        </pc:spChg>
        <pc:spChg chg="mod">
          <ac:chgData name="Kathryn Clark (Astrea Central)" userId="d0e16b62-87cd-4242-828a-2f5e276be710" providerId="ADAL" clId="{2E4B42CF-5E76-4A2E-9C5A-EB3702C58194}" dt="2025-08-06T09:08:16.025" v="6023" actId="790"/>
          <ac:spMkLst>
            <pc:docMk/>
            <pc:sldMk cId="2888631115" sldId="2667"/>
            <ac:spMk id="72" creationId="{FF2A834D-2195-C446-98E7-51533FA4411B}"/>
          </ac:spMkLst>
        </pc:spChg>
        <pc:spChg chg="mod">
          <ac:chgData name="Kathryn Clark (Astrea Central)" userId="d0e16b62-87cd-4242-828a-2f5e276be710" providerId="ADAL" clId="{2E4B42CF-5E76-4A2E-9C5A-EB3702C58194}" dt="2025-08-06T09:08:16.025" v="6023" actId="790"/>
          <ac:spMkLst>
            <pc:docMk/>
            <pc:sldMk cId="2888631115" sldId="2667"/>
            <ac:spMk id="73" creationId="{2E771014-6049-D94F-9894-F3E0D5FBDFBE}"/>
          </ac:spMkLst>
        </pc:spChg>
        <pc:spChg chg="mod">
          <ac:chgData name="Kathryn Clark (Astrea Central)" userId="d0e16b62-87cd-4242-828a-2f5e276be710" providerId="ADAL" clId="{2E4B42CF-5E76-4A2E-9C5A-EB3702C58194}" dt="2025-08-06T09:08:16.025" v="6023" actId="790"/>
          <ac:spMkLst>
            <pc:docMk/>
            <pc:sldMk cId="2888631115" sldId="2667"/>
            <ac:spMk id="74" creationId="{7715F86B-6C3B-6849-A0A3-1AA8A5990EEB}"/>
          </ac:spMkLst>
        </pc:spChg>
        <pc:graphicFrameChg chg="add mod modGraphic">
          <ac:chgData name="Kathryn Clark (Astrea Central)" userId="d0e16b62-87cd-4242-828a-2f5e276be710" providerId="ADAL" clId="{2E4B42CF-5E76-4A2E-9C5A-EB3702C58194}" dt="2025-08-04T17:29:30.387" v="4600" actId="255"/>
          <ac:graphicFrameMkLst>
            <pc:docMk/>
            <pc:sldMk cId="2888631115" sldId="2667"/>
            <ac:graphicFrameMk id="7" creationId="{B7629458-AA14-AE30-B69E-EF2F801B6FDF}"/>
          </ac:graphicFrameMkLst>
        </pc:graphicFrameChg>
        <pc:graphicFrameChg chg="add mod ord modGraphic">
          <ac:chgData name="Kathryn Clark (Astrea Central)" userId="d0e16b62-87cd-4242-828a-2f5e276be710" providerId="ADAL" clId="{2E4B42CF-5E76-4A2E-9C5A-EB3702C58194}" dt="2025-08-06T09:08:16.025" v="6023" actId="790"/>
          <ac:graphicFrameMkLst>
            <pc:docMk/>
            <pc:sldMk cId="2888631115" sldId="2667"/>
            <ac:graphicFrameMk id="9" creationId="{F022F8D3-46B9-BABC-716C-E7BEAA9681D9}"/>
          </ac:graphicFrameMkLst>
        </pc:graphicFrameChg>
        <pc:picChg chg="mod">
          <ac:chgData name="Kathryn Clark (Astrea Central)" userId="d0e16b62-87cd-4242-828a-2f5e276be710" providerId="ADAL" clId="{2E4B42CF-5E76-4A2E-9C5A-EB3702C58194}" dt="2025-08-04T17:37:15.381" v="4781" actId="1076"/>
          <ac:picMkLst>
            <pc:docMk/>
            <pc:sldMk cId="2888631115" sldId="2667"/>
            <ac:picMk id="8" creationId="{E8282682-46BB-CDB9-D9DC-4CBBFBA22DB5}"/>
          </ac:picMkLst>
        </pc:picChg>
        <pc:picChg chg="mod">
          <ac:chgData name="Kathryn Clark (Astrea Central)" userId="d0e16b62-87cd-4242-828a-2f5e276be710" providerId="ADAL" clId="{2E4B42CF-5E76-4A2E-9C5A-EB3702C58194}" dt="2025-08-04T17:37:13.861" v="4780" actId="1076"/>
          <ac:picMkLst>
            <pc:docMk/>
            <pc:sldMk cId="2888631115" sldId="2667"/>
            <ac:picMk id="11" creationId="{1BF55FE6-0B09-A4AC-FFA3-7B53B0DEB3D1}"/>
          </ac:picMkLst>
        </pc:picChg>
        <pc:picChg chg="mod">
          <ac:chgData name="Kathryn Clark (Astrea Central)" userId="d0e16b62-87cd-4242-828a-2f5e276be710" providerId="ADAL" clId="{2E4B42CF-5E76-4A2E-9C5A-EB3702C58194}" dt="2025-08-04T17:37:11.843" v="4779" actId="1076"/>
          <ac:picMkLst>
            <pc:docMk/>
            <pc:sldMk cId="2888631115" sldId="2667"/>
            <ac:picMk id="13" creationId="{5DA38AAD-359D-8E6E-B8A9-4C6EA6B35659}"/>
          </ac:picMkLst>
        </pc:picChg>
      </pc:sldChg>
      <pc:sldChg chg="addSp delSp modSp add mod">
        <pc:chgData name="Kathryn Clark (Astrea Central)" userId="d0e16b62-87cd-4242-828a-2f5e276be710" providerId="ADAL" clId="{2E4B42CF-5E76-4A2E-9C5A-EB3702C58194}" dt="2025-08-06T13:18:43.903" v="9512" actId="6549"/>
        <pc:sldMkLst>
          <pc:docMk/>
          <pc:sldMk cId="178473732" sldId="2695"/>
        </pc:sldMkLst>
        <pc:spChg chg="mod">
          <ac:chgData name="Kathryn Clark (Astrea Central)" userId="d0e16b62-87cd-4242-828a-2f5e276be710" providerId="ADAL" clId="{2E4B42CF-5E76-4A2E-9C5A-EB3702C58194}" dt="2025-08-06T09:08:16.025" v="6023" actId="790"/>
          <ac:spMkLst>
            <pc:docMk/>
            <pc:sldMk cId="178473732" sldId="2695"/>
            <ac:spMk id="2" creationId="{DFECAB43-1676-EA73-0001-1576FB87D49D}"/>
          </ac:spMkLst>
        </pc:spChg>
        <pc:spChg chg="mod">
          <ac:chgData name="Kathryn Clark (Astrea Central)" userId="d0e16b62-87cd-4242-828a-2f5e276be710" providerId="ADAL" clId="{2E4B42CF-5E76-4A2E-9C5A-EB3702C58194}" dt="2025-08-06T09:08:16.025" v="6023" actId="790"/>
          <ac:spMkLst>
            <pc:docMk/>
            <pc:sldMk cId="178473732" sldId="2695"/>
            <ac:spMk id="16" creationId="{5515B5F1-E517-8952-B021-39BD8C78B92F}"/>
          </ac:spMkLst>
        </pc:spChg>
        <pc:spChg chg="add mod">
          <ac:chgData name="Kathryn Clark (Astrea Central)" userId="d0e16b62-87cd-4242-828a-2f5e276be710" providerId="ADAL" clId="{2E4B42CF-5E76-4A2E-9C5A-EB3702C58194}" dt="2025-08-06T13:18:29.701" v="9508" actId="1076"/>
          <ac:spMkLst>
            <pc:docMk/>
            <pc:sldMk cId="178473732" sldId="2695"/>
            <ac:spMk id="23" creationId="{AD9C1241-7C0E-7246-2747-ABD20DB7715C}"/>
          </ac:spMkLst>
        </pc:spChg>
        <pc:spChg chg="add mod">
          <ac:chgData name="Kathryn Clark (Astrea Central)" userId="d0e16b62-87cd-4242-828a-2f5e276be710" providerId="ADAL" clId="{2E4B42CF-5E76-4A2E-9C5A-EB3702C58194}" dt="2025-08-06T13:18:43.903" v="9512" actId="6549"/>
          <ac:spMkLst>
            <pc:docMk/>
            <pc:sldMk cId="178473732" sldId="2695"/>
            <ac:spMk id="26" creationId="{6FC0CEC0-D128-03A6-AA53-9D9ED58686BB}"/>
          </ac:spMkLst>
        </pc:spChg>
        <pc:grpChg chg="mod">
          <ac:chgData name="Kathryn Clark (Astrea Central)" userId="d0e16b62-87cd-4242-828a-2f5e276be710" providerId="ADAL" clId="{2E4B42CF-5E76-4A2E-9C5A-EB3702C58194}" dt="2025-08-06T10:11:05.258" v="8220" actId="14100"/>
          <ac:grpSpMkLst>
            <pc:docMk/>
            <pc:sldMk cId="178473732" sldId="2695"/>
            <ac:grpSpMk id="17" creationId="{E3A3E393-169C-3A58-82F0-80338A4BF010}"/>
          </ac:grpSpMkLst>
        </pc:grpChg>
        <pc:graphicFrameChg chg="mod modGraphic">
          <ac:chgData name="Kathryn Clark (Astrea Central)" userId="d0e16b62-87cd-4242-828a-2f5e276be710" providerId="ADAL" clId="{2E4B42CF-5E76-4A2E-9C5A-EB3702C58194}" dt="2025-08-06T10:07:56.571" v="8168" actId="14100"/>
          <ac:graphicFrameMkLst>
            <pc:docMk/>
            <pc:sldMk cId="178473732" sldId="2695"/>
            <ac:graphicFrameMk id="3" creationId="{137F03E3-4292-3157-7537-F6646F67D9C1}"/>
          </ac:graphicFrameMkLst>
        </pc:graphicFrameChg>
        <pc:graphicFrameChg chg="mod modGraphic">
          <ac:chgData name="Kathryn Clark (Astrea Central)" userId="d0e16b62-87cd-4242-828a-2f5e276be710" providerId="ADAL" clId="{2E4B42CF-5E76-4A2E-9C5A-EB3702C58194}" dt="2025-08-06T10:08:06.815" v="8189" actId="1035"/>
          <ac:graphicFrameMkLst>
            <pc:docMk/>
            <pc:sldMk cId="178473732" sldId="2695"/>
            <ac:graphicFrameMk id="6" creationId="{EFF52783-3B92-94BA-7BB6-9DB16E549100}"/>
          </ac:graphicFrameMkLst>
        </pc:graphicFrameChg>
        <pc:picChg chg="add mod">
          <ac:chgData name="Kathryn Clark (Astrea Central)" userId="d0e16b62-87cd-4242-828a-2f5e276be710" providerId="ADAL" clId="{2E4B42CF-5E76-4A2E-9C5A-EB3702C58194}" dt="2025-08-06T13:18:30.930" v="9509" actId="1076"/>
          <ac:picMkLst>
            <pc:docMk/>
            <pc:sldMk cId="178473732" sldId="2695"/>
            <ac:picMk id="24" creationId="{FC3F7BC6-B502-60A8-47DF-3DFD6CBA3FE1}"/>
          </ac:picMkLst>
        </pc:picChg>
        <pc:picChg chg="add mod">
          <ac:chgData name="Kathryn Clark (Astrea Central)" userId="d0e16b62-87cd-4242-828a-2f5e276be710" providerId="ADAL" clId="{2E4B42CF-5E76-4A2E-9C5A-EB3702C58194}" dt="2025-08-06T13:18:20.227" v="9501" actId="1076"/>
          <ac:picMkLst>
            <pc:docMk/>
            <pc:sldMk cId="178473732" sldId="2695"/>
            <ac:picMk id="25" creationId="{EBB3766D-2C7A-1AFF-68B1-83BA7132ECDE}"/>
          </ac:picMkLst>
        </pc:picChg>
        <pc:picChg chg="mod">
          <ac:chgData name="Kathryn Clark (Astrea Central)" userId="d0e16b62-87cd-4242-828a-2f5e276be710" providerId="ADAL" clId="{2E4B42CF-5E76-4A2E-9C5A-EB3702C58194}" dt="2025-08-06T10:08:06.815" v="8189" actId="1035"/>
          <ac:picMkLst>
            <pc:docMk/>
            <pc:sldMk cId="178473732" sldId="2695"/>
            <ac:picMk id="34" creationId="{30A60CD1-32B0-47DA-A070-C72BD662E972}"/>
          </ac:picMkLst>
        </pc:picChg>
      </pc:sldChg>
      <pc:sldChg chg="del">
        <pc:chgData name="Kathryn Clark (Astrea Central)" userId="d0e16b62-87cd-4242-828a-2f5e276be710" providerId="ADAL" clId="{2E4B42CF-5E76-4A2E-9C5A-EB3702C58194}" dt="2025-08-04T14:45:54.155" v="69" actId="47"/>
        <pc:sldMkLst>
          <pc:docMk/>
          <pc:sldMk cId="3492178883" sldId="2696"/>
        </pc:sldMkLst>
      </pc:sldChg>
      <pc:sldChg chg="del">
        <pc:chgData name="Kathryn Clark (Astrea Central)" userId="d0e16b62-87cd-4242-828a-2f5e276be710" providerId="ADAL" clId="{2E4B42CF-5E76-4A2E-9C5A-EB3702C58194}" dt="2025-08-04T14:45:54.155" v="69" actId="47"/>
        <pc:sldMkLst>
          <pc:docMk/>
          <pc:sldMk cId="3527980205" sldId="2697"/>
        </pc:sldMkLst>
      </pc:sldChg>
      <pc:sldChg chg="del">
        <pc:chgData name="Kathryn Clark (Astrea Central)" userId="d0e16b62-87cd-4242-828a-2f5e276be710" providerId="ADAL" clId="{2E4B42CF-5E76-4A2E-9C5A-EB3702C58194}" dt="2025-08-04T14:45:54.155" v="69" actId="47"/>
        <pc:sldMkLst>
          <pc:docMk/>
          <pc:sldMk cId="800564505" sldId="2698"/>
        </pc:sldMkLst>
      </pc:sldChg>
      <pc:sldChg chg="del">
        <pc:chgData name="Kathryn Clark (Astrea Central)" userId="d0e16b62-87cd-4242-828a-2f5e276be710" providerId="ADAL" clId="{2E4B42CF-5E76-4A2E-9C5A-EB3702C58194}" dt="2025-08-04T14:45:54.155" v="69" actId="47"/>
        <pc:sldMkLst>
          <pc:docMk/>
          <pc:sldMk cId="921029909" sldId="2700"/>
        </pc:sldMkLst>
      </pc:sldChg>
      <pc:sldChg chg="del">
        <pc:chgData name="Kathryn Clark (Astrea Central)" userId="d0e16b62-87cd-4242-828a-2f5e276be710" providerId="ADAL" clId="{2E4B42CF-5E76-4A2E-9C5A-EB3702C58194}" dt="2025-08-04T14:45:54.155" v="69" actId="47"/>
        <pc:sldMkLst>
          <pc:docMk/>
          <pc:sldMk cId="2591683603" sldId="2701"/>
        </pc:sldMkLst>
      </pc:sldChg>
      <pc:sldChg chg="del">
        <pc:chgData name="Kathryn Clark (Astrea Central)" userId="d0e16b62-87cd-4242-828a-2f5e276be710" providerId="ADAL" clId="{2E4B42CF-5E76-4A2E-9C5A-EB3702C58194}" dt="2025-08-04T14:45:54.155" v="69" actId="47"/>
        <pc:sldMkLst>
          <pc:docMk/>
          <pc:sldMk cId="140179314" sldId="2702"/>
        </pc:sldMkLst>
      </pc:sldChg>
      <pc:sldChg chg="del">
        <pc:chgData name="Kathryn Clark (Astrea Central)" userId="d0e16b62-87cd-4242-828a-2f5e276be710" providerId="ADAL" clId="{2E4B42CF-5E76-4A2E-9C5A-EB3702C58194}" dt="2025-08-04T14:45:54.155" v="69" actId="47"/>
        <pc:sldMkLst>
          <pc:docMk/>
          <pc:sldMk cId="2923777065" sldId="2703"/>
        </pc:sldMkLst>
      </pc:sldChg>
      <pc:sldChg chg="del">
        <pc:chgData name="Kathryn Clark (Astrea Central)" userId="d0e16b62-87cd-4242-828a-2f5e276be710" providerId="ADAL" clId="{2E4B42CF-5E76-4A2E-9C5A-EB3702C58194}" dt="2025-08-04T14:45:54.155" v="69" actId="47"/>
        <pc:sldMkLst>
          <pc:docMk/>
          <pc:sldMk cId="3361736352" sldId="2704"/>
        </pc:sldMkLst>
      </pc:sldChg>
      <pc:sldChg chg="del">
        <pc:chgData name="Kathryn Clark (Astrea Central)" userId="d0e16b62-87cd-4242-828a-2f5e276be710" providerId="ADAL" clId="{2E4B42CF-5E76-4A2E-9C5A-EB3702C58194}" dt="2025-08-04T14:45:54.155" v="69" actId="47"/>
        <pc:sldMkLst>
          <pc:docMk/>
          <pc:sldMk cId="1605219722" sldId="2705"/>
        </pc:sldMkLst>
      </pc:sldChg>
      <pc:sldChg chg="del">
        <pc:chgData name="Kathryn Clark (Astrea Central)" userId="d0e16b62-87cd-4242-828a-2f5e276be710" providerId="ADAL" clId="{2E4B42CF-5E76-4A2E-9C5A-EB3702C58194}" dt="2025-08-04T14:45:15.904" v="65" actId="47"/>
        <pc:sldMkLst>
          <pc:docMk/>
          <pc:sldMk cId="738503352" sldId="2707"/>
        </pc:sldMkLst>
      </pc:sldChg>
      <pc:sldChg chg="del">
        <pc:chgData name="Kathryn Clark (Astrea Central)" userId="d0e16b62-87cd-4242-828a-2f5e276be710" providerId="ADAL" clId="{2E4B42CF-5E76-4A2E-9C5A-EB3702C58194}" dt="2025-08-04T14:45:15.904" v="65" actId="47"/>
        <pc:sldMkLst>
          <pc:docMk/>
          <pc:sldMk cId="2715339575" sldId="2708"/>
        </pc:sldMkLst>
      </pc:sldChg>
      <pc:sldChg chg="del">
        <pc:chgData name="Kathryn Clark (Astrea Central)" userId="d0e16b62-87cd-4242-828a-2f5e276be710" providerId="ADAL" clId="{2E4B42CF-5E76-4A2E-9C5A-EB3702C58194}" dt="2025-08-04T14:45:15.904" v="65" actId="47"/>
        <pc:sldMkLst>
          <pc:docMk/>
          <pc:sldMk cId="3848619431" sldId="2709"/>
        </pc:sldMkLst>
      </pc:sldChg>
      <pc:sldChg chg="del">
        <pc:chgData name="Kathryn Clark (Astrea Central)" userId="d0e16b62-87cd-4242-828a-2f5e276be710" providerId="ADAL" clId="{2E4B42CF-5E76-4A2E-9C5A-EB3702C58194}" dt="2025-08-04T14:45:15.904" v="65" actId="47"/>
        <pc:sldMkLst>
          <pc:docMk/>
          <pc:sldMk cId="843583959" sldId="2710"/>
        </pc:sldMkLst>
      </pc:sldChg>
      <pc:sldChg chg="del">
        <pc:chgData name="Kathryn Clark (Astrea Central)" userId="d0e16b62-87cd-4242-828a-2f5e276be710" providerId="ADAL" clId="{2E4B42CF-5E76-4A2E-9C5A-EB3702C58194}" dt="2025-08-04T14:45:15.904" v="65" actId="47"/>
        <pc:sldMkLst>
          <pc:docMk/>
          <pc:sldMk cId="2244115812" sldId="2711"/>
        </pc:sldMkLst>
      </pc:sldChg>
      <pc:sldChg chg="del">
        <pc:chgData name="Kathryn Clark (Astrea Central)" userId="d0e16b62-87cd-4242-828a-2f5e276be710" providerId="ADAL" clId="{2E4B42CF-5E76-4A2E-9C5A-EB3702C58194}" dt="2025-08-04T14:45:15.904" v="65" actId="47"/>
        <pc:sldMkLst>
          <pc:docMk/>
          <pc:sldMk cId="2684023289" sldId="2712"/>
        </pc:sldMkLst>
      </pc:sldChg>
      <pc:sldChg chg="del">
        <pc:chgData name="Kathryn Clark (Astrea Central)" userId="d0e16b62-87cd-4242-828a-2f5e276be710" providerId="ADAL" clId="{2E4B42CF-5E76-4A2E-9C5A-EB3702C58194}" dt="2025-08-04T14:45:15.904" v="65" actId="47"/>
        <pc:sldMkLst>
          <pc:docMk/>
          <pc:sldMk cId="1996236475" sldId="2713"/>
        </pc:sldMkLst>
      </pc:sldChg>
      <pc:sldChg chg="del">
        <pc:chgData name="Kathryn Clark (Astrea Central)" userId="d0e16b62-87cd-4242-828a-2f5e276be710" providerId="ADAL" clId="{2E4B42CF-5E76-4A2E-9C5A-EB3702C58194}" dt="2025-08-04T14:45:15.904" v="65" actId="47"/>
        <pc:sldMkLst>
          <pc:docMk/>
          <pc:sldMk cId="2351065339" sldId="2714"/>
        </pc:sldMkLst>
      </pc:sldChg>
      <pc:sldChg chg="del">
        <pc:chgData name="Kathryn Clark (Astrea Central)" userId="d0e16b62-87cd-4242-828a-2f5e276be710" providerId="ADAL" clId="{2E4B42CF-5E76-4A2E-9C5A-EB3702C58194}" dt="2025-08-04T14:45:15.904" v="65" actId="47"/>
        <pc:sldMkLst>
          <pc:docMk/>
          <pc:sldMk cId="96827732" sldId="2715"/>
        </pc:sldMkLst>
      </pc:sldChg>
      <pc:sldChg chg="addSp delSp modSp add mod">
        <pc:chgData name="Kathryn Clark (Astrea Central)" userId="d0e16b62-87cd-4242-828a-2f5e276be710" providerId="ADAL" clId="{2E4B42CF-5E76-4A2E-9C5A-EB3702C58194}" dt="2025-08-06T14:32:21.697" v="11257" actId="20577"/>
        <pc:sldMkLst>
          <pc:docMk/>
          <pc:sldMk cId="857558838" sldId="2716"/>
        </pc:sldMkLst>
        <pc:spChg chg="mod">
          <ac:chgData name="Kathryn Clark (Astrea Central)" userId="d0e16b62-87cd-4242-828a-2f5e276be710" providerId="ADAL" clId="{2E4B42CF-5E76-4A2E-9C5A-EB3702C58194}" dt="2025-08-06T09:08:16.025" v="6023" actId="790"/>
          <ac:spMkLst>
            <pc:docMk/>
            <pc:sldMk cId="857558838" sldId="2716"/>
            <ac:spMk id="6" creationId="{FEE5AFF3-01DF-8B85-3F7C-4F13325CD0F6}"/>
          </ac:spMkLst>
        </pc:spChg>
        <pc:spChg chg="add mod">
          <ac:chgData name="Kathryn Clark (Astrea Central)" userId="d0e16b62-87cd-4242-828a-2f5e276be710" providerId="ADAL" clId="{2E4B42CF-5E76-4A2E-9C5A-EB3702C58194}" dt="2025-08-06T14:32:21.697" v="11257" actId="20577"/>
          <ac:spMkLst>
            <pc:docMk/>
            <pc:sldMk cId="857558838" sldId="2716"/>
            <ac:spMk id="13" creationId="{D71ECD93-146E-90E6-0E12-F08203D076B4}"/>
          </ac:spMkLst>
        </pc:spChg>
        <pc:spChg chg="mod">
          <ac:chgData name="Kathryn Clark (Astrea Central)" userId="d0e16b62-87cd-4242-828a-2f5e276be710" providerId="ADAL" clId="{2E4B42CF-5E76-4A2E-9C5A-EB3702C58194}" dt="2025-08-06T09:08:16.025" v="6023" actId="790"/>
          <ac:spMkLst>
            <pc:docMk/>
            <pc:sldMk cId="857558838" sldId="2716"/>
            <ac:spMk id="15" creationId="{23432F13-EA12-0F66-EA1D-7F2DC53D801D}"/>
          </ac:spMkLst>
        </pc:spChg>
        <pc:spChg chg="mod">
          <ac:chgData name="Kathryn Clark (Astrea Central)" userId="d0e16b62-87cd-4242-828a-2f5e276be710" providerId="ADAL" clId="{2E4B42CF-5E76-4A2E-9C5A-EB3702C58194}" dt="2025-08-06T09:08:16.025" v="6023" actId="790"/>
          <ac:spMkLst>
            <pc:docMk/>
            <pc:sldMk cId="857558838" sldId="2716"/>
            <ac:spMk id="67" creationId="{016C63E0-5813-0649-D0DB-404FB6232679}"/>
          </ac:spMkLst>
        </pc:spChg>
        <pc:spChg chg="mod">
          <ac:chgData name="Kathryn Clark (Astrea Central)" userId="d0e16b62-87cd-4242-828a-2f5e276be710" providerId="ADAL" clId="{2E4B42CF-5E76-4A2E-9C5A-EB3702C58194}" dt="2025-08-06T14:32:19.474" v="11256" actId="20577"/>
          <ac:spMkLst>
            <pc:docMk/>
            <pc:sldMk cId="857558838" sldId="2716"/>
            <ac:spMk id="70" creationId="{0AE419D2-75EC-87CC-D160-F162FCD5634D}"/>
          </ac:spMkLst>
        </pc:spChg>
        <pc:spChg chg="mod">
          <ac:chgData name="Kathryn Clark (Astrea Central)" userId="d0e16b62-87cd-4242-828a-2f5e276be710" providerId="ADAL" clId="{2E4B42CF-5E76-4A2E-9C5A-EB3702C58194}" dt="2025-08-06T09:08:16.025" v="6023" actId="790"/>
          <ac:spMkLst>
            <pc:docMk/>
            <pc:sldMk cId="857558838" sldId="2716"/>
            <ac:spMk id="71" creationId="{4DD2D4CA-B53B-9609-CFA4-F77DC4EAAE07}"/>
          </ac:spMkLst>
        </pc:spChg>
        <pc:spChg chg="mod">
          <ac:chgData name="Kathryn Clark (Astrea Central)" userId="d0e16b62-87cd-4242-828a-2f5e276be710" providerId="ADAL" clId="{2E4B42CF-5E76-4A2E-9C5A-EB3702C58194}" dt="2025-08-06T09:08:40.289" v="6041" actId="20577"/>
          <ac:spMkLst>
            <pc:docMk/>
            <pc:sldMk cId="857558838" sldId="2716"/>
            <ac:spMk id="72" creationId="{57BF9039-70C3-11BF-C529-39FC2C5B5C8B}"/>
          </ac:spMkLst>
        </pc:spChg>
        <pc:spChg chg="mod">
          <ac:chgData name="Kathryn Clark (Astrea Central)" userId="d0e16b62-87cd-4242-828a-2f5e276be710" providerId="ADAL" clId="{2E4B42CF-5E76-4A2E-9C5A-EB3702C58194}" dt="2025-08-06T09:08:16.025" v="6023" actId="790"/>
          <ac:spMkLst>
            <pc:docMk/>
            <pc:sldMk cId="857558838" sldId="2716"/>
            <ac:spMk id="73" creationId="{48699E5E-47F3-8B71-EC9E-7A10A24467F4}"/>
          </ac:spMkLst>
        </pc:spChg>
        <pc:spChg chg="mod">
          <ac:chgData name="Kathryn Clark (Astrea Central)" userId="d0e16b62-87cd-4242-828a-2f5e276be710" providerId="ADAL" clId="{2E4B42CF-5E76-4A2E-9C5A-EB3702C58194}" dt="2025-08-06T09:08:16.025" v="6023" actId="790"/>
          <ac:spMkLst>
            <pc:docMk/>
            <pc:sldMk cId="857558838" sldId="2716"/>
            <ac:spMk id="74" creationId="{EDC03834-6C99-F613-6F15-A692198C328E}"/>
          </ac:spMkLst>
        </pc:spChg>
        <pc:graphicFrameChg chg="add mod modGraphic">
          <ac:chgData name="Kathryn Clark (Astrea Central)" userId="d0e16b62-87cd-4242-828a-2f5e276be710" providerId="ADAL" clId="{2E4B42CF-5E76-4A2E-9C5A-EB3702C58194}" dt="2025-08-06T09:12:32.868" v="6277" actId="14734"/>
          <ac:graphicFrameMkLst>
            <pc:docMk/>
            <pc:sldMk cId="857558838" sldId="2716"/>
            <ac:graphicFrameMk id="8" creationId="{6DAD806B-EF2C-A3F5-1568-3006D164AF9B}"/>
          </ac:graphicFrameMkLst>
        </pc:graphicFrameChg>
        <pc:picChg chg="mod">
          <ac:chgData name="Kathryn Clark (Astrea Central)" userId="d0e16b62-87cd-4242-828a-2f5e276be710" providerId="ADAL" clId="{2E4B42CF-5E76-4A2E-9C5A-EB3702C58194}" dt="2025-08-06T09:11:41.481" v="6261" actId="14100"/>
          <ac:picMkLst>
            <pc:docMk/>
            <pc:sldMk cId="857558838" sldId="2716"/>
            <ac:picMk id="16" creationId="{86F2D120-8104-B704-CEC6-81CD7954958E}"/>
          </ac:picMkLst>
        </pc:picChg>
        <pc:picChg chg="mod">
          <ac:chgData name="Kathryn Clark (Astrea Central)" userId="d0e16b62-87cd-4242-828a-2f5e276be710" providerId="ADAL" clId="{2E4B42CF-5E76-4A2E-9C5A-EB3702C58194}" dt="2025-08-06T09:11:53.691" v="6265" actId="14100"/>
          <ac:picMkLst>
            <pc:docMk/>
            <pc:sldMk cId="857558838" sldId="2716"/>
            <ac:picMk id="17" creationId="{F7076FE9-BA0A-91B7-6C91-57024B50EAAC}"/>
          </ac:picMkLst>
        </pc:picChg>
      </pc:sldChg>
      <pc:sldChg chg="del">
        <pc:chgData name="Kathryn Clark (Astrea Central)" userId="d0e16b62-87cd-4242-828a-2f5e276be710" providerId="ADAL" clId="{2E4B42CF-5E76-4A2E-9C5A-EB3702C58194}" dt="2025-08-04T14:45:15.904" v="65" actId="47"/>
        <pc:sldMkLst>
          <pc:docMk/>
          <pc:sldMk cId="1200818547" sldId="2716"/>
        </pc:sldMkLst>
      </pc:sldChg>
      <pc:sldChg chg="addSp delSp modSp add mod">
        <pc:chgData name="Kathryn Clark (Astrea Central)" userId="d0e16b62-87cd-4242-828a-2f5e276be710" providerId="ADAL" clId="{2E4B42CF-5E76-4A2E-9C5A-EB3702C58194}" dt="2025-08-06T09:08:16.025" v="6023" actId="790"/>
        <pc:sldMkLst>
          <pc:docMk/>
          <pc:sldMk cId="45549879" sldId="2717"/>
        </pc:sldMkLst>
        <pc:spChg chg="mod">
          <ac:chgData name="Kathryn Clark (Astrea Central)" userId="d0e16b62-87cd-4242-828a-2f5e276be710" providerId="ADAL" clId="{2E4B42CF-5E76-4A2E-9C5A-EB3702C58194}" dt="2025-08-06T09:08:16.025" v="6023" actId="790"/>
          <ac:spMkLst>
            <pc:docMk/>
            <pc:sldMk cId="45549879" sldId="2717"/>
            <ac:spMk id="2" creationId="{3DB40E23-DBF2-7A21-74A7-6742260AC5CC}"/>
          </ac:spMkLst>
        </pc:spChg>
        <pc:spChg chg="mod">
          <ac:chgData name="Kathryn Clark (Astrea Central)" userId="d0e16b62-87cd-4242-828a-2f5e276be710" providerId="ADAL" clId="{2E4B42CF-5E76-4A2E-9C5A-EB3702C58194}" dt="2025-08-06T09:08:16.025" v="6023" actId="790"/>
          <ac:spMkLst>
            <pc:docMk/>
            <pc:sldMk cId="45549879" sldId="2717"/>
            <ac:spMk id="7" creationId="{8F556980-C49E-3BDB-5F05-AD643E766B20}"/>
          </ac:spMkLst>
        </pc:spChg>
        <pc:spChg chg="mod">
          <ac:chgData name="Kathryn Clark (Astrea Central)" userId="d0e16b62-87cd-4242-828a-2f5e276be710" providerId="ADAL" clId="{2E4B42CF-5E76-4A2E-9C5A-EB3702C58194}" dt="2025-08-06T09:08:16.025" v="6023" actId="790"/>
          <ac:spMkLst>
            <pc:docMk/>
            <pc:sldMk cId="45549879" sldId="2717"/>
            <ac:spMk id="8" creationId="{00CE3A1C-E315-D67B-3899-5824667C053E}"/>
          </ac:spMkLst>
        </pc:spChg>
        <pc:graphicFrameChg chg="modGraphic">
          <ac:chgData name="Kathryn Clark (Astrea Central)" userId="d0e16b62-87cd-4242-828a-2f5e276be710" providerId="ADAL" clId="{2E4B42CF-5E76-4A2E-9C5A-EB3702C58194}" dt="2025-08-06T09:08:16.025" v="6023" actId="790"/>
          <ac:graphicFrameMkLst>
            <pc:docMk/>
            <pc:sldMk cId="45549879" sldId="2717"/>
            <ac:graphicFrameMk id="9" creationId="{1EBA70F9-52C5-A94A-E611-AFE5F8D06B68}"/>
          </ac:graphicFrameMkLst>
        </pc:graphicFrameChg>
        <pc:graphicFrameChg chg="add mod modGraphic">
          <ac:chgData name="Kathryn Clark (Astrea Central)" userId="d0e16b62-87cd-4242-828a-2f5e276be710" providerId="ADAL" clId="{2E4B42CF-5E76-4A2E-9C5A-EB3702C58194}" dt="2025-08-06T09:08:16.025" v="6023" actId="790"/>
          <ac:graphicFrameMkLst>
            <pc:docMk/>
            <pc:sldMk cId="45549879" sldId="2717"/>
            <ac:graphicFrameMk id="29" creationId="{63D5330C-49EB-3DE3-6746-9147CB9BE667}"/>
          </ac:graphicFrameMkLst>
        </pc:graphicFrameChg>
        <pc:picChg chg="add mod">
          <ac:chgData name="Kathryn Clark (Astrea Central)" userId="d0e16b62-87cd-4242-828a-2f5e276be710" providerId="ADAL" clId="{2E4B42CF-5E76-4A2E-9C5A-EB3702C58194}" dt="2025-08-04T17:34:42.322" v="4727" actId="1076"/>
          <ac:picMkLst>
            <pc:docMk/>
            <pc:sldMk cId="45549879" sldId="2717"/>
            <ac:picMk id="30" creationId="{98864696-C00D-0A7A-F7C0-80E1E6B4C0A0}"/>
          </ac:picMkLst>
        </pc:picChg>
        <pc:picChg chg="add mod">
          <ac:chgData name="Kathryn Clark (Astrea Central)" userId="d0e16b62-87cd-4242-828a-2f5e276be710" providerId="ADAL" clId="{2E4B42CF-5E76-4A2E-9C5A-EB3702C58194}" dt="2025-08-04T17:34:43.530" v="4728" actId="1076"/>
          <ac:picMkLst>
            <pc:docMk/>
            <pc:sldMk cId="45549879" sldId="2717"/>
            <ac:picMk id="40" creationId="{F2985CBB-A5FE-85AE-0074-36FFC986178E}"/>
          </ac:picMkLst>
        </pc:picChg>
        <pc:picChg chg="add mod">
          <ac:chgData name="Kathryn Clark (Astrea Central)" userId="d0e16b62-87cd-4242-828a-2f5e276be710" providerId="ADAL" clId="{2E4B42CF-5E76-4A2E-9C5A-EB3702C58194}" dt="2025-08-04T17:34:46.804" v="4729" actId="1076"/>
          <ac:picMkLst>
            <pc:docMk/>
            <pc:sldMk cId="45549879" sldId="2717"/>
            <ac:picMk id="41" creationId="{7A7840E8-8E3F-B4A4-72BC-854075E7AC20}"/>
          </ac:picMkLst>
        </pc:picChg>
      </pc:sldChg>
      <pc:sldChg chg="del">
        <pc:chgData name="Kathryn Clark (Astrea Central)" userId="d0e16b62-87cd-4242-828a-2f5e276be710" providerId="ADAL" clId="{2E4B42CF-5E76-4A2E-9C5A-EB3702C58194}" dt="2025-08-04T14:45:15.904" v="65" actId="47"/>
        <pc:sldMkLst>
          <pc:docMk/>
          <pc:sldMk cId="649351142" sldId="2717"/>
        </pc:sldMkLst>
      </pc:sldChg>
      <pc:sldChg chg="del">
        <pc:chgData name="Kathryn Clark (Astrea Central)" userId="d0e16b62-87cd-4242-828a-2f5e276be710" providerId="ADAL" clId="{2E4B42CF-5E76-4A2E-9C5A-EB3702C58194}" dt="2025-08-04T14:45:15.904" v="65" actId="47"/>
        <pc:sldMkLst>
          <pc:docMk/>
          <pc:sldMk cId="3148525930" sldId="2718"/>
        </pc:sldMkLst>
      </pc:sldChg>
      <pc:sldChg chg="modSp add mod">
        <pc:chgData name="Kathryn Clark (Astrea Central)" userId="d0e16b62-87cd-4242-828a-2f5e276be710" providerId="ADAL" clId="{2E4B42CF-5E76-4A2E-9C5A-EB3702C58194}" dt="2025-08-06T09:08:16.025" v="6023" actId="790"/>
        <pc:sldMkLst>
          <pc:docMk/>
          <pc:sldMk cId="3660213305" sldId="2718"/>
        </pc:sldMkLst>
        <pc:spChg chg="mod">
          <ac:chgData name="Kathryn Clark (Astrea Central)" userId="d0e16b62-87cd-4242-828a-2f5e276be710" providerId="ADAL" clId="{2E4B42CF-5E76-4A2E-9C5A-EB3702C58194}" dt="2025-08-06T09:08:16.025" v="6023" actId="790"/>
          <ac:spMkLst>
            <pc:docMk/>
            <pc:sldMk cId="3660213305" sldId="2718"/>
            <ac:spMk id="2" creationId="{A67CCB57-8C33-2538-0F42-2939DA1963B5}"/>
          </ac:spMkLst>
        </pc:spChg>
        <pc:spChg chg="mod">
          <ac:chgData name="Kathryn Clark (Astrea Central)" userId="d0e16b62-87cd-4242-828a-2f5e276be710" providerId="ADAL" clId="{2E4B42CF-5E76-4A2E-9C5A-EB3702C58194}" dt="2025-08-06T09:08:16.025" v="6023" actId="790"/>
          <ac:spMkLst>
            <pc:docMk/>
            <pc:sldMk cId="3660213305" sldId="2718"/>
            <ac:spMk id="3" creationId="{DC30C6D7-5357-CB89-5144-7557A6CE9605}"/>
          </ac:spMkLst>
        </pc:spChg>
        <pc:spChg chg="mod">
          <ac:chgData name="Kathryn Clark (Astrea Central)" userId="d0e16b62-87cd-4242-828a-2f5e276be710" providerId="ADAL" clId="{2E4B42CF-5E76-4A2E-9C5A-EB3702C58194}" dt="2025-08-06T09:08:16.025" v="6023" actId="790"/>
          <ac:spMkLst>
            <pc:docMk/>
            <pc:sldMk cId="3660213305" sldId="2718"/>
            <ac:spMk id="18" creationId="{9B0EB105-4456-834E-6081-B85248296537}"/>
          </ac:spMkLst>
        </pc:spChg>
        <pc:graphicFrameChg chg="modGraphic">
          <ac:chgData name="Kathryn Clark (Astrea Central)" userId="d0e16b62-87cd-4242-828a-2f5e276be710" providerId="ADAL" clId="{2E4B42CF-5E76-4A2E-9C5A-EB3702C58194}" dt="2025-08-06T09:08:16.025" v="6023" actId="790"/>
          <ac:graphicFrameMkLst>
            <pc:docMk/>
            <pc:sldMk cId="3660213305" sldId="2718"/>
            <ac:graphicFrameMk id="4" creationId="{2ED0B58C-4BDF-616F-AD0E-F5C1B6870FDC}"/>
          </ac:graphicFrameMkLst>
        </pc:graphicFrameChg>
        <pc:graphicFrameChg chg="modGraphic">
          <ac:chgData name="Kathryn Clark (Astrea Central)" userId="d0e16b62-87cd-4242-828a-2f5e276be710" providerId="ADAL" clId="{2E4B42CF-5E76-4A2E-9C5A-EB3702C58194}" dt="2025-08-06T09:08:16.025" v="6023" actId="790"/>
          <ac:graphicFrameMkLst>
            <pc:docMk/>
            <pc:sldMk cId="3660213305" sldId="2718"/>
            <ac:graphicFrameMk id="19" creationId="{89F15DD2-EF23-10C9-8984-20A1C38848EA}"/>
          </ac:graphicFrameMkLst>
        </pc:graphicFrameChg>
        <pc:picChg chg="mod modCrop">
          <ac:chgData name="Kathryn Clark (Astrea Central)" userId="d0e16b62-87cd-4242-828a-2f5e276be710" providerId="ADAL" clId="{2E4B42CF-5E76-4A2E-9C5A-EB3702C58194}" dt="2025-08-04T17:36:16.296" v="4747" actId="732"/>
          <ac:picMkLst>
            <pc:docMk/>
            <pc:sldMk cId="3660213305" sldId="2718"/>
            <ac:picMk id="32" creationId="{58DCF72C-8627-6EAE-DDA8-0D6B18F0FAD7}"/>
          </ac:picMkLst>
        </pc:picChg>
      </pc:sldChg>
      <pc:sldChg chg="del">
        <pc:chgData name="Kathryn Clark (Astrea Central)" userId="d0e16b62-87cd-4242-828a-2f5e276be710" providerId="ADAL" clId="{2E4B42CF-5E76-4A2E-9C5A-EB3702C58194}" dt="2025-08-04T14:45:54.155" v="69" actId="47"/>
        <pc:sldMkLst>
          <pc:docMk/>
          <pc:sldMk cId="725805775" sldId="2719"/>
        </pc:sldMkLst>
      </pc:sldChg>
      <pc:sldChg chg="addSp delSp modSp add del mod">
        <pc:chgData name="Kathryn Clark (Astrea Central)" userId="d0e16b62-87cd-4242-828a-2f5e276be710" providerId="ADAL" clId="{2E4B42CF-5E76-4A2E-9C5A-EB3702C58194}" dt="2025-08-04T17:38:28.070" v="4867" actId="47"/>
        <pc:sldMkLst>
          <pc:docMk/>
          <pc:sldMk cId="1982959648" sldId="2719"/>
        </pc:sldMkLst>
      </pc:sldChg>
      <pc:sldChg chg="addSp delSp modSp add mod">
        <pc:chgData name="Kathryn Clark (Astrea Central)" userId="d0e16b62-87cd-4242-828a-2f5e276be710" providerId="ADAL" clId="{2E4B42CF-5E76-4A2E-9C5A-EB3702C58194}" dt="2025-08-06T14:32:08.395" v="11255" actId="207"/>
        <pc:sldMkLst>
          <pc:docMk/>
          <pc:sldMk cId="1044138969" sldId="2720"/>
        </pc:sldMkLst>
        <pc:spChg chg="add del mod">
          <ac:chgData name="Kathryn Clark (Astrea Central)" userId="d0e16b62-87cd-4242-828a-2f5e276be710" providerId="ADAL" clId="{2E4B42CF-5E76-4A2E-9C5A-EB3702C58194}" dt="2025-08-06T08:45:24.510" v="5282" actId="1036"/>
          <ac:spMkLst>
            <pc:docMk/>
            <pc:sldMk cId="1044138969" sldId="2720"/>
            <ac:spMk id="2" creationId="{B443AD22-0438-CB01-F2C9-BF205A3EA242}"/>
          </ac:spMkLst>
        </pc:spChg>
        <pc:spChg chg="mod">
          <ac:chgData name="Kathryn Clark (Astrea Central)" userId="d0e16b62-87cd-4242-828a-2f5e276be710" providerId="ADAL" clId="{2E4B42CF-5E76-4A2E-9C5A-EB3702C58194}" dt="2025-08-06T09:08:16.025" v="6023" actId="790"/>
          <ac:spMkLst>
            <pc:docMk/>
            <pc:sldMk cId="1044138969" sldId="2720"/>
            <ac:spMk id="8" creationId="{347304B3-D808-399C-89C9-EFD79F42E96E}"/>
          </ac:spMkLst>
        </pc:spChg>
        <pc:spChg chg="mod">
          <ac:chgData name="Kathryn Clark (Astrea Central)" userId="d0e16b62-87cd-4242-828a-2f5e276be710" providerId="ADAL" clId="{2E4B42CF-5E76-4A2E-9C5A-EB3702C58194}" dt="2025-08-06T09:08:16.025" v="6023" actId="790"/>
          <ac:spMkLst>
            <pc:docMk/>
            <pc:sldMk cId="1044138969" sldId="2720"/>
            <ac:spMk id="11" creationId="{11AF34F7-BA12-0CF2-4AA7-C9D1F65389C2}"/>
          </ac:spMkLst>
        </pc:spChg>
        <pc:spChg chg="mod">
          <ac:chgData name="Kathryn Clark (Astrea Central)" userId="d0e16b62-87cd-4242-828a-2f5e276be710" providerId="ADAL" clId="{2E4B42CF-5E76-4A2E-9C5A-EB3702C58194}" dt="2025-08-06T09:08:16.025" v="6023" actId="790"/>
          <ac:spMkLst>
            <pc:docMk/>
            <pc:sldMk cId="1044138969" sldId="2720"/>
            <ac:spMk id="12" creationId="{2FA61237-E93D-0C93-C656-65A63973BD0E}"/>
          </ac:spMkLst>
        </pc:spChg>
        <pc:spChg chg="add mod">
          <ac:chgData name="Kathryn Clark (Astrea Central)" userId="d0e16b62-87cd-4242-828a-2f5e276be710" providerId="ADAL" clId="{2E4B42CF-5E76-4A2E-9C5A-EB3702C58194}" dt="2025-08-06T14:32:08.395" v="11255" actId="207"/>
          <ac:spMkLst>
            <pc:docMk/>
            <pc:sldMk cId="1044138969" sldId="2720"/>
            <ac:spMk id="15" creationId="{E30DF3CB-4C8D-5D4D-B934-8A43233D7066}"/>
          </ac:spMkLst>
        </pc:spChg>
        <pc:spChg chg="mod">
          <ac:chgData name="Kathryn Clark (Astrea Central)" userId="d0e16b62-87cd-4242-828a-2f5e276be710" providerId="ADAL" clId="{2E4B42CF-5E76-4A2E-9C5A-EB3702C58194}" dt="2025-08-06T09:08:16.025" v="6023" actId="790"/>
          <ac:spMkLst>
            <pc:docMk/>
            <pc:sldMk cId="1044138969" sldId="2720"/>
            <ac:spMk id="18" creationId="{1C98B893-C9D9-E1A5-8523-2C50D00020C0}"/>
          </ac:spMkLst>
        </pc:spChg>
        <pc:spChg chg="mod">
          <ac:chgData name="Kathryn Clark (Astrea Central)" userId="d0e16b62-87cd-4242-828a-2f5e276be710" providerId="ADAL" clId="{2E4B42CF-5E76-4A2E-9C5A-EB3702C58194}" dt="2025-08-06T09:08:16.025" v="6023" actId="790"/>
          <ac:spMkLst>
            <pc:docMk/>
            <pc:sldMk cId="1044138969" sldId="2720"/>
            <ac:spMk id="25" creationId="{8C15E458-37E4-1E71-4261-01C9F0BAAA0B}"/>
          </ac:spMkLst>
        </pc:spChg>
        <pc:spChg chg="mod">
          <ac:chgData name="Kathryn Clark (Astrea Central)" userId="d0e16b62-87cd-4242-828a-2f5e276be710" providerId="ADAL" clId="{2E4B42CF-5E76-4A2E-9C5A-EB3702C58194}" dt="2025-08-06T09:08:16.025" v="6023" actId="790"/>
          <ac:spMkLst>
            <pc:docMk/>
            <pc:sldMk cId="1044138969" sldId="2720"/>
            <ac:spMk id="26" creationId="{3D130665-0BA8-377B-D35A-25030989A3A7}"/>
          </ac:spMkLst>
        </pc:spChg>
        <pc:spChg chg="mod">
          <ac:chgData name="Kathryn Clark (Astrea Central)" userId="d0e16b62-87cd-4242-828a-2f5e276be710" providerId="ADAL" clId="{2E4B42CF-5E76-4A2E-9C5A-EB3702C58194}" dt="2025-08-06T08:43:41.623" v="5114" actId="1035"/>
          <ac:spMkLst>
            <pc:docMk/>
            <pc:sldMk cId="1044138969" sldId="2720"/>
            <ac:spMk id="28" creationId="{5CE0A893-2ED6-860F-D988-1215067DFB80}"/>
          </ac:spMkLst>
        </pc:spChg>
        <pc:spChg chg="mod">
          <ac:chgData name="Kathryn Clark (Astrea Central)" userId="d0e16b62-87cd-4242-828a-2f5e276be710" providerId="ADAL" clId="{2E4B42CF-5E76-4A2E-9C5A-EB3702C58194}" dt="2025-08-06T09:08:16.025" v="6023" actId="790"/>
          <ac:spMkLst>
            <pc:docMk/>
            <pc:sldMk cId="1044138969" sldId="2720"/>
            <ac:spMk id="29" creationId="{B02A01C5-01AF-0498-3F77-4F2162ADB42E}"/>
          </ac:spMkLst>
        </pc:spChg>
        <pc:spChg chg="mod">
          <ac:chgData name="Kathryn Clark (Astrea Central)" userId="d0e16b62-87cd-4242-828a-2f5e276be710" providerId="ADAL" clId="{2E4B42CF-5E76-4A2E-9C5A-EB3702C58194}" dt="2025-08-06T08:43:41.623" v="5114" actId="1035"/>
          <ac:spMkLst>
            <pc:docMk/>
            <pc:sldMk cId="1044138969" sldId="2720"/>
            <ac:spMk id="30" creationId="{3B020E19-69AC-F8B5-110C-42C137217ABB}"/>
          </ac:spMkLst>
        </pc:spChg>
        <pc:spChg chg="mod">
          <ac:chgData name="Kathryn Clark (Astrea Central)" userId="d0e16b62-87cd-4242-828a-2f5e276be710" providerId="ADAL" clId="{2E4B42CF-5E76-4A2E-9C5A-EB3702C58194}" dt="2025-08-06T09:08:16.025" v="6023" actId="790"/>
          <ac:spMkLst>
            <pc:docMk/>
            <pc:sldMk cId="1044138969" sldId="2720"/>
            <ac:spMk id="31" creationId="{6A2AF54D-978E-6552-EC07-2E21D58CDB20}"/>
          </ac:spMkLst>
        </pc:spChg>
        <pc:spChg chg="mod">
          <ac:chgData name="Kathryn Clark (Astrea Central)" userId="d0e16b62-87cd-4242-828a-2f5e276be710" providerId="ADAL" clId="{2E4B42CF-5E76-4A2E-9C5A-EB3702C58194}" dt="2025-08-06T09:08:16.025" v="6023" actId="790"/>
          <ac:spMkLst>
            <pc:docMk/>
            <pc:sldMk cId="1044138969" sldId="2720"/>
            <ac:spMk id="32" creationId="{0885B7AF-E7D6-5971-D597-8756C0826C1D}"/>
          </ac:spMkLst>
        </pc:spChg>
        <pc:spChg chg="mod">
          <ac:chgData name="Kathryn Clark (Astrea Central)" userId="d0e16b62-87cd-4242-828a-2f5e276be710" providerId="ADAL" clId="{2E4B42CF-5E76-4A2E-9C5A-EB3702C58194}" dt="2025-08-06T08:43:41.623" v="5114" actId="1035"/>
          <ac:spMkLst>
            <pc:docMk/>
            <pc:sldMk cId="1044138969" sldId="2720"/>
            <ac:spMk id="33" creationId="{8E31A015-4CC8-6EDF-CDE7-766C15645442}"/>
          </ac:spMkLst>
        </pc:spChg>
        <pc:grpChg chg="mod">
          <ac:chgData name="Kathryn Clark (Astrea Central)" userId="d0e16b62-87cd-4242-828a-2f5e276be710" providerId="ADAL" clId="{2E4B42CF-5E76-4A2E-9C5A-EB3702C58194}" dt="2025-08-06T08:44:19.455" v="5179" actId="1035"/>
          <ac:grpSpMkLst>
            <pc:docMk/>
            <pc:sldMk cId="1044138969" sldId="2720"/>
            <ac:grpSpMk id="4" creationId="{5A7A8B59-CF58-BEA0-7F45-808A7705A8FB}"/>
          </ac:grpSpMkLst>
        </pc:grpChg>
        <pc:grpChg chg="mod">
          <ac:chgData name="Kathryn Clark (Astrea Central)" userId="d0e16b62-87cd-4242-828a-2f5e276be710" providerId="ADAL" clId="{2E4B42CF-5E76-4A2E-9C5A-EB3702C58194}" dt="2025-08-06T08:44:19.455" v="5179" actId="1035"/>
          <ac:grpSpMkLst>
            <pc:docMk/>
            <pc:sldMk cId="1044138969" sldId="2720"/>
            <ac:grpSpMk id="16" creationId="{50402CD1-070D-0CCF-A06A-8A2D38E73D37}"/>
          </ac:grpSpMkLst>
        </pc:grpChg>
        <pc:graphicFrameChg chg="mod">
          <ac:chgData name="Kathryn Clark (Astrea Central)" userId="d0e16b62-87cd-4242-828a-2f5e276be710" providerId="ADAL" clId="{2E4B42CF-5E76-4A2E-9C5A-EB3702C58194}" dt="2025-08-06T08:44:14.868" v="5164"/>
          <ac:graphicFrameMkLst>
            <pc:docMk/>
            <pc:sldMk cId="1044138969" sldId="2720"/>
            <ac:graphicFrameMk id="13" creationId="{956DB8A5-7BC7-45FB-A134-0B62D8B20A60}"/>
          </ac:graphicFrameMkLst>
        </pc:graphicFrameChg>
        <pc:graphicFrameChg chg="add mod modGraphic">
          <ac:chgData name="Kathryn Clark (Astrea Central)" userId="d0e16b62-87cd-4242-828a-2f5e276be710" providerId="ADAL" clId="{2E4B42CF-5E76-4A2E-9C5A-EB3702C58194}" dt="2025-08-04T17:41:44.348" v="4946" actId="20577"/>
          <ac:graphicFrameMkLst>
            <pc:docMk/>
            <pc:sldMk cId="1044138969" sldId="2720"/>
            <ac:graphicFrameMk id="17" creationId="{A628C6BA-4074-FD97-E96B-D6E793310C3B}"/>
          </ac:graphicFrameMkLst>
        </pc:graphicFrameChg>
        <pc:graphicFrameChg chg="add del mod modGraphic">
          <ac:chgData name="Kathryn Clark (Astrea Central)" userId="d0e16b62-87cd-4242-828a-2f5e276be710" providerId="ADAL" clId="{2E4B42CF-5E76-4A2E-9C5A-EB3702C58194}" dt="2025-08-06T08:44:55.205" v="5244"/>
          <ac:graphicFrameMkLst>
            <pc:docMk/>
            <pc:sldMk cId="1044138969" sldId="2720"/>
            <ac:graphicFrameMk id="19" creationId="{4382C18A-10A1-401C-ABE1-F7BE28964A0D}"/>
          </ac:graphicFrameMkLst>
        </pc:graphicFrameChg>
        <pc:graphicFrameChg chg="add del mod">
          <ac:chgData name="Kathryn Clark (Astrea Central)" userId="d0e16b62-87cd-4242-828a-2f5e276be710" providerId="ADAL" clId="{2E4B42CF-5E76-4A2E-9C5A-EB3702C58194}" dt="2025-08-06T08:45:24.510" v="5282" actId="1036"/>
          <ac:graphicFrameMkLst>
            <pc:docMk/>
            <pc:sldMk cId="1044138969" sldId="2720"/>
            <ac:graphicFrameMk id="37" creationId="{790E4DA1-AA57-0190-9B8B-85174F526187}"/>
          </ac:graphicFrameMkLst>
        </pc:graphicFrameChg>
        <pc:picChg chg="add del mod">
          <ac:chgData name="Kathryn Clark (Astrea Central)" userId="d0e16b62-87cd-4242-828a-2f5e276be710" providerId="ADAL" clId="{2E4B42CF-5E76-4A2E-9C5A-EB3702C58194}" dt="2025-08-06T08:45:30.566" v="5291" actId="1035"/>
          <ac:picMkLst>
            <pc:docMk/>
            <pc:sldMk cId="1044138969" sldId="2720"/>
            <ac:picMk id="21" creationId="{291B6F6E-6D9F-910C-C8F8-A05C9CA9E1E7}"/>
          </ac:picMkLst>
        </pc:picChg>
        <pc:picChg chg="add del mod">
          <ac:chgData name="Kathryn Clark (Astrea Central)" userId="d0e16b62-87cd-4242-828a-2f5e276be710" providerId="ADAL" clId="{2E4B42CF-5E76-4A2E-9C5A-EB3702C58194}" dt="2025-08-06T08:45:32.111" v="5299" actId="1035"/>
          <ac:picMkLst>
            <pc:docMk/>
            <pc:sldMk cId="1044138969" sldId="2720"/>
            <ac:picMk id="22" creationId="{BF3A97C9-1BCC-98D6-979B-DC7B13C225E3}"/>
          </ac:picMkLst>
        </pc:picChg>
        <pc:picChg chg="add del mod">
          <ac:chgData name="Kathryn Clark (Astrea Central)" userId="d0e16b62-87cd-4242-828a-2f5e276be710" providerId="ADAL" clId="{2E4B42CF-5E76-4A2E-9C5A-EB3702C58194}" dt="2025-08-06T08:45:19.093" v="5268" actId="1076"/>
          <ac:picMkLst>
            <pc:docMk/>
            <pc:sldMk cId="1044138969" sldId="2720"/>
            <ac:picMk id="23" creationId="{94F654E8-0A00-7D84-14F8-BF8336D81F1A}"/>
          </ac:picMkLst>
        </pc:picChg>
        <pc:picChg chg="add del mod">
          <ac:chgData name="Kathryn Clark (Astrea Central)" userId="d0e16b62-87cd-4242-828a-2f5e276be710" providerId="ADAL" clId="{2E4B42CF-5E76-4A2E-9C5A-EB3702C58194}" dt="2025-08-06T08:45:14.991" v="5267" actId="1036"/>
          <ac:picMkLst>
            <pc:docMk/>
            <pc:sldMk cId="1044138969" sldId="2720"/>
            <ac:picMk id="24" creationId="{353EB3B5-60C8-4D1A-E92D-959652EC993B}"/>
          </ac:picMkLst>
        </pc:picChg>
        <pc:picChg chg="add mod">
          <ac:chgData name="Kathryn Clark (Astrea Central)" userId="d0e16b62-87cd-4242-828a-2f5e276be710" providerId="ADAL" clId="{2E4B42CF-5E76-4A2E-9C5A-EB3702C58194}" dt="2025-08-04T17:40:52.665" v="4923" actId="1036"/>
          <ac:picMkLst>
            <pc:docMk/>
            <pc:sldMk cId="1044138969" sldId="2720"/>
            <ac:picMk id="34" creationId="{0993C2EA-828B-95FA-1024-D85BD5EA308C}"/>
          </ac:picMkLst>
        </pc:picChg>
        <pc:picChg chg="add mod">
          <ac:chgData name="Kathryn Clark (Astrea Central)" userId="d0e16b62-87cd-4242-828a-2f5e276be710" providerId="ADAL" clId="{2E4B42CF-5E76-4A2E-9C5A-EB3702C58194}" dt="2025-08-04T17:40:52.665" v="4923" actId="1036"/>
          <ac:picMkLst>
            <pc:docMk/>
            <pc:sldMk cId="1044138969" sldId="2720"/>
            <ac:picMk id="35" creationId="{12A2CA32-6D33-D38C-ED38-64D3FBAE2AC2}"/>
          </ac:picMkLst>
        </pc:picChg>
        <pc:picChg chg="add mod">
          <ac:chgData name="Kathryn Clark (Astrea Central)" userId="d0e16b62-87cd-4242-828a-2f5e276be710" providerId="ADAL" clId="{2E4B42CF-5E76-4A2E-9C5A-EB3702C58194}" dt="2025-08-04T17:41:16.601" v="4929" actId="1076"/>
          <ac:picMkLst>
            <pc:docMk/>
            <pc:sldMk cId="1044138969" sldId="2720"/>
            <ac:picMk id="36" creationId="{5D86B28E-35BB-F8A6-3F18-3594106706B5}"/>
          </ac:picMkLst>
        </pc:picChg>
        <pc:picChg chg="add del mod">
          <ac:chgData name="Kathryn Clark (Astrea Central)" userId="d0e16b62-87cd-4242-828a-2f5e276be710" providerId="ADAL" clId="{2E4B42CF-5E76-4A2E-9C5A-EB3702C58194}" dt="2025-08-06T08:45:24.510" v="5282" actId="1036"/>
          <ac:picMkLst>
            <pc:docMk/>
            <pc:sldMk cId="1044138969" sldId="2720"/>
            <ac:picMk id="46" creationId="{3D6D4934-ABC7-1BA4-624F-006B5AB2EEF2}"/>
          </ac:picMkLst>
        </pc:picChg>
        <pc:picChg chg="add del mod">
          <ac:chgData name="Kathryn Clark (Astrea Central)" userId="d0e16b62-87cd-4242-828a-2f5e276be710" providerId="ADAL" clId="{2E4B42CF-5E76-4A2E-9C5A-EB3702C58194}" dt="2025-08-06T08:45:24.510" v="5282" actId="1036"/>
          <ac:picMkLst>
            <pc:docMk/>
            <pc:sldMk cId="1044138969" sldId="2720"/>
            <ac:picMk id="47" creationId="{08B49DE0-1B85-795F-257B-3D54DB56DD7A}"/>
          </ac:picMkLst>
        </pc:picChg>
      </pc:sldChg>
      <pc:sldChg chg="del">
        <pc:chgData name="Kathryn Clark (Astrea Central)" userId="d0e16b62-87cd-4242-828a-2f5e276be710" providerId="ADAL" clId="{2E4B42CF-5E76-4A2E-9C5A-EB3702C58194}" dt="2025-08-04T14:45:54.155" v="69" actId="47"/>
        <pc:sldMkLst>
          <pc:docMk/>
          <pc:sldMk cId="2311879112" sldId="2720"/>
        </pc:sldMkLst>
      </pc:sldChg>
      <pc:sldChg chg="del">
        <pc:chgData name="Kathryn Clark (Astrea Central)" userId="d0e16b62-87cd-4242-828a-2f5e276be710" providerId="ADAL" clId="{2E4B42CF-5E76-4A2E-9C5A-EB3702C58194}" dt="2025-08-04T14:45:54.155" v="69" actId="47"/>
        <pc:sldMkLst>
          <pc:docMk/>
          <pc:sldMk cId="3570258967" sldId="2721"/>
        </pc:sldMkLst>
      </pc:sldChg>
      <pc:sldChg chg="addSp delSp modSp add mod">
        <pc:chgData name="Kathryn Clark (Astrea Central)" userId="d0e16b62-87cd-4242-828a-2f5e276be710" providerId="ADAL" clId="{2E4B42CF-5E76-4A2E-9C5A-EB3702C58194}" dt="2025-08-06T09:08:16.025" v="6023" actId="790"/>
        <pc:sldMkLst>
          <pc:docMk/>
          <pc:sldMk cId="4131534759" sldId="2721"/>
        </pc:sldMkLst>
        <pc:spChg chg="mod">
          <ac:chgData name="Kathryn Clark (Astrea Central)" userId="d0e16b62-87cd-4242-828a-2f5e276be710" providerId="ADAL" clId="{2E4B42CF-5E76-4A2E-9C5A-EB3702C58194}" dt="2025-08-06T09:08:16.025" v="6023" actId="790"/>
          <ac:spMkLst>
            <pc:docMk/>
            <pc:sldMk cId="4131534759" sldId="2721"/>
            <ac:spMk id="2" creationId="{EF533ACE-3910-2035-2019-96F801E73159}"/>
          </ac:spMkLst>
        </pc:spChg>
        <pc:spChg chg="mod">
          <ac:chgData name="Kathryn Clark (Astrea Central)" userId="d0e16b62-87cd-4242-828a-2f5e276be710" providerId="ADAL" clId="{2E4B42CF-5E76-4A2E-9C5A-EB3702C58194}" dt="2025-08-06T09:08:16.025" v="6023" actId="790"/>
          <ac:spMkLst>
            <pc:docMk/>
            <pc:sldMk cId="4131534759" sldId="2721"/>
            <ac:spMk id="4" creationId="{73F3BA43-B6B3-0FFE-D537-FA5F1D1F91EC}"/>
          </ac:spMkLst>
        </pc:spChg>
        <pc:spChg chg="mod">
          <ac:chgData name="Kathryn Clark (Astrea Central)" userId="d0e16b62-87cd-4242-828a-2f5e276be710" providerId="ADAL" clId="{2E4B42CF-5E76-4A2E-9C5A-EB3702C58194}" dt="2025-08-06T09:08:16.025" v="6023" actId="790"/>
          <ac:spMkLst>
            <pc:docMk/>
            <pc:sldMk cId="4131534759" sldId="2721"/>
            <ac:spMk id="12" creationId="{DB42836F-2985-BB09-3539-E7CEA455325A}"/>
          </ac:spMkLst>
        </pc:spChg>
        <pc:grpChg chg="mod">
          <ac:chgData name="Kathryn Clark (Astrea Central)" userId="d0e16b62-87cd-4242-828a-2f5e276be710" providerId="ADAL" clId="{2E4B42CF-5E76-4A2E-9C5A-EB3702C58194}" dt="2025-08-06T08:46:11.435" v="5383" actId="1037"/>
          <ac:grpSpMkLst>
            <pc:docMk/>
            <pc:sldMk cId="4131534759" sldId="2721"/>
            <ac:grpSpMk id="41" creationId="{48B069D1-6352-296B-04C9-15D179AD3447}"/>
          </ac:grpSpMkLst>
        </pc:grpChg>
        <pc:graphicFrameChg chg="mod modGraphic">
          <ac:chgData name="Kathryn Clark (Astrea Central)" userId="d0e16b62-87cd-4242-828a-2f5e276be710" providerId="ADAL" clId="{2E4B42CF-5E76-4A2E-9C5A-EB3702C58194}" dt="2025-08-06T09:08:16.025" v="6023" actId="790"/>
          <ac:graphicFrameMkLst>
            <pc:docMk/>
            <pc:sldMk cId="4131534759" sldId="2721"/>
            <ac:graphicFrameMk id="5" creationId="{B3E5BB47-1B46-A41F-3AA3-A1D43195CBB8}"/>
          </ac:graphicFrameMkLst>
        </pc:graphicFrameChg>
        <pc:graphicFrameChg chg="modGraphic">
          <ac:chgData name="Kathryn Clark (Astrea Central)" userId="d0e16b62-87cd-4242-828a-2f5e276be710" providerId="ADAL" clId="{2E4B42CF-5E76-4A2E-9C5A-EB3702C58194}" dt="2025-08-06T09:08:16.025" v="6023" actId="790"/>
          <ac:graphicFrameMkLst>
            <pc:docMk/>
            <pc:sldMk cId="4131534759" sldId="2721"/>
            <ac:graphicFrameMk id="6" creationId="{5A036EB7-DEE6-F9ED-3DCC-79215CCCE318}"/>
          </ac:graphicFrameMkLst>
        </pc:graphicFrameChg>
        <pc:graphicFrameChg chg="modGraphic">
          <ac:chgData name="Kathryn Clark (Astrea Central)" userId="d0e16b62-87cd-4242-828a-2f5e276be710" providerId="ADAL" clId="{2E4B42CF-5E76-4A2E-9C5A-EB3702C58194}" dt="2025-08-06T09:08:16.025" v="6023" actId="790"/>
          <ac:graphicFrameMkLst>
            <pc:docMk/>
            <pc:sldMk cId="4131534759" sldId="2721"/>
            <ac:graphicFrameMk id="13" creationId="{E7E7B7A5-01F9-C588-E47D-802CA005E218}"/>
          </ac:graphicFrameMkLst>
        </pc:graphicFrameChg>
        <pc:picChg chg="mod">
          <ac:chgData name="Kathryn Clark (Astrea Central)" userId="d0e16b62-87cd-4242-828a-2f5e276be710" providerId="ADAL" clId="{2E4B42CF-5E76-4A2E-9C5A-EB3702C58194}" dt="2025-08-06T08:45:43.370" v="5328" actId="1036"/>
          <ac:picMkLst>
            <pc:docMk/>
            <pc:sldMk cId="4131534759" sldId="2721"/>
            <ac:picMk id="7" creationId="{A59CED03-2B36-A878-9D03-BC09335C394B}"/>
          </ac:picMkLst>
        </pc:picChg>
        <pc:picChg chg="mod">
          <ac:chgData name="Kathryn Clark (Astrea Central)" userId="d0e16b62-87cd-4242-828a-2f5e276be710" providerId="ADAL" clId="{2E4B42CF-5E76-4A2E-9C5A-EB3702C58194}" dt="2025-08-06T08:45:43.370" v="5328" actId="1036"/>
          <ac:picMkLst>
            <pc:docMk/>
            <pc:sldMk cId="4131534759" sldId="2721"/>
            <ac:picMk id="9" creationId="{E18E22C9-AFC0-EDBB-513C-7A1EDEADB1A9}"/>
          </ac:picMkLst>
        </pc:picChg>
        <pc:picChg chg="mod">
          <ac:chgData name="Kathryn Clark (Astrea Central)" userId="d0e16b62-87cd-4242-828a-2f5e276be710" providerId="ADAL" clId="{2E4B42CF-5E76-4A2E-9C5A-EB3702C58194}" dt="2025-08-06T08:45:43.370" v="5328" actId="1036"/>
          <ac:picMkLst>
            <pc:docMk/>
            <pc:sldMk cId="4131534759" sldId="2721"/>
            <ac:picMk id="11" creationId="{727F5135-25F1-1E4E-F47F-0F78DFAC00FE}"/>
          </ac:picMkLst>
        </pc:picChg>
        <pc:picChg chg="mod">
          <ac:chgData name="Kathryn Clark (Astrea Central)" userId="d0e16b62-87cd-4242-828a-2f5e276be710" providerId="ADAL" clId="{2E4B42CF-5E76-4A2E-9C5A-EB3702C58194}" dt="2025-08-06T08:46:04.299" v="5379" actId="1035"/>
          <ac:picMkLst>
            <pc:docMk/>
            <pc:sldMk cId="4131534759" sldId="2721"/>
            <ac:picMk id="14" creationId="{B5E74DB0-873C-C516-8ACC-E6624A9FA94D}"/>
          </ac:picMkLst>
        </pc:picChg>
        <pc:picChg chg="mod">
          <ac:chgData name="Kathryn Clark (Astrea Central)" userId="d0e16b62-87cd-4242-828a-2f5e276be710" providerId="ADAL" clId="{2E4B42CF-5E76-4A2E-9C5A-EB3702C58194}" dt="2025-08-06T08:45:57.695" v="5373" actId="1035"/>
          <ac:picMkLst>
            <pc:docMk/>
            <pc:sldMk cId="4131534759" sldId="2721"/>
            <ac:picMk id="18" creationId="{800B41F7-AEA3-9010-5C53-5D7C65430A53}"/>
          </ac:picMkLst>
        </pc:picChg>
        <pc:picChg chg="mod">
          <ac:chgData name="Kathryn Clark (Astrea Central)" userId="d0e16b62-87cd-4242-828a-2f5e276be710" providerId="ADAL" clId="{2E4B42CF-5E76-4A2E-9C5A-EB3702C58194}" dt="2025-08-06T08:45:57.695" v="5373" actId="1035"/>
          <ac:picMkLst>
            <pc:docMk/>
            <pc:sldMk cId="4131534759" sldId="2721"/>
            <ac:picMk id="20" creationId="{B3512CCA-BF86-0017-2BB0-8B5D19380D70}"/>
          </ac:picMkLst>
        </pc:picChg>
        <pc:picChg chg="mod">
          <ac:chgData name="Kathryn Clark (Astrea Central)" userId="d0e16b62-87cd-4242-828a-2f5e276be710" providerId="ADAL" clId="{2E4B42CF-5E76-4A2E-9C5A-EB3702C58194}" dt="2025-08-06T08:45:57.695" v="5373" actId="1035"/>
          <ac:picMkLst>
            <pc:docMk/>
            <pc:sldMk cId="4131534759" sldId="2721"/>
            <ac:picMk id="22" creationId="{7D6739C0-67C4-F890-BC12-372BA1C78518}"/>
          </ac:picMkLst>
        </pc:picChg>
        <pc:picChg chg="mod">
          <ac:chgData name="Kathryn Clark (Astrea Central)" userId="d0e16b62-87cd-4242-828a-2f5e276be710" providerId="ADAL" clId="{2E4B42CF-5E76-4A2E-9C5A-EB3702C58194}" dt="2025-08-06T08:45:57.695" v="5373" actId="1035"/>
          <ac:picMkLst>
            <pc:docMk/>
            <pc:sldMk cId="4131534759" sldId="2721"/>
            <ac:picMk id="27" creationId="{F8E28069-6381-1D9B-3881-CB506EBE3BB7}"/>
          </ac:picMkLst>
        </pc:picChg>
        <pc:picChg chg="mod">
          <ac:chgData name="Kathryn Clark (Astrea Central)" userId="d0e16b62-87cd-4242-828a-2f5e276be710" providerId="ADAL" clId="{2E4B42CF-5E76-4A2E-9C5A-EB3702C58194}" dt="2025-08-06T08:45:57.695" v="5373" actId="1035"/>
          <ac:picMkLst>
            <pc:docMk/>
            <pc:sldMk cId="4131534759" sldId="2721"/>
            <ac:picMk id="29" creationId="{25284A43-7B21-224D-9DC5-6C45238E4F3C}"/>
          </ac:picMkLst>
        </pc:picChg>
        <pc:picChg chg="mod">
          <ac:chgData name="Kathryn Clark (Astrea Central)" userId="d0e16b62-87cd-4242-828a-2f5e276be710" providerId="ADAL" clId="{2E4B42CF-5E76-4A2E-9C5A-EB3702C58194}" dt="2025-08-06T08:45:57.695" v="5373" actId="1035"/>
          <ac:picMkLst>
            <pc:docMk/>
            <pc:sldMk cId="4131534759" sldId="2721"/>
            <ac:picMk id="33" creationId="{754232A6-35D2-306F-3904-7273A6441B96}"/>
          </ac:picMkLst>
        </pc:picChg>
        <pc:picChg chg="mod">
          <ac:chgData name="Kathryn Clark (Astrea Central)" userId="d0e16b62-87cd-4242-828a-2f5e276be710" providerId="ADAL" clId="{2E4B42CF-5E76-4A2E-9C5A-EB3702C58194}" dt="2025-08-06T08:45:57.695" v="5373" actId="1035"/>
          <ac:picMkLst>
            <pc:docMk/>
            <pc:sldMk cId="4131534759" sldId="2721"/>
            <ac:picMk id="35" creationId="{7DAE11D7-14CE-D0ED-7B6D-A04D314ED398}"/>
          </ac:picMkLst>
        </pc:picChg>
        <pc:picChg chg="mod">
          <ac:chgData name="Kathryn Clark (Astrea Central)" userId="d0e16b62-87cd-4242-828a-2f5e276be710" providerId="ADAL" clId="{2E4B42CF-5E76-4A2E-9C5A-EB3702C58194}" dt="2025-08-06T08:45:57.695" v="5373" actId="1035"/>
          <ac:picMkLst>
            <pc:docMk/>
            <pc:sldMk cId="4131534759" sldId="2721"/>
            <ac:picMk id="37" creationId="{71491977-6E30-A693-2197-5BDA8F8508B9}"/>
          </ac:picMkLst>
        </pc:picChg>
        <pc:picChg chg="mod">
          <ac:chgData name="Kathryn Clark (Astrea Central)" userId="d0e16b62-87cd-4242-828a-2f5e276be710" providerId="ADAL" clId="{2E4B42CF-5E76-4A2E-9C5A-EB3702C58194}" dt="2025-08-06T08:45:57.695" v="5373" actId="1035"/>
          <ac:picMkLst>
            <pc:docMk/>
            <pc:sldMk cId="4131534759" sldId="2721"/>
            <ac:picMk id="38" creationId="{6908402A-C2F4-6B23-9D93-B3EB3304B6A8}"/>
          </ac:picMkLst>
        </pc:picChg>
        <pc:picChg chg="mod">
          <ac:chgData name="Kathryn Clark (Astrea Central)" userId="d0e16b62-87cd-4242-828a-2f5e276be710" providerId="ADAL" clId="{2E4B42CF-5E76-4A2E-9C5A-EB3702C58194}" dt="2025-08-06T08:46:11.435" v="5383" actId="1037"/>
          <ac:picMkLst>
            <pc:docMk/>
            <pc:sldMk cId="4131534759" sldId="2721"/>
            <ac:picMk id="42" creationId="{12FFDAB3-2301-64AC-6EB5-E033C44B048B}"/>
          </ac:picMkLst>
        </pc:picChg>
        <pc:picChg chg="mod">
          <ac:chgData name="Kathryn Clark (Astrea Central)" userId="d0e16b62-87cd-4242-828a-2f5e276be710" providerId="ADAL" clId="{2E4B42CF-5E76-4A2E-9C5A-EB3702C58194}" dt="2025-08-06T08:46:11.435" v="5383" actId="1037"/>
          <ac:picMkLst>
            <pc:docMk/>
            <pc:sldMk cId="4131534759" sldId="2721"/>
            <ac:picMk id="43" creationId="{BC95AFA3-7BC8-CC39-7395-EA1E588BCD36}"/>
          </ac:picMkLst>
        </pc:picChg>
        <pc:picChg chg="mod">
          <ac:chgData name="Kathryn Clark (Astrea Central)" userId="d0e16b62-87cd-4242-828a-2f5e276be710" providerId="ADAL" clId="{2E4B42CF-5E76-4A2E-9C5A-EB3702C58194}" dt="2025-08-06T08:46:11.435" v="5383" actId="1037"/>
          <ac:picMkLst>
            <pc:docMk/>
            <pc:sldMk cId="4131534759" sldId="2721"/>
            <ac:picMk id="45" creationId="{6C29B6B1-03DD-A84D-7B4B-6571AABCC230}"/>
          </ac:picMkLst>
        </pc:picChg>
        <pc:picChg chg="mod">
          <ac:chgData name="Kathryn Clark (Astrea Central)" userId="d0e16b62-87cd-4242-828a-2f5e276be710" providerId="ADAL" clId="{2E4B42CF-5E76-4A2E-9C5A-EB3702C58194}" dt="2025-08-06T08:46:04.299" v="5379" actId="1035"/>
          <ac:picMkLst>
            <pc:docMk/>
            <pc:sldMk cId="4131534759" sldId="2721"/>
            <ac:picMk id="48" creationId="{A686650F-1A2E-FB26-AE7A-666C950C862D}"/>
          </ac:picMkLst>
        </pc:picChg>
        <pc:picChg chg="mod">
          <ac:chgData name="Kathryn Clark (Astrea Central)" userId="d0e16b62-87cd-4242-828a-2f5e276be710" providerId="ADAL" clId="{2E4B42CF-5E76-4A2E-9C5A-EB3702C58194}" dt="2025-08-06T08:46:04.299" v="5379" actId="1035"/>
          <ac:picMkLst>
            <pc:docMk/>
            <pc:sldMk cId="4131534759" sldId="2721"/>
            <ac:picMk id="55" creationId="{BAA26802-8C75-EA7B-77B3-C4F5A63A0A08}"/>
          </ac:picMkLst>
        </pc:picChg>
        <pc:picChg chg="mod">
          <ac:chgData name="Kathryn Clark (Astrea Central)" userId="d0e16b62-87cd-4242-828a-2f5e276be710" providerId="ADAL" clId="{2E4B42CF-5E76-4A2E-9C5A-EB3702C58194}" dt="2025-08-06T08:46:04.299" v="5379" actId="1035"/>
          <ac:picMkLst>
            <pc:docMk/>
            <pc:sldMk cId="4131534759" sldId="2721"/>
            <ac:picMk id="58" creationId="{4641E477-0D61-3358-E66F-54291EA470BE}"/>
          </ac:picMkLst>
        </pc:picChg>
        <pc:picChg chg="mod">
          <ac:chgData name="Kathryn Clark (Astrea Central)" userId="d0e16b62-87cd-4242-828a-2f5e276be710" providerId="ADAL" clId="{2E4B42CF-5E76-4A2E-9C5A-EB3702C58194}" dt="2025-08-06T08:46:04.299" v="5379" actId="1035"/>
          <ac:picMkLst>
            <pc:docMk/>
            <pc:sldMk cId="4131534759" sldId="2721"/>
            <ac:picMk id="60" creationId="{60E8D3B3-FC23-01AE-55BB-5032275826E4}"/>
          </ac:picMkLst>
        </pc:picChg>
        <pc:picChg chg="mod">
          <ac:chgData name="Kathryn Clark (Astrea Central)" userId="d0e16b62-87cd-4242-828a-2f5e276be710" providerId="ADAL" clId="{2E4B42CF-5E76-4A2E-9C5A-EB3702C58194}" dt="2025-08-06T08:46:04.299" v="5379" actId="1035"/>
          <ac:picMkLst>
            <pc:docMk/>
            <pc:sldMk cId="4131534759" sldId="2721"/>
            <ac:picMk id="62" creationId="{D6012EFA-838C-A6D2-49A9-CE2439DB9C00}"/>
          </ac:picMkLst>
        </pc:picChg>
        <pc:picChg chg="mod">
          <ac:chgData name="Kathryn Clark (Astrea Central)" userId="d0e16b62-87cd-4242-828a-2f5e276be710" providerId="ADAL" clId="{2E4B42CF-5E76-4A2E-9C5A-EB3702C58194}" dt="2025-08-06T08:46:04.299" v="5379" actId="1035"/>
          <ac:picMkLst>
            <pc:docMk/>
            <pc:sldMk cId="4131534759" sldId="2721"/>
            <ac:picMk id="66" creationId="{9CEEEC9A-E8EB-EAAD-D36A-6362DBA347B1}"/>
          </ac:picMkLst>
        </pc:picChg>
        <pc:picChg chg="mod">
          <ac:chgData name="Kathryn Clark (Astrea Central)" userId="d0e16b62-87cd-4242-828a-2f5e276be710" providerId="ADAL" clId="{2E4B42CF-5E76-4A2E-9C5A-EB3702C58194}" dt="2025-08-06T08:46:04.299" v="5379" actId="1035"/>
          <ac:picMkLst>
            <pc:docMk/>
            <pc:sldMk cId="4131534759" sldId="2721"/>
            <ac:picMk id="68" creationId="{A88276BF-FEC1-6672-8F7A-D7FDE51DDC60}"/>
          </ac:picMkLst>
        </pc:picChg>
        <pc:picChg chg="mod">
          <ac:chgData name="Kathryn Clark (Astrea Central)" userId="d0e16b62-87cd-4242-828a-2f5e276be710" providerId="ADAL" clId="{2E4B42CF-5E76-4A2E-9C5A-EB3702C58194}" dt="2025-08-06T08:46:04.299" v="5379" actId="1035"/>
          <ac:picMkLst>
            <pc:docMk/>
            <pc:sldMk cId="4131534759" sldId="2721"/>
            <ac:picMk id="70" creationId="{419E61D9-0BFA-09CE-620C-26F80543B885}"/>
          </ac:picMkLst>
        </pc:picChg>
        <pc:picChg chg="mod">
          <ac:chgData name="Kathryn Clark (Astrea Central)" userId="d0e16b62-87cd-4242-828a-2f5e276be710" providerId="ADAL" clId="{2E4B42CF-5E76-4A2E-9C5A-EB3702C58194}" dt="2025-08-06T08:46:04.299" v="5379" actId="1035"/>
          <ac:picMkLst>
            <pc:docMk/>
            <pc:sldMk cId="4131534759" sldId="2721"/>
            <ac:picMk id="76" creationId="{05B75466-B1ED-7D50-B733-63164614E3D3}"/>
          </ac:picMkLst>
        </pc:picChg>
        <pc:cxnChg chg="mod">
          <ac:chgData name="Kathryn Clark (Astrea Central)" userId="d0e16b62-87cd-4242-828a-2f5e276be710" providerId="ADAL" clId="{2E4B42CF-5E76-4A2E-9C5A-EB3702C58194}" dt="2025-08-06T08:46:11.435" v="5383" actId="1037"/>
          <ac:cxnSpMkLst>
            <pc:docMk/>
            <pc:sldMk cId="4131534759" sldId="2721"/>
            <ac:cxnSpMk id="44" creationId="{F58B5212-2BD4-4393-8E2E-0B4E9DED5543}"/>
          </ac:cxnSpMkLst>
        </pc:cxnChg>
      </pc:sldChg>
      <pc:sldChg chg="addSp delSp modSp add mod">
        <pc:chgData name="Kathryn Clark (Astrea Central)" userId="d0e16b62-87cd-4242-828a-2f5e276be710" providerId="ADAL" clId="{2E4B42CF-5E76-4A2E-9C5A-EB3702C58194}" dt="2025-08-06T09:08:16.025" v="6023" actId="790"/>
        <pc:sldMkLst>
          <pc:docMk/>
          <pc:sldMk cId="1336694868" sldId="2722"/>
        </pc:sldMkLst>
        <pc:spChg chg="mod">
          <ac:chgData name="Kathryn Clark (Astrea Central)" userId="d0e16b62-87cd-4242-828a-2f5e276be710" providerId="ADAL" clId="{2E4B42CF-5E76-4A2E-9C5A-EB3702C58194}" dt="2025-08-06T09:08:16.025" v="6023" actId="790"/>
          <ac:spMkLst>
            <pc:docMk/>
            <pc:sldMk cId="1336694868" sldId="2722"/>
            <ac:spMk id="2" creationId="{92AA67BC-FA23-B073-0F19-E25A5B299254}"/>
          </ac:spMkLst>
        </pc:spChg>
        <pc:spChg chg="mod">
          <ac:chgData name="Kathryn Clark (Astrea Central)" userId="d0e16b62-87cd-4242-828a-2f5e276be710" providerId="ADAL" clId="{2E4B42CF-5E76-4A2E-9C5A-EB3702C58194}" dt="2025-08-06T09:08:16.025" v="6023" actId="790"/>
          <ac:spMkLst>
            <pc:docMk/>
            <pc:sldMk cId="1336694868" sldId="2722"/>
            <ac:spMk id="41" creationId="{9F7A7DF8-0576-F468-DBBA-BEF102466148}"/>
          </ac:spMkLst>
        </pc:spChg>
        <pc:graphicFrameChg chg="mod modGraphic">
          <ac:chgData name="Kathryn Clark (Astrea Central)" userId="d0e16b62-87cd-4242-828a-2f5e276be710" providerId="ADAL" clId="{2E4B42CF-5E76-4A2E-9C5A-EB3702C58194}" dt="2025-08-06T09:08:16.025" v="6023" actId="790"/>
          <ac:graphicFrameMkLst>
            <pc:docMk/>
            <pc:sldMk cId="1336694868" sldId="2722"/>
            <ac:graphicFrameMk id="42" creationId="{30FF2207-A7AB-3ADE-55E8-E6F3066E6436}"/>
          </ac:graphicFrameMkLst>
        </pc:graphicFrameChg>
        <pc:picChg chg="add mod">
          <ac:chgData name="Kathryn Clark (Astrea Central)" userId="d0e16b62-87cd-4242-828a-2f5e276be710" providerId="ADAL" clId="{2E4B42CF-5E76-4A2E-9C5A-EB3702C58194}" dt="2025-08-06T08:52:52.225" v="5551" actId="1076"/>
          <ac:picMkLst>
            <pc:docMk/>
            <pc:sldMk cId="1336694868" sldId="2722"/>
            <ac:picMk id="39" creationId="{31C85F60-A73A-C25A-56AF-253357CA009C}"/>
          </ac:picMkLst>
        </pc:picChg>
        <pc:picChg chg="add mod">
          <ac:chgData name="Kathryn Clark (Astrea Central)" userId="d0e16b62-87cd-4242-828a-2f5e276be710" providerId="ADAL" clId="{2E4B42CF-5E76-4A2E-9C5A-EB3702C58194}" dt="2025-08-06T08:51:58.231" v="5536" actId="1035"/>
          <ac:picMkLst>
            <pc:docMk/>
            <pc:sldMk cId="1336694868" sldId="2722"/>
            <ac:picMk id="40" creationId="{A0C0AF65-EE76-BFC6-202B-9CA2A94D74F7}"/>
          </ac:picMkLst>
        </pc:picChg>
        <pc:picChg chg="add mod">
          <ac:chgData name="Kathryn Clark (Astrea Central)" userId="d0e16b62-87cd-4242-828a-2f5e276be710" providerId="ADAL" clId="{2E4B42CF-5E76-4A2E-9C5A-EB3702C58194}" dt="2025-08-06T08:51:58.231" v="5536" actId="1035"/>
          <ac:picMkLst>
            <pc:docMk/>
            <pc:sldMk cId="1336694868" sldId="2722"/>
            <ac:picMk id="43" creationId="{3927B2C6-0E0C-29FE-5BF8-C957627457D5}"/>
          </ac:picMkLst>
        </pc:picChg>
        <pc:picChg chg="add mod modCrop">
          <ac:chgData name="Kathryn Clark (Astrea Central)" userId="d0e16b62-87cd-4242-828a-2f5e276be710" providerId="ADAL" clId="{2E4B42CF-5E76-4A2E-9C5A-EB3702C58194}" dt="2025-08-06T08:52:56.480" v="5552" actId="1076"/>
          <ac:picMkLst>
            <pc:docMk/>
            <pc:sldMk cId="1336694868" sldId="2722"/>
            <ac:picMk id="47" creationId="{ECE9974C-D179-1B34-130F-87DA45466E62}"/>
          </ac:picMkLst>
        </pc:picChg>
        <pc:picChg chg="add mod modCrop">
          <ac:chgData name="Kathryn Clark (Astrea Central)" userId="d0e16b62-87cd-4242-828a-2f5e276be710" providerId="ADAL" clId="{2E4B42CF-5E76-4A2E-9C5A-EB3702C58194}" dt="2025-08-06T08:52:56.480" v="5552" actId="1076"/>
          <ac:picMkLst>
            <pc:docMk/>
            <pc:sldMk cId="1336694868" sldId="2722"/>
            <ac:picMk id="49" creationId="{21644BED-159F-9A5A-28F7-3DB65A697E73}"/>
          </ac:picMkLst>
        </pc:picChg>
        <pc:picChg chg="add mod modCrop">
          <ac:chgData name="Kathryn Clark (Astrea Central)" userId="d0e16b62-87cd-4242-828a-2f5e276be710" providerId="ADAL" clId="{2E4B42CF-5E76-4A2E-9C5A-EB3702C58194}" dt="2025-08-06T08:53:17.479" v="5562" actId="18131"/>
          <ac:picMkLst>
            <pc:docMk/>
            <pc:sldMk cId="1336694868" sldId="2722"/>
            <ac:picMk id="51" creationId="{78EE630D-9E31-DD60-4B38-DADF9268C318}"/>
          </ac:picMkLst>
        </pc:picChg>
        <pc:picChg chg="add mod modCrop">
          <ac:chgData name="Kathryn Clark (Astrea Central)" userId="d0e16b62-87cd-4242-828a-2f5e276be710" providerId="ADAL" clId="{2E4B42CF-5E76-4A2E-9C5A-EB3702C58194}" dt="2025-08-06T08:53:22.331" v="5563" actId="18131"/>
          <ac:picMkLst>
            <pc:docMk/>
            <pc:sldMk cId="1336694868" sldId="2722"/>
            <ac:picMk id="52" creationId="{0536A910-BC23-29D4-4493-D34FE272D901}"/>
          </ac:picMkLst>
        </pc:picChg>
        <pc:picChg chg="add mod modCrop">
          <ac:chgData name="Kathryn Clark (Astrea Central)" userId="d0e16b62-87cd-4242-828a-2f5e276be710" providerId="ADAL" clId="{2E4B42CF-5E76-4A2E-9C5A-EB3702C58194}" dt="2025-08-06T08:53:29.913" v="5564" actId="18131"/>
          <ac:picMkLst>
            <pc:docMk/>
            <pc:sldMk cId="1336694868" sldId="2722"/>
            <ac:picMk id="53" creationId="{A98CB299-264F-6D62-EE35-BA866D915B50}"/>
          </ac:picMkLst>
        </pc:picChg>
        <pc:picChg chg="add mod modCrop">
          <ac:chgData name="Kathryn Clark (Astrea Central)" userId="d0e16b62-87cd-4242-828a-2f5e276be710" providerId="ADAL" clId="{2E4B42CF-5E76-4A2E-9C5A-EB3702C58194}" dt="2025-08-06T08:53:36.842" v="5565" actId="18131"/>
          <ac:picMkLst>
            <pc:docMk/>
            <pc:sldMk cId="1336694868" sldId="2722"/>
            <ac:picMk id="54" creationId="{E969726D-C6BC-0EA2-6A78-54FC40C6A5F0}"/>
          </ac:picMkLst>
        </pc:picChg>
        <pc:picChg chg="add mod modCrop">
          <ac:chgData name="Kathryn Clark (Astrea Central)" userId="d0e16b62-87cd-4242-828a-2f5e276be710" providerId="ADAL" clId="{2E4B42CF-5E76-4A2E-9C5A-EB3702C58194}" dt="2025-08-06T08:53:41.995" v="5566" actId="18131"/>
          <ac:picMkLst>
            <pc:docMk/>
            <pc:sldMk cId="1336694868" sldId="2722"/>
            <ac:picMk id="55" creationId="{CB40AD41-2C11-DDB9-7735-6299E869E26A}"/>
          </ac:picMkLst>
        </pc:picChg>
        <pc:picChg chg="add mod modCrop">
          <ac:chgData name="Kathryn Clark (Astrea Central)" userId="d0e16b62-87cd-4242-828a-2f5e276be710" providerId="ADAL" clId="{2E4B42CF-5E76-4A2E-9C5A-EB3702C58194}" dt="2025-08-06T08:53:46.492" v="5567" actId="18131"/>
          <ac:picMkLst>
            <pc:docMk/>
            <pc:sldMk cId="1336694868" sldId="2722"/>
            <ac:picMk id="56" creationId="{679D4EDF-3BAD-6077-A677-A447C55B82F2}"/>
          </ac:picMkLst>
        </pc:picChg>
        <pc:picChg chg="add mod">
          <ac:chgData name="Kathryn Clark (Astrea Central)" userId="d0e16b62-87cd-4242-828a-2f5e276be710" providerId="ADAL" clId="{2E4B42CF-5E76-4A2E-9C5A-EB3702C58194}" dt="2025-08-06T08:57:52.524" v="5821" actId="1035"/>
          <ac:picMkLst>
            <pc:docMk/>
            <pc:sldMk cId="1336694868" sldId="2722"/>
            <ac:picMk id="57" creationId="{623BD0A0-E63E-4382-ACD2-70D71A333590}"/>
          </ac:picMkLst>
        </pc:picChg>
        <pc:picChg chg="add mod">
          <ac:chgData name="Kathryn Clark (Astrea Central)" userId="d0e16b62-87cd-4242-828a-2f5e276be710" providerId="ADAL" clId="{2E4B42CF-5E76-4A2E-9C5A-EB3702C58194}" dt="2025-08-06T08:57:52.524" v="5821" actId="1035"/>
          <ac:picMkLst>
            <pc:docMk/>
            <pc:sldMk cId="1336694868" sldId="2722"/>
            <ac:picMk id="58" creationId="{93F086AD-5AE8-19A8-FEF9-7C378740269C}"/>
          </ac:picMkLst>
        </pc:picChg>
        <pc:picChg chg="add mod">
          <ac:chgData name="Kathryn Clark (Astrea Central)" userId="d0e16b62-87cd-4242-828a-2f5e276be710" providerId="ADAL" clId="{2E4B42CF-5E76-4A2E-9C5A-EB3702C58194}" dt="2025-08-06T08:57:52.524" v="5821" actId="1035"/>
          <ac:picMkLst>
            <pc:docMk/>
            <pc:sldMk cId="1336694868" sldId="2722"/>
            <ac:picMk id="59" creationId="{219A0BD6-9674-78D5-BDE2-4459CFCE7A02}"/>
          </ac:picMkLst>
        </pc:picChg>
        <pc:picChg chg="add mod">
          <ac:chgData name="Kathryn Clark (Astrea Central)" userId="d0e16b62-87cd-4242-828a-2f5e276be710" providerId="ADAL" clId="{2E4B42CF-5E76-4A2E-9C5A-EB3702C58194}" dt="2025-08-06T08:57:52.524" v="5821" actId="1035"/>
          <ac:picMkLst>
            <pc:docMk/>
            <pc:sldMk cId="1336694868" sldId="2722"/>
            <ac:picMk id="60" creationId="{42BFCBA8-43B6-D8CE-490B-ED67B93E2598}"/>
          </ac:picMkLst>
        </pc:picChg>
        <pc:picChg chg="add mod">
          <ac:chgData name="Kathryn Clark (Astrea Central)" userId="d0e16b62-87cd-4242-828a-2f5e276be710" providerId="ADAL" clId="{2E4B42CF-5E76-4A2E-9C5A-EB3702C58194}" dt="2025-08-06T08:58:40.458" v="5846" actId="1076"/>
          <ac:picMkLst>
            <pc:docMk/>
            <pc:sldMk cId="1336694868" sldId="2722"/>
            <ac:picMk id="61" creationId="{DAEA2F7C-42A1-BC00-B37F-FDB41D4A7C74}"/>
          </ac:picMkLst>
        </pc:picChg>
        <pc:picChg chg="add mod">
          <ac:chgData name="Kathryn Clark (Astrea Central)" userId="d0e16b62-87cd-4242-828a-2f5e276be710" providerId="ADAL" clId="{2E4B42CF-5E76-4A2E-9C5A-EB3702C58194}" dt="2025-08-06T08:58:29.240" v="5841" actId="18131"/>
          <ac:picMkLst>
            <pc:docMk/>
            <pc:sldMk cId="1336694868" sldId="2722"/>
            <ac:picMk id="62" creationId="{1EA34054-4162-72E1-11ED-62575454849C}"/>
          </ac:picMkLst>
        </pc:picChg>
        <pc:picChg chg="add mod">
          <ac:chgData name="Kathryn Clark (Astrea Central)" userId="d0e16b62-87cd-4242-828a-2f5e276be710" providerId="ADAL" clId="{2E4B42CF-5E76-4A2E-9C5A-EB3702C58194}" dt="2025-08-06T08:58:38.763" v="5845" actId="1076"/>
          <ac:picMkLst>
            <pc:docMk/>
            <pc:sldMk cId="1336694868" sldId="2722"/>
            <ac:picMk id="63" creationId="{84A3D419-5110-813D-595A-99D8473C431C}"/>
          </ac:picMkLst>
        </pc:picChg>
        <pc:picChg chg="add mod">
          <ac:chgData name="Kathryn Clark (Astrea Central)" userId="d0e16b62-87cd-4242-828a-2f5e276be710" providerId="ADAL" clId="{2E4B42CF-5E76-4A2E-9C5A-EB3702C58194}" dt="2025-08-06T08:58:48.868" v="5849" actId="18131"/>
          <ac:picMkLst>
            <pc:docMk/>
            <pc:sldMk cId="1336694868" sldId="2722"/>
            <ac:picMk id="28672" creationId="{A854D621-561F-6250-4B17-7A1D2C285F01}"/>
          </ac:picMkLst>
        </pc:picChg>
        <pc:picChg chg="add mod">
          <ac:chgData name="Kathryn Clark (Astrea Central)" userId="d0e16b62-87cd-4242-828a-2f5e276be710" providerId="ADAL" clId="{2E4B42CF-5E76-4A2E-9C5A-EB3702C58194}" dt="2025-08-06T09:01:17.541" v="5982" actId="1038"/>
          <ac:picMkLst>
            <pc:docMk/>
            <pc:sldMk cId="1336694868" sldId="2722"/>
            <ac:picMk id="28673" creationId="{20878FB5-286F-DA98-5312-7D5B79B05AAB}"/>
          </ac:picMkLst>
        </pc:picChg>
        <pc:picChg chg="add mod">
          <ac:chgData name="Kathryn Clark (Astrea Central)" userId="d0e16b62-87cd-4242-828a-2f5e276be710" providerId="ADAL" clId="{2E4B42CF-5E76-4A2E-9C5A-EB3702C58194}" dt="2025-08-06T08:51:58.231" v="5536" actId="1035"/>
          <ac:picMkLst>
            <pc:docMk/>
            <pc:sldMk cId="1336694868" sldId="2722"/>
            <ac:picMk id="28674" creationId="{3A324A80-2D13-1A5D-4DA5-A206B1FF0E99}"/>
          </ac:picMkLst>
        </pc:picChg>
        <pc:picChg chg="add mod">
          <ac:chgData name="Kathryn Clark (Astrea Central)" userId="d0e16b62-87cd-4242-828a-2f5e276be710" providerId="ADAL" clId="{2E4B42CF-5E76-4A2E-9C5A-EB3702C58194}" dt="2025-08-06T09:01:17.541" v="5982" actId="1038"/>
          <ac:picMkLst>
            <pc:docMk/>
            <pc:sldMk cId="1336694868" sldId="2722"/>
            <ac:picMk id="28675" creationId="{961DC4CD-F22A-7C24-6B2E-73EE8BED3065}"/>
          </ac:picMkLst>
        </pc:picChg>
        <pc:picChg chg="add mod">
          <ac:chgData name="Kathryn Clark (Astrea Central)" userId="d0e16b62-87cd-4242-828a-2f5e276be710" providerId="ADAL" clId="{2E4B42CF-5E76-4A2E-9C5A-EB3702C58194}" dt="2025-08-06T08:57:02.611" v="5754" actId="1076"/>
          <ac:picMkLst>
            <pc:docMk/>
            <pc:sldMk cId="1336694868" sldId="2722"/>
            <ac:picMk id="28676" creationId="{C9C3B3C9-00D4-27BF-1D79-450E27E4ED90}"/>
          </ac:picMkLst>
        </pc:picChg>
        <pc:picChg chg="add mod">
          <ac:chgData name="Kathryn Clark (Astrea Central)" userId="d0e16b62-87cd-4242-828a-2f5e276be710" providerId="ADAL" clId="{2E4B42CF-5E76-4A2E-9C5A-EB3702C58194}" dt="2025-08-06T09:01:17.541" v="5982" actId="1038"/>
          <ac:picMkLst>
            <pc:docMk/>
            <pc:sldMk cId="1336694868" sldId="2722"/>
            <ac:picMk id="28677" creationId="{E50F0636-4D90-2EA0-4717-7EF54D57F4E9}"/>
          </ac:picMkLst>
        </pc:picChg>
        <pc:picChg chg="add mod">
          <ac:chgData name="Kathryn Clark (Astrea Central)" userId="d0e16b62-87cd-4242-828a-2f5e276be710" providerId="ADAL" clId="{2E4B42CF-5E76-4A2E-9C5A-EB3702C58194}" dt="2025-08-06T08:59:56.497" v="5934" actId="1076"/>
          <ac:picMkLst>
            <pc:docMk/>
            <pc:sldMk cId="1336694868" sldId="2722"/>
            <ac:picMk id="28678" creationId="{66B4B622-C77A-C323-B8E9-82396B36911B}"/>
          </ac:picMkLst>
        </pc:picChg>
        <pc:picChg chg="add mod">
          <ac:chgData name="Kathryn Clark (Astrea Central)" userId="d0e16b62-87cd-4242-828a-2f5e276be710" providerId="ADAL" clId="{2E4B42CF-5E76-4A2E-9C5A-EB3702C58194}" dt="2025-08-06T09:01:17.541" v="5982" actId="1038"/>
          <ac:picMkLst>
            <pc:docMk/>
            <pc:sldMk cId="1336694868" sldId="2722"/>
            <ac:picMk id="28679" creationId="{7322376E-2A3C-3E7C-6C85-5403267C8438}"/>
          </ac:picMkLst>
        </pc:picChg>
        <pc:picChg chg="add mod">
          <ac:chgData name="Kathryn Clark (Astrea Central)" userId="d0e16b62-87cd-4242-828a-2f5e276be710" providerId="ADAL" clId="{2E4B42CF-5E76-4A2E-9C5A-EB3702C58194}" dt="2025-08-06T09:01:17.541" v="5982" actId="1038"/>
          <ac:picMkLst>
            <pc:docMk/>
            <pc:sldMk cId="1336694868" sldId="2722"/>
            <ac:picMk id="28681" creationId="{FDFB4944-45A6-CD0C-3EEA-DEFAA515A12E}"/>
          </ac:picMkLst>
        </pc:picChg>
        <pc:picChg chg="add mod">
          <ac:chgData name="Kathryn Clark (Astrea Central)" userId="d0e16b62-87cd-4242-828a-2f5e276be710" providerId="ADAL" clId="{2E4B42CF-5E76-4A2E-9C5A-EB3702C58194}" dt="2025-08-06T09:01:17.541" v="5982" actId="1038"/>
          <ac:picMkLst>
            <pc:docMk/>
            <pc:sldMk cId="1336694868" sldId="2722"/>
            <ac:picMk id="28682" creationId="{8CABFA14-2F69-3D1E-C5B9-F0BA2F044579}"/>
          </ac:picMkLst>
        </pc:picChg>
        <pc:picChg chg="add mod">
          <ac:chgData name="Kathryn Clark (Astrea Central)" userId="d0e16b62-87cd-4242-828a-2f5e276be710" providerId="ADAL" clId="{2E4B42CF-5E76-4A2E-9C5A-EB3702C58194}" dt="2025-08-06T09:01:19.705" v="5986" actId="1037"/>
          <ac:picMkLst>
            <pc:docMk/>
            <pc:sldMk cId="1336694868" sldId="2722"/>
            <ac:picMk id="28683" creationId="{8D11DA8B-435C-728F-5FEC-C94350777F91}"/>
          </ac:picMkLst>
        </pc:picChg>
        <pc:picChg chg="add mod">
          <ac:chgData name="Kathryn Clark (Astrea Central)" userId="d0e16b62-87cd-4242-828a-2f5e276be710" providerId="ADAL" clId="{2E4B42CF-5E76-4A2E-9C5A-EB3702C58194}" dt="2025-08-06T09:01:17.541" v="5982" actId="1038"/>
          <ac:picMkLst>
            <pc:docMk/>
            <pc:sldMk cId="1336694868" sldId="2722"/>
            <ac:picMk id="28684" creationId="{0DFB5E57-F0AF-2FA1-7159-C56FCCB6EA92}"/>
          </ac:picMkLst>
        </pc:picChg>
      </pc:sldChg>
      <pc:sldChg chg="del">
        <pc:chgData name="Kathryn Clark (Astrea Central)" userId="d0e16b62-87cd-4242-828a-2f5e276be710" providerId="ADAL" clId="{2E4B42CF-5E76-4A2E-9C5A-EB3702C58194}" dt="2025-08-04T14:45:54.155" v="69" actId="47"/>
        <pc:sldMkLst>
          <pc:docMk/>
          <pc:sldMk cId="1907887199" sldId="2722"/>
        </pc:sldMkLst>
      </pc:sldChg>
      <pc:sldChg chg="addSp delSp modSp add mod">
        <pc:chgData name="Kathryn Clark (Astrea Central)" userId="d0e16b62-87cd-4242-828a-2f5e276be710" providerId="ADAL" clId="{2E4B42CF-5E76-4A2E-9C5A-EB3702C58194}" dt="2025-08-06T09:49:10.042" v="7705" actId="20577"/>
        <pc:sldMkLst>
          <pc:docMk/>
          <pc:sldMk cId="1382269724" sldId="2723"/>
        </pc:sldMkLst>
        <pc:spChg chg="mod">
          <ac:chgData name="Kathryn Clark (Astrea Central)" userId="d0e16b62-87cd-4242-828a-2f5e276be710" providerId="ADAL" clId="{2E4B42CF-5E76-4A2E-9C5A-EB3702C58194}" dt="2025-08-06T09:08:16.025" v="6023" actId="790"/>
          <ac:spMkLst>
            <pc:docMk/>
            <pc:sldMk cId="1382269724" sldId="2723"/>
            <ac:spMk id="6" creationId="{B30088B8-62F7-E693-0936-A0B0C3EAAA93}"/>
          </ac:spMkLst>
        </pc:spChg>
        <pc:spChg chg="add mod">
          <ac:chgData name="Kathryn Clark (Astrea Central)" userId="d0e16b62-87cd-4242-828a-2f5e276be710" providerId="ADAL" clId="{2E4B42CF-5E76-4A2E-9C5A-EB3702C58194}" dt="2025-08-06T09:08:16.025" v="6023" actId="790"/>
          <ac:spMkLst>
            <pc:docMk/>
            <pc:sldMk cId="1382269724" sldId="2723"/>
            <ac:spMk id="14" creationId="{14D67CC6-ECAD-4792-6DFF-F3D6DFC05034}"/>
          </ac:spMkLst>
        </pc:spChg>
        <pc:spChg chg="mod">
          <ac:chgData name="Kathryn Clark (Astrea Central)" userId="d0e16b62-87cd-4242-828a-2f5e276be710" providerId="ADAL" clId="{2E4B42CF-5E76-4A2E-9C5A-EB3702C58194}" dt="2025-08-06T09:08:16.025" v="6023" actId="790"/>
          <ac:spMkLst>
            <pc:docMk/>
            <pc:sldMk cId="1382269724" sldId="2723"/>
            <ac:spMk id="15" creationId="{ECDF748B-870D-BA2E-F212-1782299330E3}"/>
          </ac:spMkLst>
        </pc:spChg>
        <pc:spChg chg="mod">
          <ac:chgData name="Kathryn Clark (Astrea Central)" userId="d0e16b62-87cd-4242-828a-2f5e276be710" providerId="ADAL" clId="{2E4B42CF-5E76-4A2E-9C5A-EB3702C58194}" dt="2025-08-06T09:08:16.025" v="6023" actId="790"/>
          <ac:spMkLst>
            <pc:docMk/>
            <pc:sldMk cId="1382269724" sldId="2723"/>
            <ac:spMk id="67" creationId="{F2923B5E-C9D8-A14A-C53E-4981A91135E9}"/>
          </ac:spMkLst>
        </pc:spChg>
        <pc:spChg chg="mod">
          <ac:chgData name="Kathryn Clark (Astrea Central)" userId="d0e16b62-87cd-4242-828a-2f5e276be710" providerId="ADAL" clId="{2E4B42CF-5E76-4A2E-9C5A-EB3702C58194}" dt="2025-08-06T09:08:16.025" v="6023" actId="790"/>
          <ac:spMkLst>
            <pc:docMk/>
            <pc:sldMk cId="1382269724" sldId="2723"/>
            <ac:spMk id="70" creationId="{4859D511-C27B-5EEA-F5F8-1A20151C196A}"/>
          </ac:spMkLst>
        </pc:spChg>
        <pc:spChg chg="mod">
          <ac:chgData name="Kathryn Clark (Astrea Central)" userId="d0e16b62-87cd-4242-828a-2f5e276be710" providerId="ADAL" clId="{2E4B42CF-5E76-4A2E-9C5A-EB3702C58194}" dt="2025-08-06T09:08:16.025" v="6023" actId="790"/>
          <ac:spMkLst>
            <pc:docMk/>
            <pc:sldMk cId="1382269724" sldId="2723"/>
            <ac:spMk id="71" creationId="{7B0BE7A7-4E93-7876-9BD6-015DA8714A7D}"/>
          </ac:spMkLst>
        </pc:spChg>
        <pc:spChg chg="mod">
          <ac:chgData name="Kathryn Clark (Astrea Central)" userId="d0e16b62-87cd-4242-828a-2f5e276be710" providerId="ADAL" clId="{2E4B42CF-5E76-4A2E-9C5A-EB3702C58194}" dt="2025-08-06T09:08:16.025" v="6023" actId="790"/>
          <ac:spMkLst>
            <pc:docMk/>
            <pc:sldMk cId="1382269724" sldId="2723"/>
            <ac:spMk id="72" creationId="{928B4B34-655A-654A-FD98-769014A102C5}"/>
          </ac:spMkLst>
        </pc:spChg>
        <pc:spChg chg="mod">
          <ac:chgData name="Kathryn Clark (Astrea Central)" userId="d0e16b62-87cd-4242-828a-2f5e276be710" providerId="ADAL" clId="{2E4B42CF-5E76-4A2E-9C5A-EB3702C58194}" dt="2025-08-06T09:08:16.025" v="6023" actId="790"/>
          <ac:spMkLst>
            <pc:docMk/>
            <pc:sldMk cId="1382269724" sldId="2723"/>
            <ac:spMk id="73" creationId="{AD50FED4-5D42-3EC0-8C99-74AD93B75F4E}"/>
          </ac:spMkLst>
        </pc:spChg>
        <pc:spChg chg="mod">
          <ac:chgData name="Kathryn Clark (Astrea Central)" userId="d0e16b62-87cd-4242-828a-2f5e276be710" providerId="ADAL" clId="{2E4B42CF-5E76-4A2E-9C5A-EB3702C58194}" dt="2025-08-06T09:08:16.025" v="6023" actId="790"/>
          <ac:spMkLst>
            <pc:docMk/>
            <pc:sldMk cId="1382269724" sldId="2723"/>
            <ac:spMk id="74" creationId="{2DF95963-56E9-34EF-DA8D-8D6427657350}"/>
          </ac:spMkLst>
        </pc:spChg>
        <pc:graphicFrameChg chg="add mod modGraphic">
          <ac:chgData name="Kathryn Clark (Astrea Central)" userId="d0e16b62-87cd-4242-828a-2f5e276be710" providerId="ADAL" clId="{2E4B42CF-5E76-4A2E-9C5A-EB3702C58194}" dt="2025-08-04T16:22:03.551" v="1928" actId="14100"/>
          <ac:graphicFrameMkLst>
            <pc:docMk/>
            <pc:sldMk cId="1382269724" sldId="2723"/>
            <ac:graphicFrameMk id="7" creationId="{C8C3487B-4F54-5EE4-C263-CEA25E7A92F5}"/>
          </ac:graphicFrameMkLst>
        </pc:graphicFrameChg>
        <pc:graphicFrameChg chg="add mod modGraphic">
          <ac:chgData name="Kathryn Clark (Astrea Central)" userId="d0e16b62-87cd-4242-828a-2f5e276be710" providerId="ADAL" clId="{2E4B42CF-5E76-4A2E-9C5A-EB3702C58194}" dt="2025-08-06T09:48:59.358" v="7701" actId="20577"/>
          <ac:graphicFrameMkLst>
            <pc:docMk/>
            <pc:sldMk cId="1382269724" sldId="2723"/>
            <ac:graphicFrameMk id="9" creationId="{33B21405-59BA-DB19-E908-30E854712788}"/>
          </ac:graphicFrameMkLst>
        </pc:graphicFrameChg>
        <pc:graphicFrameChg chg="add mod modGraphic">
          <ac:chgData name="Kathryn Clark (Astrea Central)" userId="d0e16b62-87cd-4242-828a-2f5e276be710" providerId="ADAL" clId="{2E4B42CF-5E76-4A2E-9C5A-EB3702C58194}" dt="2025-08-06T09:48:41.877" v="7697" actId="20577"/>
          <ac:graphicFrameMkLst>
            <pc:docMk/>
            <pc:sldMk cId="1382269724" sldId="2723"/>
            <ac:graphicFrameMk id="12" creationId="{1B4898F4-AC3A-E766-29B8-0A9B87178DB3}"/>
          </ac:graphicFrameMkLst>
        </pc:graphicFrameChg>
        <pc:graphicFrameChg chg="mod modGraphic">
          <ac:chgData name="Kathryn Clark (Astrea Central)" userId="d0e16b62-87cd-4242-828a-2f5e276be710" providerId="ADAL" clId="{2E4B42CF-5E76-4A2E-9C5A-EB3702C58194}" dt="2025-08-06T09:49:10.042" v="7705" actId="20577"/>
          <ac:graphicFrameMkLst>
            <pc:docMk/>
            <pc:sldMk cId="1382269724" sldId="2723"/>
            <ac:graphicFrameMk id="107" creationId="{40A5B1E9-CE65-1489-E4AF-F2FC663D5DB3}"/>
          </ac:graphicFrameMkLst>
        </pc:graphicFrameChg>
      </pc:sldChg>
      <pc:sldChg chg="del">
        <pc:chgData name="Kathryn Clark (Astrea Central)" userId="d0e16b62-87cd-4242-828a-2f5e276be710" providerId="ADAL" clId="{2E4B42CF-5E76-4A2E-9C5A-EB3702C58194}" dt="2025-08-04T14:45:54.155" v="69" actId="47"/>
        <pc:sldMkLst>
          <pc:docMk/>
          <pc:sldMk cId="3950690817" sldId="2723"/>
        </pc:sldMkLst>
      </pc:sldChg>
      <pc:sldChg chg="addSp delSp modSp add mod">
        <pc:chgData name="Kathryn Clark (Astrea Central)" userId="d0e16b62-87cd-4242-828a-2f5e276be710" providerId="ADAL" clId="{2E4B42CF-5E76-4A2E-9C5A-EB3702C58194}" dt="2025-08-06T09:08:16.025" v="6023" actId="790"/>
        <pc:sldMkLst>
          <pc:docMk/>
          <pc:sldMk cId="218525402" sldId="2724"/>
        </pc:sldMkLst>
        <pc:spChg chg="add mod">
          <ac:chgData name="Kathryn Clark (Astrea Central)" userId="d0e16b62-87cd-4242-828a-2f5e276be710" providerId="ADAL" clId="{2E4B42CF-5E76-4A2E-9C5A-EB3702C58194}" dt="2025-08-06T09:08:16.025" v="6023" actId="790"/>
          <ac:spMkLst>
            <pc:docMk/>
            <pc:sldMk cId="218525402" sldId="2724"/>
            <ac:spMk id="3" creationId="{88A33F18-6FA0-682D-0401-2FA41BB230D0}"/>
          </ac:spMkLst>
        </pc:spChg>
        <pc:spChg chg="mod">
          <ac:chgData name="Kathryn Clark (Astrea Central)" userId="d0e16b62-87cd-4242-828a-2f5e276be710" providerId="ADAL" clId="{2E4B42CF-5E76-4A2E-9C5A-EB3702C58194}" dt="2025-08-06T09:08:16.025" v="6023" actId="790"/>
          <ac:spMkLst>
            <pc:docMk/>
            <pc:sldMk cId="218525402" sldId="2724"/>
            <ac:spMk id="6" creationId="{AE12BFC8-CD61-E5F0-64B3-B38A177657F0}"/>
          </ac:spMkLst>
        </pc:spChg>
        <pc:spChg chg="mod">
          <ac:chgData name="Kathryn Clark (Astrea Central)" userId="d0e16b62-87cd-4242-828a-2f5e276be710" providerId="ADAL" clId="{2E4B42CF-5E76-4A2E-9C5A-EB3702C58194}" dt="2025-08-06T09:08:16.025" v="6023" actId="790"/>
          <ac:spMkLst>
            <pc:docMk/>
            <pc:sldMk cId="218525402" sldId="2724"/>
            <ac:spMk id="14" creationId="{37143419-7A91-2AB5-8A9D-84CF6002B0B2}"/>
          </ac:spMkLst>
        </pc:spChg>
        <pc:graphicFrameChg chg="mod modGraphic">
          <ac:chgData name="Kathryn Clark (Astrea Central)" userId="d0e16b62-87cd-4242-828a-2f5e276be710" providerId="ADAL" clId="{2E4B42CF-5E76-4A2E-9C5A-EB3702C58194}" dt="2025-08-06T09:08:16.025" v="6023" actId="790"/>
          <ac:graphicFrameMkLst>
            <pc:docMk/>
            <pc:sldMk cId="218525402" sldId="2724"/>
            <ac:graphicFrameMk id="9" creationId="{39F3EA1C-0B30-5642-87F0-A5BE60B756A9}"/>
          </ac:graphicFrameMkLst>
        </pc:graphicFrameChg>
        <pc:graphicFrameChg chg="mod modGraphic">
          <ac:chgData name="Kathryn Clark (Astrea Central)" userId="d0e16b62-87cd-4242-828a-2f5e276be710" providerId="ADAL" clId="{2E4B42CF-5E76-4A2E-9C5A-EB3702C58194}" dt="2025-08-06T09:08:16.025" v="6023" actId="790"/>
          <ac:graphicFrameMkLst>
            <pc:docMk/>
            <pc:sldMk cId="218525402" sldId="2724"/>
            <ac:graphicFrameMk id="12" creationId="{63F82A6F-71EE-A49B-C53D-690F4BB12463}"/>
          </ac:graphicFrameMkLst>
        </pc:graphicFrameChg>
        <pc:graphicFrameChg chg="mod modGraphic">
          <ac:chgData name="Kathryn Clark (Astrea Central)" userId="d0e16b62-87cd-4242-828a-2f5e276be710" providerId="ADAL" clId="{2E4B42CF-5E76-4A2E-9C5A-EB3702C58194}" dt="2025-08-06T09:08:16.025" v="6023" actId="790"/>
          <ac:graphicFrameMkLst>
            <pc:docMk/>
            <pc:sldMk cId="218525402" sldId="2724"/>
            <ac:graphicFrameMk id="107" creationId="{E1818C46-A9DC-D563-5369-04519096C7B0}"/>
          </ac:graphicFrameMkLst>
        </pc:graphicFrameChg>
      </pc:sldChg>
      <pc:sldChg chg="del">
        <pc:chgData name="Kathryn Clark (Astrea Central)" userId="d0e16b62-87cd-4242-828a-2f5e276be710" providerId="ADAL" clId="{2E4B42CF-5E76-4A2E-9C5A-EB3702C58194}" dt="2025-08-04T14:45:27.772" v="66" actId="47"/>
        <pc:sldMkLst>
          <pc:docMk/>
          <pc:sldMk cId="37649978" sldId="2725"/>
        </pc:sldMkLst>
      </pc:sldChg>
      <pc:sldChg chg="addSp modSp new mod">
        <pc:chgData name="Kathryn Clark (Astrea Central)" userId="d0e16b62-87cd-4242-828a-2f5e276be710" providerId="ADAL" clId="{2E4B42CF-5E76-4A2E-9C5A-EB3702C58194}" dt="2025-08-06T09:36:41.590" v="7602" actId="2084"/>
        <pc:sldMkLst>
          <pc:docMk/>
          <pc:sldMk cId="152938235" sldId="2725"/>
        </pc:sldMkLst>
        <pc:spChg chg="add mod">
          <ac:chgData name="Kathryn Clark (Astrea Central)" userId="d0e16b62-87cd-4242-828a-2f5e276be710" providerId="ADAL" clId="{2E4B42CF-5E76-4A2E-9C5A-EB3702C58194}" dt="2025-08-06T09:31:22.482" v="7448" actId="1076"/>
          <ac:spMkLst>
            <pc:docMk/>
            <pc:sldMk cId="152938235" sldId="2725"/>
            <ac:spMk id="2" creationId="{E5359E9A-99CF-3719-E59C-CBF6FC7BF1BE}"/>
          </ac:spMkLst>
        </pc:spChg>
        <pc:spChg chg="add mod">
          <ac:chgData name="Kathryn Clark (Astrea Central)" userId="d0e16b62-87cd-4242-828a-2f5e276be710" providerId="ADAL" clId="{2E4B42CF-5E76-4A2E-9C5A-EB3702C58194}" dt="2025-08-06T09:33:49.982" v="7586" actId="1035"/>
          <ac:spMkLst>
            <pc:docMk/>
            <pc:sldMk cId="152938235" sldId="2725"/>
            <ac:spMk id="7" creationId="{C2B68C40-F66D-9464-4E62-456666993418}"/>
          </ac:spMkLst>
        </pc:spChg>
        <pc:graphicFrameChg chg="add mod modGraphic">
          <ac:chgData name="Kathryn Clark (Astrea Central)" userId="d0e16b62-87cd-4242-828a-2f5e276be710" providerId="ADAL" clId="{2E4B42CF-5E76-4A2E-9C5A-EB3702C58194}" dt="2025-08-06T09:36:32.412" v="7598" actId="2084"/>
          <ac:graphicFrameMkLst>
            <pc:docMk/>
            <pc:sldMk cId="152938235" sldId="2725"/>
            <ac:graphicFrameMk id="3" creationId="{C988D9DF-3CD5-6FC6-2513-C12C96B81D5D}"/>
          </ac:graphicFrameMkLst>
        </pc:graphicFrameChg>
        <pc:graphicFrameChg chg="add mod modGraphic">
          <ac:chgData name="Kathryn Clark (Astrea Central)" userId="d0e16b62-87cd-4242-828a-2f5e276be710" providerId="ADAL" clId="{2E4B42CF-5E76-4A2E-9C5A-EB3702C58194}" dt="2025-08-06T09:36:34.173" v="7599" actId="2084"/>
          <ac:graphicFrameMkLst>
            <pc:docMk/>
            <pc:sldMk cId="152938235" sldId="2725"/>
            <ac:graphicFrameMk id="4" creationId="{3201FCAD-F558-08B9-8DB0-276514CAE790}"/>
          </ac:graphicFrameMkLst>
        </pc:graphicFrameChg>
        <pc:graphicFrameChg chg="add mod modGraphic">
          <ac:chgData name="Kathryn Clark (Astrea Central)" userId="d0e16b62-87cd-4242-828a-2f5e276be710" providerId="ADAL" clId="{2E4B42CF-5E76-4A2E-9C5A-EB3702C58194}" dt="2025-08-06T09:36:39.354" v="7601" actId="2084"/>
          <ac:graphicFrameMkLst>
            <pc:docMk/>
            <pc:sldMk cId="152938235" sldId="2725"/>
            <ac:graphicFrameMk id="5" creationId="{ECDF5A63-8A96-7124-FF8B-E4D44288F59C}"/>
          </ac:graphicFrameMkLst>
        </pc:graphicFrameChg>
        <pc:graphicFrameChg chg="add mod modGraphic">
          <ac:chgData name="Kathryn Clark (Astrea Central)" userId="d0e16b62-87cd-4242-828a-2f5e276be710" providerId="ADAL" clId="{2E4B42CF-5E76-4A2E-9C5A-EB3702C58194}" dt="2025-08-06T09:36:41.590" v="7602" actId="2084"/>
          <ac:graphicFrameMkLst>
            <pc:docMk/>
            <pc:sldMk cId="152938235" sldId="2725"/>
            <ac:graphicFrameMk id="6" creationId="{C6AD7169-0D23-B5A3-BCCC-B1BB00F5B562}"/>
          </ac:graphicFrameMkLst>
        </pc:graphicFrameChg>
        <pc:graphicFrameChg chg="add mod modGraphic">
          <ac:chgData name="Kathryn Clark (Astrea Central)" userId="d0e16b62-87cd-4242-828a-2f5e276be710" providerId="ADAL" clId="{2E4B42CF-5E76-4A2E-9C5A-EB3702C58194}" dt="2025-08-06T09:36:36.284" v="7600" actId="2084"/>
          <ac:graphicFrameMkLst>
            <pc:docMk/>
            <pc:sldMk cId="152938235" sldId="2725"/>
            <ac:graphicFrameMk id="17" creationId="{3D198149-86AD-01B8-CDA1-5A1B9A6D98CD}"/>
          </ac:graphicFrameMkLst>
        </pc:graphicFrameChg>
      </pc:sldChg>
      <pc:sldChg chg="del">
        <pc:chgData name="Kathryn Clark (Astrea Central)" userId="d0e16b62-87cd-4242-828a-2f5e276be710" providerId="ADAL" clId="{2E4B42CF-5E76-4A2E-9C5A-EB3702C58194}" dt="2025-08-04T14:45:27.772" v="66" actId="47"/>
        <pc:sldMkLst>
          <pc:docMk/>
          <pc:sldMk cId="550387963" sldId="2726"/>
        </pc:sldMkLst>
      </pc:sldChg>
      <pc:sldChg chg="addSp modSp add mod">
        <pc:chgData name="Kathryn Clark (Astrea Central)" userId="d0e16b62-87cd-4242-828a-2f5e276be710" providerId="ADAL" clId="{2E4B42CF-5E76-4A2E-9C5A-EB3702C58194}" dt="2025-08-06T09:55:09.101" v="7870" actId="1035"/>
        <pc:sldMkLst>
          <pc:docMk/>
          <pc:sldMk cId="3279240226" sldId="2726"/>
        </pc:sldMkLst>
        <pc:spChg chg="mod">
          <ac:chgData name="Kathryn Clark (Astrea Central)" userId="d0e16b62-87cd-4242-828a-2f5e276be710" providerId="ADAL" clId="{2E4B42CF-5E76-4A2E-9C5A-EB3702C58194}" dt="2025-08-06T09:08:16.025" v="6023" actId="790"/>
          <ac:spMkLst>
            <pc:docMk/>
            <pc:sldMk cId="3279240226" sldId="2726"/>
            <ac:spMk id="2" creationId="{7F1B4801-2B3B-019D-406E-1F4A04569AE3}"/>
          </ac:spMkLst>
        </pc:spChg>
        <pc:spChg chg="mod">
          <ac:chgData name="Kathryn Clark (Astrea Central)" userId="d0e16b62-87cd-4242-828a-2f5e276be710" providerId="ADAL" clId="{2E4B42CF-5E76-4A2E-9C5A-EB3702C58194}" dt="2025-08-06T09:54:30.508" v="7834" actId="1035"/>
          <ac:spMkLst>
            <pc:docMk/>
            <pc:sldMk cId="3279240226" sldId="2726"/>
            <ac:spMk id="3" creationId="{02F7BFCC-94FE-C94F-1202-DAC5AB3F72A2}"/>
          </ac:spMkLst>
        </pc:spChg>
        <pc:spChg chg="mod">
          <ac:chgData name="Kathryn Clark (Astrea Central)" userId="d0e16b62-87cd-4242-828a-2f5e276be710" providerId="ADAL" clId="{2E4B42CF-5E76-4A2E-9C5A-EB3702C58194}" dt="2025-08-06T09:54:30.508" v="7834" actId="1035"/>
          <ac:spMkLst>
            <pc:docMk/>
            <pc:sldMk cId="3279240226" sldId="2726"/>
            <ac:spMk id="4" creationId="{169ACC34-F243-FE40-143C-517E9F97B14E}"/>
          </ac:spMkLst>
        </pc:spChg>
        <pc:spChg chg="add mod">
          <ac:chgData name="Kathryn Clark (Astrea Central)" userId="d0e16b62-87cd-4242-828a-2f5e276be710" providerId="ADAL" clId="{2E4B42CF-5E76-4A2E-9C5A-EB3702C58194}" dt="2025-08-06T09:55:09.101" v="7870" actId="1035"/>
          <ac:spMkLst>
            <pc:docMk/>
            <pc:sldMk cId="3279240226" sldId="2726"/>
            <ac:spMk id="7" creationId="{4946D77D-0E67-2DCE-AE29-04CF517DD3A4}"/>
          </ac:spMkLst>
        </pc:spChg>
        <pc:graphicFrameChg chg="mod modGraphic">
          <ac:chgData name="Kathryn Clark (Astrea Central)" userId="d0e16b62-87cd-4242-828a-2f5e276be710" providerId="ADAL" clId="{2E4B42CF-5E76-4A2E-9C5A-EB3702C58194}" dt="2025-08-06T09:55:00.061" v="7857"/>
          <ac:graphicFrameMkLst>
            <pc:docMk/>
            <pc:sldMk cId="3279240226" sldId="2726"/>
            <ac:graphicFrameMk id="5" creationId="{6F35293F-B2FE-FD07-6048-11852794F705}"/>
          </ac:graphicFrameMkLst>
        </pc:graphicFrameChg>
        <pc:graphicFrameChg chg="add mod modGraphic">
          <ac:chgData name="Kathryn Clark (Astrea Central)" userId="d0e16b62-87cd-4242-828a-2f5e276be710" providerId="ADAL" clId="{2E4B42CF-5E76-4A2E-9C5A-EB3702C58194}" dt="2025-08-06T09:55:09.101" v="7870" actId="1035"/>
          <ac:graphicFrameMkLst>
            <pc:docMk/>
            <pc:sldMk cId="3279240226" sldId="2726"/>
            <ac:graphicFrameMk id="6" creationId="{3C665884-84BD-520C-4AFD-3A3166C71FDA}"/>
          </ac:graphicFrameMkLst>
        </pc:graphicFrameChg>
      </pc:sldChg>
      <pc:sldChg chg="modSp add mod">
        <pc:chgData name="Kathryn Clark (Astrea Central)" userId="d0e16b62-87cd-4242-828a-2f5e276be710" providerId="ADAL" clId="{2E4B42CF-5E76-4A2E-9C5A-EB3702C58194}" dt="2025-08-06T09:56:38.711" v="7934" actId="1036"/>
        <pc:sldMkLst>
          <pc:docMk/>
          <pc:sldMk cId="672075193" sldId="2727"/>
        </pc:sldMkLst>
        <pc:spChg chg="mod">
          <ac:chgData name="Kathryn Clark (Astrea Central)" userId="d0e16b62-87cd-4242-828a-2f5e276be710" providerId="ADAL" clId="{2E4B42CF-5E76-4A2E-9C5A-EB3702C58194}" dt="2025-08-06T09:55:30.588" v="7871" actId="20577"/>
          <ac:spMkLst>
            <pc:docMk/>
            <pc:sldMk cId="672075193" sldId="2727"/>
            <ac:spMk id="2" creationId="{6DFD34C5-D5B5-640D-50E0-A89372D82A91}"/>
          </ac:spMkLst>
        </pc:spChg>
        <pc:spChg chg="mod">
          <ac:chgData name="Kathryn Clark (Astrea Central)" userId="d0e16b62-87cd-4242-828a-2f5e276be710" providerId="ADAL" clId="{2E4B42CF-5E76-4A2E-9C5A-EB3702C58194}" dt="2025-08-06T09:08:16.025" v="6023" actId="790"/>
          <ac:spMkLst>
            <pc:docMk/>
            <pc:sldMk cId="672075193" sldId="2727"/>
            <ac:spMk id="4" creationId="{4F78C4A7-04F5-CF93-151D-92A43D43C4B3}"/>
          </ac:spMkLst>
        </pc:spChg>
        <pc:graphicFrameChg chg="mod modGraphic">
          <ac:chgData name="Kathryn Clark (Astrea Central)" userId="d0e16b62-87cd-4242-828a-2f5e276be710" providerId="ADAL" clId="{2E4B42CF-5E76-4A2E-9C5A-EB3702C58194}" dt="2025-08-06T09:56:23.645" v="7879"/>
          <ac:graphicFrameMkLst>
            <pc:docMk/>
            <pc:sldMk cId="672075193" sldId="2727"/>
            <ac:graphicFrameMk id="3" creationId="{FA7ECC46-257D-45EC-AAC9-AFD6F4AD9BAD}"/>
          </ac:graphicFrameMkLst>
        </pc:graphicFrameChg>
        <pc:picChg chg="mod">
          <ac:chgData name="Kathryn Clark (Astrea Central)" userId="d0e16b62-87cd-4242-828a-2f5e276be710" providerId="ADAL" clId="{2E4B42CF-5E76-4A2E-9C5A-EB3702C58194}" dt="2025-08-06T09:56:38.711" v="7934" actId="1036"/>
          <ac:picMkLst>
            <pc:docMk/>
            <pc:sldMk cId="672075193" sldId="2727"/>
            <ac:picMk id="5" creationId="{4ADCE9F0-181C-66A5-1D47-E0B7CF04F79F}"/>
          </ac:picMkLst>
        </pc:picChg>
        <pc:picChg chg="mod">
          <ac:chgData name="Kathryn Clark (Astrea Central)" userId="d0e16b62-87cd-4242-828a-2f5e276be710" providerId="ADAL" clId="{2E4B42CF-5E76-4A2E-9C5A-EB3702C58194}" dt="2025-08-06T09:56:35.695" v="7922" actId="1036"/>
          <ac:picMkLst>
            <pc:docMk/>
            <pc:sldMk cId="672075193" sldId="2727"/>
            <ac:picMk id="6" creationId="{E1F34F43-BBCC-F05D-69FA-624104DE64EF}"/>
          </ac:picMkLst>
        </pc:picChg>
        <pc:picChg chg="mod">
          <ac:chgData name="Kathryn Clark (Astrea Central)" userId="d0e16b62-87cd-4242-828a-2f5e276be710" providerId="ADAL" clId="{2E4B42CF-5E76-4A2E-9C5A-EB3702C58194}" dt="2025-08-06T09:56:28.684" v="7893" actId="1036"/>
          <ac:picMkLst>
            <pc:docMk/>
            <pc:sldMk cId="672075193" sldId="2727"/>
            <ac:picMk id="7" creationId="{738CF494-6CE8-28F9-9242-F958C9B190B0}"/>
          </ac:picMkLst>
        </pc:picChg>
        <pc:picChg chg="mod">
          <ac:chgData name="Kathryn Clark (Astrea Central)" userId="d0e16b62-87cd-4242-828a-2f5e276be710" providerId="ADAL" clId="{2E4B42CF-5E76-4A2E-9C5A-EB3702C58194}" dt="2025-08-06T09:56:32.034" v="7908" actId="1036"/>
          <ac:picMkLst>
            <pc:docMk/>
            <pc:sldMk cId="672075193" sldId="2727"/>
            <ac:picMk id="8" creationId="{7BA3FBFC-6EDC-F34E-79F5-90E39334BA30}"/>
          </ac:picMkLst>
        </pc:picChg>
        <pc:picChg chg="mod">
          <ac:chgData name="Kathryn Clark (Astrea Central)" userId="d0e16b62-87cd-4242-828a-2f5e276be710" providerId="ADAL" clId="{2E4B42CF-5E76-4A2E-9C5A-EB3702C58194}" dt="2025-08-06T09:56:35.695" v="7922" actId="1036"/>
          <ac:picMkLst>
            <pc:docMk/>
            <pc:sldMk cId="672075193" sldId="2727"/>
            <ac:picMk id="9" creationId="{56656670-7E86-1277-FD98-E935F4E476F9}"/>
          </ac:picMkLst>
        </pc:picChg>
        <pc:picChg chg="mod">
          <ac:chgData name="Kathryn Clark (Astrea Central)" userId="d0e16b62-87cd-4242-828a-2f5e276be710" providerId="ADAL" clId="{2E4B42CF-5E76-4A2E-9C5A-EB3702C58194}" dt="2025-08-06T09:56:35.695" v="7922" actId="1036"/>
          <ac:picMkLst>
            <pc:docMk/>
            <pc:sldMk cId="672075193" sldId="2727"/>
            <ac:picMk id="10" creationId="{E9DDE4CC-492C-A350-F4AC-43BCE6ADAA5F}"/>
          </ac:picMkLst>
        </pc:picChg>
        <pc:picChg chg="mod">
          <ac:chgData name="Kathryn Clark (Astrea Central)" userId="d0e16b62-87cd-4242-828a-2f5e276be710" providerId="ADAL" clId="{2E4B42CF-5E76-4A2E-9C5A-EB3702C58194}" dt="2025-08-06T09:56:28.684" v="7893" actId="1036"/>
          <ac:picMkLst>
            <pc:docMk/>
            <pc:sldMk cId="672075193" sldId="2727"/>
            <ac:picMk id="11" creationId="{4AFFFC7E-DE28-EB0F-8BA0-323EE1252A4D}"/>
          </ac:picMkLst>
        </pc:picChg>
        <pc:picChg chg="mod">
          <ac:chgData name="Kathryn Clark (Astrea Central)" userId="d0e16b62-87cd-4242-828a-2f5e276be710" providerId="ADAL" clId="{2E4B42CF-5E76-4A2E-9C5A-EB3702C58194}" dt="2025-08-06T09:56:28.684" v="7893" actId="1036"/>
          <ac:picMkLst>
            <pc:docMk/>
            <pc:sldMk cId="672075193" sldId="2727"/>
            <ac:picMk id="20" creationId="{A827D596-ECFD-3FB4-C9B2-B6A4CEC557E3}"/>
          </ac:picMkLst>
        </pc:picChg>
        <pc:picChg chg="mod">
          <ac:chgData name="Kathryn Clark (Astrea Central)" userId="d0e16b62-87cd-4242-828a-2f5e276be710" providerId="ADAL" clId="{2E4B42CF-5E76-4A2E-9C5A-EB3702C58194}" dt="2025-08-06T09:56:32.034" v="7908" actId="1036"/>
          <ac:picMkLst>
            <pc:docMk/>
            <pc:sldMk cId="672075193" sldId="2727"/>
            <ac:picMk id="21" creationId="{C6F713AE-4FB1-5A26-9078-5395A1112A92}"/>
          </ac:picMkLst>
        </pc:picChg>
        <pc:picChg chg="mod">
          <ac:chgData name="Kathryn Clark (Astrea Central)" userId="d0e16b62-87cd-4242-828a-2f5e276be710" providerId="ADAL" clId="{2E4B42CF-5E76-4A2E-9C5A-EB3702C58194}" dt="2025-08-06T09:56:32.034" v="7908" actId="1036"/>
          <ac:picMkLst>
            <pc:docMk/>
            <pc:sldMk cId="672075193" sldId="2727"/>
            <ac:picMk id="22" creationId="{98842608-88D4-D465-7F49-B89D0D084804}"/>
          </ac:picMkLst>
        </pc:picChg>
        <pc:picChg chg="mod">
          <ac:chgData name="Kathryn Clark (Astrea Central)" userId="d0e16b62-87cd-4242-828a-2f5e276be710" providerId="ADAL" clId="{2E4B42CF-5E76-4A2E-9C5A-EB3702C58194}" dt="2025-08-06T09:56:38.711" v="7934" actId="1036"/>
          <ac:picMkLst>
            <pc:docMk/>
            <pc:sldMk cId="672075193" sldId="2727"/>
            <ac:picMk id="1026" creationId="{6A4A407A-5FF5-61F0-24A3-6B14C72C7A2B}"/>
          </ac:picMkLst>
        </pc:picChg>
        <pc:picChg chg="mod">
          <ac:chgData name="Kathryn Clark (Astrea Central)" userId="d0e16b62-87cd-4242-828a-2f5e276be710" providerId="ADAL" clId="{2E4B42CF-5E76-4A2E-9C5A-EB3702C58194}" dt="2025-08-06T09:56:38.711" v="7934" actId="1036"/>
          <ac:picMkLst>
            <pc:docMk/>
            <pc:sldMk cId="672075193" sldId="2727"/>
            <ac:picMk id="1028" creationId="{323E7F6A-4AFE-2D33-A950-DA12156BA86C}"/>
          </ac:picMkLst>
        </pc:picChg>
      </pc:sldChg>
      <pc:sldChg chg="del">
        <pc:chgData name="Kathryn Clark (Astrea Central)" userId="d0e16b62-87cd-4242-828a-2f5e276be710" providerId="ADAL" clId="{2E4B42CF-5E76-4A2E-9C5A-EB3702C58194}" dt="2025-08-04T14:45:27.772" v="66" actId="47"/>
        <pc:sldMkLst>
          <pc:docMk/>
          <pc:sldMk cId="2393471396" sldId="2727"/>
        </pc:sldMkLst>
      </pc:sldChg>
      <pc:sldChg chg="del">
        <pc:chgData name="Kathryn Clark (Astrea Central)" userId="d0e16b62-87cd-4242-828a-2f5e276be710" providerId="ADAL" clId="{2E4B42CF-5E76-4A2E-9C5A-EB3702C58194}" dt="2025-08-04T14:45:27.772" v="66" actId="47"/>
        <pc:sldMkLst>
          <pc:docMk/>
          <pc:sldMk cId="1558718074" sldId="2728"/>
        </pc:sldMkLst>
      </pc:sldChg>
      <pc:sldChg chg="addSp delSp modSp add mod">
        <pc:chgData name="Kathryn Clark (Astrea Central)" userId="d0e16b62-87cd-4242-828a-2f5e276be710" providerId="ADAL" clId="{2E4B42CF-5E76-4A2E-9C5A-EB3702C58194}" dt="2025-08-06T14:32:29.476" v="11262" actId="207"/>
        <pc:sldMkLst>
          <pc:docMk/>
          <pc:sldMk cId="1578618602" sldId="2728"/>
        </pc:sldMkLst>
        <pc:spChg chg="mod">
          <ac:chgData name="Kathryn Clark (Astrea Central)" userId="d0e16b62-87cd-4242-828a-2f5e276be710" providerId="ADAL" clId="{2E4B42CF-5E76-4A2E-9C5A-EB3702C58194}" dt="2025-08-06T09:16:06.374" v="6358" actId="1035"/>
          <ac:spMkLst>
            <pc:docMk/>
            <pc:sldMk cId="1578618602" sldId="2728"/>
            <ac:spMk id="3" creationId="{25CA9AE4-054F-273A-3A7B-9D70532DC890}"/>
          </ac:spMkLst>
        </pc:spChg>
        <pc:spChg chg="mod">
          <ac:chgData name="Kathryn Clark (Astrea Central)" userId="d0e16b62-87cd-4242-828a-2f5e276be710" providerId="ADAL" clId="{2E4B42CF-5E76-4A2E-9C5A-EB3702C58194}" dt="2025-08-06T09:15:58.651" v="6345" actId="1076"/>
          <ac:spMkLst>
            <pc:docMk/>
            <pc:sldMk cId="1578618602" sldId="2728"/>
            <ac:spMk id="6" creationId="{22840650-EA97-F182-80F1-3A3C76DC7D81}"/>
          </ac:spMkLst>
        </pc:spChg>
        <pc:spChg chg="mod">
          <ac:chgData name="Kathryn Clark (Astrea Central)" userId="d0e16b62-87cd-4242-828a-2f5e276be710" providerId="ADAL" clId="{2E4B42CF-5E76-4A2E-9C5A-EB3702C58194}" dt="2025-08-06T09:57:50.869" v="7967" actId="20577"/>
          <ac:spMkLst>
            <pc:docMk/>
            <pc:sldMk cId="1578618602" sldId="2728"/>
            <ac:spMk id="7" creationId="{DD53CB77-3701-02B2-37D2-14E12872BD61}"/>
          </ac:spMkLst>
        </pc:spChg>
        <pc:spChg chg="add mod">
          <ac:chgData name="Kathryn Clark (Astrea Central)" userId="d0e16b62-87cd-4242-828a-2f5e276be710" providerId="ADAL" clId="{2E4B42CF-5E76-4A2E-9C5A-EB3702C58194}" dt="2025-08-06T14:32:29.476" v="11262" actId="207"/>
          <ac:spMkLst>
            <pc:docMk/>
            <pc:sldMk cId="1578618602" sldId="2728"/>
            <ac:spMk id="11" creationId="{7E7A7D50-17D0-D706-917B-99D91F88DAE3}"/>
          </ac:spMkLst>
        </pc:spChg>
        <pc:graphicFrameChg chg="mod modGraphic">
          <ac:chgData name="Kathryn Clark (Astrea Central)" userId="d0e16b62-87cd-4242-828a-2f5e276be710" providerId="ADAL" clId="{2E4B42CF-5E76-4A2E-9C5A-EB3702C58194}" dt="2025-08-06T09:16:01.833" v="6346" actId="14100"/>
          <ac:graphicFrameMkLst>
            <pc:docMk/>
            <pc:sldMk cId="1578618602" sldId="2728"/>
            <ac:graphicFrameMk id="5" creationId="{0F8D016F-7530-A00E-912F-E17C9FC8D9C1}"/>
          </ac:graphicFrameMkLst>
        </pc:graphicFrameChg>
        <pc:graphicFrameChg chg="add mod modGraphic">
          <ac:chgData name="Kathryn Clark (Astrea Central)" userId="d0e16b62-87cd-4242-828a-2f5e276be710" providerId="ADAL" clId="{2E4B42CF-5E76-4A2E-9C5A-EB3702C58194}" dt="2025-08-06T10:28:58.902" v="8549" actId="20577"/>
          <ac:graphicFrameMkLst>
            <pc:docMk/>
            <pc:sldMk cId="1578618602" sldId="2728"/>
            <ac:graphicFrameMk id="9" creationId="{FC6F60CF-C743-DB61-9105-B71ECE614797}"/>
          </ac:graphicFrameMkLst>
        </pc:graphicFrameChg>
        <pc:picChg chg="mod">
          <ac:chgData name="Kathryn Clark (Astrea Central)" userId="d0e16b62-87cd-4242-828a-2f5e276be710" providerId="ADAL" clId="{2E4B42CF-5E76-4A2E-9C5A-EB3702C58194}" dt="2025-08-06T09:15:21.115" v="6338" actId="1076"/>
          <ac:picMkLst>
            <pc:docMk/>
            <pc:sldMk cId="1578618602" sldId="2728"/>
            <ac:picMk id="8" creationId="{C4BD4B22-F01A-5747-5344-E5DD0128B67C}"/>
          </ac:picMkLst>
        </pc:picChg>
      </pc:sldChg>
      <pc:sldChg chg="del">
        <pc:chgData name="Kathryn Clark (Astrea Central)" userId="d0e16b62-87cd-4242-828a-2f5e276be710" providerId="ADAL" clId="{2E4B42CF-5E76-4A2E-9C5A-EB3702C58194}" dt="2025-08-04T14:45:27.772" v="66" actId="47"/>
        <pc:sldMkLst>
          <pc:docMk/>
          <pc:sldMk cId="1242708490" sldId="2729"/>
        </pc:sldMkLst>
      </pc:sldChg>
      <pc:sldChg chg="modSp add mod">
        <pc:chgData name="Kathryn Clark (Astrea Central)" userId="d0e16b62-87cd-4242-828a-2f5e276be710" providerId="ADAL" clId="{2E4B42CF-5E76-4A2E-9C5A-EB3702C58194}" dt="2025-08-06T09:59:00.856" v="7988" actId="20577"/>
        <pc:sldMkLst>
          <pc:docMk/>
          <pc:sldMk cId="2271499334" sldId="2729"/>
        </pc:sldMkLst>
        <pc:spChg chg="mod">
          <ac:chgData name="Kathryn Clark (Astrea Central)" userId="d0e16b62-87cd-4242-828a-2f5e276be710" providerId="ADAL" clId="{2E4B42CF-5E76-4A2E-9C5A-EB3702C58194}" dt="2025-08-06T09:08:16.025" v="6023" actId="790"/>
          <ac:spMkLst>
            <pc:docMk/>
            <pc:sldMk cId="2271499334" sldId="2729"/>
            <ac:spMk id="4" creationId="{4F78C4A7-04F5-CF93-151D-92A43D43C4B3}"/>
          </ac:spMkLst>
        </pc:spChg>
        <pc:spChg chg="mod">
          <ac:chgData name="Kathryn Clark (Astrea Central)" userId="d0e16b62-87cd-4242-828a-2f5e276be710" providerId="ADAL" clId="{2E4B42CF-5E76-4A2E-9C5A-EB3702C58194}" dt="2025-08-06T09:59:00.856" v="7988" actId="20577"/>
          <ac:spMkLst>
            <pc:docMk/>
            <pc:sldMk cId="2271499334" sldId="2729"/>
            <ac:spMk id="9" creationId="{F0BE44F4-33B3-C855-E793-EB3CBDD30AB5}"/>
          </ac:spMkLst>
        </pc:spChg>
        <pc:spChg chg="mod">
          <ac:chgData name="Kathryn Clark (Astrea Central)" userId="d0e16b62-87cd-4242-828a-2f5e276be710" providerId="ADAL" clId="{2E4B42CF-5E76-4A2E-9C5A-EB3702C58194}" dt="2025-08-06T09:08:16.025" v="6023" actId="790"/>
          <ac:spMkLst>
            <pc:docMk/>
            <pc:sldMk cId="2271499334" sldId="2729"/>
            <ac:spMk id="18" creationId="{86715051-1CA5-9A9D-2A44-354E27626C34}"/>
          </ac:spMkLst>
        </pc:spChg>
        <pc:spChg chg="mod">
          <ac:chgData name="Kathryn Clark (Astrea Central)" userId="d0e16b62-87cd-4242-828a-2f5e276be710" providerId="ADAL" clId="{2E4B42CF-5E76-4A2E-9C5A-EB3702C58194}" dt="2025-08-06T09:08:16.025" v="6023" actId="790"/>
          <ac:spMkLst>
            <pc:docMk/>
            <pc:sldMk cId="2271499334" sldId="2729"/>
            <ac:spMk id="20" creationId="{54F93488-3ACD-5F87-44C7-9D9817E361AB}"/>
          </ac:spMkLst>
        </pc:spChg>
        <pc:spChg chg="mod">
          <ac:chgData name="Kathryn Clark (Astrea Central)" userId="d0e16b62-87cd-4242-828a-2f5e276be710" providerId="ADAL" clId="{2E4B42CF-5E76-4A2E-9C5A-EB3702C58194}" dt="2025-08-06T09:08:16.025" v="6023" actId="790"/>
          <ac:spMkLst>
            <pc:docMk/>
            <pc:sldMk cId="2271499334" sldId="2729"/>
            <ac:spMk id="21" creationId="{DF6B3BC1-0C2C-4509-DD60-9231028CD369}"/>
          </ac:spMkLst>
        </pc:spChg>
        <pc:spChg chg="mod">
          <ac:chgData name="Kathryn Clark (Astrea Central)" userId="d0e16b62-87cd-4242-828a-2f5e276be710" providerId="ADAL" clId="{2E4B42CF-5E76-4A2E-9C5A-EB3702C58194}" dt="2025-08-06T09:08:16.025" v="6023" actId="790"/>
          <ac:spMkLst>
            <pc:docMk/>
            <pc:sldMk cId="2271499334" sldId="2729"/>
            <ac:spMk id="22" creationId="{C4883E82-5D68-264A-C4E9-E9EB253DDC75}"/>
          </ac:spMkLst>
        </pc:spChg>
        <pc:spChg chg="mod">
          <ac:chgData name="Kathryn Clark (Astrea Central)" userId="d0e16b62-87cd-4242-828a-2f5e276be710" providerId="ADAL" clId="{2E4B42CF-5E76-4A2E-9C5A-EB3702C58194}" dt="2025-08-06T09:08:16.025" v="6023" actId="790"/>
          <ac:spMkLst>
            <pc:docMk/>
            <pc:sldMk cId="2271499334" sldId="2729"/>
            <ac:spMk id="28" creationId="{6B7C2A50-4B34-1777-5961-44A81A406939}"/>
          </ac:spMkLst>
        </pc:spChg>
        <pc:spChg chg="mod">
          <ac:chgData name="Kathryn Clark (Astrea Central)" userId="d0e16b62-87cd-4242-828a-2f5e276be710" providerId="ADAL" clId="{2E4B42CF-5E76-4A2E-9C5A-EB3702C58194}" dt="2025-08-06T09:08:16.025" v="6023" actId="790"/>
          <ac:spMkLst>
            <pc:docMk/>
            <pc:sldMk cId="2271499334" sldId="2729"/>
            <ac:spMk id="30" creationId="{9853053F-5FBB-F22F-E1B4-6D931EFB6ED4}"/>
          </ac:spMkLst>
        </pc:spChg>
        <pc:spChg chg="mod">
          <ac:chgData name="Kathryn Clark (Astrea Central)" userId="d0e16b62-87cd-4242-828a-2f5e276be710" providerId="ADAL" clId="{2E4B42CF-5E76-4A2E-9C5A-EB3702C58194}" dt="2025-08-06T09:08:16.025" v="6023" actId="790"/>
          <ac:spMkLst>
            <pc:docMk/>
            <pc:sldMk cId="2271499334" sldId="2729"/>
            <ac:spMk id="31" creationId="{951EF00F-CDA7-E580-577F-19F7D18D9C85}"/>
          </ac:spMkLst>
        </pc:spChg>
        <pc:spChg chg="mod">
          <ac:chgData name="Kathryn Clark (Astrea Central)" userId="d0e16b62-87cd-4242-828a-2f5e276be710" providerId="ADAL" clId="{2E4B42CF-5E76-4A2E-9C5A-EB3702C58194}" dt="2025-08-06T09:58:10.557" v="7973" actId="20577"/>
          <ac:spMkLst>
            <pc:docMk/>
            <pc:sldMk cId="2271499334" sldId="2729"/>
            <ac:spMk id="43" creationId="{AD28B133-43B2-CD9E-3463-6F60657CB3C2}"/>
          </ac:spMkLst>
        </pc:spChg>
        <pc:graphicFrameChg chg="mod">
          <ac:chgData name="Kathryn Clark (Astrea Central)" userId="d0e16b62-87cd-4242-828a-2f5e276be710" providerId="ADAL" clId="{2E4B42CF-5E76-4A2E-9C5A-EB3702C58194}" dt="2025-08-06T09:57:41.189" v="7953"/>
          <ac:graphicFrameMkLst>
            <pc:docMk/>
            <pc:sldMk cId="2271499334" sldId="2729"/>
            <ac:graphicFrameMk id="3" creationId="{FA7ECC46-257D-45EC-AAC9-AFD6F4AD9BAD}"/>
          </ac:graphicFrameMkLst>
        </pc:graphicFrameChg>
        <pc:graphicFrameChg chg="mod modGraphic">
          <ac:chgData name="Kathryn Clark (Astrea Central)" userId="d0e16b62-87cd-4242-828a-2f5e276be710" providerId="ADAL" clId="{2E4B42CF-5E76-4A2E-9C5A-EB3702C58194}" dt="2025-08-06T09:58:44.475" v="7986"/>
          <ac:graphicFrameMkLst>
            <pc:docMk/>
            <pc:sldMk cId="2271499334" sldId="2729"/>
            <ac:graphicFrameMk id="5" creationId="{A2A56114-04E8-FD38-5BCB-FF684B382E8A}"/>
          </ac:graphicFrameMkLst>
        </pc:graphicFrameChg>
      </pc:sldChg>
      <pc:sldChg chg="addSp delSp modSp add mod ord">
        <pc:chgData name="Kathryn Clark (Astrea Central)" userId="d0e16b62-87cd-4242-828a-2f5e276be710" providerId="ADAL" clId="{2E4B42CF-5E76-4A2E-9C5A-EB3702C58194}" dt="2025-08-06T13:01:22.405" v="9429" actId="20578"/>
        <pc:sldMkLst>
          <pc:docMk/>
          <pc:sldMk cId="1827505513" sldId="2730"/>
        </pc:sldMkLst>
        <pc:spChg chg="mod">
          <ac:chgData name="Kathryn Clark (Astrea Central)" userId="d0e16b62-87cd-4242-828a-2f5e276be710" providerId="ADAL" clId="{2E4B42CF-5E76-4A2E-9C5A-EB3702C58194}" dt="2025-08-06T10:30:00.967" v="8570" actId="1076"/>
          <ac:spMkLst>
            <pc:docMk/>
            <pc:sldMk cId="1827505513" sldId="2730"/>
            <ac:spMk id="3" creationId="{25CA9AE4-054F-273A-3A7B-9D70532DC890}"/>
          </ac:spMkLst>
        </pc:spChg>
        <pc:spChg chg="mod">
          <ac:chgData name="Kathryn Clark (Astrea Central)" userId="d0e16b62-87cd-4242-828a-2f5e276be710" providerId="ADAL" clId="{2E4B42CF-5E76-4A2E-9C5A-EB3702C58194}" dt="2025-08-06T10:45:06.706" v="8976" actId="20577"/>
          <ac:spMkLst>
            <pc:docMk/>
            <pc:sldMk cId="1827505513" sldId="2730"/>
            <ac:spMk id="4" creationId="{655007F0-4720-C492-07EF-F65AA44F3494}"/>
          </ac:spMkLst>
        </pc:spChg>
        <pc:spChg chg="add del mod">
          <ac:chgData name="Kathryn Clark (Astrea Central)" userId="d0e16b62-87cd-4242-828a-2f5e276be710" providerId="ADAL" clId="{2E4B42CF-5E76-4A2E-9C5A-EB3702C58194}" dt="2025-08-06T10:32:36.818" v="8629" actId="1036"/>
          <ac:spMkLst>
            <pc:docMk/>
            <pc:sldMk cId="1827505513" sldId="2730"/>
            <ac:spMk id="6" creationId="{22840650-EA97-F182-80F1-3A3C76DC7D81}"/>
          </ac:spMkLst>
        </pc:spChg>
        <pc:spChg chg="add del mod">
          <ac:chgData name="Kathryn Clark (Astrea Central)" userId="d0e16b62-87cd-4242-828a-2f5e276be710" providerId="ADAL" clId="{2E4B42CF-5E76-4A2E-9C5A-EB3702C58194}" dt="2025-08-06T10:32:36.818" v="8629" actId="1036"/>
          <ac:spMkLst>
            <pc:docMk/>
            <pc:sldMk cId="1827505513" sldId="2730"/>
            <ac:spMk id="7" creationId="{DD53CB77-3701-02B2-37D2-14E12872BD61}"/>
          </ac:spMkLst>
        </pc:spChg>
        <pc:graphicFrameChg chg="add del mod modGraphic">
          <ac:chgData name="Kathryn Clark (Astrea Central)" userId="d0e16b62-87cd-4242-828a-2f5e276be710" providerId="ADAL" clId="{2E4B42CF-5E76-4A2E-9C5A-EB3702C58194}" dt="2025-08-06T10:44:16.294" v="8957" actId="6549"/>
          <ac:graphicFrameMkLst>
            <pc:docMk/>
            <pc:sldMk cId="1827505513" sldId="2730"/>
            <ac:graphicFrameMk id="5" creationId="{0F8D016F-7530-A00E-912F-E17C9FC8D9C1}"/>
          </ac:graphicFrameMkLst>
        </pc:graphicFrameChg>
        <pc:graphicFrameChg chg="add mod modGraphic">
          <ac:chgData name="Kathryn Clark (Astrea Central)" userId="d0e16b62-87cd-4242-828a-2f5e276be710" providerId="ADAL" clId="{2E4B42CF-5E76-4A2E-9C5A-EB3702C58194}" dt="2025-08-06T10:44:46.872" v="8965" actId="20577"/>
          <ac:graphicFrameMkLst>
            <pc:docMk/>
            <pc:sldMk cId="1827505513" sldId="2730"/>
            <ac:graphicFrameMk id="8" creationId="{94C7A032-7A90-5EE2-53A8-6DE073C0D7C9}"/>
          </ac:graphicFrameMkLst>
        </pc:graphicFrameChg>
        <pc:picChg chg="mod">
          <ac:chgData name="Kathryn Clark (Astrea Central)" userId="d0e16b62-87cd-4242-828a-2f5e276be710" providerId="ADAL" clId="{2E4B42CF-5E76-4A2E-9C5A-EB3702C58194}" dt="2025-08-06T10:32:32.499" v="8614" actId="1076"/>
          <ac:picMkLst>
            <pc:docMk/>
            <pc:sldMk cId="1827505513" sldId="2730"/>
            <ac:picMk id="9" creationId="{5C41ED91-96BC-9C42-70A2-ECF96E1E11D4}"/>
          </ac:picMkLst>
        </pc:picChg>
        <pc:picChg chg="mod">
          <ac:chgData name="Kathryn Clark (Astrea Central)" userId="d0e16b62-87cd-4242-828a-2f5e276be710" providerId="ADAL" clId="{2E4B42CF-5E76-4A2E-9C5A-EB3702C58194}" dt="2025-08-06T10:32:32.499" v="8614" actId="1076"/>
          <ac:picMkLst>
            <pc:docMk/>
            <pc:sldMk cId="1827505513" sldId="2730"/>
            <ac:picMk id="11" creationId="{99A482C6-755C-35D1-90A5-92E767A7F64C}"/>
          </ac:picMkLst>
        </pc:picChg>
      </pc:sldChg>
      <pc:sldChg chg="del">
        <pc:chgData name="Kathryn Clark (Astrea Central)" userId="d0e16b62-87cd-4242-828a-2f5e276be710" providerId="ADAL" clId="{2E4B42CF-5E76-4A2E-9C5A-EB3702C58194}" dt="2025-08-04T14:45:27.772" v="66" actId="47"/>
        <pc:sldMkLst>
          <pc:docMk/>
          <pc:sldMk cId="3822218257" sldId="2730"/>
        </pc:sldMkLst>
      </pc:sldChg>
      <pc:sldChg chg="addSp delSp modSp add mod ord">
        <pc:chgData name="Kathryn Clark (Astrea Central)" userId="d0e16b62-87cd-4242-828a-2f5e276be710" providerId="ADAL" clId="{2E4B42CF-5E76-4A2E-9C5A-EB3702C58194}" dt="2025-08-06T13:01:22.405" v="9429" actId="20578"/>
        <pc:sldMkLst>
          <pc:docMk/>
          <pc:sldMk cId="1634526352" sldId="2731"/>
        </pc:sldMkLst>
        <pc:spChg chg="mod">
          <ac:chgData name="Kathryn Clark (Astrea Central)" userId="d0e16b62-87cd-4242-828a-2f5e276be710" providerId="ADAL" clId="{2E4B42CF-5E76-4A2E-9C5A-EB3702C58194}" dt="2025-08-06T10:28:02.370" v="8539" actId="20577"/>
          <ac:spMkLst>
            <pc:docMk/>
            <pc:sldMk cId="1634526352" sldId="2731"/>
            <ac:spMk id="2" creationId="{6DFD34C5-D5B5-640D-50E0-A89372D82A91}"/>
          </ac:spMkLst>
        </pc:spChg>
        <pc:spChg chg="mod">
          <ac:chgData name="Kathryn Clark (Astrea Central)" userId="d0e16b62-87cd-4242-828a-2f5e276be710" providerId="ADAL" clId="{2E4B42CF-5E76-4A2E-9C5A-EB3702C58194}" dt="2025-08-06T10:33:06.851" v="8650" actId="1035"/>
          <ac:spMkLst>
            <pc:docMk/>
            <pc:sldMk cId="1634526352" sldId="2731"/>
            <ac:spMk id="4" creationId="{4F78C4A7-04F5-CF93-151D-92A43D43C4B3}"/>
          </ac:spMkLst>
        </pc:spChg>
        <pc:graphicFrameChg chg="mod modGraphic">
          <ac:chgData name="Kathryn Clark (Astrea Central)" userId="d0e16b62-87cd-4242-828a-2f5e276be710" providerId="ADAL" clId="{2E4B42CF-5E76-4A2E-9C5A-EB3702C58194}" dt="2025-08-06T10:34:23.322" v="8725"/>
          <ac:graphicFrameMkLst>
            <pc:docMk/>
            <pc:sldMk cId="1634526352" sldId="2731"/>
            <ac:graphicFrameMk id="3" creationId="{FA7ECC46-257D-45EC-AAC9-AFD6F4AD9BAD}"/>
          </ac:graphicFrameMkLst>
        </pc:graphicFrameChg>
      </pc:sldChg>
      <pc:sldChg chg="del">
        <pc:chgData name="Kathryn Clark (Astrea Central)" userId="d0e16b62-87cd-4242-828a-2f5e276be710" providerId="ADAL" clId="{2E4B42CF-5E76-4A2E-9C5A-EB3702C58194}" dt="2025-08-04T14:45:27.772" v="66" actId="47"/>
        <pc:sldMkLst>
          <pc:docMk/>
          <pc:sldMk cId="4237765148" sldId="2731"/>
        </pc:sldMkLst>
      </pc:sldChg>
      <pc:sldChg chg="addSp delSp modSp add mod">
        <pc:chgData name="Kathryn Clark (Astrea Central)" userId="d0e16b62-87cd-4242-828a-2f5e276be710" providerId="ADAL" clId="{2E4B42CF-5E76-4A2E-9C5A-EB3702C58194}" dt="2025-08-06T11:19:06.070" v="9083" actId="20577"/>
        <pc:sldMkLst>
          <pc:docMk/>
          <pc:sldMk cId="820953386" sldId="2732"/>
        </pc:sldMkLst>
        <pc:spChg chg="mod">
          <ac:chgData name="Kathryn Clark (Astrea Central)" userId="d0e16b62-87cd-4242-828a-2f5e276be710" providerId="ADAL" clId="{2E4B42CF-5E76-4A2E-9C5A-EB3702C58194}" dt="2025-08-06T09:08:16.025" v="6023" actId="790"/>
          <ac:spMkLst>
            <pc:docMk/>
            <pc:sldMk cId="820953386" sldId="2732"/>
            <ac:spMk id="2" creationId="{7F1B4801-2B3B-019D-406E-1F4A04569AE3}"/>
          </ac:spMkLst>
        </pc:spChg>
        <pc:spChg chg="mod">
          <ac:chgData name="Kathryn Clark (Astrea Central)" userId="d0e16b62-87cd-4242-828a-2f5e276be710" providerId="ADAL" clId="{2E4B42CF-5E76-4A2E-9C5A-EB3702C58194}" dt="2025-08-06T10:42:05.376" v="8913" actId="1076"/>
          <ac:spMkLst>
            <pc:docMk/>
            <pc:sldMk cId="820953386" sldId="2732"/>
            <ac:spMk id="14" creationId="{47016856-CD6B-6E57-3BBF-4332899B0C1B}"/>
          </ac:spMkLst>
        </pc:spChg>
        <pc:graphicFrameChg chg="mod modGraphic">
          <ac:chgData name="Kathryn Clark (Astrea Central)" userId="d0e16b62-87cd-4242-828a-2f5e276be710" providerId="ADAL" clId="{2E4B42CF-5E76-4A2E-9C5A-EB3702C58194}" dt="2025-08-06T11:19:06.070" v="9083" actId="20577"/>
          <ac:graphicFrameMkLst>
            <pc:docMk/>
            <pc:sldMk cId="820953386" sldId="2732"/>
            <ac:graphicFrameMk id="12" creationId="{69A922FB-C86D-E91F-75B7-CB804E5239D7}"/>
          </ac:graphicFrameMkLst>
        </pc:graphicFrameChg>
        <pc:graphicFrameChg chg="add mod">
          <ac:chgData name="Kathryn Clark (Astrea Central)" userId="d0e16b62-87cd-4242-828a-2f5e276be710" providerId="ADAL" clId="{2E4B42CF-5E76-4A2E-9C5A-EB3702C58194}" dt="2025-08-06T10:41:33.024" v="8879"/>
          <ac:graphicFrameMkLst>
            <pc:docMk/>
            <pc:sldMk cId="820953386" sldId="2732"/>
            <ac:graphicFrameMk id="13" creationId="{83E7B428-1279-4485-D9BB-8501D250664C}"/>
          </ac:graphicFrameMkLst>
        </pc:graphicFrameChg>
        <pc:graphicFrameChg chg="mod modGraphic">
          <ac:chgData name="Kathryn Clark (Astrea Central)" userId="d0e16b62-87cd-4242-828a-2f5e276be710" providerId="ADAL" clId="{2E4B42CF-5E76-4A2E-9C5A-EB3702C58194}" dt="2025-08-06T10:43:05.845" v="8938" actId="20577"/>
          <ac:graphicFrameMkLst>
            <pc:docMk/>
            <pc:sldMk cId="820953386" sldId="2732"/>
            <ac:graphicFrameMk id="17" creationId="{D3B5DAEB-1EDA-F50E-CB90-5BDCC871CB3B}"/>
          </ac:graphicFrameMkLst>
        </pc:graphicFrameChg>
        <pc:picChg chg="mod">
          <ac:chgData name="Kathryn Clark (Astrea Central)" userId="d0e16b62-87cd-4242-828a-2f5e276be710" providerId="ADAL" clId="{2E4B42CF-5E76-4A2E-9C5A-EB3702C58194}" dt="2025-08-06T10:41:40.642" v="8880" actId="1076"/>
          <ac:picMkLst>
            <pc:docMk/>
            <pc:sldMk cId="820953386" sldId="2732"/>
            <ac:picMk id="8" creationId="{99F6DB56-4453-E037-A121-710368BD71BC}"/>
          </ac:picMkLst>
        </pc:picChg>
        <pc:picChg chg="mod">
          <ac:chgData name="Kathryn Clark (Astrea Central)" userId="d0e16b62-87cd-4242-828a-2f5e276be710" providerId="ADAL" clId="{2E4B42CF-5E76-4A2E-9C5A-EB3702C58194}" dt="2025-08-06T10:41:40.642" v="8880" actId="1076"/>
          <ac:picMkLst>
            <pc:docMk/>
            <pc:sldMk cId="820953386" sldId="2732"/>
            <ac:picMk id="10" creationId="{6D550CE8-3F04-6D61-C02E-DC59CB1077C4}"/>
          </ac:picMkLst>
        </pc:picChg>
        <pc:picChg chg="mod">
          <ac:chgData name="Kathryn Clark (Astrea Central)" userId="d0e16b62-87cd-4242-828a-2f5e276be710" providerId="ADAL" clId="{2E4B42CF-5E76-4A2E-9C5A-EB3702C58194}" dt="2025-08-06T10:41:40.642" v="8880" actId="1076"/>
          <ac:picMkLst>
            <pc:docMk/>
            <pc:sldMk cId="820953386" sldId="2732"/>
            <ac:picMk id="11" creationId="{CE4DB83C-0D4F-7B75-11FB-928B775AB9DB}"/>
          </ac:picMkLst>
        </pc:picChg>
      </pc:sldChg>
      <pc:sldChg chg="del">
        <pc:chgData name="Kathryn Clark (Astrea Central)" userId="d0e16b62-87cd-4242-828a-2f5e276be710" providerId="ADAL" clId="{2E4B42CF-5E76-4A2E-9C5A-EB3702C58194}" dt="2025-08-04T14:45:27.772" v="66" actId="47"/>
        <pc:sldMkLst>
          <pc:docMk/>
          <pc:sldMk cId="2354787100" sldId="2732"/>
        </pc:sldMkLst>
      </pc:sldChg>
      <pc:sldChg chg="modSp add del mod">
        <pc:chgData name="Kathryn Clark (Astrea Central)" userId="d0e16b62-87cd-4242-828a-2f5e276be710" providerId="ADAL" clId="{2E4B42CF-5E76-4A2E-9C5A-EB3702C58194}" dt="2025-08-06T11:22:45.639" v="9155" actId="47"/>
        <pc:sldMkLst>
          <pc:docMk/>
          <pc:sldMk cId="3158602697" sldId="2733"/>
        </pc:sldMkLst>
      </pc:sldChg>
      <pc:sldChg chg="del">
        <pc:chgData name="Kathryn Clark (Astrea Central)" userId="d0e16b62-87cd-4242-828a-2f5e276be710" providerId="ADAL" clId="{2E4B42CF-5E76-4A2E-9C5A-EB3702C58194}" dt="2025-08-04T14:45:27.772" v="66" actId="47"/>
        <pc:sldMkLst>
          <pc:docMk/>
          <pc:sldMk cId="3671824443" sldId="2733"/>
        </pc:sldMkLst>
      </pc:sldChg>
      <pc:sldChg chg="del">
        <pc:chgData name="Kathryn Clark (Astrea Central)" userId="d0e16b62-87cd-4242-828a-2f5e276be710" providerId="ADAL" clId="{2E4B42CF-5E76-4A2E-9C5A-EB3702C58194}" dt="2025-08-04T14:45:27.772" v="66" actId="47"/>
        <pc:sldMkLst>
          <pc:docMk/>
          <pc:sldMk cId="2682670728" sldId="2734"/>
        </pc:sldMkLst>
      </pc:sldChg>
      <pc:sldChg chg="modSp add del mod">
        <pc:chgData name="Kathryn Clark (Astrea Central)" userId="d0e16b62-87cd-4242-828a-2f5e276be710" providerId="ADAL" clId="{2E4B42CF-5E76-4A2E-9C5A-EB3702C58194}" dt="2025-08-06T11:22:46.589" v="9156" actId="47"/>
        <pc:sldMkLst>
          <pc:docMk/>
          <pc:sldMk cId="4046473592" sldId="2734"/>
        </pc:sldMkLst>
      </pc:sldChg>
      <pc:sldChg chg="modSp add del mod">
        <pc:chgData name="Kathryn Clark (Astrea Central)" userId="d0e16b62-87cd-4242-828a-2f5e276be710" providerId="ADAL" clId="{2E4B42CF-5E76-4A2E-9C5A-EB3702C58194}" dt="2025-08-06T11:22:47.795" v="9157" actId="47"/>
        <pc:sldMkLst>
          <pc:docMk/>
          <pc:sldMk cId="1550113328" sldId="2735"/>
        </pc:sldMkLst>
      </pc:sldChg>
      <pc:sldChg chg="del">
        <pc:chgData name="Kathryn Clark (Astrea Central)" userId="d0e16b62-87cd-4242-828a-2f5e276be710" providerId="ADAL" clId="{2E4B42CF-5E76-4A2E-9C5A-EB3702C58194}" dt="2025-08-04T14:45:27.772" v="66" actId="47"/>
        <pc:sldMkLst>
          <pc:docMk/>
          <pc:sldMk cId="3269876765" sldId="2735"/>
        </pc:sldMkLst>
      </pc:sldChg>
      <pc:sldChg chg="addSp delSp modSp add mod">
        <pc:chgData name="Kathryn Clark (Astrea Central)" userId="d0e16b62-87cd-4242-828a-2f5e276be710" providerId="ADAL" clId="{2E4B42CF-5E76-4A2E-9C5A-EB3702C58194}" dt="2025-08-06T14:34:06.172" v="11346" actId="207"/>
        <pc:sldMkLst>
          <pc:docMk/>
          <pc:sldMk cId="1244038654" sldId="2736"/>
        </pc:sldMkLst>
        <pc:spChg chg="add mod">
          <ac:chgData name="Kathryn Clark (Astrea Central)" userId="d0e16b62-87cd-4242-828a-2f5e276be710" providerId="ADAL" clId="{2E4B42CF-5E76-4A2E-9C5A-EB3702C58194}" dt="2025-08-06T14:34:06.172" v="11346" actId="207"/>
          <ac:spMkLst>
            <pc:docMk/>
            <pc:sldMk cId="1244038654" sldId="2736"/>
            <ac:spMk id="2" creationId="{6A8D71DC-F2C0-95D2-4C5E-77882F602DB9}"/>
          </ac:spMkLst>
        </pc:spChg>
        <pc:spChg chg="mod">
          <ac:chgData name="Kathryn Clark (Astrea Central)" userId="d0e16b62-87cd-4242-828a-2f5e276be710" providerId="ADAL" clId="{2E4B42CF-5E76-4A2E-9C5A-EB3702C58194}" dt="2025-08-06T09:08:16.025" v="6023" actId="790"/>
          <ac:spMkLst>
            <pc:docMk/>
            <pc:sldMk cId="1244038654" sldId="2736"/>
            <ac:spMk id="6" creationId="{00000000-0000-0000-0000-000000000000}"/>
          </ac:spMkLst>
        </pc:spChg>
        <pc:spChg chg="mod">
          <ac:chgData name="Kathryn Clark (Astrea Central)" userId="d0e16b62-87cd-4242-828a-2f5e276be710" providerId="ADAL" clId="{2E4B42CF-5E76-4A2E-9C5A-EB3702C58194}" dt="2025-08-06T09:08:16.025" v="6023" actId="790"/>
          <ac:spMkLst>
            <pc:docMk/>
            <pc:sldMk cId="1244038654" sldId="2736"/>
            <ac:spMk id="7" creationId="{02F7BFCC-94FE-C94F-1202-DAC5AB3F72A2}"/>
          </ac:spMkLst>
        </pc:spChg>
        <pc:spChg chg="mod">
          <ac:chgData name="Kathryn Clark (Astrea Central)" userId="d0e16b62-87cd-4242-828a-2f5e276be710" providerId="ADAL" clId="{2E4B42CF-5E76-4A2E-9C5A-EB3702C58194}" dt="2025-08-06T09:08:16.025" v="6023" actId="790"/>
          <ac:spMkLst>
            <pc:docMk/>
            <pc:sldMk cId="1244038654" sldId="2736"/>
            <ac:spMk id="8" creationId="{169ACC34-F243-FE40-143C-517E9F97B14E}"/>
          </ac:spMkLst>
        </pc:spChg>
        <pc:graphicFrameChg chg="modGraphic">
          <ac:chgData name="Kathryn Clark (Astrea Central)" userId="d0e16b62-87cd-4242-828a-2f5e276be710" providerId="ADAL" clId="{2E4B42CF-5E76-4A2E-9C5A-EB3702C58194}" dt="2025-08-06T09:08:16.025" v="6023" actId="790"/>
          <ac:graphicFrameMkLst>
            <pc:docMk/>
            <pc:sldMk cId="1244038654" sldId="2736"/>
            <ac:graphicFrameMk id="19" creationId="{79DA2B59-C28F-016F-DB15-F6B97F0120F1}"/>
          </ac:graphicFrameMkLst>
        </pc:graphicFrameChg>
        <pc:graphicFrameChg chg="modGraphic">
          <ac:chgData name="Kathryn Clark (Astrea Central)" userId="d0e16b62-87cd-4242-828a-2f5e276be710" providerId="ADAL" clId="{2E4B42CF-5E76-4A2E-9C5A-EB3702C58194}" dt="2025-08-06T09:08:16.025" v="6023" actId="790"/>
          <ac:graphicFrameMkLst>
            <pc:docMk/>
            <pc:sldMk cId="1244038654" sldId="2736"/>
            <ac:graphicFrameMk id="107" creationId="{00000000-0000-0000-0000-000000000000}"/>
          </ac:graphicFrameMkLst>
        </pc:graphicFrameChg>
      </pc:sldChg>
      <pc:sldChg chg="del">
        <pc:chgData name="Kathryn Clark (Astrea Central)" userId="d0e16b62-87cd-4242-828a-2f5e276be710" providerId="ADAL" clId="{2E4B42CF-5E76-4A2E-9C5A-EB3702C58194}" dt="2025-08-04T14:45:27.772" v="66" actId="47"/>
        <pc:sldMkLst>
          <pc:docMk/>
          <pc:sldMk cId="2551116451" sldId="2736"/>
        </pc:sldMkLst>
      </pc:sldChg>
      <pc:sldChg chg="modSp add mod">
        <pc:chgData name="Kathryn Clark (Astrea Central)" userId="d0e16b62-87cd-4242-828a-2f5e276be710" providerId="ADAL" clId="{2E4B42CF-5E76-4A2E-9C5A-EB3702C58194}" dt="2025-08-06T09:08:16.025" v="6023" actId="790"/>
        <pc:sldMkLst>
          <pc:docMk/>
          <pc:sldMk cId="191852916" sldId="2737"/>
        </pc:sldMkLst>
        <pc:spChg chg="mod">
          <ac:chgData name="Kathryn Clark (Astrea Central)" userId="d0e16b62-87cd-4242-828a-2f5e276be710" providerId="ADAL" clId="{2E4B42CF-5E76-4A2E-9C5A-EB3702C58194}" dt="2025-08-06T09:08:16.025" v="6023" actId="790"/>
          <ac:spMkLst>
            <pc:docMk/>
            <pc:sldMk cId="191852916" sldId="2737"/>
            <ac:spMk id="2" creationId="{7F1B4801-2B3B-019D-406E-1F4A04569AE3}"/>
          </ac:spMkLst>
        </pc:spChg>
        <pc:graphicFrameChg chg="modGraphic">
          <ac:chgData name="Kathryn Clark (Astrea Central)" userId="d0e16b62-87cd-4242-828a-2f5e276be710" providerId="ADAL" clId="{2E4B42CF-5E76-4A2E-9C5A-EB3702C58194}" dt="2025-08-06T09:08:16.025" v="6023" actId="790"/>
          <ac:graphicFrameMkLst>
            <pc:docMk/>
            <pc:sldMk cId="191852916" sldId="2737"/>
            <ac:graphicFrameMk id="5" creationId="{6F35293F-B2FE-FD07-6048-11852794F705}"/>
          </ac:graphicFrameMkLst>
        </pc:graphicFrameChg>
        <pc:graphicFrameChg chg="modGraphic">
          <ac:chgData name="Kathryn Clark (Astrea Central)" userId="d0e16b62-87cd-4242-828a-2f5e276be710" providerId="ADAL" clId="{2E4B42CF-5E76-4A2E-9C5A-EB3702C58194}" dt="2025-08-06T09:08:16.025" v="6023" actId="790"/>
          <ac:graphicFrameMkLst>
            <pc:docMk/>
            <pc:sldMk cId="191852916" sldId="2737"/>
            <ac:graphicFrameMk id="6" creationId="{6F35293F-B2FE-FD07-6048-11852794F705}"/>
          </ac:graphicFrameMkLst>
        </pc:graphicFrameChg>
      </pc:sldChg>
      <pc:sldChg chg="del">
        <pc:chgData name="Kathryn Clark (Astrea Central)" userId="d0e16b62-87cd-4242-828a-2f5e276be710" providerId="ADAL" clId="{2E4B42CF-5E76-4A2E-9C5A-EB3702C58194}" dt="2025-08-04T14:45:27.772" v="66" actId="47"/>
        <pc:sldMkLst>
          <pc:docMk/>
          <pc:sldMk cId="326515954" sldId="2737"/>
        </pc:sldMkLst>
      </pc:sldChg>
      <pc:sldChg chg="modSp add mod">
        <pc:chgData name="Kathryn Clark (Astrea Central)" userId="d0e16b62-87cd-4242-828a-2f5e276be710" providerId="ADAL" clId="{2E4B42CF-5E76-4A2E-9C5A-EB3702C58194}" dt="2025-08-06T12:57:37.489" v="9398" actId="1076"/>
        <pc:sldMkLst>
          <pc:docMk/>
          <pc:sldMk cId="2538936063" sldId="2738"/>
        </pc:sldMkLst>
        <pc:spChg chg="mod">
          <ac:chgData name="Kathryn Clark (Astrea Central)" userId="d0e16b62-87cd-4242-828a-2f5e276be710" providerId="ADAL" clId="{2E4B42CF-5E76-4A2E-9C5A-EB3702C58194}" dt="2025-08-06T09:08:16.025" v="6023" actId="790"/>
          <ac:spMkLst>
            <pc:docMk/>
            <pc:sldMk cId="2538936063" sldId="2738"/>
            <ac:spMk id="2" creationId="{7F1B4801-2B3B-019D-406E-1F4A04569AE3}"/>
          </ac:spMkLst>
        </pc:spChg>
        <pc:spChg chg="mod">
          <ac:chgData name="Kathryn Clark (Astrea Central)" userId="d0e16b62-87cd-4242-828a-2f5e276be710" providerId="ADAL" clId="{2E4B42CF-5E76-4A2E-9C5A-EB3702C58194}" dt="2025-08-06T09:08:16.025" v="6023" actId="790"/>
          <ac:spMkLst>
            <pc:docMk/>
            <pc:sldMk cId="2538936063" sldId="2738"/>
            <ac:spMk id="6" creationId="{07F0D2E4-087B-397C-C0E1-8277B296056E}"/>
          </ac:spMkLst>
        </pc:spChg>
        <pc:graphicFrameChg chg="modGraphic">
          <ac:chgData name="Kathryn Clark (Astrea Central)" userId="d0e16b62-87cd-4242-828a-2f5e276be710" providerId="ADAL" clId="{2E4B42CF-5E76-4A2E-9C5A-EB3702C58194}" dt="2025-08-06T09:08:16.025" v="6023" actId="790"/>
          <ac:graphicFrameMkLst>
            <pc:docMk/>
            <pc:sldMk cId="2538936063" sldId="2738"/>
            <ac:graphicFrameMk id="3" creationId="{1B44789D-A3C4-DE83-7B16-AA68B26E49D0}"/>
          </ac:graphicFrameMkLst>
        </pc:graphicFrameChg>
        <pc:graphicFrameChg chg="modGraphic">
          <ac:chgData name="Kathryn Clark (Astrea Central)" userId="d0e16b62-87cd-4242-828a-2f5e276be710" providerId="ADAL" clId="{2E4B42CF-5E76-4A2E-9C5A-EB3702C58194}" dt="2025-08-06T09:08:16.025" v="6023" actId="790"/>
          <ac:graphicFrameMkLst>
            <pc:docMk/>
            <pc:sldMk cId="2538936063" sldId="2738"/>
            <ac:graphicFrameMk id="4" creationId="{8ADB5688-5A43-89B2-7178-5DEE9234EB1E}"/>
          </ac:graphicFrameMkLst>
        </pc:graphicFrameChg>
        <pc:graphicFrameChg chg="modGraphic">
          <ac:chgData name="Kathryn Clark (Astrea Central)" userId="d0e16b62-87cd-4242-828a-2f5e276be710" providerId="ADAL" clId="{2E4B42CF-5E76-4A2E-9C5A-EB3702C58194}" dt="2025-08-06T09:08:16.025" v="6023" actId="790"/>
          <ac:graphicFrameMkLst>
            <pc:docMk/>
            <pc:sldMk cId="2538936063" sldId="2738"/>
            <ac:graphicFrameMk id="7" creationId="{BC8C9685-8235-3841-A06B-F3C510121EA7}"/>
          </ac:graphicFrameMkLst>
        </pc:graphicFrameChg>
        <pc:graphicFrameChg chg="mod modGraphic">
          <ac:chgData name="Kathryn Clark (Astrea Central)" userId="d0e16b62-87cd-4242-828a-2f5e276be710" providerId="ADAL" clId="{2E4B42CF-5E76-4A2E-9C5A-EB3702C58194}" dt="2025-08-06T12:57:30.427" v="9397" actId="14100"/>
          <ac:graphicFrameMkLst>
            <pc:docMk/>
            <pc:sldMk cId="2538936063" sldId="2738"/>
            <ac:graphicFrameMk id="9" creationId="{B7F0D0B9-9E8B-FF8A-1480-9B058620AC94}"/>
          </ac:graphicFrameMkLst>
        </pc:graphicFrameChg>
        <pc:picChg chg="mod">
          <ac:chgData name="Kathryn Clark (Astrea Central)" userId="d0e16b62-87cd-4242-828a-2f5e276be710" providerId="ADAL" clId="{2E4B42CF-5E76-4A2E-9C5A-EB3702C58194}" dt="2025-08-06T12:57:37.489" v="9398" actId="1076"/>
          <ac:picMkLst>
            <pc:docMk/>
            <pc:sldMk cId="2538936063" sldId="2738"/>
            <ac:picMk id="8" creationId="{1366DF53-BC13-C3FC-C9E3-413CA960248C}"/>
          </ac:picMkLst>
        </pc:picChg>
      </pc:sldChg>
      <pc:sldChg chg="del">
        <pc:chgData name="Kathryn Clark (Astrea Central)" userId="d0e16b62-87cd-4242-828a-2f5e276be710" providerId="ADAL" clId="{2E4B42CF-5E76-4A2E-9C5A-EB3702C58194}" dt="2025-08-04T14:45:27.772" v="66" actId="47"/>
        <pc:sldMkLst>
          <pc:docMk/>
          <pc:sldMk cId="4064081495" sldId="2738"/>
        </pc:sldMkLst>
      </pc:sldChg>
      <pc:sldChg chg="del">
        <pc:chgData name="Kathryn Clark (Astrea Central)" userId="d0e16b62-87cd-4242-828a-2f5e276be710" providerId="ADAL" clId="{2E4B42CF-5E76-4A2E-9C5A-EB3702C58194}" dt="2025-08-04T14:45:27.772" v="66" actId="47"/>
        <pc:sldMkLst>
          <pc:docMk/>
          <pc:sldMk cId="3372495540" sldId="2739"/>
        </pc:sldMkLst>
      </pc:sldChg>
      <pc:sldChg chg="addSp delSp modSp add mod">
        <pc:chgData name="Kathryn Clark (Astrea Central)" userId="d0e16b62-87cd-4242-828a-2f5e276be710" providerId="ADAL" clId="{2E4B42CF-5E76-4A2E-9C5A-EB3702C58194}" dt="2025-08-06T14:34:13.480" v="11348" actId="20577"/>
        <pc:sldMkLst>
          <pc:docMk/>
          <pc:sldMk cId="4041451842" sldId="2739"/>
        </pc:sldMkLst>
        <pc:spChg chg="mod">
          <ac:chgData name="Kathryn Clark (Astrea Central)" userId="d0e16b62-87cd-4242-828a-2f5e276be710" providerId="ADAL" clId="{2E4B42CF-5E76-4A2E-9C5A-EB3702C58194}" dt="2025-08-06T14:34:13.480" v="11348" actId="20577"/>
          <ac:spMkLst>
            <pc:docMk/>
            <pc:sldMk cId="4041451842" sldId="2739"/>
            <ac:spMk id="10" creationId="{4100C4F9-9312-A29B-AF11-26B0477A50EB}"/>
          </ac:spMkLst>
        </pc:spChg>
        <pc:spChg chg="mod">
          <ac:chgData name="Kathryn Clark (Astrea Central)" userId="d0e16b62-87cd-4242-828a-2f5e276be710" providerId="ADAL" clId="{2E4B42CF-5E76-4A2E-9C5A-EB3702C58194}" dt="2025-08-06T14:34:11.884" v="11347" actId="20577"/>
          <ac:spMkLst>
            <pc:docMk/>
            <pc:sldMk cId="4041451842" sldId="2739"/>
            <ac:spMk id="70" creationId="{41996A7B-5335-9C99-A377-03E20E4CFF38}"/>
          </ac:spMkLst>
        </pc:spChg>
        <pc:spChg chg="mod">
          <ac:chgData name="Kathryn Clark (Astrea Central)" userId="d0e16b62-87cd-4242-828a-2f5e276be710" providerId="ADAL" clId="{2E4B42CF-5E76-4A2E-9C5A-EB3702C58194}" dt="2025-08-06T09:08:16.025" v="6023" actId="790"/>
          <ac:spMkLst>
            <pc:docMk/>
            <pc:sldMk cId="4041451842" sldId="2739"/>
            <ac:spMk id="71" creationId="{A10BD8C0-75B9-0390-63B4-34B4B9A70EF4}"/>
          </ac:spMkLst>
        </pc:spChg>
        <pc:graphicFrameChg chg="add mod ord modGraphic">
          <ac:chgData name="Kathryn Clark (Astrea Central)" userId="d0e16b62-87cd-4242-828a-2f5e276be710" providerId="ADAL" clId="{2E4B42CF-5E76-4A2E-9C5A-EB3702C58194}" dt="2025-08-06T13:39:42.515" v="10043" actId="20577"/>
          <ac:graphicFrameMkLst>
            <pc:docMk/>
            <pc:sldMk cId="4041451842" sldId="2739"/>
            <ac:graphicFrameMk id="9" creationId="{944BEA67-AF06-CD88-5EFF-6DCD198601B5}"/>
          </ac:graphicFrameMkLst>
        </pc:graphicFrameChg>
        <pc:picChg chg="mod">
          <ac:chgData name="Kathryn Clark (Astrea Central)" userId="d0e16b62-87cd-4242-828a-2f5e276be710" providerId="ADAL" clId="{2E4B42CF-5E76-4A2E-9C5A-EB3702C58194}" dt="2025-08-06T13:37:51.808" v="9939" actId="1076"/>
          <ac:picMkLst>
            <pc:docMk/>
            <pc:sldMk cId="4041451842" sldId="2739"/>
            <ac:picMk id="7" creationId="{65BC5C45-7434-A7E5-7203-55A58CD48037}"/>
          </ac:picMkLst>
        </pc:picChg>
        <pc:picChg chg="mod">
          <ac:chgData name="Kathryn Clark (Astrea Central)" userId="d0e16b62-87cd-4242-828a-2f5e276be710" providerId="ADAL" clId="{2E4B42CF-5E76-4A2E-9C5A-EB3702C58194}" dt="2025-08-06T13:37:58.856" v="9943" actId="14100"/>
          <ac:picMkLst>
            <pc:docMk/>
            <pc:sldMk cId="4041451842" sldId="2739"/>
            <ac:picMk id="8" creationId="{54A198EA-3F0D-FF5E-DE9F-41E8A585E1BC}"/>
          </ac:picMkLst>
        </pc:picChg>
      </pc:sldChg>
      <pc:sldChg chg="addSp delSp modSp add mod ord">
        <pc:chgData name="Kathryn Clark (Astrea Central)" userId="d0e16b62-87cd-4242-828a-2f5e276be710" providerId="ADAL" clId="{2E4B42CF-5E76-4A2E-9C5A-EB3702C58194}" dt="2025-08-06T13:54:15.926" v="10514" actId="20577"/>
        <pc:sldMkLst>
          <pc:docMk/>
          <pc:sldMk cId="1007235271" sldId="2740"/>
        </pc:sldMkLst>
        <pc:spChg chg="mod">
          <ac:chgData name="Kathryn Clark (Astrea Central)" userId="d0e16b62-87cd-4242-828a-2f5e276be710" providerId="ADAL" clId="{2E4B42CF-5E76-4A2E-9C5A-EB3702C58194}" dt="2025-08-06T09:08:16.025" v="6023" actId="790"/>
          <ac:spMkLst>
            <pc:docMk/>
            <pc:sldMk cId="1007235271" sldId="2740"/>
            <ac:spMk id="2" creationId="{6BC84380-EB6C-8C09-E216-AD4B6DDAD2C5}"/>
          </ac:spMkLst>
        </pc:spChg>
        <pc:spChg chg="add mod">
          <ac:chgData name="Kathryn Clark (Astrea Central)" userId="d0e16b62-87cd-4242-828a-2f5e276be710" providerId="ADAL" clId="{2E4B42CF-5E76-4A2E-9C5A-EB3702C58194}" dt="2025-08-06T13:51:16.297" v="10422" actId="1035"/>
          <ac:spMkLst>
            <pc:docMk/>
            <pc:sldMk cId="1007235271" sldId="2740"/>
            <ac:spMk id="24" creationId="{E1CAED30-0571-AC8D-AF90-A9F2E6E08F89}"/>
          </ac:spMkLst>
        </pc:spChg>
        <pc:graphicFrameChg chg="add mod modGraphic">
          <ac:chgData name="Kathryn Clark (Astrea Central)" userId="d0e16b62-87cd-4242-828a-2f5e276be710" providerId="ADAL" clId="{2E4B42CF-5E76-4A2E-9C5A-EB3702C58194}" dt="2025-08-06T13:54:15.926" v="10514" actId="20577"/>
          <ac:graphicFrameMkLst>
            <pc:docMk/>
            <pc:sldMk cId="1007235271" sldId="2740"/>
            <ac:graphicFrameMk id="15" creationId="{CE860350-BC0E-A6FF-E0EA-AFFC7047201B}"/>
          </ac:graphicFrameMkLst>
        </pc:graphicFrameChg>
        <pc:graphicFrameChg chg="add mod modGraphic">
          <ac:chgData name="Kathryn Clark (Astrea Central)" userId="d0e16b62-87cd-4242-828a-2f5e276be710" providerId="ADAL" clId="{2E4B42CF-5E76-4A2E-9C5A-EB3702C58194}" dt="2025-08-06T13:53:43.736" v="10500" actId="20577"/>
          <ac:graphicFrameMkLst>
            <pc:docMk/>
            <pc:sldMk cId="1007235271" sldId="2740"/>
            <ac:graphicFrameMk id="25" creationId="{FB255669-A7D3-27B1-5B50-00D5DD5CEDCD}"/>
          </ac:graphicFrameMkLst>
        </pc:graphicFrameChg>
        <pc:picChg chg="add mod">
          <ac:chgData name="Kathryn Clark (Astrea Central)" userId="d0e16b62-87cd-4242-828a-2f5e276be710" providerId="ADAL" clId="{2E4B42CF-5E76-4A2E-9C5A-EB3702C58194}" dt="2025-08-06T13:51:09.876" v="10405" actId="1035"/>
          <ac:picMkLst>
            <pc:docMk/>
            <pc:sldMk cId="1007235271" sldId="2740"/>
            <ac:picMk id="20" creationId="{CCA5BE7E-465C-D4AA-8F78-78AB4A2930F1}"/>
          </ac:picMkLst>
        </pc:picChg>
        <pc:picChg chg="add mod">
          <ac:chgData name="Kathryn Clark (Astrea Central)" userId="d0e16b62-87cd-4242-828a-2f5e276be710" providerId="ADAL" clId="{2E4B42CF-5E76-4A2E-9C5A-EB3702C58194}" dt="2025-08-06T13:51:09.876" v="10405" actId="1035"/>
          <ac:picMkLst>
            <pc:docMk/>
            <pc:sldMk cId="1007235271" sldId="2740"/>
            <ac:picMk id="21" creationId="{20147D8D-6818-5687-BD41-0E3420B15F6D}"/>
          </ac:picMkLst>
        </pc:picChg>
        <pc:picChg chg="add mod">
          <ac:chgData name="Kathryn Clark (Astrea Central)" userId="d0e16b62-87cd-4242-828a-2f5e276be710" providerId="ADAL" clId="{2E4B42CF-5E76-4A2E-9C5A-EB3702C58194}" dt="2025-08-06T13:51:09.876" v="10405" actId="1035"/>
          <ac:picMkLst>
            <pc:docMk/>
            <pc:sldMk cId="1007235271" sldId="2740"/>
            <ac:picMk id="22" creationId="{95E9BA5F-7284-E590-FA81-D6A848F744D5}"/>
          </ac:picMkLst>
        </pc:picChg>
      </pc:sldChg>
      <pc:sldChg chg="del">
        <pc:chgData name="Kathryn Clark (Astrea Central)" userId="d0e16b62-87cd-4242-828a-2f5e276be710" providerId="ADAL" clId="{2E4B42CF-5E76-4A2E-9C5A-EB3702C58194}" dt="2025-08-04T14:45:27.772" v="66" actId="47"/>
        <pc:sldMkLst>
          <pc:docMk/>
          <pc:sldMk cId="2625264916" sldId="2740"/>
        </pc:sldMkLst>
      </pc:sldChg>
      <pc:sldChg chg="addSp delSp modSp add mod">
        <pc:chgData name="Kathryn Clark (Astrea Central)" userId="d0e16b62-87cd-4242-828a-2f5e276be710" providerId="ADAL" clId="{2E4B42CF-5E76-4A2E-9C5A-EB3702C58194}" dt="2025-08-06T13:54:33.216" v="10521" actId="20577"/>
        <pc:sldMkLst>
          <pc:docMk/>
          <pc:sldMk cId="2708647637" sldId="2741"/>
        </pc:sldMkLst>
        <pc:spChg chg="mod">
          <ac:chgData name="Kathryn Clark (Astrea Central)" userId="d0e16b62-87cd-4242-828a-2f5e276be710" providerId="ADAL" clId="{2E4B42CF-5E76-4A2E-9C5A-EB3702C58194}" dt="2025-08-06T13:51:45.628" v="10436" actId="1036"/>
          <ac:spMkLst>
            <pc:docMk/>
            <pc:sldMk cId="2708647637" sldId="2741"/>
            <ac:spMk id="2" creationId="{0626239B-8609-2E7E-AE8F-1C5C73795722}"/>
          </ac:spMkLst>
        </pc:spChg>
        <pc:spChg chg="add mod">
          <ac:chgData name="Kathryn Clark (Astrea Central)" userId="d0e16b62-87cd-4242-828a-2f5e276be710" providerId="ADAL" clId="{2E4B42CF-5E76-4A2E-9C5A-EB3702C58194}" dt="2025-08-06T13:54:33.216" v="10521" actId="20577"/>
          <ac:spMkLst>
            <pc:docMk/>
            <pc:sldMk cId="2708647637" sldId="2741"/>
            <ac:spMk id="4" creationId="{EB7901B2-0F56-7F9F-E41E-9E15832D7D6C}"/>
          </ac:spMkLst>
        </pc:spChg>
        <pc:graphicFrameChg chg="mod modGraphic">
          <ac:chgData name="Kathryn Clark (Astrea Central)" userId="d0e16b62-87cd-4242-828a-2f5e276be710" providerId="ADAL" clId="{2E4B42CF-5E76-4A2E-9C5A-EB3702C58194}" dt="2025-08-06T13:52:23.274" v="10466" actId="20577"/>
          <ac:graphicFrameMkLst>
            <pc:docMk/>
            <pc:sldMk cId="2708647637" sldId="2741"/>
            <ac:graphicFrameMk id="3" creationId="{36AC4ED3-DE75-1812-2695-0C641590C87B}"/>
          </ac:graphicFrameMkLst>
        </pc:graphicFrameChg>
      </pc:sldChg>
      <pc:sldChg chg="del">
        <pc:chgData name="Kathryn Clark (Astrea Central)" userId="d0e16b62-87cd-4242-828a-2f5e276be710" providerId="ADAL" clId="{2E4B42CF-5E76-4A2E-9C5A-EB3702C58194}" dt="2025-08-04T14:45:27.772" v="66" actId="47"/>
        <pc:sldMkLst>
          <pc:docMk/>
          <pc:sldMk cId="3056171141" sldId="2741"/>
        </pc:sldMkLst>
      </pc:sldChg>
      <pc:sldChg chg="addSp delSp modSp add mod">
        <pc:chgData name="Kathryn Clark (Astrea Central)" userId="d0e16b62-87cd-4242-828a-2f5e276be710" providerId="ADAL" clId="{2E4B42CF-5E76-4A2E-9C5A-EB3702C58194}" dt="2025-08-06T14:34:17.402" v="11349" actId="20577"/>
        <pc:sldMkLst>
          <pc:docMk/>
          <pc:sldMk cId="1717132647" sldId="2742"/>
        </pc:sldMkLst>
        <pc:spChg chg="mod">
          <ac:chgData name="Kathryn Clark (Astrea Central)" userId="d0e16b62-87cd-4242-828a-2f5e276be710" providerId="ADAL" clId="{2E4B42CF-5E76-4A2E-9C5A-EB3702C58194}" dt="2025-08-06T09:08:16.025" v="6023" actId="790"/>
          <ac:spMkLst>
            <pc:docMk/>
            <pc:sldMk cId="1717132647" sldId="2742"/>
            <ac:spMk id="2" creationId="{0C87FE74-8F15-D4CD-539B-160359301443}"/>
          </ac:spMkLst>
        </pc:spChg>
        <pc:spChg chg="mod">
          <ac:chgData name="Kathryn Clark (Astrea Central)" userId="d0e16b62-87cd-4242-828a-2f5e276be710" providerId="ADAL" clId="{2E4B42CF-5E76-4A2E-9C5A-EB3702C58194}" dt="2025-08-06T14:34:17.402" v="11349" actId="20577"/>
          <ac:spMkLst>
            <pc:docMk/>
            <pc:sldMk cId="1717132647" sldId="2742"/>
            <ac:spMk id="15" creationId="{E6466D59-28B0-5189-D29A-C9A96545C1F1}"/>
          </ac:spMkLst>
        </pc:spChg>
        <pc:graphicFrameChg chg="add mod ord modGraphic">
          <ac:chgData name="Kathryn Clark (Astrea Central)" userId="d0e16b62-87cd-4242-828a-2f5e276be710" providerId="ADAL" clId="{2E4B42CF-5E76-4A2E-9C5A-EB3702C58194}" dt="2025-08-06T13:58:59.782" v="10624"/>
          <ac:graphicFrameMkLst>
            <pc:docMk/>
            <pc:sldMk cId="1717132647" sldId="2742"/>
            <ac:graphicFrameMk id="4" creationId="{73FC872C-C698-6320-595E-98F54B801398}"/>
          </ac:graphicFrameMkLst>
        </pc:graphicFrameChg>
        <pc:picChg chg="mod">
          <ac:chgData name="Kathryn Clark (Astrea Central)" userId="d0e16b62-87cd-4242-828a-2f5e276be710" providerId="ADAL" clId="{2E4B42CF-5E76-4A2E-9C5A-EB3702C58194}" dt="2025-08-06T13:58:16.649" v="10615" actId="1076"/>
          <ac:picMkLst>
            <pc:docMk/>
            <pc:sldMk cId="1717132647" sldId="2742"/>
            <ac:picMk id="8" creationId="{E67F8F99-C45E-39A8-8C9E-E0BA3BD643E1}"/>
          </ac:picMkLst>
        </pc:picChg>
        <pc:picChg chg="mod">
          <ac:chgData name="Kathryn Clark (Astrea Central)" userId="d0e16b62-87cd-4242-828a-2f5e276be710" providerId="ADAL" clId="{2E4B42CF-5E76-4A2E-9C5A-EB3702C58194}" dt="2025-08-06T13:59:01.748" v="10625" actId="1076"/>
          <ac:picMkLst>
            <pc:docMk/>
            <pc:sldMk cId="1717132647" sldId="2742"/>
            <ac:picMk id="10" creationId="{73F81F3C-1455-73B0-A5E1-1FBB33BA688C}"/>
          </ac:picMkLst>
        </pc:picChg>
      </pc:sldChg>
      <pc:sldChg chg="del">
        <pc:chgData name="Kathryn Clark (Astrea Central)" userId="d0e16b62-87cd-4242-828a-2f5e276be710" providerId="ADAL" clId="{2E4B42CF-5E76-4A2E-9C5A-EB3702C58194}" dt="2025-08-04T14:45:27.772" v="66" actId="47"/>
        <pc:sldMkLst>
          <pc:docMk/>
          <pc:sldMk cId="393827516" sldId="2743"/>
        </pc:sldMkLst>
      </pc:sldChg>
      <pc:sldChg chg="addSp delSp modSp add mod">
        <pc:chgData name="Kathryn Clark (Astrea Central)" userId="d0e16b62-87cd-4242-828a-2f5e276be710" providerId="ADAL" clId="{2E4B42CF-5E76-4A2E-9C5A-EB3702C58194}" dt="2025-08-06T14:02:07.064" v="10715" actId="478"/>
        <pc:sldMkLst>
          <pc:docMk/>
          <pc:sldMk cId="933710123" sldId="2743"/>
        </pc:sldMkLst>
        <pc:spChg chg="mod">
          <ac:chgData name="Kathryn Clark (Astrea Central)" userId="d0e16b62-87cd-4242-828a-2f5e276be710" providerId="ADAL" clId="{2E4B42CF-5E76-4A2E-9C5A-EB3702C58194}" dt="2025-08-06T14:01:47.513" v="10700" actId="1076"/>
          <ac:spMkLst>
            <pc:docMk/>
            <pc:sldMk cId="933710123" sldId="2743"/>
            <ac:spMk id="2" creationId="{A3DA5712-9CC4-5521-0A38-58DECAD57282}"/>
          </ac:spMkLst>
        </pc:spChg>
        <pc:spChg chg="add mod">
          <ac:chgData name="Kathryn Clark (Astrea Central)" userId="d0e16b62-87cd-4242-828a-2f5e276be710" providerId="ADAL" clId="{2E4B42CF-5E76-4A2E-9C5A-EB3702C58194}" dt="2025-08-06T14:01:52.707" v="10710" actId="1036"/>
          <ac:spMkLst>
            <pc:docMk/>
            <pc:sldMk cId="933710123" sldId="2743"/>
            <ac:spMk id="16" creationId="{21D84C7B-8552-11DE-C68F-AF5A9ED3DFCB}"/>
          </ac:spMkLst>
        </pc:spChg>
        <pc:spChg chg="add mod">
          <ac:chgData name="Kathryn Clark (Astrea Central)" userId="d0e16b62-87cd-4242-828a-2f5e276be710" providerId="ADAL" clId="{2E4B42CF-5E76-4A2E-9C5A-EB3702C58194}" dt="2025-08-06T14:02:01.696" v="10713" actId="1035"/>
          <ac:spMkLst>
            <pc:docMk/>
            <pc:sldMk cId="933710123" sldId="2743"/>
            <ac:spMk id="17" creationId="{CD0BB550-C045-0152-2915-2DFC0CF9CFB0}"/>
          </ac:spMkLst>
        </pc:spChg>
        <pc:graphicFrameChg chg="add mod modGraphic">
          <ac:chgData name="Kathryn Clark (Astrea Central)" userId="d0e16b62-87cd-4242-828a-2f5e276be710" providerId="ADAL" clId="{2E4B42CF-5E76-4A2E-9C5A-EB3702C58194}" dt="2025-08-06T14:01:52.707" v="10710" actId="1036"/>
          <ac:graphicFrameMkLst>
            <pc:docMk/>
            <pc:sldMk cId="933710123" sldId="2743"/>
            <ac:graphicFrameMk id="21" creationId="{9EE5812D-BA6B-7085-F7E7-7730A61B298C}"/>
          </ac:graphicFrameMkLst>
        </pc:graphicFrameChg>
        <pc:picChg chg="add mod">
          <ac:chgData name="Kathryn Clark (Astrea Central)" userId="d0e16b62-87cd-4242-828a-2f5e276be710" providerId="ADAL" clId="{2E4B42CF-5E76-4A2E-9C5A-EB3702C58194}" dt="2025-08-06T14:01:52.707" v="10710" actId="1036"/>
          <ac:picMkLst>
            <pc:docMk/>
            <pc:sldMk cId="933710123" sldId="2743"/>
            <ac:picMk id="18" creationId="{BF7C4279-8FF0-149C-8183-E05A38664053}"/>
          </ac:picMkLst>
        </pc:picChg>
        <pc:picChg chg="add mod">
          <ac:chgData name="Kathryn Clark (Astrea Central)" userId="d0e16b62-87cd-4242-828a-2f5e276be710" providerId="ADAL" clId="{2E4B42CF-5E76-4A2E-9C5A-EB3702C58194}" dt="2025-08-06T14:01:52.707" v="10710" actId="1036"/>
          <ac:picMkLst>
            <pc:docMk/>
            <pc:sldMk cId="933710123" sldId="2743"/>
            <ac:picMk id="19" creationId="{1C8FF186-153D-E7D8-588D-7DAEE0D689CB}"/>
          </ac:picMkLst>
        </pc:picChg>
        <pc:picChg chg="add mod">
          <ac:chgData name="Kathryn Clark (Astrea Central)" userId="d0e16b62-87cd-4242-828a-2f5e276be710" providerId="ADAL" clId="{2E4B42CF-5E76-4A2E-9C5A-EB3702C58194}" dt="2025-08-06T14:01:52.707" v="10710" actId="1036"/>
          <ac:picMkLst>
            <pc:docMk/>
            <pc:sldMk cId="933710123" sldId="2743"/>
            <ac:picMk id="20" creationId="{2193154D-7F79-95F6-04F1-F5A99971FD9E}"/>
          </ac:picMkLst>
        </pc:picChg>
        <pc:picChg chg="add mod">
          <ac:chgData name="Kathryn Clark (Astrea Central)" userId="d0e16b62-87cd-4242-828a-2f5e276be710" providerId="ADAL" clId="{2E4B42CF-5E76-4A2E-9C5A-EB3702C58194}" dt="2025-08-06T14:01:52.707" v="10710" actId="1036"/>
          <ac:picMkLst>
            <pc:docMk/>
            <pc:sldMk cId="933710123" sldId="2743"/>
            <ac:picMk id="24" creationId="{1908999E-9DB4-9CE3-02EB-E28D4439B191}"/>
          </ac:picMkLst>
        </pc:picChg>
        <pc:picChg chg="add mod">
          <ac:chgData name="Kathryn Clark (Astrea Central)" userId="d0e16b62-87cd-4242-828a-2f5e276be710" providerId="ADAL" clId="{2E4B42CF-5E76-4A2E-9C5A-EB3702C58194}" dt="2025-08-06T14:01:52.707" v="10710" actId="1036"/>
          <ac:picMkLst>
            <pc:docMk/>
            <pc:sldMk cId="933710123" sldId="2743"/>
            <ac:picMk id="25" creationId="{3F640D7B-CFD8-67D4-6317-C70D65A48693}"/>
          </ac:picMkLst>
        </pc:picChg>
        <pc:picChg chg="add mod">
          <ac:chgData name="Kathryn Clark (Astrea Central)" userId="d0e16b62-87cd-4242-828a-2f5e276be710" providerId="ADAL" clId="{2E4B42CF-5E76-4A2E-9C5A-EB3702C58194}" dt="2025-08-06T14:01:52.707" v="10710" actId="1036"/>
          <ac:picMkLst>
            <pc:docMk/>
            <pc:sldMk cId="933710123" sldId="2743"/>
            <ac:picMk id="26" creationId="{33CD8182-3128-DC46-F6FE-E19CC4006B0A}"/>
          </ac:picMkLst>
        </pc:picChg>
      </pc:sldChg>
      <pc:sldChg chg="del">
        <pc:chgData name="Kathryn Clark (Astrea Central)" userId="d0e16b62-87cd-4242-828a-2f5e276be710" providerId="ADAL" clId="{2E4B42CF-5E76-4A2E-9C5A-EB3702C58194}" dt="2025-08-04T14:45:27.772" v="66" actId="47"/>
        <pc:sldMkLst>
          <pc:docMk/>
          <pc:sldMk cId="530186686" sldId="2744"/>
        </pc:sldMkLst>
      </pc:sldChg>
      <pc:sldChg chg="addSp modSp add mod">
        <pc:chgData name="Kathryn Clark (Astrea Central)" userId="d0e16b62-87cd-4242-828a-2f5e276be710" providerId="ADAL" clId="{2E4B42CF-5E76-4A2E-9C5A-EB3702C58194}" dt="2025-08-06T14:03:54.696" v="10743" actId="14100"/>
        <pc:sldMkLst>
          <pc:docMk/>
          <pc:sldMk cId="1633011772" sldId="2744"/>
        </pc:sldMkLst>
        <pc:spChg chg="mod">
          <ac:chgData name="Kathryn Clark (Astrea Central)" userId="d0e16b62-87cd-4242-828a-2f5e276be710" providerId="ADAL" clId="{2E4B42CF-5E76-4A2E-9C5A-EB3702C58194}" dt="2025-08-06T14:03:40.898" v="10740" actId="1076"/>
          <ac:spMkLst>
            <pc:docMk/>
            <pc:sldMk cId="1633011772" sldId="2744"/>
            <ac:spMk id="2" creationId="{189D62C8-0EE0-1D6F-23E5-1F47130EE25D}"/>
          </ac:spMkLst>
        </pc:spChg>
        <pc:spChg chg="add mod">
          <ac:chgData name="Kathryn Clark (Astrea Central)" userId="d0e16b62-87cd-4242-828a-2f5e276be710" providerId="ADAL" clId="{2E4B42CF-5E76-4A2E-9C5A-EB3702C58194}" dt="2025-08-06T14:03:48.649" v="10741"/>
          <ac:spMkLst>
            <pc:docMk/>
            <pc:sldMk cId="1633011772" sldId="2744"/>
            <ac:spMk id="4" creationId="{D0BEBC23-D35B-3C1E-5FA0-B304DEB4CAA3}"/>
          </ac:spMkLst>
        </pc:spChg>
        <pc:graphicFrameChg chg="mod modGraphic">
          <ac:chgData name="Kathryn Clark (Astrea Central)" userId="d0e16b62-87cd-4242-828a-2f5e276be710" providerId="ADAL" clId="{2E4B42CF-5E76-4A2E-9C5A-EB3702C58194}" dt="2025-08-06T14:03:54.696" v="10743" actId="14100"/>
          <ac:graphicFrameMkLst>
            <pc:docMk/>
            <pc:sldMk cId="1633011772" sldId="2744"/>
            <ac:graphicFrameMk id="3" creationId="{78BF4ECF-BAC6-27D9-AB8A-56E5261811BA}"/>
          </ac:graphicFrameMkLst>
        </pc:graphicFrameChg>
      </pc:sldChg>
      <pc:sldChg chg="del">
        <pc:chgData name="Kathryn Clark (Astrea Central)" userId="d0e16b62-87cd-4242-828a-2f5e276be710" providerId="ADAL" clId="{2E4B42CF-5E76-4A2E-9C5A-EB3702C58194}" dt="2025-08-04T14:45:27.772" v="66" actId="47"/>
        <pc:sldMkLst>
          <pc:docMk/>
          <pc:sldMk cId="1871282795" sldId="2745"/>
        </pc:sldMkLst>
      </pc:sldChg>
      <pc:sldChg chg="addSp delSp modSp add mod">
        <pc:chgData name="Kathryn Clark (Astrea Central)" userId="d0e16b62-87cd-4242-828a-2f5e276be710" providerId="ADAL" clId="{2E4B42CF-5E76-4A2E-9C5A-EB3702C58194}" dt="2025-08-06T14:20:31.104" v="11238" actId="478"/>
        <pc:sldMkLst>
          <pc:docMk/>
          <pc:sldMk cId="2490732034" sldId="2745"/>
        </pc:sldMkLst>
        <pc:spChg chg="mod">
          <ac:chgData name="Kathryn Clark (Astrea Central)" userId="d0e16b62-87cd-4242-828a-2f5e276be710" providerId="ADAL" clId="{2E4B42CF-5E76-4A2E-9C5A-EB3702C58194}" dt="2025-08-06T14:16:21.598" v="11084" actId="1076"/>
          <ac:spMkLst>
            <pc:docMk/>
            <pc:sldMk cId="2490732034" sldId="2745"/>
            <ac:spMk id="2" creationId="{9CD9B194-EF47-85AB-1282-9EA86B60B054}"/>
          </ac:spMkLst>
        </pc:spChg>
        <pc:spChg chg="add mod">
          <ac:chgData name="Kathryn Clark (Astrea Central)" userId="d0e16b62-87cd-4242-828a-2f5e276be710" providerId="ADAL" clId="{2E4B42CF-5E76-4A2E-9C5A-EB3702C58194}" dt="2025-08-06T14:10:43.842" v="10898" actId="1076"/>
          <ac:spMkLst>
            <pc:docMk/>
            <pc:sldMk cId="2490732034" sldId="2745"/>
            <ac:spMk id="4" creationId="{DC7DB70B-3D12-478C-3CEC-7A584C76081C}"/>
          </ac:spMkLst>
        </pc:spChg>
        <pc:spChg chg="add mod">
          <ac:chgData name="Kathryn Clark (Astrea Central)" userId="d0e16b62-87cd-4242-828a-2f5e276be710" providerId="ADAL" clId="{2E4B42CF-5E76-4A2E-9C5A-EB3702C58194}" dt="2025-08-06T14:18:50.574" v="11157" actId="20577"/>
          <ac:spMkLst>
            <pc:docMk/>
            <pc:sldMk cId="2490732034" sldId="2745"/>
            <ac:spMk id="46" creationId="{710D33D7-14A2-0AEE-D334-D806CD96BDE1}"/>
          </ac:spMkLst>
        </pc:spChg>
        <pc:spChg chg="add mod">
          <ac:chgData name="Kathryn Clark (Astrea Central)" userId="d0e16b62-87cd-4242-828a-2f5e276be710" providerId="ADAL" clId="{2E4B42CF-5E76-4A2E-9C5A-EB3702C58194}" dt="2025-08-06T14:20:22.451" v="11224" actId="1038"/>
          <ac:spMkLst>
            <pc:docMk/>
            <pc:sldMk cId="2490732034" sldId="2745"/>
            <ac:spMk id="48" creationId="{D64CD5C2-CF5E-A2E7-27D3-EBFCEA5E2468}"/>
          </ac:spMkLst>
        </pc:spChg>
        <pc:spChg chg="add mod">
          <ac:chgData name="Kathryn Clark (Astrea Central)" userId="d0e16b62-87cd-4242-828a-2f5e276be710" providerId="ADAL" clId="{2E4B42CF-5E76-4A2E-9C5A-EB3702C58194}" dt="2025-08-06T14:20:22.451" v="11224" actId="1038"/>
          <ac:spMkLst>
            <pc:docMk/>
            <pc:sldMk cId="2490732034" sldId="2745"/>
            <ac:spMk id="49" creationId="{E1144063-6685-B8B0-809A-F17CC170FD1F}"/>
          </ac:spMkLst>
        </pc:spChg>
        <pc:spChg chg="add mod">
          <ac:chgData name="Kathryn Clark (Astrea Central)" userId="d0e16b62-87cd-4242-828a-2f5e276be710" providerId="ADAL" clId="{2E4B42CF-5E76-4A2E-9C5A-EB3702C58194}" dt="2025-08-06T14:20:22.451" v="11224" actId="1038"/>
          <ac:spMkLst>
            <pc:docMk/>
            <pc:sldMk cId="2490732034" sldId="2745"/>
            <ac:spMk id="50" creationId="{E9C7E932-0DC8-B4AD-1D1D-D51DC8094B44}"/>
          </ac:spMkLst>
        </pc:spChg>
        <pc:spChg chg="add mod">
          <ac:chgData name="Kathryn Clark (Astrea Central)" userId="d0e16b62-87cd-4242-828a-2f5e276be710" providerId="ADAL" clId="{2E4B42CF-5E76-4A2E-9C5A-EB3702C58194}" dt="2025-08-06T14:20:22.451" v="11224" actId="1038"/>
          <ac:spMkLst>
            <pc:docMk/>
            <pc:sldMk cId="2490732034" sldId="2745"/>
            <ac:spMk id="51" creationId="{4EAC2279-810A-07C6-A9BF-D1298FFEE963}"/>
          </ac:spMkLst>
        </pc:spChg>
        <pc:graphicFrameChg chg="add del mod modGraphic">
          <ac:chgData name="Kathryn Clark (Astrea Central)" userId="d0e16b62-87cd-4242-828a-2f5e276be710" providerId="ADAL" clId="{2E4B42CF-5E76-4A2E-9C5A-EB3702C58194}" dt="2025-08-06T14:10:53.123" v="10901" actId="14100"/>
          <ac:graphicFrameMkLst>
            <pc:docMk/>
            <pc:sldMk cId="2490732034" sldId="2745"/>
            <ac:graphicFrameMk id="9" creationId="{ACBF1961-B3BC-EB99-513E-1450FCCD2E2C}"/>
          </ac:graphicFrameMkLst>
        </pc:graphicFrameChg>
        <pc:graphicFrameChg chg="mod modGraphic">
          <ac:chgData name="Kathryn Clark (Astrea Central)" userId="d0e16b62-87cd-4242-828a-2f5e276be710" providerId="ADAL" clId="{2E4B42CF-5E76-4A2E-9C5A-EB3702C58194}" dt="2025-08-06T14:10:53.123" v="10901" actId="14100"/>
          <ac:graphicFrameMkLst>
            <pc:docMk/>
            <pc:sldMk cId="2490732034" sldId="2745"/>
            <ac:graphicFrameMk id="10" creationId="{D82BDC27-912C-03A5-FCE1-C913E0CCE1D4}"/>
          </ac:graphicFrameMkLst>
        </pc:graphicFrameChg>
        <pc:graphicFrameChg chg="add mod modGraphic">
          <ac:chgData name="Kathryn Clark (Astrea Central)" userId="d0e16b62-87cd-4242-828a-2f5e276be710" providerId="ADAL" clId="{2E4B42CF-5E76-4A2E-9C5A-EB3702C58194}" dt="2025-08-06T14:18:05.100" v="11141"/>
          <ac:graphicFrameMkLst>
            <pc:docMk/>
            <pc:sldMk cId="2490732034" sldId="2745"/>
            <ac:graphicFrameMk id="14" creationId="{19CF11FD-E234-FD78-FFA8-89DC79A22606}"/>
          </ac:graphicFrameMkLst>
        </pc:graphicFrameChg>
        <pc:picChg chg="add mod">
          <ac:chgData name="Kathryn Clark (Astrea Central)" userId="d0e16b62-87cd-4242-828a-2f5e276be710" providerId="ADAL" clId="{2E4B42CF-5E76-4A2E-9C5A-EB3702C58194}" dt="2025-08-06T14:13:02.998" v="10950" actId="1076"/>
          <ac:picMkLst>
            <pc:docMk/>
            <pc:sldMk cId="2490732034" sldId="2745"/>
            <ac:picMk id="22" creationId="{954AAF5A-EFEE-4882-A097-4DE845324AB0}"/>
          </ac:picMkLst>
        </pc:picChg>
        <pc:picChg chg="add mod">
          <ac:chgData name="Kathryn Clark (Astrea Central)" userId="d0e16b62-87cd-4242-828a-2f5e276be710" providerId="ADAL" clId="{2E4B42CF-5E76-4A2E-9C5A-EB3702C58194}" dt="2025-08-06T14:13:02.998" v="10950" actId="1076"/>
          <ac:picMkLst>
            <pc:docMk/>
            <pc:sldMk cId="2490732034" sldId="2745"/>
            <ac:picMk id="23" creationId="{92934906-6050-775C-7E07-4DB00804871F}"/>
          </ac:picMkLst>
        </pc:picChg>
        <pc:picChg chg="add mod">
          <ac:chgData name="Kathryn Clark (Astrea Central)" userId="d0e16b62-87cd-4242-828a-2f5e276be710" providerId="ADAL" clId="{2E4B42CF-5E76-4A2E-9C5A-EB3702C58194}" dt="2025-08-06T14:13:19.878" v="10977" actId="1037"/>
          <ac:picMkLst>
            <pc:docMk/>
            <pc:sldMk cId="2490732034" sldId="2745"/>
            <ac:picMk id="24" creationId="{C2F04B1E-60F3-6058-D7D4-067BF3D3CEA6}"/>
          </ac:picMkLst>
        </pc:picChg>
        <pc:picChg chg="add mod ord">
          <ac:chgData name="Kathryn Clark (Astrea Central)" userId="d0e16b62-87cd-4242-828a-2f5e276be710" providerId="ADAL" clId="{2E4B42CF-5E76-4A2E-9C5A-EB3702C58194}" dt="2025-08-06T14:13:19.878" v="10977" actId="1037"/>
          <ac:picMkLst>
            <pc:docMk/>
            <pc:sldMk cId="2490732034" sldId="2745"/>
            <ac:picMk id="25" creationId="{16FD2E49-F216-16C5-8C2E-72C6B699F94F}"/>
          </ac:picMkLst>
        </pc:picChg>
        <pc:picChg chg="add mod ord">
          <ac:chgData name="Kathryn Clark (Astrea Central)" userId="d0e16b62-87cd-4242-828a-2f5e276be710" providerId="ADAL" clId="{2E4B42CF-5E76-4A2E-9C5A-EB3702C58194}" dt="2025-08-06T14:13:09.938" v="10964" actId="1035"/>
          <ac:picMkLst>
            <pc:docMk/>
            <pc:sldMk cId="2490732034" sldId="2745"/>
            <ac:picMk id="26" creationId="{30DBCE77-C267-0866-EC99-12B5D6335664}"/>
          </ac:picMkLst>
        </pc:picChg>
        <pc:picChg chg="add mod ord">
          <ac:chgData name="Kathryn Clark (Astrea Central)" userId="d0e16b62-87cd-4242-828a-2f5e276be710" providerId="ADAL" clId="{2E4B42CF-5E76-4A2E-9C5A-EB3702C58194}" dt="2025-08-06T14:13:19.878" v="10977" actId="1037"/>
          <ac:picMkLst>
            <pc:docMk/>
            <pc:sldMk cId="2490732034" sldId="2745"/>
            <ac:picMk id="27" creationId="{F41F1382-3FD7-A372-0DA7-91B96BEDE1DA}"/>
          </ac:picMkLst>
        </pc:picChg>
        <pc:picChg chg="add mod ord">
          <ac:chgData name="Kathryn Clark (Astrea Central)" userId="d0e16b62-87cd-4242-828a-2f5e276be710" providerId="ADAL" clId="{2E4B42CF-5E76-4A2E-9C5A-EB3702C58194}" dt="2025-08-06T14:13:23.613" v="10982" actId="1037"/>
          <ac:picMkLst>
            <pc:docMk/>
            <pc:sldMk cId="2490732034" sldId="2745"/>
            <ac:picMk id="28" creationId="{C3987376-7851-FD2C-C666-7B895882DFFB}"/>
          </ac:picMkLst>
        </pc:picChg>
        <pc:picChg chg="add mod">
          <ac:chgData name="Kathryn Clark (Astrea Central)" userId="d0e16b62-87cd-4242-828a-2f5e276be710" providerId="ADAL" clId="{2E4B42CF-5E76-4A2E-9C5A-EB3702C58194}" dt="2025-08-06T14:13:25.758" v="10985" actId="1037"/>
          <ac:picMkLst>
            <pc:docMk/>
            <pc:sldMk cId="2490732034" sldId="2745"/>
            <ac:picMk id="29" creationId="{9EB10243-EB79-FB02-AE61-1B6E7A2399E2}"/>
          </ac:picMkLst>
        </pc:picChg>
        <pc:picChg chg="add mod">
          <ac:chgData name="Kathryn Clark (Astrea Central)" userId="d0e16b62-87cd-4242-828a-2f5e276be710" providerId="ADAL" clId="{2E4B42CF-5E76-4A2E-9C5A-EB3702C58194}" dt="2025-08-06T14:13:19.878" v="10977" actId="1037"/>
          <ac:picMkLst>
            <pc:docMk/>
            <pc:sldMk cId="2490732034" sldId="2745"/>
            <ac:picMk id="30" creationId="{0BE5C088-B35B-8A20-CB11-DD5F714E336D}"/>
          </ac:picMkLst>
        </pc:picChg>
        <pc:picChg chg="add mod">
          <ac:chgData name="Kathryn Clark (Astrea Central)" userId="d0e16b62-87cd-4242-828a-2f5e276be710" providerId="ADAL" clId="{2E4B42CF-5E76-4A2E-9C5A-EB3702C58194}" dt="2025-08-06T14:13:23.613" v="10982" actId="1037"/>
          <ac:picMkLst>
            <pc:docMk/>
            <pc:sldMk cId="2490732034" sldId="2745"/>
            <ac:picMk id="31" creationId="{655D8161-0F4C-D1A5-64BC-2430071848F4}"/>
          </ac:picMkLst>
        </pc:picChg>
        <pc:picChg chg="add mod">
          <ac:chgData name="Kathryn Clark (Astrea Central)" userId="d0e16b62-87cd-4242-828a-2f5e276be710" providerId="ADAL" clId="{2E4B42CF-5E76-4A2E-9C5A-EB3702C58194}" dt="2025-08-06T14:20:25.001" v="11229" actId="1037"/>
          <ac:picMkLst>
            <pc:docMk/>
            <pc:sldMk cId="2490732034" sldId="2745"/>
            <ac:picMk id="32" creationId="{B0A24A21-3778-DCF4-A74F-BD5BE0D8A6A6}"/>
          </ac:picMkLst>
        </pc:picChg>
        <pc:picChg chg="add mod">
          <ac:chgData name="Kathryn Clark (Astrea Central)" userId="d0e16b62-87cd-4242-828a-2f5e276be710" providerId="ADAL" clId="{2E4B42CF-5E76-4A2E-9C5A-EB3702C58194}" dt="2025-08-06T14:20:29.241" v="11237" actId="1038"/>
          <ac:picMkLst>
            <pc:docMk/>
            <pc:sldMk cId="2490732034" sldId="2745"/>
            <ac:picMk id="33" creationId="{E7B435AF-A376-4FBA-2475-BA976AE04AD0}"/>
          </ac:picMkLst>
        </pc:picChg>
        <pc:picChg chg="add mod">
          <ac:chgData name="Kathryn Clark (Astrea Central)" userId="d0e16b62-87cd-4242-828a-2f5e276be710" providerId="ADAL" clId="{2E4B42CF-5E76-4A2E-9C5A-EB3702C58194}" dt="2025-08-06T14:20:25.001" v="11229" actId="1037"/>
          <ac:picMkLst>
            <pc:docMk/>
            <pc:sldMk cId="2490732034" sldId="2745"/>
            <ac:picMk id="34" creationId="{A1210EF9-0198-AD8E-6051-54160B6F4CBF}"/>
          </ac:picMkLst>
        </pc:picChg>
        <pc:picChg chg="add mod">
          <ac:chgData name="Kathryn Clark (Astrea Central)" userId="d0e16b62-87cd-4242-828a-2f5e276be710" providerId="ADAL" clId="{2E4B42CF-5E76-4A2E-9C5A-EB3702C58194}" dt="2025-08-06T14:20:29.241" v="11237" actId="1038"/>
          <ac:picMkLst>
            <pc:docMk/>
            <pc:sldMk cId="2490732034" sldId="2745"/>
            <ac:picMk id="35" creationId="{EF21ABCD-AFE0-101A-DCCF-3AA7D26AE285}"/>
          </ac:picMkLst>
        </pc:picChg>
        <pc:picChg chg="add mod">
          <ac:chgData name="Kathryn Clark (Astrea Central)" userId="d0e16b62-87cd-4242-828a-2f5e276be710" providerId="ADAL" clId="{2E4B42CF-5E76-4A2E-9C5A-EB3702C58194}" dt="2025-08-06T14:20:22.451" v="11224" actId="1038"/>
          <ac:picMkLst>
            <pc:docMk/>
            <pc:sldMk cId="2490732034" sldId="2745"/>
            <ac:picMk id="36" creationId="{98DE9596-F5B6-8CB9-EEB1-8B4EA82BD200}"/>
          </ac:picMkLst>
        </pc:picChg>
        <pc:picChg chg="add mod">
          <ac:chgData name="Kathryn Clark (Astrea Central)" userId="d0e16b62-87cd-4242-828a-2f5e276be710" providerId="ADAL" clId="{2E4B42CF-5E76-4A2E-9C5A-EB3702C58194}" dt="2025-08-06T14:20:22.451" v="11224" actId="1038"/>
          <ac:picMkLst>
            <pc:docMk/>
            <pc:sldMk cId="2490732034" sldId="2745"/>
            <ac:picMk id="37" creationId="{8081DBE6-DBEA-E923-298A-A85208085539}"/>
          </ac:picMkLst>
        </pc:picChg>
        <pc:picChg chg="add mod">
          <ac:chgData name="Kathryn Clark (Astrea Central)" userId="d0e16b62-87cd-4242-828a-2f5e276be710" providerId="ADAL" clId="{2E4B42CF-5E76-4A2E-9C5A-EB3702C58194}" dt="2025-08-06T14:20:22.451" v="11224" actId="1038"/>
          <ac:picMkLst>
            <pc:docMk/>
            <pc:sldMk cId="2490732034" sldId="2745"/>
            <ac:picMk id="38" creationId="{BF9069ED-916D-BC7B-56DF-DFCB726935E9}"/>
          </ac:picMkLst>
        </pc:picChg>
        <pc:picChg chg="add mod">
          <ac:chgData name="Kathryn Clark (Astrea Central)" userId="d0e16b62-87cd-4242-828a-2f5e276be710" providerId="ADAL" clId="{2E4B42CF-5E76-4A2E-9C5A-EB3702C58194}" dt="2025-08-06T14:20:22.451" v="11224" actId="1038"/>
          <ac:picMkLst>
            <pc:docMk/>
            <pc:sldMk cId="2490732034" sldId="2745"/>
            <ac:picMk id="39" creationId="{9CB07F37-2FD3-1483-9461-92FD600EB4CE}"/>
          </ac:picMkLst>
        </pc:picChg>
        <pc:picChg chg="add mod">
          <ac:chgData name="Kathryn Clark (Astrea Central)" userId="d0e16b62-87cd-4242-828a-2f5e276be710" providerId="ADAL" clId="{2E4B42CF-5E76-4A2E-9C5A-EB3702C58194}" dt="2025-08-06T14:15:59.539" v="11060" actId="1035"/>
          <ac:picMkLst>
            <pc:docMk/>
            <pc:sldMk cId="2490732034" sldId="2745"/>
            <ac:picMk id="40" creationId="{3A0C0ADE-23CA-22BE-E83D-C4CDE5CA3504}"/>
          </ac:picMkLst>
        </pc:picChg>
        <pc:picChg chg="add mod">
          <ac:chgData name="Kathryn Clark (Astrea Central)" userId="d0e16b62-87cd-4242-828a-2f5e276be710" providerId="ADAL" clId="{2E4B42CF-5E76-4A2E-9C5A-EB3702C58194}" dt="2025-08-06T14:20:25.001" v="11229" actId="1037"/>
          <ac:picMkLst>
            <pc:docMk/>
            <pc:sldMk cId="2490732034" sldId="2745"/>
            <ac:picMk id="41" creationId="{B4A0361F-5D4F-9DB9-0AC2-3A203986633E}"/>
          </ac:picMkLst>
        </pc:picChg>
        <pc:picChg chg="add mod">
          <ac:chgData name="Kathryn Clark (Astrea Central)" userId="d0e16b62-87cd-4242-828a-2f5e276be710" providerId="ADAL" clId="{2E4B42CF-5E76-4A2E-9C5A-EB3702C58194}" dt="2025-08-06T14:20:25.001" v="11229" actId="1037"/>
          <ac:picMkLst>
            <pc:docMk/>
            <pc:sldMk cId="2490732034" sldId="2745"/>
            <ac:picMk id="42" creationId="{D7738DE6-6171-A65F-4201-B2B8FE27B398}"/>
          </ac:picMkLst>
        </pc:picChg>
        <pc:picChg chg="add mod">
          <ac:chgData name="Kathryn Clark (Astrea Central)" userId="d0e16b62-87cd-4242-828a-2f5e276be710" providerId="ADAL" clId="{2E4B42CF-5E76-4A2E-9C5A-EB3702C58194}" dt="2025-08-06T14:20:29.241" v="11237" actId="1038"/>
          <ac:picMkLst>
            <pc:docMk/>
            <pc:sldMk cId="2490732034" sldId="2745"/>
            <ac:picMk id="43" creationId="{B8F25D9D-767F-41DA-22A1-7B5006091CA0}"/>
          </ac:picMkLst>
        </pc:picChg>
        <pc:picChg chg="add mod">
          <ac:chgData name="Kathryn Clark (Astrea Central)" userId="d0e16b62-87cd-4242-828a-2f5e276be710" providerId="ADAL" clId="{2E4B42CF-5E76-4A2E-9C5A-EB3702C58194}" dt="2025-08-06T14:20:29.241" v="11237" actId="1038"/>
          <ac:picMkLst>
            <pc:docMk/>
            <pc:sldMk cId="2490732034" sldId="2745"/>
            <ac:picMk id="44" creationId="{275BF815-A8FD-DAE6-15A0-0DAF9B16DCD9}"/>
          </ac:picMkLst>
        </pc:picChg>
        <pc:picChg chg="add mod">
          <ac:chgData name="Kathryn Clark (Astrea Central)" userId="d0e16b62-87cd-4242-828a-2f5e276be710" providerId="ADAL" clId="{2E4B42CF-5E76-4A2E-9C5A-EB3702C58194}" dt="2025-08-06T14:18:11.898" v="11148" actId="1035"/>
          <ac:picMkLst>
            <pc:docMk/>
            <pc:sldMk cId="2490732034" sldId="2745"/>
            <ac:picMk id="47" creationId="{4AA3F4FE-CE7E-137F-0A31-5AD3D722BBC5}"/>
          </ac:picMkLst>
        </pc:picChg>
        <pc:picChg chg="add mod">
          <ac:chgData name="Kathryn Clark (Astrea Central)" userId="d0e16b62-87cd-4242-828a-2f5e276be710" providerId="ADAL" clId="{2E4B42CF-5E76-4A2E-9C5A-EB3702C58194}" dt="2025-08-06T14:13:04.566" v="10951" actId="1076"/>
          <ac:picMkLst>
            <pc:docMk/>
            <pc:sldMk cId="2490732034" sldId="2745"/>
            <ac:picMk id="32776" creationId="{72972D1A-7B7C-5532-AD53-14AD8C5F0B0F}"/>
          </ac:picMkLst>
        </pc:picChg>
      </pc:sldChg>
      <pc:sldChg chg="addSp delSp modSp add mod ord">
        <pc:chgData name="Kathryn Clark (Astrea Central)" userId="d0e16b62-87cd-4242-828a-2f5e276be710" providerId="ADAL" clId="{2E4B42CF-5E76-4A2E-9C5A-EB3702C58194}" dt="2025-08-06T14:06:06.215" v="10771" actId="21"/>
        <pc:sldMkLst>
          <pc:docMk/>
          <pc:sldMk cId="919257085" sldId="2746"/>
        </pc:sldMkLst>
        <pc:spChg chg="mod">
          <ac:chgData name="Kathryn Clark (Astrea Central)" userId="d0e16b62-87cd-4242-828a-2f5e276be710" providerId="ADAL" clId="{2E4B42CF-5E76-4A2E-9C5A-EB3702C58194}" dt="2025-08-06T13:23:47.152" v="9705" actId="1038"/>
          <ac:spMkLst>
            <pc:docMk/>
            <pc:sldMk cId="919257085" sldId="2746"/>
            <ac:spMk id="2" creationId="{2ED9A7D8-1F90-0354-0512-AB9EF4068561}"/>
          </ac:spMkLst>
        </pc:spChg>
        <pc:spChg chg="add mod">
          <ac:chgData name="Kathryn Clark (Astrea Central)" userId="d0e16b62-87cd-4242-828a-2f5e276be710" providerId="ADAL" clId="{2E4B42CF-5E76-4A2E-9C5A-EB3702C58194}" dt="2025-08-06T14:05:03.439" v="10749" actId="1076"/>
          <ac:spMkLst>
            <pc:docMk/>
            <pc:sldMk cId="919257085" sldId="2746"/>
            <ac:spMk id="5" creationId="{F214910F-BC25-AE9F-2DF0-D420561CB8FD}"/>
          </ac:spMkLst>
        </pc:spChg>
        <pc:spChg chg="add mod">
          <ac:chgData name="Kathryn Clark (Astrea Central)" userId="d0e16b62-87cd-4242-828a-2f5e276be710" providerId="ADAL" clId="{2E4B42CF-5E76-4A2E-9C5A-EB3702C58194}" dt="2025-08-06T14:05:09.921" v="10755" actId="113"/>
          <ac:spMkLst>
            <pc:docMk/>
            <pc:sldMk cId="919257085" sldId="2746"/>
            <ac:spMk id="6" creationId="{D09D3D88-8573-AF21-33A0-FC7B6360E873}"/>
          </ac:spMkLst>
        </pc:spChg>
        <pc:spChg chg="add mod">
          <ac:chgData name="Kathryn Clark (Astrea Central)" userId="d0e16b62-87cd-4242-828a-2f5e276be710" providerId="ADAL" clId="{2E4B42CF-5E76-4A2E-9C5A-EB3702C58194}" dt="2025-08-06T14:05:03.439" v="10749" actId="1076"/>
          <ac:spMkLst>
            <pc:docMk/>
            <pc:sldMk cId="919257085" sldId="2746"/>
            <ac:spMk id="7" creationId="{B2E835E6-BF39-3B84-60A6-AB7557D3D0C9}"/>
          </ac:spMkLst>
        </pc:spChg>
        <pc:spChg chg="mod">
          <ac:chgData name="Kathryn Clark (Astrea Central)" userId="d0e16b62-87cd-4242-828a-2f5e276be710" providerId="ADAL" clId="{2E4B42CF-5E76-4A2E-9C5A-EB3702C58194}" dt="2025-08-06T14:05:03.439" v="10749" actId="1076"/>
          <ac:spMkLst>
            <pc:docMk/>
            <pc:sldMk cId="919257085" sldId="2746"/>
            <ac:spMk id="13" creationId="{065FBE23-649F-09E4-C90E-9BD46E3593FA}"/>
          </ac:spMkLst>
        </pc:spChg>
        <pc:graphicFrameChg chg="add mod modGraphic">
          <ac:chgData name="Kathryn Clark (Astrea Central)" userId="d0e16b62-87cd-4242-828a-2f5e276be710" providerId="ADAL" clId="{2E4B42CF-5E76-4A2E-9C5A-EB3702C58194}" dt="2025-08-06T14:05:19.384" v="10757" actId="14100"/>
          <ac:graphicFrameMkLst>
            <pc:docMk/>
            <pc:sldMk cId="919257085" sldId="2746"/>
            <ac:graphicFrameMk id="8" creationId="{C94B4BCA-6CB9-D947-2041-6B3122E60EDF}"/>
          </ac:graphicFrameMkLst>
        </pc:graphicFrameChg>
        <pc:graphicFrameChg chg="add mod modGraphic">
          <ac:chgData name="Kathryn Clark (Astrea Central)" userId="d0e16b62-87cd-4242-828a-2f5e276be710" providerId="ADAL" clId="{2E4B42CF-5E76-4A2E-9C5A-EB3702C58194}" dt="2025-08-06T14:05:43.870" v="10766" actId="1076"/>
          <ac:graphicFrameMkLst>
            <pc:docMk/>
            <pc:sldMk cId="919257085" sldId="2746"/>
            <ac:graphicFrameMk id="9" creationId="{28EC1EB2-A899-49F5-31B6-43E0B7CA0101}"/>
          </ac:graphicFrameMkLst>
        </pc:graphicFrameChg>
        <pc:picChg chg="add mod">
          <ac:chgData name="Kathryn Clark (Astrea Central)" userId="d0e16b62-87cd-4242-828a-2f5e276be710" providerId="ADAL" clId="{2E4B42CF-5E76-4A2E-9C5A-EB3702C58194}" dt="2025-08-06T14:05:03.439" v="10749" actId="1076"/>
          <ac:picMkLst>
            <pc:docMk/>
            <pc:sldMk cId="919257085" sldId="2746"/>
            <ac:picMk id="31747" creationId="{EB4ACBDE-ECDA-1C89-BC6A-D26C0EC8905A}"/>
          </ac:picMkLst>
        </pc:picChg>
        <pc:picChg chg="add mod">
          <ac:chgData name="Kathryn Clark (Astrea Central)" userId="d0e16b62-87cd-4242-828a-2f5e276be710" providerId="ADAL" clId="{2E4B42CF-5E76-4A2E-9C5A-EB3702C58194}" dt="2025-08-06T13:24:51.052" v="9748" actId="1076"/>
          <ac:picMkLst>
            <pc:docMk/>
            <pc:sldMk cId="919257085" sldId="2746"/>
            <ac:picMk id="31754" creationId="{A924E55B-67EB-A007-98A2-AABD848FB6C6}"/>
          </ac:picMkLst>
        </pc:picChg>
      </pc:sldChg>
      <pc:sldChg chg="addSp delSp modSp new mod">
        <pc:chgData name="Kathryn Clark (Astrea Central)" userId="d0e16b62-87cd-4242-828a-2f5e276be710" providerId="ADAL" clId="{2E4B42CF-5E76-4A2E-9C5A-EB3702C58194}" dt="2025-08-06T10:25:10.241" v="8487" actId="1035"/>
        <pc:sldMkLst>
          <pc:docMk/>
          <pc:sldMk cId="1385007931" sldId="2747"/>
        </pc:sldMkLst>
        <pc:spChg chg="add mod">
          <ac:chgData name="Kathryn Clark (Astrea Central)" userId="d0e16b62-87cd-4242-828a-2f5e276be710" providerId="ADAL" clId="{2E4B42CF-5E76-4A2E-9C5A-EB3702C58194}" dt="2025-08-06T10:24:00.783" v="8470" actId="1036"/>
          <ac:spMkLst>
            <pc:docMk/>
            <pc:sldMk cId="1385007931" sldId="2747"/>
            <ac:spMk id="2" creationId="{2ADFCE1C-6CB7-D91F-B9A4-597043932D17}"/>
          </ac:spMkLst>
        </pc:spChg>
        <pc:spChg chg="add del mod">
          <ac:chgData name="Kathryn Clark (Astrea Central)" userId="d0e16b62-87cd-4242-828a-2f5e276be710" providerId="ADAL" clId="{2E4B42CF-5E76-4A2E-9C5A-EB3702C58194}" dt="2025-08-06T10:23:25.556" v="8442" actId="1035"/>
          <ac:spMkLst>
            <pc:docMk/>
            <pc:sldMk cId="1385007931" sldId="2747"/>
            <ac:spMk id="6" creationId="{53EB2028-94DC-15B9-A485-B7A499C555CA}"/>
          </ac:spMkLst>
        </pc:spChg>
        <pc:spChg chg="add mod">
          <ac:chgData name="Kathryn Clark (Astrea Central)" userId="d0e16b62-87cd-4242-828a-2f5e276be710" providerId="ADAL" clId="{2E4B42CF-5E76-4A2E-9C5A-EB3702C58194}" dt="2025-08-06T10:24:45.575" v="8476"/>
          <ac:spMkLst>
            <pc:docMk/>
            <pc:sldMk cId="1385007931" sldId="2747"/>
            <ac:spMk id="8" creationId="{EEA227F6-5A05-A7F9-E7BD-D7D43C8C7280}"/>
          </ac:spMkLst>
        </pc:spChg>
        <pc:spChg chg="add del mod">
          <ac:chgData name="Kathryn Clark (Astrea Central)" userId="d0e16b62-87cd-4242-828a-2f5e276be710" providerId="ADAL" clId="{2E4B42CF-5E76-4A2E-9C5A-EB3702C58194}" dt="2025-08-06T10:23:48.069" v="8462" actId="207"/>
          <ac:spMkLst>
            <pc:docMk/>
            <pc:sldMk cId="1385007931" sldId="2747"/>
            <ac:spMk id="10" creationId="{9986C8F4-A227-ADF1-31E7-ED1A81BFD6B3}"/>
          </ac:spMkLst>
        </pc:spChg>
        <pc:spChg chg="add del mod">
          <ac:chgData name="Kathryn Clark (Astrea Central)" userId="d0e16b62-87cd-4242-828a-2f5e276be710" providerId="ADAL" clId="{2E4B42CF-5E76-4A2E-9C5A-EB3702C58194}" dt="2025-08-06T10:23:25.556" v="8442" actId="1035"/>
          <ac:spMkLst>
            <pc:docMk/>
            <pc:sldMk cId="1385007931" sldId="2747"/>
            <ac:spMk id="12" creationId="{5C5C7384-C774-E70E-92F0-87480881ACC7}"/>
          </ac:spMkLst>
        </pc:spChg>
        <pc:spChg chg="add mod">
          <ac:chgData name="Kathryn Clark (Astrea Central)" userId="d0e16b62-87cd-4242-828a-2f5e276be710" providerId="ADAL" clId="{2E4B42CF-5E76-4A2E-9C5A-EB3702C58194}" dt="2025-08-06T10:22:05.193" v="8412" actId="1076"/>
          <ac:spMkLst>
            <pc:docMk/>
            <pc:sldMk cId="1385007931" sldId="2747"/>
            <ac:spMk id="13" creationId="{18FD253A-6FA7-8A35-341D-0378D40E95E6}"/>
          </ac:spMkLst>
        </pc:spChg>
        <pc:picChg chg="add del mod">
          <ac:chgData name="Kathryn Clark (Astrea Central)" userId="d0e16b62-87cd-4242-828a-2f5e276be710" providerId="ADAL" clId="{2E4B42CF-5E76-4A2E-9C5A-EB3702C58194}" dt="2025-08-06T10:25:10.241" v="8487" actId="1035"/>
          <ac:picMkLst>
            <pc:docMk/>
            <pc:sldMk cId="1385007931" sldId="2747"/>
            <ac:picMk id="30724" creationId="{974BF0C0-0F78-0F21-C0AC-D9907BB7E57C}"/>
          </ac:picMkLst>
        </pc:picChg>
        <pc:picChg chg="add mod">
          <ac:chgData name="Kathryn Clark (Astrea Central)" userId="d0e16b62-87cd-4242-828a-2f5e276be710" providerId="ADAL" clId="{2E4B42CF-5E76-4A2E-9C5A-EB3702C58194}" dt="2025-08-06T10:20:33.382" v="8369" actId="1076"/>
          <ac:picMkLst>
            <pc:docMk/>
            <pc:sldMk cId="1385007931" sldId="2747"/>
            <ac:picMk id="30725" creationId="{A709B04B-83CD-F556-8CE3-B028779BCE33}"/>
          </ac:picMkLst>
        </pc:picChg>
        <pc:picChg chg="add mod">
          <ac:chgData name="Kathryn Clark (Astrea Central)" userId="d0e16b62-87cd-4242-828a-2f5e276be710" providerId="ADAL" clId="{2E4B42CF-5E76-4A2E-9C5A-EB3702C58194}" dt="2025-08-06T10:23:16.139" v="8426" actId="1076"/>
          <ac:picMkLst>
            <pc:docMk/>
            <pc:sldMk cId="1385007931" sldId="2747"/>
            <ac:picMk id="30726" creationId="{BD649F06-B2F5-7509-43F5-35FB48309178}"/>
          </ac:picMkLst>
        </pc:picChg>
        <pc:picChg chg="add del mod">
          <ac:chgData name="Kathryn Clark (Astrea Central)" userId="d0e16b62-87cd-4242-828a-2f5e276be710" providerId="ADAL" clId="{2E4B42CF-5E76-4A2E-9C5A-EB3702C58194}" dt="2025-08-06T10:23:25.556" v="8442" actId="1035"/>
          <ac:picMkLst>
            <pc:docMk/>
            <pc:sldMk cId="1385007931" sldId="2747"/>
            <ac:picMk id="30727" creationId="{3EE32619-DED5-44F7-78A6-709A21CF9182}"/>
          </ac:picMkLst>
        </pc:picChg>
        <pc:picChg chg="add mod">
          <ac:chgData name="Kathryn Clark (Astrea Central)" userId="d0e16b62-87cd-4242-828a-2f5e276be710" providerId="ADAL" clId="{2E4B42CF-5E76-4A2E-9C5A-EB3702C58194}" dt="2025-08-06T10:24:40.153" v="8473" actId="1076"/>
          <ac:picMkLst>
            <pc:docMk/>
            <pc:sldMk cId="1385007931" sldId="2747"/>
            <ac:picMk id="30728" creationId="{882AB2AC-FC45-94E6-4065-AA1E6037D809}"/>
          </ac:picMkLst>
        </pc:picChg>
        <pc:picChg chg="add mod">
          <ac:chgData name="Kathryn Clark (Astrea Central)" userId="d0e16b62-87cd-4242-828a-2f5e276be710" providerId="ADAL" clId="{2E4B42CF-5E76-4A2E-9C5A-EB3702C58194}" dt="2025-08-06T10:25:02.172" v="8481" actId="1076"/>
          <ac:picMkLst>
            <pc:docMk/>
            <pc:sldMk cId="1385007931" sldId="2747"/>
            <ac:picMk id="30729" creationId="{677E53CB-9346-8053-C0F8-28976F7E674E}"/>
          </ac:picMkLst>
        </pc:picChg>
        <pc:picChg chg="add mod">
          <ac:chgData name="Kathryn Clark (Astrea Central)" userId="d0e16b62-87cd-4242-828a-2f5e276be710" providerId="ADAL" clId="{2E4B42CF-5E76-4A2E-9C5A-EB3702C58194}" dt="2025-08-06T10:24:59.265" v="8480" actId="1076"/>
          <ac:picMkLst>
            <pc:docMk/>
            <pc:sldMk cId="1385007931" sldId="2747"/>
            <ac:picMk id="30730" creationId="{28ED6A72-7559-4AA8-E69D-55425E9201EA}"/>
          </ac:picMkLst>
        </pc:picChg>
        <pc:cxnChg chg="add del mod">
          <ac:chgData name="Kathryn Clark (Astrea Central)" userId="d0e16b62-87cd-4242-828a-2f5e276be710" providerId="ADAL" clId="{2E4B42CF-5E76-4A2E-9C5A-EB3702C58194}" dt="2025-08-06T10:23:25.556" v="8442" actId="1035"/>
          <ac:cxnSpMkLst>
            <pc:docMk/>
            <pc:sldMk cId="1385007931" sldId="2747"/>
            <ac:cxnSpMk id="15" creationId="{E47C2C99-C4DF-CAF6-A47B-4E59885E538B}"/>
          </ac:cxnSpMkLst>
        </pc:cxnChg>
        <pc:cxnChg chg="add del mod">
          <ac:chgData name="Kathryn Clark (Astrea Central)" userId="d0e16b62-87cd-4242-828a-2f5e276be710" providerId="ADAL" clId="{2E4B42CF-5E76-4A2E-9C5A-EB3702C58194}" dt="2025-08-06T10:23:25.556" v="8442" actId="1035"/>
          <ac:cxnSpMkLst>
            <pc:docMk/>
            <pc:sldMk cId="1385007931" sldId="2747"/>
            <ac:cxnSpMk id="18" creationId="{82F3F48E-3EC6-224D-605F-68A1BC15ADB5}"/>
          </ac:cxnSpMkLst>
        </pc:cxnChg>
      </pc:sldChg>
      <pc:sldChg chg="addSp delSp modSp add del mod">
        <pc:chgData name="Kathryn Clark (Astrea Central)" userId="d0e16b62-87cd-4242-828a-2f5e276be710" providerId="ADAL" clId="{2E4B42CF-5E76-4A2E-9C5A-EB3702C58194}" dt="2025-08-06T09:46:33.207" v="7603" actId="47"/>
        <pc:sldMkLst>
          <pc:docMk/>
          <pc:sldMk cId="1935641215" sldId="2747"/>
        </pc:sldMkLst>
      </pc:sldChg>
      <pc:sldChg chg="add del">
        <pc:chgData name="Kathryn Clark (Astrea Central)" userId="d0e16b62-87cd-4242-828a-2f5e276be710" providerId="ADAL" clId="{2E4B42CF-5E76-4A2E-9C5A-EB3702C58194}" dt="2025-08-06T09:30:14.326" v="7339" actId="2890"/>
        <pc:sldMkLst>
          <pc:docMk/>
          <pc:sldMk cId="1028224995" sldId="2748"/>
        </pc:sldMkLst>
      </pc:sldChg>
      <pc:sldChg chg="addSp delSp modSp add mod">
        <pc:chgData name="Kathryn Clark (Astrea Central)" userId="d0e16b62-87cd-4242-828a-2f5e276be710" providerId="ADAL" clId="{2E4B42CF-5E76-4A2E-9C5A-EB3702C58194}" dt="2025-08-06T14:33:36.326" v="11335" actId="1038"/>
        <pc:sldMkLst>
          <pc:docMk/>
          <pc:sldMk cId="2236661851" sldId="2748"/>
        </pc:sldMkLst>
        <pc:spChg chg="mod">
          <ac:chgData name="Kathryn Clark (Astrea Central)" userId="d0e16b62-87cd-4242-828a-2f5e276be710" providerId="ADAL" clId="{2E4B42CF-5E76-4A2E-9C5A-EB3702C58194}" dt="2025-08-06T10:37:57.010" v="8828" actId="1036"/>
          <ac:spMkLst>
            <pc:docMk/>
            <pc:sldMk cId="2236661851" sldId="2748"/>
            <ac:spMk id="4" creationId="{0D36CE1E-5097-86A4-2584-5DB04859CCF4}"/>
          </ac:spMkLst>
        </pc:spChg>
        <pc:spChg chg="add mod">
          <ac:chgData name="Kathryn Clark (Astrea Central)" userId="d0e16b62-87cd-4242-828a-2f5e276be710" providerId="ADAL" clId="{2E4B42CF-5E76-4A2E-9C5A-EB3702C58194}" dt="2025-08-06T14:33:18.983" v="11323" actId="1036"/>
          <ac:spMkLst>
            <pc:docMk/>
            <pc:sldMk cId="2236661851" sldId="2748"/>
            <ac:spMk id="6" creationId="{65F13A21-28E8-9BE4-F72A-5BA33A2743EB}"/>
          </ac:spMkLst>
        </pc:spChg>
        <pc:spChg chg="mod">
          <ac:chgData name="Kathryn Clark (Astrea Central)" userId="d0e16b62-87cd-4242-828a-2f5e276be710" providerId="ADAL" clId="{2E4B42CF-5E76-4A2E-9C5A-EB3702C58194}" dt="2025-08-06T14:33:30.886" v="11327" actId="1035"/>
          <ac:spMkLst>
            <pc:docMk/>
            <pc:sldMk cId="2236661851" sldId="2748"/>
            <ac:spMk id="7" creationId="{41A3C5C8-4F58-34C0-61E5-ABF8268E73E3}"/>
          </ac:spMkLst>
        </pc:spChg>
        <pc:spChg chg="add mod">
          <ac:chgData name="Kathryn Clark (Astrea Central)" userId="d0e16b62-87cd-4242-828a-2f5e276be710" providerId="ADAL" clId="{2E4B42CF-5E76-4A2E-9C5A-EB3702C58194}" dt="2025-08-06T14:33:18.983" v="11323" actId="1036"/>
          <ac:spMkLst>
            <pc:docMk/>
            <pc:sldMk cId="2236661851" sldId="2748"/>
            <ac:spMk id="11" creationId="{EC03F1EF-1FE0-D2A5-9876-A8B7399B1BED}"/>
          </ac:spMkLst>
        </pc:spChg>
        <pc:spChg chg="add mod">
          <ac:chgData name="Kathryn Clark (Astrea Central)" userId="d0e16b62-87cd-4242-828a-2f5e276be710" providerId="ADAL" clId="{2E4B42CF-5E76-4A2E-9C5A-EB3702C58194}" dt="2025-08-06T14:33:28.839" v="11324" actId="1076"/>
          <ac:spMkLst>
            <pc:docMk/>
            <pc:sldMk cId="2236661851" sldId="2748"/>
            <ac:spMk id="21" creationId="{FC1D73FB-7E54-824F-8D2E-DE5A472486F3}"/>
          </ac:spMkLst>
        </pc:spChg>
        <pc:graphicFrameChg chg="add mod modGraphic">
          <ac:chgData name="Kathryn Clark (Astrea Central)" userId="d0e16b62-87cd-4242-828a-2f5e276be710" providerId="ADAL" clId="{2E4B42CF-5E76-4A2E-9C5A-EB3702C58194}" dt="2025-08-06T14:33:36.326" v="11335" actId="1038"/>
          <ac:graphicFrameMkLst>
            <pc:docMk/>
            <pc:sldMk cId="2236661851" sldId="2748"/>
            <ac:graphicFrameMk id="5" creationId="{C0D83A13-2C2C-3EB3-2305-3F06B76F4097}"/>
          </ac:graphicFrameMkLst>
        </pc:graphicFrameChg>
        <pc:graphicFrameChg chg="add mod modGraphic">
          <ac:chgData name="Kathryn Clark (Astrea Central)" userId="d0e16b62-87cd-4242-828a-2f5e276be710" providerId="ADAL" clId="{2E4B42CF-5E76-4A2E-9C5A-EB3702C58194}" dt="2025-08-06T14:33:18.983" v="11323" actId="1036"/>
          <ac:graphicFrameMkLst>
            <pc:docMk/>
            <pc:sldMk cId="2236661851" sldId="2748"/>
            <ac:graphicFrameMk id="12" creationId="{D76D0BA8-E6DC-F2FC-96C4-C6F1B8DEB63E}"/>
          </ac:graphicFrameMkLst>
        </pc:graphicFrameChg>
        <pc:picChg chg="mod">
          <ac:chgData name="Kathryn Clark (Astrea Central)" userId="d0e16b62-87cd-4242-828a-2f5e276be710" providerId="ADAL" clId="{2E4B42CF-5E76-4A2E-9C5A-EB3702C58194}" dt="2025-08-06T14:33:36.326" v="11335" actId="1038"/>
          <ac:picMkLst>
            <pc:docMk/>
            <pc:sldMk cId="2236661851" sldId="2748"/>
            <ac:picMk id="8" creationId="{B31B6B48-B535-0E5A-418B-5F9D5EDC9474}"/>
          </ac:picMkLst>
        </pc:picChg>
        <pc:picChg chg="mod">
          <ac:chgData name="Kathryn Clark (Astrea Central)" userId="d0e16b62-87cd-4242-828a-2f5e276be710" providerId="ADAL" clId="{2E4B42CF-5E76-4A2E-9C5A-EB3702C58194}" dt="2025-08-06T14:33:36.326" v="11335" actId="1038"/>
          <ac:picMkLst>
            <pc:docMk/>
            <pc:sldMk cId="2236661851" sldId="2748"/>
            <ac:picMk id="9" creationId="{D7836D6F-A188-54DE-9284-E0D5804058BC}"/>
          </ac:picMkLst>
        </pc:picChg>
        <pc:picChg chg="add mod">
          <ac:chgData name="Kathryn Clark (Astrea Central)" userId="d0e16b62-87cd-4242-828a-2f5e276be710" providerId="ADAL" clId="{2E4B42CF-5E76-4A2E-9C5A-EB3702C58194}" dt="2025-08-06T14:33:18.983" v="11323" actId="1036"/>
          <ac:picMkLst>
            <pc:docMk/>
            <pc:sldMk cId="2236661851" sldId="2748"/>
            <ac:picMk id="13" creationId="{4300FFFE-F4A2-D657-0AB4-B2B1FF7387CE}"/>
          </ac:picMkLst>
        </pc:picChg>
        <pc:picChg chg="add mod">
          <ac:chgData name="Kathryn Clark (Astrea Central)" userId="d0e16b62-87cd-4242-828a-2f5e276be710" providerId="ADAL" clId="{2E4B42CF-5E76-4A2E-9C5A-EB3702C58194}" dt="2025-08-06T14:33:18.983" v="11323" actId="1036"/>
          <ac:picMkLst>
            <pc:docMk/>
            <pc:sldMk cId="2236661851" sldId="2748"/>
            <ac:picMk id="14" creationId="{605BE0D0-77CE-2A01-3D40-3CC094282CAE}"/>
          </ac:picMkLst>
        </pc:picChg>
        <pc:picChg chg="add mod">
          <ac:chgData name="Kathryn Clark (Astrea Central)" userId="d0e16b62-87cd-4242-828a-2f5e276be710" providerId="ADAL" clId="{2E4B42CF-5E76-4A2E-9C5A-EB3702C58194}" dt="2025-08-06T10:37:43.813" v="8815" actId="1076"/>
          <ac:picMkLst>
            <pc:docMk/>
            <pc:sldMk cId="2236661851" sldId="2748"/>
            <ac:picMk id="15" creationId="{DFDE9B90-85D3-73C1-0C98-FCD0FBB60D96}"/>
          </ac:picMkLst>
        </pc:picChg>
        <pc:picChg chg="add mod">
          <ac:chgData name="Kathryn Clark (Astrea Central)" userId="d0e16b62-87cd-4242-828a-2f5e276be710" providerId="ADAL" clId="{2E4B42CF-5E76-4A2E-9C5A-EB3702C58194}" dt="2025-08-06T14:33:18.983" v="11323" actId="1036"/>
          <ac:picMkLst>
            <pc:docMk/>
            <pc:sldMk cId="2236661851" sldId="2748"/>
            <ac:picMk id="16" creationId="{D49F9C97-7C4F-277C-8979-3F63892119D0}"/>
          </ac:picMkLst>
        </pc:picChg>
        <pc:picChg chg="add mod">
          <ac:chgData name="Kathryn Clark (Astrea Central)" userId="d0e16b62-87cd-4242-828a-2f5e276be710" providerId="ADAL" clId="{2E4B42CF-5E76-4A2E-9C5A-EB3702C58194}" dt="2025-08-06T10:37:43.813" v="8815" actId="1076"/>
          <ac:picMkLst>
            <pc:docMk/>
            <pc:sldMk cId="2236661851" sldId="2748"/>
            <ac:picMk id="17" creationId="{9A3E66A7-1E31-D07C-4833-EF33046FE58D}"/>
          </ac:picMkLst>
        </pc:picChg>
        <pc:picChg chg="add mod">
          <ac:chgData name="Kathryn Clark (Astrea Central)" userId="d0e16b62-87cd-4242-828a-2f5e276be710" providerId="ADAL" clId="{2E4B42CF-5E76-4A2E-9C5A-EB3702C58194}" dt="2025-08-06T10:37:43.813" v="8815" actId="1076"/>
          <ac:picMkLst>
            <pc:docMk/>
            <pc:sldMk cId="2236661851" sldId="2748"/>
            <ac:picMk id="18" creationId="{780F4DBC-DB0A-4F9F-7C1D-C8A9D879C279}"/>
          </ac:picMkLst>
        </pc:picChg>
      </pc:sldChg>
      <pc:sldChg chg="addSp delSp modSp add mod">
        <pc:chgData name="Kathryn Clark (Astrea Central)" userId="d0e16b62-87cd-4242-828a-2f5e276be710" providerId="ADAL" clId="{2E4B42CF-5E76-4A2E-9C5A-EB3702C58194}" dt="2025-08-06T11:16:03.431" v="9047" actId="20577"/>
        <pc:sldMkLst>
          <pc:docMk/>
          <pc:sldMk cId="771789548" sldId="2749"/>
        </pc:sldMkLst>
        <pc:spChg chg="mod">
          <ac:chgData name="Kathryn Clark (Astrea Central)" userId="d0e16b62-87cd-4242-828a-2f5e276be710" providerId="ADAL" clId="{2E4B42CF-5E76-4A2E-9C5A-EB3702C58194}" dt="2025-08-06T10:43:39.143" v="8948" actId="20577"/>
          <ac:spMkLst>
            <pc:docMk/>
            <pc:sldMk cId="771789548" sldId="2749"/>
            <ac:spMk id="7" creationId="{8032FF24-AF6F-020D-6EA5-3DCE35F75A16}"/>
          </ac:spMkLst>
        </pc:spChg>
        <pc:graphicFrameChg chg="mod modGraphic">
          <ac:chgData name="Kathryn Clark (Astrea Central)" userId="d0e16b62-87cd-4242-828a-2f5e276be710" providerId="ADAL" clId="{2E4B42CF-5E76-4A2E-9C5A-EB3702C58194}" dt="2025-08-06T10:48:03.085" v="8991" actId="20577"/>
          <ac:graphicFrameMkLst>
            <pc:docMk/>
            <pc:sldMk cId="771789548" sldId="2749"/>
            <ac:graphicFrameMk id="5" creationId="{7F0B971F-4066-6A61-FE4E-89F6E1DC94AD}"/>
          </ac:graphicFrameMkLst>
        </pc:graphicFrameChg>
        <pc:graphicFrameChg chg="mod">
          <ac:chgData name="Kathryn Clark (Astrea Central)" userId="d0e16b62-87cd-4242-828a-2f5e276be710" providerId="ADAL" clId="{2E4B42CF-5E76-4A2E-9C5A-EB3702C58194}" dt="2025-08-06T11:16:03.431" v="9047" actId="20577"/>
          <ac:graphicFrameMkLst>
            <pc:docMk/>
            <pc:sldMk cId="771789548" sldId="2749"/>
            <ac:graphicFrameMk id="12" creationId="{BE0087FC-30AB-9EC2-7734-63F0C4F25A8E}"/>
          </ac:graphicFrameMkLst>
        </pc:graphicFrameChg>
        <pc:picChg chg="add mod">
          <ac:chgData name="Kathryn Clark (Astrea Central)" userId="d0e16b62-87cd-4242-828a-2f5e276be710" providerId="ADAL" clId="{2E4B42CF-5E76-4A2E-9C5A-EB3702C58194}" dt="2025-08-06T11:15:29.921" v="9031" actId="1076"/>
          <ac:picMkLst>
            <pc:docMk/>
            <pc:sldMk cId="771789548" sldId="2749"/>
            <ac:picMk id="10" creationId="{0AD8CBE5-4364-F045-FC0E-7A671DA05F65}"/>
          </ac:picMkLst>
        </pc:picChg>
        <pc:picChg chg="add mod">
          <ac:chgData name="Kathryn Clark (Astrea Central)" userId="d0e16b62-87cd-4242-828a-2f5e276be710" providerId="ADAL" clId="{2E4B42CF-5E76-4A2E-9C5A-EB3702C58194}" dt="2025-08-06T11:15:38.752" v="9036" actId="14100"/>
          <ac:picMkLst>
            <pc:docMk/>
            <pc:sldMk cId="771789548" sldId="2749"/>
            <ac:picMk id="19" creationId="{13CE9375-9B5A-6515-982C-D359AC15AA4B}"/>
          </ac:picMkLst>
        </pc:picChg>
      </pc:sldChg>
      <pc:sldChg chg="del">
        <pc:chgData name="Kathryn Clark (Astrea Central)" userId="d0e16b62-87cd-4242-828a-2f5e276be710" providerId="ADAL" clId="{2E4B42CF-5E76-4A2E-9C5A-EB3702C58194}" dt="2025-08-04T14:45:31.804" v="67" actId="47"/>
        <pc:sldMkLst>
          <pc:docMk/>
          <pc:sldMk cId="2725294789" sldId="2749"/>
        </pc:sldMkLst>
      </pc:sldChg>
      <pc:sldChg chg="del">
        <pc:chgData name="Kathryn Clark (Astrea Central)" userId="d0e16b62-87cd-4242-828a-2f5e276be710" providerId="ADAL" clId="{2E4B42CF-5E76-4A2E-9C5A-EB3702C58194}" dt="2025-08-04T14:45:31.804" v="67" actId="47"/>
        <pc:sldMkLst>
          <pc:docMk/>
          <pc:sldMk cId="148116952" sldId="2750"/>
        </pc:sldMkLst>
      </pc:sldChg>
      <pc:sldChg chg="delSp modSp add mod">
        <pc:chgData name="Kathryn Clark (Astrea Central)" userId="d0e16b62-87cd-4242-828a-2f5e276be710" providerId="ADAL" clId="{2E4B42CF-5E76-4A2E-9C5A-EB3702C58194}" dt="2025-08-06T11:22:29.708" v="9154" actId="20577"/>
        <pc:sldMkLst>
          <pc:docMk/>
          <pc:sldMk cId="1973569719" sldId="2750"/>
        </pc:sldMkLst>
        <pc:spChg chg="mod">
          <ac:chgData name="Kathryn Clark (Astrea Central)" userId="d0e16b62-87cd-4242-828a-2f5e276be710" providerId="ADAL" clId="{2E4B42CF-5E76-4A2E-9C5A-EB3702C58194}" dt="2025-08-06T11:20:46.693" v="9117" actId="1036"/>
          <ac:spMkLst>
            <pc:docMk/>
            <pc:sldMk cId="1973569719" sldId="2750"/>
            <ac:spMk id="2" creationId="{BF0FDE69-22CB-70B3-DEB6-38647B7784AF}"/>
          </ac:spMkLst>
        </pc:spChg>
        <pc:spChg chg="mod">
          <ac:chgData name="Kathryn Clark (Astrea Central)" userId="d0e16b62-87cd-4242-828a-2f5e276be710" providerId="ADAL" clId="{2E4B42CF-5E76-4A2E-9C5A-EB3702C58194}" dt="2025-08-06T11:16:25.076" v="9049" actId="1076"/>
          <ac:spMkLst>
            <pc:docMk/>
            <pc:sldMk cId="1973569719" sldId="2750"/>
            <ac:spMk id="14" creationId="{C35DDE26-E5B8-2122-4AFD-B06F6A6F983C}"/>
          </ac:spMkLst>
        </pc:spChg>
        <pc:graphicFrameChg chg="mod modGraphic">
          <ac:chgData name="Kathryn Clark (Astrea Central)" userId="d0e16b62-87cd-4242-828a-2f5e276be710" providerId="ADAL" clId="{2E4B42CF-5E76-4A2E-9C5A-EB3702C58194}" dt="2025-08-06T11:22:29.708" v="9154" actId="20577"/>
          <ac:graphicFrameMkLst>
            <pc:docMk/>
            <pc:sldMk cId="1973569719" sldId="2750"/>
            <ac:graphicFrameMk id="12" creationId="{D4724B86-F4BA-F2AA-4720-7B9EFE3E129D}"/>
          </ac:graphicFrameMkLst>
        </pc:graphicFrameChg>
      </pc:sldChg>
      <pc:sldChg chg="addSp delSp modSp add mod ord">
        <pc:chgData name="Kathryn Clark (Astrea Central)" userId="d0e16b62-87cd-4242-828a-2f5e276be710" providerId="ADAL" clId="{2E4B42CF-5E76-4A2E-9C5A-EB3702C58194}" dt="2025-08-06T14:34:00.996" v="11341" actId="207"/>
        <pc:sldMkLst>
          <pc:docMk/>
          <pc:sldMk cId="1603520225" sldId="2751"/>
        </pc:sldMkLst>
        <pc:spChg chg="add mod">
          <ac:chgData name="Kathryn Clark (Astrea Central)" userId="d0e16b62-87cd-4242-828a-2f5e276be710" providerId="ADAL" clId="{2E4B42CF-5E76-4A2E-9C5A-EB3702C58194}" dt="2025-08-06T12:52:33.657" v="9328" actId="1076"/>
          <ac:spMkLst>
            <pc:docMk/>
            <pc:sldMk cId="1603520225" sldId="2751"/>
            <ac:spMk id="3" creationId="{3EE210A9-56DF-96A0-587A-27F468242783}"/>
          </ac:spMkLst>
        </pc:spChg>
        <pc:spChg chg="mod">
          <ac:chgData name="Kathryn Clark (Astrea Central)" userId="d0e16b62-87cd-4242-828a-2f5e276be710" providerId="ADAL" clId="{2E4B42CF-5E76-4A2E-9C5A-EB3702C58194}" dt="2025-08-06T14:34:00.996" v="11341" actId="207"/>
          <ac:spMkLst>
            <pc:docMk/>
            <pc:sldMk cId="1603520225" sldId="2751"/>
            <ac:spMk id="7" creationId="{277913F6-B3A7-4645-437C-91C1B0C83F06}"/>
          </ac:spMkLst>
        </pc:spChg>
        <pc:spChg chg="add mod">
          <ac:chgData name="Kathryn Clark (Astrea Central)" userId="d0e16b62-87cd-4242-828a-2f5e276be710" providerId="ADAL" clId="{2E4B42CF-5E76-4A2E-9C5A-EB3702C58194}" dt="2025-08-06T12:52:43.487" v="9342" actId="6549"/>
          <ac:spMkLst>
            <pc:docMk/>
            <pc:sldMk cId="1603520225" sldId="2751"/>
            <ac:spMk id="9" creationId="{2E5E9D26-68BD-9E16-B86D-1D95D87C3C2B}"/>
          </ac:spMkLst>
        </pc:spChg>
        <pc:graphicFrameChg chg="add mod modGraphic">
          <ac:chgData name="Kathryn Clark (Astrea Central)" userId="d0e16b62-87cd-4242-828a-2f5e276be710" providerId="ADAL" clId="{2E4B42CF-5E76-4A2E-9C5A-EB3702C58194}" dt="2025-08-06T12:54:34.903" v="9373" actId="20577"/>
          <ac:graphicFrameMkLst>
            <pc:docMk/>
            <pc:sldMk cId="1603520225" sldId="2751"/>
            <ac:graphicFrameMk id="2" creationId="{49169899-8B43-2EEA-4A5F-CADD7D524198}"/>
          </ac:graphicFrameMkLst>
        </pc:graphicFrameChg>
        <pc:graphicFrameChg chg="add del mod modGraphic">
          <ac:chgData name="Kathryn Clark (Astrea Central)" userId="d0e16b62-87cd-4242-828a-2f5e276be710" providerId="ADAL" clId="{2E4B42CF-5E76-4A2E-9C5A-EB3702C58194}" dt="2025-08-06T12:54:49.797" v="9377" actId="20577"/>
          <ac:graphicFrameMkLst>
            <pc:docMk/>
            <pc:sldMk cId="1603520225" sldId="2751"/>
            <ac:graphicFrameMk id="5" creationId="{6B34913E-903E-B030-143E-D66CADB394DE}"/>
          </ac:graphicFrameMkLst>
        </pc:graphicFrameChg>
      </pc:sldChg>
      <pc:sldChg chg="new del">
        <pc:chgData name="Kathryn Clark (Astrea Central)" userId="d0e16b62-87cd-4242-828a-2f5e276be710" providerId="ADAL" clId="{2E4B42CF-5E76-4A2E-9C5A-EB3702C58194}" dt="2025-08-06T11:23:04.406" v="9159" actId="47"/>
        <pc:sldMkLst>
          <pc:docMk/>
          <pc:sldMk cId="4291806447" sldId="2751"/>
        </pc:sldMkLst>
      </pc:sldChg>
      <pc:sldChg chg="addSp delSp modSp add mod ord">
        <pc:chgData name="Kathryn Clark (Astrea Central)" userId="d0e16b62-87cd-4242-828a-2f5e276be710" providerId="ADAL" clId="{2E4B42CF-5E76-4A2E-9C5A-EB3702C58194}" dt="2025-08-06T13:34:52.275" v="9870" actId="1076"/>
        <pc:sldMkLst>
          <pc:docMk/>
          <pc:sldMk cId="3418439772" sldId="2752"/>
        </pc:sldMkLst>
        <pc:spChg chg="add mod">
          <ac:chgData name="Kathryn Clark (Astrea Central)" userId="d0e16b62-87cd-4242-828a-2f5e276be710" providerId="ADAL" clId="{2E4B42CF-5E76-4A2E-9C5A-EB3702C58194}" dt="2025-08-06T13:33:27.867" v="9852" actId="20577"/>
          <ac:spMkLst>
            <pc:docMk/>
            <pc:sldMk cId="3418439772" sldId="2752"/>
            <ac:spMk id="4" creationId="{A9EDA301-1B25-5109-D763-62554E5DAEAA}"/>
          </ac:spMkLst>
        </pc:spChg>
        <pc:spChg chg="mod">
          <ac:chgData name="Kathryn Clark (Astrea Central)" userId="d0e16b62-87cd-4242-828a-2f5e276be710" providerId="ADAL" clId="{2E4B42CF-5E76-4A2E-9C5A-EB3702C58194}" dt="2025-08-06T13:33:14.074" v="9849"/>
          <ac:spMkLst>
            <pc:docMk/>
            <pc:sldMk cId="3418439772" sldId="2752"/>
            <ac:spMk id="8" creationId="{58B7056D-4524-F337-C025-7EC01F769030}"/>
          </ac:spMkLst>
        </pc:spChg>
        <pc:spChg chg="add mod">
          <ac:chgData name="Kathryn Clark (Astrea Central)" userId="d0e16b62-87cd-4242-828a-2f5e276be710" providerId="ADAL" clId="{2E4B42CF-5E76-4A2E-9C5A-EB3702C58194}" dt="2025-08-06T13:34:15.773" v="9864"/>
          <ac:spMkLst>
            <pc:docMk/>
            <pc:sldMk cId="3418439772" sldId="2752"/>
            <ac:spMk id="16" creationId="{544321DD-46B8-AFB6-5FFE-3A3DA92731FD}"/>
          </ac:spMkLst>
        </pc:spChg>
        <pc:picChg chg="add mod">
          <ac:chgData name="Kathryn Clark (Astrea Central)" userId="d0e16b62-87cd-4242-828a-2f5e276be710" providerId="ADAL" clId="{2E4B42CF-5E76-4A2E-9C5A-EB3702C58194}" dt="2025-08-06T13:33:59.071" v="9861" actId="1076"/>
          <ac:picMkLst>
            <pc:docMk/>
            <pc:sldMk cId="3418439772" sldId="2752"/>
            <ac:picMk id="31751" creationId="{B1DB3899-BC95-EFA2-6C07-25F3C6DFE344}"/>
          </ac:picMkLst>
        </pc:picChg>
        <pc:picChg chg="add mod">
          <ac:chgData name="Kathryn Clark (Astrea Central)" userId="d0e16b62-87cd-4242-828a-2f5e276be710" providerId="ADAL" clId="{2E4B42CF-5E76-4A2E-9C5A-EB3702C58194}" dt="2025-08-06T13:34:07.148" v="9863" actId="1076"/>
          <ac:picMkLst>
            <pc:docMk/>
            <pc:sldMk cId="3418439772" sldId="2752"/>
            <ac:picMk id="31755" creationId="{A3419BD5-9B0A-15C0-3D05-194C9D901610}"/>
          </ac:picMkLst>
        </pc:picChg>
        <pc:picChg chg="add mod">
          <ac:chgData name="Kathryn Clark (Astrea Central)" userId="d0e16b62-87cd-4242-828a-2f5e276be710" providerId="ADAL" clId="{2E4B42CF-5E76-4A2E-9C5A-EB3702C58194}" dt="2025-08-06T13:34:42.071" v="9868" actId="1076"/>
          <ac:picMkLst>
            <pc:docMk/>
            <pc:sldMk cId="3418439772" sldId="2752"/>
            <ac:picMk id="31756" creationId="{E8C88BCF-FE3B-8719-49EA-8F6978F45866}"/>
          </ac:picMkLst>
        </pc:picChg>
        <pc:picChg chg="add mod">
          <ac:chgData name="Kathryn Clark (Astrea Central)" userId="d0e16b62-87cd-4242-828a-2f5e276be710" providerId="ADAL" clId="{2E4B42CF-5E76-4A2E-9C5A-EB3702C58194}" dt="2025-08-06T13:34:52.275" v="9870" actId="1076"/>
          <ac:picMkLst>
            <pc:docMk/>
            <pc:sldMk cId="3418439772" sldId="2752"/>
            <ac:picMk id="31757" creationId="{68B40934-170E-58CB-82B2-644BE1890F80}"/>
          </ac:picMkLst>
        </pc:picChg>
        <pc:cxnChg chg="mod">
          <ac:chgData name="Kathryn Clark (Astrea Central)" userId="d0e16b62-87cd-4242-828a-2f5e276be710" providerId="ADAL" clId="{2E4B42CF-5E76-4A2E-9C5A-EB3702C58194}" dt="2025-08-06T13:32:55.785" v="9846" actId="1035"/>
          <ac:cxnSpMkLst>
            <pc:docMk/>
            <pc:sldMk cId="3418439772" sldId="2752"/>
            <ac:cxnSpMk id="15" creationId="{7B39AA04-FB6A-0537-1AD9-38CBB1BAD11C}"/>
          </ac:cxnSpMkLst>
        </pc:cxnChg>
        <pc:cxnChg chg="add mod">
          <ac:chgData name="Kathryn Clark (Astrea Central)" userId="d0e16b62-87cd-4242-828a-2f5e276be710" providerId="ADAL" clId="{2E4B42CF-5E76-4A2E-9C5A-EB3702C58194}" dt="2025-08-06T13:33:24.631" v="9851" actId="1076"/>
          <ac:cxnSpMkLst>
            <pc:docMk/>
            <pc:sldMk cId="3418439772" sldId="2752"/>
            <ac:cxnSpMk id="17" creationId="{4F6BDED7-F8C5-AC76-14E3-9AE980F2A081}"/>
          </ac:cxnSpMkLst>
        </pc:cxnChg>
      </pc:sldChg>
      <pc:sldChg chg="del">
        <pc:chgData name="Kathryn Clark (Astrea Central)" userId="d0e16b62-87cd-4242-828a-2f5e276be710" providerId="ADAL" clId="{2E4B42CF-5E76-4A2E-9C5A-EB3702C58194}" dt="2025-08-04T14:46:01.942" v="70" actId="47"/>
        <pc:sldMkLst>
          <pc:docMk/>
          <pc:sldMk cId="3507532733" sldId="2752"/>
        </pc:sldMkLst>
      </pc:sldChg>
      <pc:sldChg chg="delSp modSp add mod">
        <pc:chgData name="Kathryn Clark (Astrea Central)" userId="d0e16b62-87cd-4242-828a-2f5e276be710" providerId="ADAL" clId="{2E4B42CF-5E76-4A2E-9C5A-EB3702C58194}" dt="2025-08-06T13:33:44.244" v="9860" actId="478"/>
        <pc:sldMkLst>
          <pc:docMk/>
          <pc:sldMk cId="2178631478" sldId="2753"/>
        </pc:sldMkLst>
        <pc:spChg chg="mod">
          <ac:chgData name="Kathryn Clark (Astrea Central)" userId="d0e16b62-87cd-4242-828a-2f5e276be710" providerId="ADAL" clId="{2E4B42CF-5E76-4A2E-9C5A-EB3702C58194}" dt="2025-08-06T13:33:36.747" v="9856" actId="20577"/>
          <ac:spMkLst>
            <pc:docMk/>
            <pc:sldMk cId="2178631478" sldId="2753"/>
            <ac:spMk id="4" creationId="{E85EE0A9-0A64-34A7-4EDA-6F99B9E39BED}"/>
          </ac:spMkLst>
        </pc:spChg>
        <pc:spChg chg="mod">
          <ac:chgData name="Kathryn Clark (Astrea Central)" userId="d0e16b62-87cd-4242-828a-2f5e276be710" providerId="ADAL" clId="{2E4B42CF-5E76-4A2E-9C5A-EB3702C58194}" dt="2025-08-06T13:33:39.271" v="9857" actId="1076"/>
          <ac:spMkLst>
            <pc:docMk/>
            <pc:sldMk cId="2178631478" sldId="2753"/>
            <ac:spMk id="8" creationId="{7D4B7936-46EF-CBDE-D665-8BE9955C819F}"/>
          </ac:spMkLst>
        </pc:spChg>
      </pc:sldChg>
      <pc:sldChg chg="del">
        <pc:chgData name="Kathryn Clark (Astrea Central)" userId="d0e16b62-87cd-4242-828a-2f5e276be710" providerId="ADAL" clId="{2E4B42CF-5E76-4A2E-9C5A-EB3702C58194}" dt="2025-08-04T14:46:01.942" v="70" actId="47"/>
        <pc:sldMkLst>
          <pc:docMk/>
          <pc:sldMk cId="2420241785" sldId="2753"/>
        </pc:sldMkLst>
      </pc:sldChg>
      <pc:sldChg chg="delSp add del mod ord">
        <pc:chgData name="Kathryn Clark (Astrea Central)" userId="d0e16b62-87cd-4242-828a-2f5e276be710" providerId="ADAL" clId="{2E4B42CF-5E76-4A2E-9C5A-EB3702C58194}" dt="2025-08-06T13:23:13.307" v="9667" actId="47"/>
        <pc:sldMkLst>
          <pc:docMk/>
          <pc:sldMk cId="2459082911" sldId="2753"/>
        </pc:sldMkLst>
      </pc:sldChg>
      <pc:sldChg chg="del">
        <pc:chgData name="Kathryn Clark (Astrea Central)" userId="d0e16b62-87cd-4242-828a-2f5e276be710" providerId="ADAL" clId="{2E4B42CF-5E76-4A2E-9C5A-EB3702C58194}" dt="2025-08-04T14:46:01.942" v="70" actId="47"/>
        <pc:sldMkLst>
          <pc:docMk/>
          <pc:sldMk cId="2003019914" sldId="2754"/>
        </pc:sldMkLst>
      </pc:sldChg>
      <pc:sldChg chg="delSp modSp add mod">
        <pc:chgData name="Kathryn Clark (Astrea Central)" userId="d0e16b62-87cd-4242-828a-2f5e276be710" providerId="ADAL" clId="{2E4B42CF-5E76-4A2E-9C5A-EB3702C58194}" dt="2025-08-06T13:46:39.776" v="10263" actId="1036"/>
        <pc:sldMkLst>
          <pc:docMk/>
          <pc:sldMk cId="2416286892" sldId="2754"/>
        </pc:sldMkLst>
        <pc:spChg chg="mod">
          <ac:chgData name="Kathryn Clark (Astrea Central)" userId="d0e16b62-87cd-4242-828a-2f5e276be710" providerId="ADAL" clId="{2E4B42CF-5E76-4A2E-9C5A-EB3702C58194}" dt="2025-08-06T13:46:39.776" v="10263" actId="1036"/>
          <ac:spMkLst>
            <pc:docMk/>
            <pc:sldMk cId="2416286892" sldId="2754"/>
            <ac:spMk id="2" creationId="{26ACC872-3983-75CA-17B8-4063802B1D3F}"/>
          </ac:spMkLst>
        </pc:spChg>
        <pc:spChg chg="mod">
          <ac:chgData name="Kathryn Clark (Astrea Central)" userId="d0e16b62-87cd-4242-828a-2f5e276be710" providerId="ADAL" clId="{2E4B42CF-5E76-4A2E-9C5A-EB3702C58194}" dt="2025-08-06T13:46:29.010" v="10242" actId="1035"/>
          <ac:spMkLst>
            <pc:docMk/>
            <pc:sldMk cId="2416286892" sldId="2754"/>
            <ac:spMk id="7" creationId="{127C1E82-5147-E593-881F-7D3AF869E7CE}"/>
          </ac:spMkLst>
        </pc:spChg>
        <pc:spChg chg="mod">
          <ac:chgData name="Kathryn Clark (Astrea Central)" userId="d0e16b62-87cd-4242-828a-2f5e276be710" providerId="ADAL" clId="{2E4B42CF-5E76-4A2E-9C5A-EB3702C58194}" dt="2025-08-06T13:46:29.010" v="10242" actId="1035"/>
          <ac:spMkLst>
            <pc:docMk/>
            <pc:sldMk cId="2416286892" sldId="2754"/>
            <ac:spMk id="9" creationId="{3D2464EC-AFA0-9EF8-722E-A5D3972D19DB}"/>
          </ac:spMkLst>
        </pc:spChg>
        <pc:graphicFrameChg chg="mod modGraphic">
          <ac:chgData name="Kathryn Clark (Astrea Central)" userId="d0e16b62-87cd-4242-828a-2f5e276be710" providerId="ADAL" clId="{2E4B42CF-5E76-4A2E-9C5A-EB3702C58194}" dt="2025-08-06T13:46:31.985" v="10248" actId="1035"/>
          <ac:graphicFrameMkLst>
            <pc:docMk/>
            <pc:sldMk cId="2416286892" sldId="2754"/>
            <ac:graphicFrameMk id="3" creationId="{2BF0EC86-C551-4730-EA23-4475C9B077EE}"/>
          </ac:graphicFrameMkLst>
        </pc:graphicFrameChg>
        <pc:graphicFrameChg chg="mod modGraphic">
          <ac:chgData name="Kathryn Clark (Astrea Central)" userId="d0e16b62-87cd-4242-828a-2f5e276be710" providerId="ADAL" clId="{2E4B42CF-5E76-4A2E-9C5A-EB3702C58194}" dt="2025-08-06T13:46:36.598" v="10253" actId="1035"/>
          <ac:graphicFrameMkLst>
            <pc:docMk/>
            <pc:sldMk cId="2416286892" sldId="2754"/>
            <ac:graphicFrameMk id="14" creationId="{864A4B24-D80A-F3BA-BE07-50E6F337BDF6}"/>
          </ac:graphicFrameMkLst>
        </pc:graphicFrameChg>
        <pc:picChg chg="mod">
          <ac:chgData name="Kathryn Clark (Astrea Central)" userId="d0e16b62-87cd-4242-828a-2f5e276be710" providerId="ADAL" clId="{2E4B42CF-5E76-4A2E-9C5A-EB3702C58194}" dt="2025-08-06T13:46:31.985" v="10248" actId="1035"/>
          <ac:picMkLst>
            <pc:docMk/>
            <pc:sldMk cId="2416286892" sldId="2754"/>
            <ac:picMk id="5" creationId="{63027F2B-BAAF-1FC0-129D-C5F63880D478}"/>
          </ac:picMkLst>
        </pc:picChg>
        <pc:picChg chg="mod">
          <ac:chgData name="Kathryn Clark (Astrea Central)" userId="d0e16b62-87cd-4242-828a-2f5e276be710" providerId="ADAL" clId="{2E4B42CF-5E76-4A2E-9C5A-EB3702C58194}" dt="2025-08-06T13:46:36.598" v="10253" actId="1035"/>
          <ac:picMkLst>
            <pc:docMk/>
            <pc:sldMk cId="2416286892" sldId="2754"/>
            <ac:picMk id="12" creationId="{7BE10B05-910E-A5FF-4B8B-50859779300D}"/>
          </ac:picMkLst>
        </pc:picChg>
        <pc:picChg chg="mod">
          <ac:chgData name="Kathryn Clark (Astrea Central)" userId="d0e16b62-87cd-4242-828a-2f5e276be710" providerId="ADAL" clId="{2E4B42CF-5E76-4A2E-9C5A-EB3702C58194}" dt="2025-08-06T13:46:36.598" v="10253" actId="1035"/>
          <ac:picMkLst>
            <pc:docMk/>
            <pc:sldMk cId="2416286892" sldId="2754"/>
            <ac:picMk id="13" creationId="{1CF01C8D-1BF7-577F-BAF3-9B6FA8CE468D}"/>
          </ac:picMkLst>
        </pc:picChg>
        <pc:picChg chg="mod">
          <ac:chgData name="Kathryn Clark (Astrea Central)" userId="d0e16b62-87cd-4242-828a-2f5e276be710" providerId="ADAL" clId="{2E4B42CF-5E76-4A2E-9C5A-EB3702C58194}" dt="2025-08-06T13:46:36.598" v="10253" actId="1035"/>
          <ac:picMkLst>
            <pc:docMk/>
            <pc:sldMk cId="2416286892" sldId="2754"/>
            <ac:picMk id="16" creationId="{10690274-1F89-8FC3-4674-78873FEDAD35}"/>
          </ac:picMkLst>
        </pc:picChg>
        <pc:picChg chg="mod">
          <ac:chgData name="Kathryn Clark (Astrea Central)" userId="d0e16b62-87cd-4242-828a-2f5e276be710" providerId="ADAL" clId="{2E4B42CF-5E76-4A2E-9C5A-EB3702C58194}" dt="2025-08-06T13:44:23.408" v="10176" actId="1076"/>
          <ac:picMkLst>
            <pc:docMk/>
            <pc:sldMk cId="2416286892" sldId="2754"/>
            <ac:picMk id="17" creationId="{E21EED49-B18A-0DF2-F2F4-C12F962C4471}"/>
          </ac:picMkLst>
        </pc:picChg>
        <pc:picChg chg="mod">
          <ac:chgData name="Kathryn Clark (Astrea Central)" userId="d0e16b62-87cd-4242-828a-2f5e276be710" providerId="ADAL" clId="{2E4B42CF-5E76-4A2E-9C5A-EB3702C58194}" dt="2025-08-06T13:44:23.408" v="10176" actId="1076"/>
          <ac:picMkLst>
            <pc:docMk/>
            <pc:sldMk cId="2416286892" sldId="2754"/>
            <ac:picMk id="18" creationId="{56A24726-07DC-AE1B-96AF-3F87A44E32A1}"/>
          </ac:picMkLst>
        </pc:picChg>
        <pc:picChg chg="mod">
          <ac:chgData name="Kathryn Clark (Astrea Central)" userId="d0e16b62-87cd-4242-828a-2f5e276be710" providerId="ADAL" clId="{2E4B42CF-5E76-4A2E-9C5A-EB3702C58194}" dt="2025-08-06T13:44:23.408" v="10176" actId="1076"/>
          <ac:picMkLst>
            <pc:docMk/>
            <pc:sldMk cId="2416286892" sldId="2754"/>
            <ac:picMk id="19" creationId="{BFC2DB6D-28FF-3A62-00C2-61F0168FAD00}"/>
          </ac:picMkLst>
        </pc:picChg>
      </pc:sldChg>
      <pc:sldChg chg="addSp delSp modSp add mod">
        <pc:chgData name="Kathryn Clark (Astrea Central)" userId="d0e16b62-87cd-4242-828a-2f5e276be710" providerId="ADAL" clId="{2E4B42CF-5E76-4A2E-9C5A-EB3702C58194}" dt="2025-08-06T14:03:33.317" v="10739"/>
        <pc:sldMkLst>
          <pc:docMk/>
          <pc:sldMk cId="867898405" sldId="2755"/>
        </pc:sldMkLst>
        <pc:spChg chg="mod">
          <ac:chgData name="Kathryn Clark (Astrea Central)" userId="d0e16b62-87cd-4242-828a-2f5e276be710" providerId="ADAL" clId="{2E4B42CF-5E76-4A2E-9C5A-EB3702C58194}" dt="2025-08-06T14:03:23.201" v="10737" actId="1076"/>
          <ac:spMkLst>
            <pc:docMk/>
            <pc:sldMk cId="867898405" sldId="2755"/>
            <ac:spMk id="2" creationId="{AF566D82-13D1-2922-BBD4-4FC33E98C336}"/>
          </ac:spMkLst>
        </pc:spChg>
        <pc:spChg chg="add mod">
          <ac:chgData name="Kathryn Clark (Astrea Central)" userId="d0e16b62-87cd-4242-828a-2f5e276be710" providerId="ADAL" clId="{2E4B42CF-5E76-4A2E-9C5A-EB3702C58194}" dt="2025-08-06T14:02:49.838" v="10728" actId="1076"/>
          <ac:spMkLst>
            <pc:docMk/>
            <pc:sldMk cId="867898405" sldId="2755"/>
            <ac:spMk id="5" creationId="{2614C160-1A65-A17E-DF4B-B00B49667C71}"/>
          </ac:spMkLst>
        </pc:spChg>
        <pc:graphicFrameChg chg="mod modGraphic">
          <ac:chgData name="Kathryn Clark (Astrea Central)" userId="d0e16b62-87cd-4242-828a-2f5e276be710" providerId="ADAL" clId="{2E4B42CF-5E76-4A2E-9C5A-EB3702C58194}" dt="2025-08-06T14:03:33.317" v="10739"/>
          <ac:graphicFrameMkLst>
            <pc:docMk/>
            <pc:sldMk cId="867898405" sldId="2755"/>
            <ac:graphicFrameMk id="3" creationId="{8FADF4AF-8969-C2D5-CABF-A80157CC02E9}"/>
          </ac:graphicFrameMkLst>
        </pc:graphicFrameChg>
      </pc:sldChg>
      <pc:sldChg chg="del">
        <pc:chgData name="Kathryn Clark (Astrea Central)" userId="d0e16b62-87cd-4242-828a-2f5e276be710" providerId="ADAL" clId="{2E4B42CF-5E76-4A2E-9C5A-EB3702C58194}" dt="2025-08-04T14:46:01.942" v="70" actId="47"/>
        <pc:sldMkLst>
          <pc:docMk/>
          <pc:sldMk cId="4278620915" sldId="2755"/>
        </pc:sldMkLst>
      </pc:sldChg>
      <pc:sldChg chg="addSp delSp modSp new del mod">
        <pc:chgData name="Kathryn Clark (Astrea Central)" userId="d0e16b62-87cd-4242-828a-2f5e276be710" providerId="ADAL" clId="{2E4B42CF-5E76-4A2E-9C5A-EB3702C58194}" dt="2025-08-06T14:07:40.482" v="10842" actId="47"/>
        <pc:sldMkLst>
          <pc:docMk/>
          <pc:sldMk cId="961119317" sldId="2756"/>
        </pc:sldMkLst>
      </pc:sldChg>
      <pc:sldChg chg="del">
        <pc:chgData name="Kathryn Clark (Astrea Central)" userId="d0e16b62-87cd-4242-828a-2f5e276be710" providerId="ADAL" clId="{2E4B42CF-5E76-4A2E-9C5A-EB3702C58194}" dt="2025-08-04T14:46:01.942" v="70" actId="47"/>
        <pc:sldMkLst>
          <pc:docMk/>
          <pc:sldMk cId="3777841971" sldId="2756"/>
        </pc:sldMkLst>
      </pc:sldChg>
      <pc:sldChg chg="del">
        <pc:chgData name="Kathryn Clark (Astrea Central)" userId="d0e16b62-87cd-4242-828a-2f5e276be710" providerId="ADAL" clId="{2E4B42CF-5E76-4A2E-9C5A-EB3702C58194}" dt="2025-08-04T14:45:37.955" v="68" actId="47"/>
        <pc:sldMkLst>
          <pc:docMk/>
          <pc:sldMk cId="4207511937" sldId="2757"/>
        </pc:sldMkLst>
      </pc:sldChg>
      <pc:sldChg chg="del">
        <pc:chgData name="Kathryn Clark (Astrea Central)" userId="d0e16b62-87cd-4242-828a-2f5e276be710" providerId="ADAL" clId="{2E4B42CF-5E76-4A2E-9C5A-EB3702C58194}" dt="2025-08-04T14:45:37.955" v="68" actId="47"/>
        <pc:sldMkLst>
          <pc:docMk/>
          <pc:sldMk cId="4129393176" sldId="2758"/>
        </pc:sldMkLst>
      </pc:sldChg>
      <pc:sldChg chg="del">
        <pc:chgData name="Kathryn Clark (Astrea Central)" userId="d0e16b62-87cd-4242-828a-2f5e276be710" providerId="ADAL" clId="{2E4B42CF-5E76-4A2E-9C5A-EB3702C58194}" dt="2025-08-04T14:45:37.955" v="68" actId="47"/>
        <pc:sldMkLst>
          <pc:docMk/>
          <pc:sldMk cId="2561133856" sldId="2765"/>
        </pc:sldMkLst>
      </pc:sldChg>
      <pc:sldChg chg="del">
        <pc:chgData name="Kathryn Clark (Astrea Central)" userId="d0e16b62-87cd-4242-828a-2f5e276be710" providerId="ADAL" clId="{2E4B42CF-5E76-4A2E-9C5A-EB3702C58194}" dt="2025-08-04T14:45:37.955" v="68" actId="47"/>
        <pc:sldMkLst>
          <pc:docMk/>
          <pc:sldMk cId="128374997" sldId="2766"/>
        </pc:sldMkLst>
      </pc:sldChg>
      <pc:sldChg chg="del">
        <pc:chgData name="Kathryn Clark (Astrea Central)" userId="d0e16b62-87cd-4242-828a-2f5e276be710" providerId="ADAL" clId="{2E4B42CF-5E76-4A2E-9C5A-EB3702C58194}" dt="2025-08-04T14:45:37.955" v="68" actId="47"/>
        <pc:sldMkLst>
          <pc:docMk/>
          <pc:sldMk cId="3507381526" sldId="2767"/>
        </pc:sldMkLst>
      </pc:sldChg>
      <pc:sldChg chg="del">
        <pc:chgData name="Kathryn Clark (Astrea Central)" userId="d0e16b62-87cd-4242-828a-2f5e276be710" providerId="ADAL" clId="{2E4B42CF-5E76-4A2E-9C5A-EB3702C58194}" dt="2025-08-04T14:45:37.955" v="68" actId="47"/>
        <pc:sldMkLst>
          <pc:docMk/>
          <pc:sldMk cId="2592245757" sldId="2768"/>
        </pc:sldMkLst>
      </pc:sldChg>
      <pc:sldChg chg="del">
        <pc:chgData name="Kathryn Clark (Astrea Central)" userId="d0e16b62-87cd-4242-828a-2f5e276be710" providerId="ADAL" clId="{2E4B42CF-5E76-4A2E-9C5A-EB3702C58194}" dt="2025-08-04T14:46:01.942" v="70" actId="47"/>
        <pc:sldMkLst>
          <pc:docMk/>
          <pc:sldMk cId="3575009653" sldId="2769"/>
        </pc:sldMkLst>
      </pc:sldChg>
      <pc:sldChg chg="del">
        <pc:chgData name="Kathryn Clark (Astrea Central)" userId="d0e16b62-87cd-4242-828a-2f5e276be710" providerId="ADAL" clId="{2E4B42CF-5E76-4A2E-9C5A-EB3702C58194}" dt="2025-08-04T14:45:37.955" v="68" actId="47"/>
        <pc:sldMkLst>
          <pc:docMk/>
          <pc:sldMk cId="2394020783" sldId="2770"/>
        </pc:sldMkLst>
      </pc:sldChg>
      <pc:sldChg chg="del">
        <pc:chgData name="Kathryn Clark (Astrea Central)" userId="d0e16b62-87cd-4242-828a-2f5e276be710" providerId="ADAL" clId="{2E4B42CF-5E76-4A2E-9C5A-EB3702C58194}" dt="2025-08-04T14:45:31.804" v="67" actId="47"/>
        <pc:sldMkLst>
          <pc:docMk/>
          <pc:sldMk cId="2915799323" sldId="2771"/>
        </pc:sldMkLst>
      </pc:sldChg>
      <pc:sldChg chg="del">
        <pc:chgData name="Kathryn Clark (Astrea Central)" userId="d0e16b62-87cd-4242-828a-2f5e276be710" providerId="ADAL" clId="{2E4B42CF-5E76-4A2E-9C5A-EB3702C58194}" dt="2025-08-04T14:46:08.525" v="71" actId="47"/>
        <pc:sldMkLst>
          <pc:docMk/>
          <pc:sldMk cId="303439746" sldId="2772"/>
        </pc:sldMkLst>
      </pc:sldChg>
      <pc:sldChg chg="del">
        <pc:chgData name="Kathryn Clark (Astrea Central)" userId="d0e16b62-87cd-4242-828a-2f5e276be710" providerId="ADAL" clId="{2E4B42CF-5E76-4A2E-9C5A-EB3702C58194}" dt="2025-08-04T14:46:08.525" v="71" actId="47"/>
        <pc:sldMkLst>
          <pc:docMk/>
          <pc:sldMk cId="2572332978" sldId="2773"/>
        </pc:sldMkLst>
      </pc:sldChg>
      <pc:sldChg chg="del">
        <pc:chgData name="Kathryn Clark (Astrea Central)" userId="d0e16b62-87cd-4242-828a-2f5e276be710" providerId="ADAL" clId="{2E4B42CF-5E76-4A2E-9C5A-EB3702C58194}" dt="2025-08-04T14:46:08.525" v="71" actId="47"/>
        <pc:sldMkLst>
          <pc:docMk/>
          <pc:sldMk cId="2497437870" sldId="27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E2E22F-8037-4E73-996F-59D4E5C2D900}" type="datetimeFigureOut">
              <a:rPr lang="en-GB" smtClean="0"/>
              <a:t>20/08/2025</a:t>
            </a:fld>
            <a:endParaRPr lang="en-GB"/>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64EA30-B88E-4542-8A78-DB28F8B408FF}" type="slidenum">
              <a:rPr lang="en-GB" smtClean="0"/>
              <a:t>‹#›</a:t>
            </a:fld>
            <a:endParaRPr lang="en-GB"/>
          </a:p>
        </p:txBody>
      </p:sp>
    </p:spTree>
    <p:extLst>
      <p:ext uri="{BB962C8B-B14F-4D97-AF65-F5344CB8AC3E}">
        <p14:creationId xmlns:p14="http://schemas.microsoft.com/office/powerpoint/2010/main" val="805742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66759-5CE2-A558-1C29-66677D277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D356A-2830-A681-A334-3E9C5B9BC3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198AD2-410A-0285-7CCD-B2EE1B2F249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5A8DCA6-D2B5-016C-0612-39DAC35BF6F7}"/>
              </a:ext>
            </a:extLst>
          </p:cNvPr>
          <p:cNvSpPr>
            <a:spLocks noGrp="1"/>
          </p:cNvSpPr>
          <p:nvPr>
            <p:ph type="sldNum" sz="quarter" idx="10"/>
          </p:nvPr>
        </p:nvSpPr>
        <p:spPr/>
        <p:txBody>
          <a:bodyPr/>
          <a:lstStyle/>
          <a:p>
            <a:fld id="{6C24A783-C653-C444-A1FE-7D3BC73388DB}" type="slidenum">
              <a:rPr lang="en-GB" smtClean="0"/>
              <a:t>1</a:t>
            </a:fld>
            <a:endParaRPr lang="en-GB"/>
          </a:p>
        </p:txBody>
      </p:sp>
    </p:spTree>
    <p:extLst>
      <p:ext uri="{BB962C8B-B14F-4D97-AF65-F5344CB8AC3E}">
        <p14:creationId xmlns:p14="http://schemas.microsoft.com/office/powerpoint/2010/main" val="3297069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B6F2D-6352-591E-B060-297B37DC3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B11CEA-D3FE-4D0E-667E-7380EDD11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414EF8-B756-0263-3371-BDA73165FD2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8E96750-4220-35E3-6654-240588A62962}"/>
              </a:ext>
            </a:extLst>
          </p:cNvPr>
          <p:cNvSpPr>
            <a:spLocks noGrp="1"/>
          </p:cNvSpPr>
          <p:nvPr>
            <p:ph type="sldNum" sz="quarter" idx="10"/>
          </p:nvPr>
        </p:nvSpPr>
        <p:spPr/>
        <p:txBody>
          <a:bodyPr/>
          <a:lstStyle/>
          <a:p>
            <a:fld id="{6C24A783-C653-C444-A1FE-7D3BC73388DB}" type="slidenum">
              <a:rPr lang="en-GB" smtClean="0"/>
              <a:t>2</a:t>
            </a:fld>
            <a:endParaRPr lang="en-GB"/>
          </a:p>
        </p:txBody>
      </p:sp>
    </p:spTree>
    <p:extLst>
      <p:ext uri="{BB962C8B-B14F-4D97-AF65-F5344CB8AC3E}">
        <p14:creationId xmlns:p14="http://schemas.microsoft.com/office/powerpoint/2010/main" val="1386810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4</a:t>
            </a:fld>
            <a:endParaRPr lang="en-GB"/>
          </a:p>
        </p:txBody>
      </p:sp>
    </p:spTree>
    <p:extLst>
      <p:ext uri="{BB962C8B-B14F-4D97-AF65-F5344CB8AC3E}">
        <p14:creationId xmlns:p14="http://schemas.microsoft.com/office/powerpoint/2010/main" val="2717790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C90DE-7F01-670F-AFA4-DE2456B8B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23718-D6CA-6688-54C9-92506DD7B9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22D66-A5A9-0B33-AEE8-EF63B344F6B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B7554A5-DAF9-AE42-F22A-2DF6B3BFB7EB}"/>
              </a:ext>
            </a:extLst>
          </p:cNvPr>
          <p:cNvSpPr>
            <a:spLocks noGrp="1"/>
          </p:cNvSpPr>
          <p:nvPr>
            <p:ph type="sldNum" sz="quarter" idx="10"/>
          </p:nvPr>
        </p:nvSpPr>
        <p:spPr/>
        <p:txBody>
          <a:bodyPr/>
          <a:lstStyle/>
          <a:p>
            <a:fld id="{6C24A783-C653-C444-A1FE-7D3BC73388DB}" type="slidenum">
              <a:rPr lang="en-GB" smtClean="0"/>
              <a:t>11</a:t>
            </a:fld>
            <a:endParaRPr lang="en-GB"/>
          </a:p>
        </p:txBody>
      </p:sp>
    </p:spTree>
    <p:extLst>
      <p:ext uri="{BB962C8B-B14F-4D97-AF65-F5344CB8AC3E}">
        <p14:creationId xmlns:p14="http://schemas.microsoft.com/office/powerpoint/2010/main" val="2857944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980D11F-BD83-4DFE-B0FB-ADB58F21858F}" type="slidenum">
              <a:rPr lang="en-GB" smtClean="0"/>
              <a:t>18</a:t>
            </a:fld>
            <a:endParaRPr lang="en-GB"/>
          </a:p>
        </p:txBody>
      </p:sp>
    </p:spTree>
    <p:extLst>
      <p:ext uri="{BB962C8B-B14F-4D97-AF65-F5344CB8AC3E}">
        <p14:creationId xmlns:p14="http://schemas.microsoft.com/office/powerpoint/2010/main" val="3090834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5DDED-7A7B-CA88-BC32-D963D03E5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8100F-D048-64FA-7869-C0460C1BF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86246-E8E0-010C-5EDE-C772D5C1406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E0E8EE3-F654-C445-5E0F-E06BBDF3979A}"/>
              </a:ext>
            </a:extLst>
          </p:cNvPr>
          <p:cNvSpPr>
            <a:spLocks noGrp="1"/>
          </p:cNvSpPr>
          <p:nvPr>
            <p:ph type="sldNum" sz="quarter" idx="5"/>
          </p:nvPr>
        </p:nvSpPr>
        <p:spPr/>
        <p:txBody>
          <a:bodyPr/>
          <a:lstStyle/>
          <a:p>
            <a:fld id="{4980D11F-BD83-4DFE-B0FB-ADB58F21858F}" type="slidenum">
              <a:rPr lang="en-GB" smtClean="0"/>
              <a:t>19</a:t>
            </a:fld>
            <a:endParaRPr lang="en-GB"/>
          </a:p>
        </p:txBody>
      </p:sp>
    </p:spTree>
    <p:extLst>
      <p:ext uri="{BB962C8B-B14F-4D97-AF65-F5344CB8AC3E}">
        <p14:creationId xmlns:p14="http://schemas.microsoft.com/office/powerpoint/2010/main" val="2903426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BD836-B8F9-7474-1D82-7AAB74D4A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BD1D0-9E23-C025-FA26-2A41CB5B96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ECDBF-3FE3-4E3C-DD88-2D8E034971A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5202AA4-310A-59C4-9528-3C418B3A1283}"/>
              </a:ext>
            </a:extLst>
          </p:cNvPr>
          <p:cNvSpPr>
            <a:spLocks noGrp="1"/>
          </p:cNvSpPr>
          <p:nvPr>
            <p:ph type="sldNum" sz="quarter" idx="5"/>
          </p:nvPr>
        </p:nvSpPr>
        <p:spPr/>
        <p:txBody>
          <a:bodyPr/>
          <a:lstStyle/>
          <a:p>
            <a:fld id="{4980D11F-BD83-4DFE-B0FB-ADB58F21858F}" type="slidenum">
              <a:rPr lang="en-GB" smtClean="0"/>
              <a:t>21</a:t>
            </a:fld>
            <a:endParaRPr lang="en-GB"/>
          </a:p>
        </p:txBody>
      </p:sp>
    </p:spTree>
    <p:extLst>
      <p:ext uri="{BB962C8B-B14F-4D97-AF65-F5344CB8AC3E}">
        <p14:creationId xmlns:p14="http://schemas.microsoft.com/office/powerpoint/2010/main" val="6336614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60A14-751E-536E-8C56-FC1D8732F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4B8CE-5C15-42EC-9E86-742773C93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30A3D2-38F0-6971-AB7C-F0F1645044B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D29F99D-6797-1C09-3FF9-6CC2827AE8AE}"/>
              </a:ext>
            </a:extLst>
          </p:cNvPr>
          <p:cNvSpPr>
            <a:spLocks noGrp="1"/>
          </p:cNvSpPr>
          <p:nvPr>
            <p:ph type="sldNum" sz="quarter" idx="5"/>
          </p:nvPr>
        </p:nvSpPr>
        <p:spPr/>
        <p:txBody>
          <a:bodyPr/>
          <a:lstStyle/>
          <a:p>
            <a:fld id="{4980D11F-BD83-4DFE-B0FB-ADB58F21858F}" type="slidenum">
              <a:rPr lang="en-GB" smtClean="0"/>
              <a:t>23</a:t>
            </a:fld>
            <a:endParaRPr lang="en-GB"/>
          </a:p>
        </p:txBody>
      </p:sp>
    </p:spTree>
    <p:extLst>
      <p:ext uri="{BB962C8B-B14F-4D97-AF65-F5344CB8AC3E}">
        <p14:creationId xmlns:p14="http://schemas.microsoft.com/office/powerpoint/2010/main" val="2744964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24</a:t>
            </a:fld>
            <a:endParaRPr lang="en-GB"/>
          </a:p>
        </p:txBody>
      </p:sp>
    </p:spTree>
    <p:extLst>
      <p:ext uri="{BB962C8B-B14F-4D97-AF65-F5344CB8AC3E}">
        <p14:creationId xmlns:p14="http://schemas.microsoft.com/office/powerpoint/2010/main" val="1845643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F32C9-16D5-AEE6-C9A5-84685FF89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16646-4CBD-E6C1-983E-EFF8A77C1B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F5A440-3E09-034F-A82C-052BA40E9CB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6D99BC3-04A8-3923-4165-EFB1B66550E4}"/>
              </a:ext>
            </a:extLst>
          </p:cNvPr>
          <p:cNvSpPr>
            <a:spLocks noGrp="1"/>
          </p:cNvSpPr>
          <p:nvPr>
            <p:ph type="sldNum" sz="quarter" idx="10"/>
          </p:nvPr>
        </p:nvSpPr>
        <p:spPr/>
        <p:txBody>
          <a:bodyPr/>
          <a:lstStyle/>
          <a:p>
            <a:fld id="{6C24A783-C653-C444-A1FE-7D3BC73388DB}" type="slidenum">
              <a:rPr lang="en-GB" smtClean="0"/>
              <a:t>29</a:t>
            </a:fld>
            <a:endParaRPr lang="en-GB"/>
          </a:p>
        </p:txBody>
      </p:sp>
    </p:spTree>
    <p:extLst>
      <p:ext uri="{BB962C8B-B14F-4D97-AF65-F5344CB8AC3E}">
        <p14:creationId xmlns:p14="http://schemas.microsoft.com/office/powerpoint/2010/main" val="2070005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4EA30-B88E-4542-8A78-DB28F8B408FF}" type="slidenum">
              <a:rPr lang="en-GB" smtClean="0"/>
              <a:t>38</a:t>
            </a:fld>
            <a:endParaRPr lang="en-GB"/>
          </a:p>
        </p:txBody>
      </p:sp>
    </p:spTree>
    <p:extLst>
      <p:ext uri="{BB962C8B-B14F-4D97-AF65-F5344CB8AC3E}">
        <p14:creationId xmlns:p14="http://schemas.microsoft.com/office/powerpoint/2010/main" val="2485621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A621B172-0278-4771-B1CD-92D30C432896}" type="datetimeFigureOut">
              <a:rPr lang="en-GB" smtClean="0"/>
              <a:t>20/08/2025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3243348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21B172-0278-4771-B1CD-92D30C432896}" type="datetimeFigureOut">
              <a:rPr lang="en-GB" smtClean="0"/>
              <a:t>20/08/2025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3913219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621B172-0278-4771-B1CD-92D30C432896}" type="datetimeFigureOut">
              <a:rPr lang="en-GB" smtClean="0"/>
              <a:t>20/08/2025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1462660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621B172-0278-4771-B1CD-92D30C432896}" type="datetimeFigureOut">
              <a:rPr lang="en-GB" smtClean="0"/>
              <a:t>20/08/2025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1143768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621B172-0278-4771-B1CD-92D30C432896}" type="datetimeFigureOut">
              <a:rPr lang="en-GB" smtClean="0"/>
              <a:t>20/08/2025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593327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621B172-0278-4771-B1CD-92D30C432896}" type="datetimeFigureOut">
              <a:rPr lang="en-GB" smtClean="0"/>
              <a:t>20/08/2025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857763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21B172-0278-4771-B1CD-92D30C432896}" type="datetimeFigureOut">
              <a:rPr lang="en-GB" smtClean="0"/>
              <a:t>20/08/2025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3210842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A621B172-0278-4771-B1CD-92D30C432896}" type="datetimeFigureOut">
              <a:rPr lang="en-GB" smtClean="0"/>
              <a:t>20/08/2025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4243480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A621B172-0278-4771-B1CD-92D30C432896}" type="datetimeFigureOut">
              <a:rPr lang="en-GB" smtClean="0"/>
              <a:t>20/08/2025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3862049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21B172-0278-4771-B1CD-92D30C432896}" type="datetimeFigureOut">
              <a:rPr lang="en-GB" smtClean="0"/>
              <a:t>20/08/2025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3706341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21B172-0278-4771-B1CD-92D30C432896}" type="datetimeFigureOut">
              <a:rPr lang="en-GB" smtClean="0"/>
              <a:t>20/08/2025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73802B-DDA3-4EE6-A2A8-632B972C4484}" type="slidenum">
              <a:rPr lang="en-GB" smtClean="0"/>
              <a:t>‹#›</a:t>
            </a:fld>
            <a:endParaRPr lang="en-GB"/>
          </a:p>
        </p:txBody>
      </p:sp>
    </p:spTree>
    <p:extLst>
      <p:ext uri="{BB962C8B-B14F-4D97-AF65-F5344CB8AC3E}">
        <p14:creationId xmlns:p14="http://schemas.microsoft.com/office/powerpoint/2010/main" val="1293259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A621B172-0278-4771-B1CD-92D30C432896}" type="datetimeFigureOut">
              <a:rPr lang="en-GB" smtClean="0"/>
              <a:t>20/08/2025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E873802B-DDA3-4EE6-A2A8-632B972C4484}" type="slidenum">
              <a:rPr lang="en-GB" smtClean="0"/>
              <a:t>‹#›</a:t>
            </a:fld>
            <a:endParaRPr lang="en-GB"/>
          </a:p>
        </p:txBody>
      </p:sp>
    </p:spTree>
    <p:extLst>
      <p:ext uri="{BB962C8B-B14F-4D97-AF65-F5344CB8AC3E}">
        <p14:creationId xmlns:p14="http://schemas.microsoft.com/office/powerpoint/2010/main" val="5925746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1.png"/><Relationship Id="rId7" Type="http://schemas.openxmlformats.org/officeDocument/2006/relationships/image" Target="../media/image3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4.png"/><Relationship Id="rId4" Type="http://schemas.openxmlformats.org/officeDocument/2006/relationships/image" Target="../media/image27.png"/><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6.png"/><Relationship Id="rId7" Type="http://schemas.openxmlformats.org/officeDocument/2006/relationships/image" Target="../media/image32.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29.png"/><Relationship Id="rId10" Type="http://schemas.openxmlformats.org/officeDocument/2006/relationships/image" Target="../media/image35.png"/><Relationship Id="rId4" Type="http://schemas.openxmlformats.org/officeDocument/2006/relationships/image" Target="../media/image28.png"/><Relationship Id="rId9" Type="http://schemas.openxmlformats.org/officeDocument/2006/relationships/image" Target="../media/image34.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36.png"/><Relationship Id="rId7" Type="http://schemas.openxmlformats.org/officeDocument/2006/relationships/image" Target="../media/image44.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10" Type="http://schemas.openxmlformats.org/officeDocument/2006/relationships/image" Target="../media/image46.png"/><Relationship Id="rId4" Type="http://schemas.openxmlformats.org/officeDocument/2006/relationships/image" Target="../media/image2.png"/><Relationship Id="rId9" Type="http://schemas.openxmlformats.org/officeDocument/2006/relationships/image" Target="../media/image37.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9.png"/><Relationship Id="rId7" Type="http://schemas.openxmlformats.org/officeDocument/2006/relationships/image" Target="../media/image22.png"/><Relationship Id="rId12" Type="http://schemas.openxmlformats.org/officeDocument/2006/relationships/image" Target="../media/image47.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3.png"/><Relationship Id="rId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41.png"/><Relationship Id="rId9" Type="http://schemas.openxmlformats.org/officeDocument/2006/relationships/image" Target="../media/image51.png"/></Relationships>
</file>

<file path=ppt/slides/_rels/slide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55.jpeg"/><Relationship Id="rId2" Type="http://schemas.openxmlformats.org/officeDocument/2006/relationships/image" Target="../media/image52.jpeg"/><Relationship Id="rId1" Type="http://schemas.openxmlformats.org/officeDocument/2006/relationships/slideLayout" Target="../slideLayouts/slideLayout7.xml"/><Relationship Id="rId6" Type="http://schemas.openxmlformats.org/officeDocument/2006/relationships/image" Target="../media/image63.png"/><Relationship Id="rId11" Type="http://schemas.openxmlformats.org/officeDocument/2006/relationships/image" Target="../media/image58.jpeg"/><Relationship Id="rId5" Type="http://schemas.openxmlformats.org/officeDocument/2006/relationships/image" Target="../media/image54.jpeg"/><Relationship Id="rId10" Type="http://schemas.openxmlformats.org/officeDocument/2006/relationships/image" Target="../media/image57.jpeg"/><Relationship Id="rId4" Type="http://schemas.openxmlformats.org/officeDocument/2006/relationships/image" Target="../media/image53.jpeg"/><Relationship Id="rId9" Type="http://schemas.openxmlformats.org/officeDocument/2006/relationships/image" Target="../media/image56.jpeg"/></Relationships>
</file>

<file path=ppt/slides/_rels/slide1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1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1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75.png"/><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1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64.png"/><Relationship Id="rId4" Type="http://schemas.openxmlformats.org/officeDocument/2006/relationships/image" Target="../media/image62.png"/></Relationships>
</file>

<file path=ppt/slides/_rels/slide16.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69.jpeg"/><Relationship Id="rId2"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68.jpeg"/><Relationship Id="rId5" Type="http://schemas.openxmlformats.org/officeDocument/2006/relationships/image" Target="../media/image83.png"/><Relationship Id="rId4" Type="http://schemas.openxmlformats.org/officeDocument/2006/relationships/image" Target="../media/image82.png"/></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86.png"/><Relationship Id="rId1" Type="http://schemas.openxmlformats.org/officeDocument/2006/relationships/slideLayout" Target="../slideLayouts/slideLayout7.xml"/><Relationship Id="rId5" Type="http://schemas.openxmlformats.org/officeDocument/2006/relationships/image" Target="../media/image89.png"/><Relationship Id="rId4" Type="http://schemas.openxmlformats.org/officeDocument/2006/relationships/image" Target="../media/image74.png"/></Relationships>
</file>

<file path=ppt/slides/_rels/slide1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image" Target="../media/image79.png"/></Relationships>
</file>

<file path=ppt/slides/_rels/slide2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59.png"/><Relationship Id="rId1" Type="http://schemas.openxmlformats.org/officeDocument/2006/relationships/slideLayout" Target="../slideLayouts/slideLayout7.xml"/><Relationship Id="rId5" Type="http://schemas.openxmlformats.org/officeDocument/2006/relationships/image" Target="../media/image95.png"/><Relationship Id="rId4" Type="http://schemas.openxmlformats.org/officeDocument/2006/relationships/image" Target="../media/image94.png"/></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7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81.png"/><Relationship Id="rId4" Type="http://schemas.openxmlformats.org/officeDocument/2006/relationships/image" Target="../media/image96.png"/></Relationships>
</file>

<file path=ppt/slides/_rels/slide2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00.png"/><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2.png"/></Relationships>
</file>

<file path=ppt/slides/_rels/slide2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7.xml"/><Relationship Id="rId5" Type="http://schemas.openxmlformats.org/officeDocument/2006/relationships/image" Target="../media/image85.png"/><Relationship Id="rId4" Type="http://schemas.openxmlformats.org/officeDocument/2006/relationships/image" Target="../media/image107.png"/></Relationships>
</file>

<file path=ppt/slides/_rels/slide27.xml.rels><?xml version="1.0" encoding="UTF-8" standalone="yes"?>
<Relationships xmlns="http://schemas.openxmlformats.org/package/2006/relationships"><Relationship Id="rId8" Type="http://schemas.openxmlformats.org/officeDocument/2006/relationships/image" Target="../media/image89.jpeg"/><Relationship Id="rId3" Type="http://schemas.openxmlformats.org/officeDocument/2006/relationships/image" Target="../media/image110.png"/><Relationship Id="rId7" Type="http://schemas.openxmlformats.org/officeDocument/2006/relationships/image" Target="../media/image88.jpeg"/><Relationship Id="rId2" Type="http://schemas.openxmlformats.org/officeDocument/2006/relationships/image" Target="../media/image109.png"/><Relationship Id="rId1" Type="http://schemas.openxmlformats.org/officeDocument/2006/relationships/slideLayout" Target="../slideLayouts/slideLayout7.xml"/><Relationship Id="rId6" Type="http://schemas.openxmlformats.org/officeDocument/2006/relationships/image" Target="../media/image87.jpeg"/><Relationship Id="rId5" Type="http://schemas.openxmlformats.org/officeDocument/2006/relationships/image" Target="../media/image112.png"/><Relationship Id="rId4" Type="http://schemas.openxmlformats.org/officeDocument/2006/relationships/image" Target="../media/image86.jpeg"/></Relationships>
</file>

<file path=ppt/slides/_rels/slide28.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116.png"/><Relationship Id="rId1" Type="http://schemas.openxmlformats.org/officeDocument/2006/relationships/slideLayout" Target="../slideLayouts/slideLayout7.xml"/><Relationship Id="rId5" Type="http://schemas.openxmlformats.org/officeDocument/2006/relationships/image" Target="../media/image91.jpeg"/><Relationship Id="rId4" Type="http://schemas.openxmlformats.org/officeDocument/2006/relationships/image" Target="../media/image90.jpeg"/></Relationships>
</file>

<file path=ppt/slides/_rels/slide2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121.pn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2.png"/><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32.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125.png"/><Relationship Id="rId1" Type="http://schemas.openxmlformats.org/officeDocument/2006/relationships/slideLayout" Target="../slideLayouts/slideLayout7.xml"/><Relationship Id="rId5" Type="http://schemas.openxmlformats.org/officeDocument/2006/relationships/image" Target="../media/image128.png"/><Relationship Id="rId4" Type="http://schemas.openxmlformats.org/officeDocument/2006/relationships/image" Target="../media/image93.jpeg"/></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9.png"/><Relationship Id="rId1" Type="http://schemas.openxmlformats.org/officeDocument/2006/relationships/slideLayout" Target="../slideLayouts/slideLayout7.xml"/><Relationship Id="rId4" Type="http://schemas.openxmlformats.org/officeDocument/2006/relationships/image" Target="../media/image97.png"/></Relationships>
</file>

<file path=ppt/slides/_rels/slide3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 Id="rId5" Type="http://schemas.openxmlformats.org/officeDocument/2006/relationships/image" Target="../media/image74.png"/><Relationship Id="rId4" Type="http://schemas.openxmlformats.org/officeDocument/2006/relationships/image" Target="../media/image132.png"/></Relationships>
</file>

<file path=ppt/slides/_rels/slide36.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5.png"/><Relationship Id="rId7" Type="http://schemas.openxmlformats.org/officeDocument/2006/relationships/image" Target="../media/image138.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99.jpeg"/><Relationship Id="rId11" Type="http://schemas.openxmlformats.org/officeDocument/2006/relationships/image" Target="../media/image142.png"/><Relationship Id="rId5" Type="http://schemas.openxmlformats.org/officeDocument/2006/relationships/image" Target="../media/image49.png"/><Relationship Id="rId10" Type="http://schemas.openxmlformats.org/officeDocument/2006/relationships/image" Target="../media/image141.png"/><Relationship Id="rId4" Type="http://schemas.openxmlformats.org/officeDocument/2006/relationships/image" Target="../media/image98.jpeg"/><Relationship Id="rId9" Type="http://schemas.openxmlformats.org/officeDocument/2006/relationships/image" Target="../media/image1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21705-03B5-B320-19BD-5277D13BA37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07" name="Table 106">
                <a:extLst>
                  <a:ext uri="{FF2B5EF4-FFF2-40B4-BE49-F238E27FC236}">
                    <a16:creationId xmlns:a16="http://schemas.microsoft.com/office/drawing/2014/main" id="{40A5B1E9-CE65-1489-E4AF-F2FC663D5DB3}"/>
                  </a:ext>
                </a:extLst>
              </p:cNvPr>
              <p:cNvGraphicFramePr>
                <a:graphicFrameLocks noGrp="1"/>
              </p:cNvGraphicFramePr>
              <p:nvPr>
                <p:extLst>
                  <p:ext uri="{D42A27DB-BD31-4B8C-83A1-F6EECF244321}">
                    <p14:modId xmlns:p14="http://schemas.microsoft.com/office/powerpoint/2010/main" val="1239804495"/>
                  </p:ext>
                </p:extLst>
              </p:nvPr>
            </p:nvGraphicFramePr>
            <p:xfrm>
              <a:off x="85039" y="4914989"/>
              <a:ext cx="6679740" cy="1373767"/>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4144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6930328"/>
                      </a:ext>
                    </a:extLst>
                  </a:tr>
                  <a:tr h="241442">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Write as an algebraic inequality: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825127">
                    <a:tc>
                      <a:txBody>
                        <a:bodyPr/>
                        <a:lstStyle/>
                        <a:p>
                          <a:pPr algn="ct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aseline="0" noProof="0" dirty="0">
                              <a:solidFill>
                                <a:schemeClr val="tx1"/>
                              </a:solidFill>
                            </a:rPr>
                            <a:t> is greater than </a:t>
                          </a:r>
                          <a14:m>
                            <m:oMath xmlns:m="http://schemas.openxmlformats.org/officeDocument/2006/math">
                              <m:r>
                                <a:rPr lang="en-GB" sz="1200" b="0" i="1" baseline="0" noProof="0" smtClean="0">
                                  <a:solidFill>
                                    <a:schemeClr val="tx1"/>
                                  </a:solidFill>
                                  <a:latin typeface="Cambria Math" panose="02040503050406030204" pitchFamily="18" charset="0"/>
                                </a:rPr>
                                <m:t>6</m:t>
                              </m:r>
                            </m:oMath>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m:rPr>
                                    <m:nor/>
                                  </m:rPr>
                                  <a:rPr lang="en-GB" sz="1200" baseline="0" noProof="0" smtClean="0">
                                    <a:solidFill>
                                      <a:schemeClr val="tx1"/>
                                    </a:solidFill>
                                  </a:rPr>
                                  <m:t> </m:t>
                                </m:r>
                                <m:r>
                                  <m:rPr>
                                    <m:nor/>
                                  </m:rPr>
                                  <a:rPr lang="en-GB" sz="1200" baseline="0" noProof="0" smtClean="0">
                                    <a:solidFill>
                                      <a:schemeClr val="tx1"/>
                                    </a:solidFill>
                                  </a:rPr>
                                  <m:t>is</m:t>
                                </m:r>
                                <m:r>
                                  <m:rPr>
                                    <m:nor/>
                                  </m:rPr>
                                  <a:rPr lang="en-GB" sz="1200" baseline="0" noProof="0" smtClean="0">
                                    <a:solidFill>
                                      <a:schemeClr val="tx1"/>
                                    </a:solidFill>
                                  </a:rPr>
                                  <m:t> </m:t>
                                </m:r>
                                <m:r>
                                  <m:rPr>
                                    <m:nor/>
                                  </m:rPr>
                                  <a:rPr lang="en-GB" sz="1200" b="0" i="0" baseline="0" noProof="0" smtClean="0">
                                    <a:solidFill>
                                      <a:schemeClr val="tx1"/>
                                    </a:solidFill>
                                  </a:rPr>
                                  <m:t>less</m:t>
                                </m:r>
                                <m:r>
                                  <m:rPr>
                                    <m:nor/>
                                  </m:rPr>
                                  <a:rPr lang="en-GB" sz="1200" b="0" i="0" baseline="0" noProof="0" smtClean="0">
                                    <a:solidFill>
                                      <a:schemeClr val="tx1"/>
                                    </a:solidFill>
                                  </a:rPr>
                                  <m:t> </m:t>
                                </m:r>
                                <m:r>
                                  <m:rPr>
                                    <m:nor/>
                                  </m:rPr>
                                  <a:rPr lang="en-GB" sz="1200" b="0" i="0" baseline="0" noProof="0" smtClean="0">
                                    <a:solidFill>
                                      <a:schemeClr val="tx1"/>
                                    </a:solidFill>
                                  </a:rPr>
                                  <m:t>than</m:t>
                                </m:r>
                                <m:r>
                                  <m:rPr>
                                    <m:nor/>
                                  </m:rPr>
                                  <a:rPr lang="en-GB" sz="1200" b="0" i="0" baseline="0" noProof="0" smtClean="0">
                                    <a:solidFill>
                                      <a:schemeClr val="tx1"/>
                                    </a:solidFill>
                                  </a:rPr>
                                  <m:t> </m:t>
                                </m:r>
                                <m:r>
                                  <m:rPr>
                                    <m:nor/>
                                  </m:rPr>
                                  <a:rPr lang="en-GB" sz="1200" b="0" i="0" baseline="0" noProof="0" smtClean="0">
                                    <a:solidFill>
                                      <a:schemeClr val="tx1"/>
                                    </a:solidFill>
                                  </a:rPr>
                                  <m:t>or</m:t>
                                </m:r>
                                <m:r>
                                  <m:rPr>
                                    <m:nor/>
                                  </m:rPr>
                                  <a:rPr lang="en-GB" sz="1200" b="0" i="0" baseline="0" noProof="0" smtClean="0">
                                    <a:solidFill>
                                      <a:schemeClr val="tx1"/>
                                    </a:solidFill>
                                  </a:rPr>
                                  <m:t> </m:t>
                                </m:r>
                                <m:r>
                                  <m:rPr>
                                    <m:nor/>
                                  </m:rPr>
                                  <a:rPr lang="en-GB" sz="1200" b="0" i="0" baseline="0" noProof="0" smtClean="0">
                                    <a:solidFill>
                                      <a:schemeClr val="tx1"/>
                                    </a:solidFill>
                                  </a:rPr>
                                  <m:t>equal</m:t>
                                </m:r>
                                <m:r>
                                  <m:rPr>
                                    <m:nor/>
                                  </m:rPr>
                                  <a:rPr lang="en-GB" sz="1200" b="0" i="0" baseline="0" noProof="0" smtClean="0">
                                    <a:solidFill>
                                      <a:schemeClr val="tx1"/>
                                    </a:solidFill>
                                  </a:rPr>
                                  <m:t> </m:t>
                                </m:r>
                                <m:r>
                                  <m:rPr>
                                    <m:nor/>
                                  </m:rPr>
                                  <a:rPr lang="en-GB" sz="1200" b="0" i="0" baseline="0" noProof="0" smtClean="0">
                                    <a:solidFill>
                                      <a:schemeClr val="tx1"/>
                                    </a:solidFill>
                                  </a:rPr>
                                  <m:t>to</m:t>
                                </m:r>
                                <m:r>
                                  <m:rPr>
                                    <m:nor/>
                                  </m:rPr>
                                  <a:rPr lang="en-GB" sz="1200" baseline="0" noProof="0" smtClean="0">
                                    <a:solidFill>
                                      <a:schemeClr val="tx1"/>
                                    </a:solidFill>
                                  </a:rPr>
                                  <m:t> </m:t>
                                </m:r>
                                <m:r>
                                  <a:rPr lang="en-GB" sz="1200" b="0" i="1" baseline="0" noProof="0" smtClean="0">
                                    <a:solidFill>
                                      <a:schemeClr val="tx1"/>
                                    </a:solidFill>
                                    <a:latin typeface="Cambria Math" panose="02040503050406030204" pitchFamily="18" charset="0"/>
                                  </a:rPr>
                                  <m:t>6.8</m:t>
                                </m:r>
                              </m:oMath>
                            </m:oMathPara>
                          </a14:m>
                          <a:endParaRPr lang="en-GB" sz="1200" baseline="0" noProof="0" dirty="0">
                            <a:solidFill>
                              <a:schemeClr val="tx1"/>
                            </a:solidFill>
                          </a:endParaRPr>
                        </a:p>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6 </m:t>
                                </m:r>
                                <m:r>
                                  <m:rPr>
                                    <m:nor/>
                                  </m:rPr>
                                  <a:rPr lang="en-GB" sz="1200" baseline="0" noProof="0" smtClean="0">
                                    <a:solidFill>
                                      <a:schemeClr val="tx1"/>
                                    </a:solidFill>
                                  </a:rPr>
                                  <m:t>is</m:t>
                                </m:r>
                                <m:r>
                                  <m:rPr>
                                    <m:nor/>
                                  </m:rPr>
                                  <a:rPr lang="en-GB" sz="1200" baseline="0" noProof="0" smtClean="0">
                                    <a:solidFill>
                                      <a:schemeClr val="tx1"/>
                                    </a:solidFill>
                                  </a:rPr>
                                  <m:t> </m:t>
                                </m:r>
                                <m:r>
                                  <m:rPr>
                                    <m:nor/>
                                  </m:rPr>
                                  <a:rPr lang="en-GB" sz="1200" b="0" i="0" baseline="0" noProof="0" smtClean="0">
                                    <a:solidFill>
                                      <a:schemeClr val="tx1"/>
                                    </a:solidFill>
                                  </a:rPr>
                                  <m:t>less</m:t>
                                </m:r>
                                <m:r>
                                  <m:rPr>
                                    <m:nor/>
                                  </m:rPr>
                                  <a:rPr lang="en-GB" sz="1200" b="0" i="0" baseline="0" noProof="0" smtClean="0">
                                    <a:solidFill>
                                      <a:schemeClr val="tx1"/>
                                    </a:solidFill>
                                  </a:rPr>
                                  <m:t> </m:t>
                                </m:r>
                                <m:r>
                                  <m:rPr>
                                    <m:nor/>
                                  </m:rPr>
                                  <a:rPr lang="en-GB" sz="1200" b="0" i="0" baseline="0" noProof="0" smtClean="0">
                                    <a:solidFill>
                                      <a:schemeClr val="tx1"/>
                                    </a:solidFill>
                                  </a:rPr>
                                  <m:t>than</m:t>
                                </m:r>
                                <m:r>
                                  <m:rPr>
                                    <m:nor/>
                                  </m:rPr>
                                  <a:rPr lang="en-GB" sz="1200" baseline="0" noProof="0" smtClean="0">
                                    <a:solidFill>
                                      <a:schemeClr val="tx1"/>
                                    </a:solidFill>
                                  </a:rPr>
                                  <m:t> </m:t>
                                </m:r>
                                <m:r>
                                  <a:rPr lang="en-GB" sz="1200" b="0" i="1" baseline="0" noProof="0" smtClean="0">
                                    <a:solidFill>
                                      <a:schemeClr val="tx1"/>
                                    </a:solidFill>
                                    <a:latin typeface="Cambria Math" panose="02040503050406030204" pitchFamily="18" charset="0"/>
                                  </a:rPr>
                                  <m:t>𝑥</m:t>
                                </m:r>
                              </m:oMath>
                            </m:oMathPara>
                          </a14:m>
                          <a:endParaRPr lang="en-GB" sz="1200" baseline="0" noProof="0" dirty="0">
                            <a:solidFill>
                              <a:schemeClr val="tx1"/>
                            </a:solidFill>
                          </a:endParaRPr>
                        </a:p>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07" name="Table 106">
                <a:extLst>
                  <a:ext uri="{FF2B5EF4-FFF2-40B4-BE49-F238E27FC236}">
                    <a16:creationId xmlns:a16="http://schemas.microsoft.com/office/drawing/2014/main" id="{40A5B1E9-CE65-1489-E4AF-F2FC663D5DB3}"/>
                  </a:ext>
                </a:extLst>
              </p:cNvPr>
              <p:cNvGraphicFramePr>
                <a:graphicFrameLocks noGrp="1"/>
              </p:cNvGraphicFramePr>
              <p:nvPr>
                <p:extLst>
                  <p:ext uri="{D42A27DB-BD31-4B8C-83A1-F6EECF244321}">
                    <p14:modId xmlns:p14="http://schemas.microsoft.com/office/powerpoint/2010/main" val="1239804495"/>
                  </p:ext>
                </p:extLst>
              </p:nvPr>
            </p:nvGraphicFramePr>
            <p:xfrm>
              <a:off x="85039" y="4914989"/>
              <a:ext cx="6679740" cy="1373767"/>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6930328"/>
                      </a:ext>
                    </a:extLst>
                  </a:tr>
                  <a:tr h="274320">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Write as an algebraic inequality: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8251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3" t="-66912" r="-200273" b="-147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8" t="-66912" r="-100822" b="-147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66912" r="-546" b="-1471"/>
                          </a:stretch>
                        </a:blipFill>
                      </a:tcPr>
                    </a:tc>
                    <a:extLst>
                      <a:ext uri="{0D108BD9-81ED-4DB2-BD59-A6C34878D82A}">
                        <a16:rowId xmlns:a16="http://schemas.microsoft.com/office/drawing/2014/main" val="3293625240"/>
                      </a:ext>
                    </a:extLst>
                  </a:tr>
                </a:tbl>
              </a:graphicData>
            </a:graphic>
          </p:graphicFrame>
        </mc:Fallback>
      </mc:AlternateContent>
      <p:sp>
        <p:nvSpPr>
          <p:cNvPr id="6" name="Slide Number Placeholder 5">
            <a:extLst>
              <a:ext uri="{FF2B5EF4-FFF2-40B4-BE49-F238E27FC236}">
                <a16:creationId xmlns:a16="http://schemas.microsoft.com/office/drawing/2014/main" id="{B30088B8-62F7-E693-0936-A0B0C3EAAA93}"/>
              </a:ext>
            </a:extLst>
          </p:cNvPr>
          <p:cNvSpPr>
            <a:spLocks noGrp="1"/>
          </p:cNvSpPr>
          <p:nvPr>
            <p:ph type="sldNum" sz="quarter" idx="12"/>
          </p:nvPr>
        </p:nvSpPr>
        <p:spPr>
          <a:xfrm>
            <a:off x="5296163" y="9518490"/>
            <a:ext cx="1543050" cy="527403"/>
          </a:xfrm>
        </p:spPr>
        <p:txBody>
          <a:bodyPr/>
          <a:lstStyle/>
          <a:p>
            <a:fld id="{19F1D9CC-7119-45EC-A96C-D8C0660F3AAB}" type="slidenum">
              <a:rPr lang="en-GB" noProof="0" smtClean="0">
                <a:solidFill>
                  <a:schemeClr val="tx1"/>
                </a:solidFill>
              </a:rPr>
              <a:t>1</a:t>
            </a:fld>
            <a:endParaRPr lang="en-GB" noProof="0" dirty="0">
              <a:solidFill>
                <a:schemeClr val="tx1"/>
              </a:solidFill>
            </a:endParaRPr>
          </a:p>
        </p:txBody>
      </p:sp>
      <p:sp>
        <p:nvSpPr>
          <p:cNvPr id="67" name="Rectangle 66">
            <a:extLst>
              <a:ext uri="{FF2B5EF4-FFF2-40B4-BE49-F238E27FC236}">
                <a16:creationId xmlns:a16="http://schemas.microsoft.com/office/drawing/2014/main" id="{F2923B5E-C9D8-A14A-C53E-4981A91135E9}"/>
              </a:ext>
            </a:extLst>
          </p:cNvPr>
          <p:cNvSpPr/>
          <p:nvPr/>
        </p:nvSpPr>
        <p:spPr>
          <a:xfrm>
            <a:off x="86108" y="309496"/>
            <a:ext cx="6679742" cy="14479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noProof="0" dirty="0">
              <a:solidFill>
                <a:schemeClr val="tx1"/>
              </a:solidFill>
            </a:endParaRPr>
          </a:p>
        </p:txBody>
      </p:sp>
      <p:sp>
        <p:nvSpPr>
          <p:cNvPr id="70" name="Rectangle 69">
            <a:extLst>
              <a:ext uri="{FF2B5EF4-FFF2-40B4-BE49-F238E27FC236}">
                <a16:creationId xmlns:a16="http://schemas.microsoft.com/office/drawing/2014/main" id="{4859D511-C27B-5EEA-F5F8-1A20151C196A}"/>
              </a:ext>
            </a:extLst>
          </p:cNvPr>
          <p:cNvSpPr/>
          <p:nvPr/>
        </p:nvSpPr>
        <p:spPr>
          <a:xfrm>
            <a:off x="0" y="0"/>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noProof="0" dirty="0"/>
              <a:t>Subtopic </a:t>
            </a:r>
            <a:r>
              <a:rPr lang="en-GB" b="1" dirty="0"/>
              <a:t>2:</a:t>
            </a:r>
            <a:r>
              <a:rPr lang="en-GB" b="1" noProof="0" dirty="0"/>
              <a:t> </a:t>
            </a:r>
            <a:r>
              <a:rPr lang="en-GB" b="1" noProof="0" dirty="0">
                <a:solidFill>
                  <a:schemeClr val="bg1"/>
                </a:solidFill>
              </a:rPr>
              <a:t>Understanding Inequality Notation</a:t>
            </a:r>
          </a:p>
        </p:txBody>
      </p:sp>
      <p:sp>
        <p:nvSpPr>
          <p:cNvPr id="71" name="TextBox 70">
            <a:extLst>
              <a:ext uri="{FF2B5EF4-FFF2-40B4-BE49-F238E27FC236}">
                <a16:creationId xmlns:a16="http://schemas.microsoft.com/office/drawing/2014/main" id="{7B0BE7A7-4E93-7876-9BD6-015DA8714A7D}"/>
              </a:ext>
            </a:extLst>
          </p:cNvPr>
          <p:cNvSpPr txBox="1"/>
          <p:nvPr/>
        </p:nvSpPr>
        <p:spPr>
          <a:xfrm>
            <a:off x="106780" y="667673"/>
            <a:ext cx="1399768" cy="276999"/>
          </a:xfrm>
          <a:prstGeom prst="rect">
            <a:avLst/>
          </a:prstGeom>
          <a:noFill/>
        </p:spPr>
        <p:txBody>
          <a:bodyPr wrap="square" rtlCol="0">
            <a:spAutoFit/>
          </a:bodyPr>
          <a:lstStyle/>
          <a:p>
            <a:r>
              <a:rPr lang="en-GB" sz="1200" b="1" noProof="0" dirty="0"/>
              <a:t>Objectives:</a:t>
            </a:r>
          </a:p>
        </p:txBody>
      </p:sp>
      <p:sp>
        <p:nvSpPr>
          <p:cNvPr id="72" name="TextBox 71">
            <a:extLst>
              <a:ext uri="{FF2B5EF4-FFF2-40B4-BE49-F238E27FC236}">
                <a16:creationId xmlns:a16="http://schemas.microsoft.com/office/drawing/2014/main" id="{928B4B34-655A-654A-FD98-769014A102C5}"/>
              </a:ext>
            </a:extLst>
          </p:cNvPr>
          <p:cNvSpPr txBox="1"/>
          <p:nvPr/>
        </p:nvSpPr>
        <p:spPr>
          <a:xfrm>
            <a:off x="102346" y="928488"/>
            <a:ext cx="4926854" cy="461665"/>
          </a:xfrm>
          <a:prstGeom prst="rect">
            <a:avLst/>
          </a:prstGeom>
          <a:noFill/>
        </p:spPr>
        <p:txBody>
          <a:bodyPr wrap="square" rtlCol="0">
            <a:spAutoFit/>
          </a:bodyPr>
          <a:lstStyle/>
          <a:p>
            <a:pPr marL="342900" indent="-342900">
              <a:buFont typeface="+mj-lt"/>
              <a:buAutoNum type="arabicPeriod"/>
            </a:pPr>
            <a:r>
              <a:rPr lang="en-GB" sz="1200" noProof="0" dirty="0"/>
              <a:t>To be able to read and write single-sided statements of inequality</a:t>
            </a:r>
          </a:p>
          <a:p>
            <a:pPr marL="342900" indent="-342900">
              <a:buFont typeface="+mj-lt"/>
              <a:buAutoNum type="arabicPeriod"/>
            </a:pPr>
            <a:r>
              <a:rPr lang="en-GB" sz="1200" noProof="0" dirty="0"/>
              <a:t>To be able to read and write double-sided statements of inequality</a:t>
            </a:r>
          </a:p>
        </p:txBody>
      </p:sp>
      <p:sp>
        <p:nvSpPr>
          <p:cNvPr id="73" name="TextBox 72">
            <a:extLst>
              <a:ext uri="{FF2B5EF4-FFF2-40B4-BE49-F238E27FC236}">
                <a16:creationId xmlns:a16="http://schemas.microsoft.com/office/drawing/2014/main" id="{AD50FED4-5D42-3EC0-8C99-74AD93B75F4E}"/>
              </a:ext>
            </a:extLst>
          </p:cNvPr>
          <p:cNvSpPr txBox="1"/>
          <p:nvPr/>
        </p:nvSpPr>
        <p:spPr>
          <a:xfrm>
            <a:off x="142969" y="356923"/>
            <a:ext cx="6534707" cy="276999"/>
          </a:xfrm>
          <a:prstGeom prst="rect">
            <a:avLst/>
          </a:prstGeom>
          <a:noFill/>
          <a:ln>
            <a:solidFill>
              <a:schemeClr val="tx1"/>
            </a:solidFill>
          </a:ln>
        </p:spPr>
        <p:txBody>
          <a:bodyPr wrap="square" lIns="91440" tIns="45720" rIns="91440" bIns="45720" rtlCol="0" anchor="t">
            <a:spAutoFit/>
          </a:bodyPr>
          <a:lstStyle/>
          <a:p>
            <a:pPr algn="ctr"/>
            <a:r>
              <a:rPr lang="en-GB" sz="1200" noProof="0" dirty="0"/>
              <a:t>LEARNING OUTCOME: To be able to read and write algebraic statements of inequality.</a:t>
            </a:r>
          </a:p>
        </p:txBody>
      </p:sp>
      <p:sp>
        <p:nvSpPr>
          <p:cNvPr id="74" name="TextBox 73">
            <a:extLst>
              <a:ext uri="{FF2B5EF4-FFF2-40B4-BE49-F238E27FC236}">
                <a16:creationId xmlns:a16="http://schemas.microsoft.com/office/drawing/2014/main" id="{2DF95963-56E9-34EF-DA8D-8D6427657350}"/>
              </a:ext>
            </a:extLst>
          </p:cNvPr>
          <p:cNvSpPr txBox="1"/>
          <p:nvPr/>
        </p:nvSpPr>
        <p:spPr>
          <a:xfrm>
            <a:off x="5274310" y="691981"/>
            <a:ext cx="1399767" cy="1015663"/>
          </a:xfrm>
          <a:prstGeom prst="rect">
            <a:avLst/>
          </a:prstGeom>
          <a:noFill/>
          <a:ln w="12700">
            <a:solidFill>
              <a:schemeClr val="tx1"/>
            </a:solidFill>
          </a:ln>
        </p:spPr>
        <p:txBody>
          <a:bodyPr wrap="square" rtlCol="0">
            <a:spAutoFit/>
          </a:bodyPr>
          <a:lstStyle/>
          <a:p>
            <a:r>
              <a:rPr lang="en-GB" sz="1200" b="1" u="sng" noProof="0" dirty="0"/>
              <a:t>Keywords:</a:t>
            </a:r>
            <a:endParaRPr lang="en-GB" sz="1200" noProof="0" dirty="0"/>
          </a:p>
          <a:p>
            <a:pPr marL="171450" indent="-171450">
              <a:buFontTx/>
              <a:buChar char="-"/>
            </a:pPr>
            <a:r>
              <a:rPr lang="en-GB" sz="1200" noProof="0" dirty="0"/>
              <a:t>Inequality</a:t>
            </a:r>
          </a:p>
          <a:p>
            <a:pPr marL="171450" indent="-171450">
              <a:buFontTx/>
              <a:buChar char="-"/>
            </a:pPr>
            <a:r>
              <a:rPr lang="en-GB" sz="1200" noProof="0" dirty="0"/>
              <a:t>Greater than</a:t>
            </a:r>
          </a:p>
          <a:p>
            <a:pPr marL="171450" indent="-171450">
              <a:buFontTx/>
              <a:buChar char="-"/>
            </a:pPr>
            <a:r>
              <a:rPr lang="en-GB" sz="1200" noProof="0" dirty="0"/>
              <a:t>Less than</a:t>
            </a:r>
          </a:p>
          <a:p>
            <a:pPr marL="171450" indent="-171450">
              <a:buFontTx/>
              <a:buChar char="-"/>
            </a:pPr>
            <a:r>
              <a:rPr lang="en-GB" sz="1200" noProof="0" dirty="0"/>
              <a:t>Variable</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ECDF748B-870D-BA2E-F212-1782299330E3}"/>
                  </a:ext>
                </a:extLst>
              </p:cNvPr>
              <p:cNvSpPr/>
              <p:nvPr/>
            </p:nvSpPr>
            <p:spPr>
              <a:xfrm>
                <a:off x="85040" y="1807414"/>
                <a:ext cx="6679742" cy="168866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200" b="1" noProof="0" dirty="0">
                    <a:solidFill>
                      <a:schemeClr val="tx1"/>
                    </a:solidFill>
                  </a:rPr>
                  <a:t>Introduction:</a:t>
                </a:r>
              </a:p>
              <a:p>
                <a:pPr marL="228600" indent="-228600">
                  <a:buFont typeface="+mj-lt"/>
                  <a:buAutoNum type="arabicPeriod"/>
                </a:pPr>
                <a:r>
                  <a:rPr lang="en-GB" sz="1200" noProof="0" dirty="0">
                    <a:solidFill>
                      <a:schemeClr val="tx1"/>
                    </a:solidFill>
                  </a:rPr>
                  <a:t>Equations show when two values are equal in value, using the =  symbol. </a:t>
                </a:r>
              </a:p>
              <a:p>
                <a:pPr marL="228600" indent="-228600">
                  <a:buFont typeface="+mj-lt"/>
                  <a:buAutoNum type="arabicPeriod"/>
                </a:pPr>
                <a:r>
                  <a:rPr lang="en-GB" sz="1200" noProof="0" dirty="0">
                    <a:solidFill>
                      <a:schemeClr val="tx1"/>
                    </a:solidFill>
                  </a:rPr>
                  <a:t>Inequalities, on the other  hand, show when values (numbers or expressions) are not equal — when </a:t>
                </a:r>
              </a:p>
              <a:p>
                <a:pPr marL="228600" indent="-228600">
                  <a:buFont typeface="+mj-lt"/>
                  <a:buAutoNum type="arabicPeriod"/>
                </a:pPr>
                <a:r>
                  <a:rPr lang="en-GB" sz="1200" noProof="0" dirty="0">
                    <a:solidFill>
                      <a:schemeClr val="tx1"/>
                    </a:solidFill>
                  </a:rPr>
                  <a:t>one is greater, smaller, or </a:t>
                </a:r>
                <a:r>
                  <a:rPr lang="en-GB" sz="1200" i="1" noProof="0" dirty="0">
                    <a:solidFill>
                      <a:schemeClr val="tx1"/>
                    </a:solidFill>
                  </a:rPr>
                  <a:t>possibly</a:t>
                </a:r>
                <a:r>
                  <a:rPr lang="en-GB" sz="1200" noProof="0" dirty="0">
                    <a:solidFill>
                      <a:schemeClr val="tx1"/>
                    </a:solidFill>
                  </a:rPr>
                  <a:t> equal to another.</a:t>
                </a:r>
              </a:p>
              <a:p>
                <a:pPr marL="228600" indent="-228600">
                  <a:buFont typeface="+mj-lt"/>
                  <a:buAutoNum type="arabicPeriod"/>
                </a:pPr>
                <a:r>
                  <a:rPr lang="en-GB" sz="1200" noProof="0" dirty="0">
                    <a:solidFill>
                      <a:schemeClr val="tx1"/>
                    </a:solidFill>
                  </a:rPr>
                  <a:t>In earlier years, you learned how to compare numbers using inequality symbols like &lt; and &gt; </a:t>
                </a:r>
              </a:p>
              <a:p>
                <a:pPr marL="228600" indent="-228600">
                  <a:buFont typeface="+mj-lt"/>
                  <a:buAutoNum type="arabicPeriod"/>
                </a:pPr>
                <a:r>
                  <a:rPr lang="en-GB" sz="1200" noProof="0" dirty="0">
                    <a:solidFill>
                      <a:schemeClr val="tx1"/>
                    </a:solidFill>
                  </a:rPr>
                  <a:t>e.g. </a:t>
                </a:r>
                <a14:m>
                  <m:oMath xmlns:m="http://schemas.openxmlformats.org/officeDocument/2006/math">
                    <m:r>
                      <a:rPr lang="en-GB" sz="1200" i="1" noProof="0" smtClean="0">
                        <a:solidFill>
                          <a:schemeClr val="tx1"/>
                        </a:solidFill>
                        <a:latin typeface="Cambria Math" panose="02040503050406030204" pitchFamily="18" charset="0"/>
                      </a:rPr>
                      <m:t>5&lt;10</m:t>
                    </m:r>
                  </m:oMath>
                </a14:m>
                <a:r>
                  <a:rPr lang="en-GB" sz="1200" noProof="0" dirty="0">
                    <a:solidFill>
                      <a:schemeClr val="tx1"/>
                    </a:solidFill>
                  </a:rPr>
                  <a:t>  or </a:t>
                </a:r>
                <a14:m>
                  <m:oMath xmlns:m="http://schemas.openxmlformats.org/officeDocument/2006/math">
                    <m:r>
                      <a:rPr lang="en-GB" sz="1200" i="1" noProof="0" smtClean="0">
                        <a:solidFill>
                          <a:schemeClr val="tx1"/>
                        </a:solidFill>
                        <a:latin typeface="Cambria Math" panose="02040503050406030204" pitchFamily="18" charset="0"/>
                      </a:rPr>
                      <m:t>3&gt;−4</m:t>
                    </m:r>
                  </m:oMath>
                </a14:m>
                <a:r>
                  <a:rPr lang="en-GB" sz="1200" noProof="0" dirty="0">
                    <a:solidFill>
                      <a:schemeClr val="tx1"/>
                    </a:solidFill>
                  </a:rPr>
                  <a:t>. </a:t>
                </a:r>
              </a:p>
              <a:p>
                <a:pPr marL="228600" indent="-228600">
                  <a:buFont typeface="+mj-lt"/>
                  <a:buAutoNum type="arabicPeriod"/>
                </a:pPr>
                <a:r>
                  <a:rPr lang="en-GB" sz="1200" noProof="0" dirty="0">
                    <a:solidFill>
                      <a:schemeClr val="tx1"/>
                    </a:solidFill>
                  </a:rPr>
                  <a:t>Now we will build on that knowledge by using algebra to write and understand inequalities involving</a:t>
                </a:r>
              </a:p>
              <a:p>
                <a:pPr marL="228600" indent="-228600">
                  <a:buFont typeface="+mj-lt"/>
                  <a:buAutoNum type="arabicPeriod"/>
                </a:pPr>
                <a:r>
                  <a:rPr lang="en-GB" sz="1200" noProof="0" dirty="0">
                    <a:solidFill>
                      <a:schemeClr val="tx1"/>
                    </a:solidFill>
                  </a:rPr>
                  <a:t>unknown values. You’ll learn how to read and write single and double-sided inequality statements to describe ranges of possible values, and how to list the integers that satisfy them. </a:t>
                </a:r>
              </a:p>
            </p:txBody>
          </p:sp>
        </mc:Choice>
        <mc:Fallback xmlns="">
          <p:sp>
            <p:nvSpPr>
              <p:cNvPr id="15" name="Rectangle 14">
                <a:extLst>
                  <a:ext uri="{FF2B5EF4-FFF2-40B4-BE49-F238E27FC236}">
                    <a16:creationId xmlns:a16="http://schemas.microsoft.com/office/drawing/2014/main" id="{ECDF748B-870D-BA2E-F212-1782299330E3}"/>
                  </a:ext>
                </a:extLst>
              </p:cNvPr>
              <p:cNvSpPr>
                <a:spLocks noRot="1" noChangeAspect="1" noMove="1" noResize="1" noEditPoints="1" noAdjustHandles="1" noChangeArrowheads="1" noChangeShapeType="1" noTextEdit="1"/>
              </p:cNvSpPr>
              <p:nvPr/>
            </p:nvSpPr>
            <p:spPr>
              <a:xfrm>
                <a:off x="85040" y="1807414"/>
                <a:ext cx="6679742" cy="1688661"/>
              </a:xfrm>
              <a:prstGeom prst="rect">
                <a:avLst/>
              </a:prstGeom>
              <a:blipFill>
                <a:blip r:embed="rId5"/>
                <a:stretch>
                  <a:fillRect b="-5000"/>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C8C3487B-4F54-5EE4-C263-CEA25E7A92F5}"/>
                  </a:ext>
                </a:extLst>
              </p:cNvPr>
              <p:cNvGraphicFramePr>
                <a:graphicFrameLocks noGrp="1"/>
              </p:cNvGraphicFramePr>
              <p:nvPr>
                <p:extLst>
                  <p:ext uri="{D42A27DB-BD31-4B8C-83A1-F6EECF244321}">
                    <p14:modId xmlns:p14="http://schemas.microsoft.com/office/powerpoint/2010/main" val="2001112480"/>
                  </p:ext>
                </p:extLst>
              </p:nvPr>
            </p:nvGraphicFramePr>
            <p:xfrm>
              <a:off x="85040" y="3572743"/>
              <a:ext cx="6696000" cy="841646"/>
            </p:xfrm>
            <a:graphic>
              <a:graphicData uri="http://schemas.openxmlformats.org/drawingml/2006/table">
                <a:tbl>
                  <a:tblPr firstRow="1" bandRow="1">
                    <a:tableStyleId>{5C22544A-7EE6-4342-B048-85BDC9FD1C3A}</a:tableStyleId>
                  </a:tblPr>
                  <a:tblGrid>
                    <a:gridCol w="1339200">
                      <a:extLst>
                        <a:ext uri="{9D8B030D-6E8A-4147-A177-3AD203B41FA5}">
                          <a16:colId xmlns:a16="http://schemas.microsoft.com/office/drawing/2014/main" val="1170088410"/>
                        </a:ext>
                      </a:extLst>
                    </a:gridCol>
                    <a:gridCol w="1339200">
                      <a:extLst>
                        <a:ext uri="{9D8B030D-6E8A-4147-A177-3AD203B41FA5}">
                          <a16:colId xmlns:a16="http://schemas.microsoft.com/office/drawing/2014/main" val="4138074707"/>
                        </a:ext>
                      </a:extLst>
                    </a:gridCol>
                    <a:gridCol w="1339200">
                      <a:extLst>
                        <a:ext uri="{9D8B030D-6E8A-4147-A177-3AD203B41FA5}">
                          <a16:colId xmlns:a16="http://schemas.microsoft.com/office/drawing/2014/main" val="1104679361"/>
                        </a:ext>
                      </a:extLst>
                    </a:gridCol>
                    <a:gridCol w="1339200">
                      <a:extLst>
                        <a:ext uri="{9D8B030D-6E8A-4147-A177-3AD203B41FA5}">
                          <a16:colId xmlns:a16="http://schemas.microsoft.com/office/drawing/2014/main" val="1628185090"/>
                        </a:ext>
                      </a:extLst>
                    </a:gridCol>
                    <a:gridCol w="1339200">
                      <a:extLst>
                        <a:ext uri="{9D8B030D-6E8A-4147-A177-3AD203B41FA5}">
                          <a16:colId xmlns:a16="http://schemas.microsoft.com/office/drawing/2014/main" val="3891699841"/>
                        </a:ext>
                      </a:extLst>
                    </a:gridCol>
                  </a:tblGrid>
                  <a:tr h="332871">
                    <a:tc>
                      <a:txBody>
                        <a:bodyPr/>
                        <a:lstStyle/>
                        <a:p>
                          <a:pPr algn="ctr"/>
                          <a14:m>
                            <m:oMathPara xmlns:m="http://schemas.openxmlformats.org/officeDocument/2006/math">
                              <m:oMathParaPr>
                                <m:jc m:val="centerGroup"/>
                              </m:oMathParaPr>
                              <m:oMath xmlns:m="http://schemas.openxmlformats.org/officeDocument/2006/math">
                                <m:r>
                                  <a:rPr lang="en-GB" sz="1800" b="0" i="1" noProof="0" smtClean="0">
                                    <a:solidFill>
                                      <a:schemeClr val="tx1"/>
                                    </a:solidFill>
                                    <a:latin typeface="Cambria Math" panose="02040503050406030204" pitchFamily="18" charset="0"/>
                                    <a:ea typeface="Cambria Math" panose="02040503050406030204" pitchFamily="18" charset="0"/>
                                  </a:rPr>
                                  <m:t>≠</m:t>
                                </m:r>
                              </m:oMath>
                            </m:oMathPara>
                          </a14:m>
                          <a:endParaRPr lang="en-GB" sz="1800" b="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noProof="0" smtClean="0">
                                    <a:solidFill>
                                      <a:schemeClr val="tx1"/>
                                    </a:solidFill>
                                    <a:latin typeface="Cambria Math" panose="02040503050406030204" pitchFamily="18" charset="0"/>
                                  </a:rPr>
                                  <m:t>&lt;</m:t>
                                </m:r>
                              </m:oMath>
                            </m:oMathPara>
                          </a14:m>
                          <a:endParaRPr lang="en-GB" sz="1800" b="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noProof="0" smtClean="0">
                                    <a:solidFill>
                                      <a:schemeClr val="tx1"/>
                                    </a:solidFill>
                                    <a:latin typeface="Cambria Math" panose="02040503050406030204" pitchFamily="18" charset="0"/>
                                  </a:rPr>
                                  <m:t>&gt;</m:t>
                                </m:r>
                              </m:oMath>
                            </m:oMathPara>
                          </a14:m>
                          <a:endParaRPr lang="en-GB" sz="1800" b="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noProof="0" smtClean="0">
                                    <a:solidFill>
                                      <a:schemeClr val="tx1"/>
                                    </a:solidFill>
                                    <a:latin typeface="Cambria Math" panose="02040503050406030204" pitchFamily="18" charset="0"/>
                                    <a:ea typeface="Cambria Math" panose="02040503050406030204" pitchFamily="18" charset="0"/>
                                  </a:rPr>
                                  <m:t>≤</m:t>
                                </m:r>
                              </m:oMath>
                            </m:oMathPara>
                          </a14:m>
                          <a:endParaRPr lang="en-GB" sz="1800" b="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noProof="0" smtClean="0">
                                    <a:solidFill>
                                      <a:schemeClr val="tx1"/>
                                    </a:solidFill>
                                    <a:latin typeface="Cambria Math" panose="02040503050406030204" pitchFamily="18" charset="0"/>
                                    <a:ea typeface="Cambria Math" panose="02040503050406030204" pitchFamily="18" charset="0"/>
                                  </a:rPr>
                                  <m:t>≥</m:t>
                                </m:r>
                              </m:oMath>
                            </m:oMathPara>
                          </a14:m>
                          <a:endParaRPr lang="en-GB" sz="1800" b="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957686"/>
                      </a:ext>
                    </a:extLst>
                  </a:tr>
                  <a:tr h="475886">
                    <a:tc>
                      <a:txBody>
                        <a:bodyPr/>
                        <a:lstStyle/>
                        <a:p>
                          <a:pPr algn="ctr"/>
                          <a:r>
                            <a:rPr lang="en-GB" sz="1200" b="0" noProof="0" dirty="0">
                              <a:solidFill>
                                <a:schemeClr val="tx1"/>
                              </a:solidFill>
                            </a:rPr>
                            <a:t>Not equal 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noProof="0" dirty="0">
                              <a:solidFill>
                                <a:schemeClr val="tx1"/>
                              </a:solidFill>
                            </a:rPr>
                            <a:t>Less 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noProof="0" dirty="0">
                              <a:solidFill>
                                <a:schemeClr val="tx1"/>
                              </a:solidFill>
                            </a:rPr>
                            <a:t>Greater 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noProof="0" dirty="0">
                              <a:solidFill>
                                <a:schemeClr val="tx1"/>
                              </a:solidFill>
                            </a:rPr>
                            <a:t>Less than </a:t>
                          </a:r>
                          <a:br>
                            <a:rPr lang="en-GB" sz="1200" b="0" noProof="0" dirty="0">
                              <a:solidFill>
                                <a:schemeClr val="tx1"/>
                              </a:solidFill>
                            </a:rPr>
                          </a:br>
                          <a:r>
                            <a:rPr lang="en-GB" sz="1200" b="0" u="sng" noProof="0" dirty="0">
                              <a:solidFill>
                                <a:schemeClr val="tx1"/>
                              </a:solidFill>
                            </a:rPr>
                            <a:t>or equal 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noProof="0" dirty="0">
                              <a:solidFill>
                                <a:schemeClr val="tx1"/>
                              </a:solidFill>
                            </a:rPr>
                            <a:t>Greater than </a:t>
                          </a:r>
                          <a:br>
                            <a:rPr lang="en-GB" sz="1200" b="0" noProof="0" dirty="0">
                              <a:solidFill>
                                <a:schemeClr val="tx1"/>
                              </a:solidFill>
                            </a:rPr>
                          </a:br>
                          <a:r>
                            <a:rPr lang="en-GB" sz="1200" b="0" u="sng" noProof="0" dirty="0">
                              <a:solidFill>
                                <a:schemeClr val="tx1"/>
                              </a:solidFill>
                            </a:rPr>
                            <a:t>or equal 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4613622"/>
                      </a:ext>
                    </a:extLst>
                  </a:tr>
                </a:tbl>
              </a:graphicData>
            </a:graphic>
          </p:graphicFrame>
        </mc:Choice>
        <mc:Fallback xmlns="">
          <p:graphicFrame>
            <p:nvGraphicFramePr>
              <p:cNvPr id="7" name="Table 6">
                <a:extLst>
                  <a:ext uri="{FF2B5EF4-FFF2-40B4-BE49-F238E27FC236}">
                    <a16:creationId xmlns:a16="http://schemas.microsoft.com/office/drawing/2014/main" id="{C8C3487B-4F54-5EE4-C263-CEA25E7A92F5}"/>
                  </a:ext>
                </a:extLst>
              </p:cNvPr>
              <p:cNvGraphicFramePr>
                <a:graphicFrameLocks noGrp="1"/>
              </p:cNvGraphicFramePr>
              <p:nvPr>
                <p:extLst>
                  <p:ext uri="{D42A27DB-BD31-4B8C-83A1-F6EECF244321}">
                    <p14:modId xmlns:p14="http://schemas.microsoft.com/office/powerpoint/2010/main" val="2001112480"/>
                  </p:ext>
                </p:extLst>
              </p:nvPr>
            </p:nvGraphicFramePr>
            <p:xfrm>
              <a:off x="85040" y="3572743"/>
              <a:ext cx="6696000" cy="841646"/>
            </p:xfrm>
            <a:graphic>
              <a:graphicData uri="http://schemas.openxmlformats.org/drawingml/2006/table">
                <a:tbl>
                  <a:tblPr firstRow="1" bandRow="1">
                    <a:tableStyleId>{5C22544A-7EE6-4342-B048-85BDC9FD1C3A}</a:tableStyleId>
                  </a:tblPr>
                  <a:tblGrid>
                    <a:gridCol w="1339200">
                      <a:extLst>
                        <a:ext uri="{9D8B030D-6E8A-4147-A177-3AD203B41FA5}">
                          <a16:colId xmlns:a16="http://schemas.microsoft.com/office/drawing/2014/main" val="1170088410"/>
                        </a:ext>
                      </a:extLst>
                    </a:gridCol>
                    <a:gridCol w="1339200">
                      <a:extLst>
                        <a:ext uri="{9D8B030D-6E8A-4147-A177-3AD203B41FA5}">
                          <a16:colId xmlns:a16="http://schemas.microsoft.com/office/drawing/2014/main" val="4138074707"/>
                        </a:ext>
                      </a:extLst>
                    </a:gridCol>
                    <a:gridCol w="1339200">
                      <a:extLst>
                        <a:ext uri="{9D8B030D-6E8A-4147-A177-3AD203B41FA5}">
                          <a16:colId xmlns:a16="http://schemas.microsoft.com/office/drawing/2014/main" val="1104679361"/>
                        </a:ext>
                      </a:extLst>
                    </a:gridCol>
                    <a:gridCol w="1339200">
                      <a:extLst>
                        <a:ext uri="{9D8B030D-6E8A-4147-A177-3AD203B41FA5}">
                          <a16:colId xmlns:a16="http://schemas.microsoft.com/office/drawing/2014/main" val="1628185090"/>
                        </a:ext>
                      </a:extLst>
                    </a:gridCol>
                    <a:gridCol w="1339200">
                      <a:extLst>
                        <a:ext uri="{9D8B030D-6E8A-4147-A177-3AD203B41FA5}">
                          <a16:colId xmlns:a16="http://schemas.microsoft.com/office/drawing/2014/main" val="3891699841"/>
                        </a:ext>
                      </a:extLst>
                    </a:gridCol>
                  </a:tblGrid>
                  <a:tr h="36576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55" t="-1667" r="-400909" b="-14166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455" t="-1667" r="-300909" b="-14166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455" t="-1667" r="-200909" b="-14166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00455" t="-1667" r="-100909" b="-14166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00455" t="-1667" r="-909" b="-141667"/>
                          </a:stretch>
                        </a:blipFill>
                      </a:tcPr>
                    </a:tc>
                    <a:extLst>
                      <a:ext uri="{0D108BD9-81ED-4DB2-BD59-A6C34878D82A}">
                        <a16:rowId xmlns:a16="http://schemas.microsoft.com/office/drawing/2014/main" val="4047957686"/>
                      </a:ext>
                    </a:extLst>
                  </a:tr>
                  <a:tr h="475886">
                    <a:tc>
                      <a:txBody>
                        <a:bodyPr/>
                        <a:lstStyle/>
                        <a:p>
                          <a:pPr algn="ctr"/>
                          <a:r>
                            <a:rPr lang="en-GB" sz="1200" b="0" noProof="0" dirty="0">
                              <a:solidFill>
                                <a:schemeClr val="tx1"/>
                              </a:solidFill>
                            </a:rPr>
                            <a:t>Not equal 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noProof="0" dirty="0">
                              <a:solidFill>
                                <a:schemeClr val="tx1"/>
                              </a:solidFill>
                            </a:rPr>
                            <a:t>Less 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noProof="0" dirty="0">
                              <a:solidFill>
                                <a:schemeClr val="tx1"/>
                              </a:solidFill>
                            </a:rPr>
                            <a:t>Greater 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noProof="0" dirty="0">
                              <a:solidFill>
                                <a:schemeClr val="tx1"/>
                              </a:solidFill>
                            </a:rPr>
                            <a:t>Less than </a:t>
                          </a:r>
                          <a:br>
                            <a:rPr lang="en-GB" sz="1200" b="0" noProof="0" dirty="0">
                              <a:solidFill>
                                <a:schemeClr val="tx1"/>
                              </a:solidFill>
                            </a:rPr>
                          </a:br>
                          <a:r>
                            <a:rPr lang="en-GB" sz="1200" b="0" u="sng" noProof="0" dirty="0">
                              <a:solidFill>
                                <a:schemeClr val="tx1"/>
                              </a:solidFill>
                            </a:rPr>
                            <a:t>or equal 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noProof="0" dirty="0">
                              <a:solidFill>
                                <a:schemeClr val="tx1"/>
                              </a:solidFill>
                            </a:rPr>
                            <a:t>Greater than </a:t>
                          </a:r>
                          <a:br>
                            <a:rPr lang="en-GB" sz="1200" b="0" noProof="0" dirty="0">
                              <a:solidFill>
                                <a:schemeClr val="tx1"/>
                              </a:solidFill>
                            </a:rPr>
                          </a:br>
                          <a:r>
                            <a:rPr lang="en-GB" sz="1200" b="0" u="sng" noProof="0" dirty="0">
                              <a:solidFill>
                                <a:schemeClr val="tx1"/>
                              </a:solidFill>
                            </a:rPr>
                            <a:t>or equal 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461362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33B21405-59BA-DB19-E908-30E854712788}"/>
                  </a:ext>
                </a:extLst>
              </p:cNvPr>
              <p:cNvGraphicFramePr>
                <a:graphicFrameLocks noGrp="1"/>
              </p:cNvGraphicFramePr>
              <p:nvPr>
                <p:extLst>
                  <p:ext uri="{D42A27DB-BD31-4B8C-83A1-F6EECF244321}">
                    <p14:modId xmlns:p14="http://schemas.microsoft.com/office/powerpoint/2010/main" val="3813866098"/>
                  </p:ext>
                </p:extLst>
              </p:nvPr>
            </p:nvGraphicFramePr>
            <p:xfrm>
              <a:off x="93170" y="6356579"/>
              <a:ext cx="6679740" cy="1678632"/>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4683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7015829"/>
                      </a:ext>
                    </a:extLst>
                  </a:tr>
                  <a:tr h="246836">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Describe the algebraic inequality in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1129992">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&lt;5.2</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3&gt;</m:t>
                                </m:r>
                                <m:r>
                                  <a:rPr lang="en-GB" sz="1200" b="0" i="1" baseline="0" noProof="0" smtClean="0">
                                    <a:solidFill>
                                      <a:schemeClr val="tx1"/>
                                    </a:solidFill>
                                    <a:latin typeface="Cambria Math" panose="02040503050406030204" pitchFamily="18" charset="0"/>
                                  </a:rPr>
                                  <m:t>𝑥</m:t>
                                </m:r>
                              </m:oMath>
                            </m:oMathPara>
                          </a14:m>
                          <a:endParaRPr lang="en-GB" sz="1200" baseline="0" noProof="0" dirty="0">
                            <a:solidFill>
                              <a:schemeClr val="tx1"/>
                            </a:solidFill>
                          </a:endParaRPr>
                        </a:p>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−1</m:t>
                                </m:r>
                              </m:oMath>
                            </m:oMathPara>
                          </a14:m>
                          <a:endParaRPr lang="en-GB" sz="1200" baseline="0" noProof="0" dirty="0">
                            <a:solidFill>
                              <a:schemeClr val="tx1"/>
                            </a:solidFill>
                          </a:endParaRPr>
                        </a:p>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9" name="Table 8">
                <a:extLst>
                  <a:ext uri="{FF2B5EF4-FFF2-40B4-BE49-F238E27FC236}">
                    <a16:creationId xmlns:a16="http://schemas.microsoft.com/office/drawing/2014/main" id="{33B21405-59BA-DB19-E908-30E854712788}"/>
                  </a:ext>
                </a:extLst>
              </p:cNvPr>
              <p:cNvGraphicFramePr>
                <a:graphicFrameLocks noGrp="1"/>
              </p:cNvGraphicFramePr>
              <p:nvPr>
                <p:extLst>
                  <p:ext uri="{D42A27DB-BD31-4B8C-83A1-F6EECF244321}">
                    <p14:modId xmlns:p14="http://schemas.microsoft.com/office/powerpoint/2010/main" val="3813866098"/>
                  </p:ext>
                </p:extLst>
              </p:nvPr>
            </p:nvGraphicFramePr>
            <p:xfrm>
              <a:off x="93170" y="6356579"/>
              <a:ext cx="6679740" cy="1678632"/>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7015829"/>
                      </a:ext>
                    </a:extLst>
                  </a:tr>
                  <a:tr h="274320">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Describe the algebraic inequality in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112999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73" t="-49462" r="-200273" b="-10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0548" t="-49462" r="-100822" b="-10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00000" t="-49462" r="-546" b="-1075"/>
                          </a:stretch>
                        </a:blipFill>
                      </a:tcPr>
                    </a:tc>
                    <a:extLst>
                      <a:ext uri="{0D108BD9-81ED-4DB2-BD59-A6C34878D82A}">
                        <a16:rowId xmlns:a16="http://schemas.microsoft.com/office/drawing/2014/main" val="329362524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1B4898F4-AC3A-E766-29B8-0A9B87178DB3}"/>
                  </a:ext>
                </a:extLst>
              </p:cNvPr>
              <p:cNvGraphicFramePr>
                <a:graphicFrameLocks noGrp="1"/>
              </p:cNvGraphicFramePr>
              <p:nvPr>
                <p:extLst>
                  <p:ext uri="{D42A27DB-BD31-4B8C-83A1-F6EECF244321}">
                    <p14:modId xmlns:p14="http://schemas.microsoft.com/office/powerpoint/2010/main" val="405781252"/>
                  </p:ext>
                </p:extLst>
              </p:nvPr>
            </p:nvGraphicFramePr>
            <p:xfrm>
              <a:off x="70452" y="8143960"/>
              <a:ext cx="6679740" cy="1555764"/>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5990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6930328"/>
                      </a:ext>
                    </a:extLst>
                  </a:tr>
                  <a:tr h="259903">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List five greatest or least possible integer values of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i="0" noProof="0" dirty="0">
                              <a:solidFill>
                                <a:schemeClr val="tx1"/>
                              </a:solidFill>
                            </a:rPr>
                            <a:t> if…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1007124">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&lt;5.2</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3&gt;</m:t>
                                </m:r>
                                <m:r>
                                  <a:rPr lang="en-GB" sz="1200" b="0" i="1" baseline="0" noProof="0" smtClean="0">
                                    <a:solidFill>
                                      <a:schemeClr val="tx1"/>
                                    </a:solidFill>
                                    <a:latin typeface="Cambria Math" panose="02040503050406030204" pitchFamily="18" charset="0"/>
                                  </a:rPr>
                                  <m:t>𝑥</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−1</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2" name="Table 11">
                <a:extLst>
                  <a:ext uri="{FF2B5EF4-FFF2-40B4-BE49-F238E27FC236}">
                    <a16:creationId xmlns:a16="http://schemas.microsoft.com/office/drawing/2014/main" id="{1B4898F4-AC3A-E766-29B8-0A9B87178DB3}"/>
                  </a:ext>
                </a:extLst>
              </p:cNvPr>
              <p:cNvGraphicFramePr>
                <a:graphicFrameLocks noGrp="1"/>
              </p:cNvGraphicFramePr>
              <p:nvPr>
                <p:extLst>
                  <p:ext uri="{D42A27DB-BD31-4B8C-83A1-F6EECF244321}">
                    <p14:modId xmlns:p14="http://schemas.microsoft.com/office/powerpoint/2010/main" val="405781252"/>
                  </p:ext>
                </p:extLst>
              </p:nvPr>
            </p:nvGraphicFramePr>
            <p:xfrm>
              <a:off x="70452" y="8143960"/>
              <a:ext cx="6679740" cy="1555764"/>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7432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6930328"/>
                      </a:ext>
                    </a:extLst>
                  </a:tr>
                  <a:tr h="274320">
                    <a:tc grid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91" t="-100000" r="-182" b="-365217"/>
                          </a:stretch>
                        </a:blip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100712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73" t="-55422" r="-200273" b="-12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548" t="-55422" r="-100822" b="-12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55422" r="-546" b="-1205"/>
                          </a:stretch>
                        </a:blipFill>
                      </a:tcPr>
                    </a:tc>
                    <a:extLst>
                      <a:ext uri="{0D108BD9-81ED-4DB2-BD59-A6C34878D82A}">
                        <a16:rowId xmlns:a16="http://schemas.microsoft.com/office/drawing/2014/main" val="3293625240"/>
                      </a:ext>
                    </a:extLst>
                  </a:tr>
                </a:tbl>
              </a:graphicData>
            </a:graphic>
          </p:graphicFrame>
        </mc:Fallback>
      </mc:AlternateContent>
      <p:sp>
        <p:nvSpPr>
          <p:cNvPr id="14" name="Rectangle 13">
            <a:extLst>
              <a:ext uri="{FF2B5EF4-FFF2-40B4-BE49-F238E27FC236}">
                <a16:creationId xmlns:a16="http://schemas.microsoft.com/office/drawing/2014/main" id="{14D67CC6-ECAD-4792-6DFF-F3D6DFC05034}"/>
              </a:ext>
            </a:extLst>
          </p:cNvPr>
          <p:cNvSpPr/>
          <p:nvPr/>
        </p:nvSpPr>
        <p:spPr>
          <a:xfrm>
            <a:off x="0" y="4520689"/>
            <a:ext cx="6858000" cy="288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noProof="0" dirty="0"/>
              <a:t>Understanding Single-Sided Inequalities</a:t>
            </a:r>
            <a:endParaRPr lang="en-GB" sz="1600" b="1" noProof="0" dirty="0">
              <a:solidFill>
                <a:schemeClr val="bg1"/>
              </a:solidFill>
            </a:endParaRPr>
          </a:p>
        </p:txBody>
      </p:sp>
    </p:spTree>
    <p:extLst>
      <p:ext uri="{BB962C8B-B14F-4D97-AF65-F5344CB8AC3E}">
        <p14:creationId xmlns:p14="http://schemas.microsoft.com/office/powerpoint/2010/main" val="1382269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36CF3-37A3-3572-5DDD-AD3A88571E3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07" name="Table 106">
                <a:extLst>
                  <a:ext uri="{FF2B5EF4-FFF2-40B4-BE49-F238E27FC236}">
                    <a16:creationId xmlns:a16="http://schemas.microsoft.com/office/drawing/2014/main" id="{E1818C46-A9DC-D563-5369-04519096C7B0}"/>
                  </a:ext>
                </a:extLst>
              </p:cNvPr>
              <p:cNvGraphicFramePr>
                <a:graphicFrameLocks noGrp="1"/>
              </p:cNvGraphicFramePr>
              <p:nvPr>
                <p:extLst>
                  <p:ext uri="{D42A27DB-BD31-4B8C-83A1-F6EECF244321}">
                    <p14:modId xmlns:p14="http://schemas.microsoft.com/office/powerpoint/2010/main" val="3906804081"/>
                  </p:ext>
                </p:extLst>
              </p:nvPr>
            </p:nvGraphicFramePr>
            <p:xfrm>
              <a:off x="81811" y="2440750"/>
              <a:ext cx="6679740" cy="1836000"/>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88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10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6930328"/>
                      </a:ext>
                    </a:extLst>
                  </a:tr>
                  <a:tr h="288000">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Write as an algebraic inequality: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1260000">
                    <a:tc>
                      <a:txBody>
                        <a:bodyPr/>
                        <a:lstStyle/>
                        <a:p>
                          <a:pPr algn="ct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aseline="0" noProof="0" dirty="0">
                              <a:solidFill>
                                <a:schemeClr val="tx1"/>
                              </a:solidFill>
                            </a:rPr>
                            <a:t> is between </a:t>
                          </a:r>
                          <a14:m>
                            <m:oMath xmlns:m="http://schemas.openxmlformats.org/officeDocument/2006/math">
                              <m:r>
                                <a:rPr lang="en-GB" sz="1200" i="1" baseline="0" noProof="0" smtClean="0">
                                  <a:solidFill>
                                    <a:schemeClr val="tx1"/>
                                  </a:solidFill>
                                  <a:latin typeface="Cambria Math" panose="02040503050406030204" pitchFamily="18" charset="0"/>
                                </a:rPr>
                                <m:t>3 </m:t>
                              </m:r>
                            </m:oMath>
                          </a14:m>
                          <a:r>
                            <a:rPr lang="en-GB" sz="1200" baseline="0" noProof="0" dirty="0">
                              <a:solidFill>
                                <a:schemeClr val="tx1"/>
                              </a:solidFill>
                            </a:rPr>
                            <a:t>and </a:t>
                          </a:r>
                          <a14:m>
                            <m:oMath xmlns:m="http://schemas.openxmlformats.org/officeDocument/2006/math">
                              <m:r>
                                <a:rPr lang="en-GB" sz="1200" i="1" baseline="0" noProof="0" smtClean="0">
                                  <a:solidFill>
                                    <a:schemeClr val="tx1"/>
                                  </a:solidFill>
                                  <a:latin typeface="Cambria Math" panose="02040503050406030204" pitchFamily="18" charset="0"/>
                                </a:rPr>
                                <m:t>15</m:t>
                              </m:r>
                              <m:r>
                                <a:rPr lang="en-GB" sz="1200" b="0" i="1" baseline="0" noProof="0" smtClean="0">
                                  <a:solidFill>
                                    <a:schemeClr val="tx1"/>
                                  </a:solidFill>
                                  <a:latin typeface="Cambria Math" panose="02040503050406030204" pitchFamily="18" charset="0"/>
                                </a:rPr>
                                <m:t>, </m:t>
                              </m:r>
                            </m:oMath>
                          </a14:m>
                          <a:br>
                            <a:rPr lang="en-GB" sz="1200" b="0" i="0" baseline="0" noProof="0" dirty="0">
                              <a:solidFill>
                                <a:schemeClr val="tx1"/>
                              </a:solidFill>
                              <a:latin typeface="+mj-lt"/>
                            </a:rPr>
                          </a:br>
                          <a:r>
                            <a:rPr lang="en-GB" sz="1200" b="0" i="0" baseline="0" noProof="0" dirty="0">
                              <a:solidFill>
                                <a:schemeClr val="tx1"/>
                              </a:solidFill>
                              <a:latin typeface="+mj-lt"/>
                            </a:rPr>
                            <a:t>exclusive of </a:t>
                          </a:r>
                          <a14:m>
                            <m:oMath xmlns:m="http://schemas.openxmlformats.org/officeDocument/2006/math">
                              <m:r>
                                <a:rPr lang="en-GB" sz="1200" b="0" i="1" baseline="0" noProof="0" smtClean="0">
                                  <a:solidFill>
                                    <a:schemeClr val="tx1"/>
                                  </a:solidFill>
                                  <a:latin typeface="Cambria Math" panose="02040503050406030204" pitchFamily="18" charset="0"/>
                                </a:rPr>
                                <m:t>3 </m:t>
                              </m:r>
                            </m:oMath>
                          </a14:m>
                          <a:r>
                            <a:rPr lang="en-GB" sz="1200" b="0" i="0" baseline="0" noProof="0" dirty="0">
                              <a:solidFill>
                                <a:schemeClr val="tx1"/>
                              </a:solidFill>
                              <a:latin typeface="+mj-lt"/>
                            </a:rPr>
                            <a:t>and inclusive of </a:t>
                          </a:r>
                          <a14:m>
                            <m:oMath xmlns:m="http://schemas.openxmlformats.org/officeDocument/2006/math">
                              <m:r>
                                <a:rPr lang="en-GB" sz="1200" b="0" i="1" baseline="0" noProof="0" smtClean="0">
                                  <a:solidFill>
                                    <a:schemeClr val="tx1"/>
                                  </a:solidFill>
                                  <a:latin typeface="Cambria Math" panose="02040503050406030204" pitchFamily="18" charset="0"/>
                                </a:rPr>
                                <m:t>15</m:t>
                              </m:r>
                            </m:oMath>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aseline="0" noProof="0" dirty="0">
                              <a:solidFill>
                                <a:schemeClr val="tx1"/>
                              </a:solidFill>
                            </a:rPr>
                            <a:t> is less than or equal to </a:t>
                          </a:r>
                          <a14:m>
                            <m:oMath xmlns:m="http://schemas.openxmlformats.org/officeDocument/2006/math">
                              <m:r>
                                <a:rPr lang="en-GB" sz="1200" i="1" baseline="0" noProof="0" smtClean="0">
                                  <a:solidFill>
                                    <a:schemeClr val="tx1"/>
                                  </a:solidFill>
                                  <a:latin typeface="Cambria Math" panose="02040503050406030204" pitchFamily="18" charset="0"/>
                                </a:rPr>
                                <m:t>4</m:t>
                              </m:r>
                            </m:oMath>
                          </a14:m>
                          <a:r>
                            <a:rPr lang="en-GB" sz="1200" baseline="0" noProof="0" dirty="0">
                              <a:solidFill>
                                <a:schemeClr val="tx1"/>
                              </a:solidFill>
                            </a:rPr>
                            <a:t>, and greater than or equal to </a:t>
                          </a:r>
                          <a14:m>
                            <m:oMath xmlns:m="http://schemas.openxmlformats.org/officeDocument/2006/math">
                              <m:r>
                                <a:rPr lang="en-GB" sz="1200" i="1" baseline="0" noProof="0" smtClean="0">
                                  <a:solidFill>
                                    <a:schemeClr val="tx1"/>
                                  </a:solidFill>
                                  <a:latin typeface="Cambria Math" panose="02040503050406030204" pitchFamily="18" charset="0"/>
                                </a:rPr>
                                <m:t>−7</m:t>
                              </m:r>
                            </m:oMath>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0" i="0" kern="1200" baseline="0" noProof="0" dirty="0">
                              <a:solidFill>
                                <a:schemeClr val="tx1"/>
                              </a:solidFill>
                              <a:latin typeface="+mn-lt"/>
                              <a:ea typeface="+mn-ea"/>
                              <a:cs typeface="+mn-cs"/>
                            </a:rPr>
                            <a:t> has a maximum of </a:t>
                          </a:r>
                          <a14:m>
                            <m:oMath xmlns:m="http://schemas.openxmlformats.org/officeDocument/2006/math">
                              <m:r>
                                <a:rPr lang="en-GB" sz="1200" b="0" i="1" kern="1200" baseline="0" noProof="0" smtClean="0">
                                  <a:solidFill>
                                    <a:schemeClr val="tx1"/>
                                  </a:solidFill>
                                  <a:latin typeface="Cambria Math" panose="02040503050406030204" pitchFamily="18" charset="0"/>
                                  <a:ea typeface="+mn-ea"/>
                                  <a:cs typeface="+mn-cs"/>
                                </a:rPr>
                                <m:t>100</m:t>
                              </m:r>
                            </m:oMath>
                          </a14:m>
                          <a:r>
                            <a:rPr lang="en-GB" sz="1200" b="0" i="0" kern="1200" baseline="0" noProof="0" dirty="0">
                              <a:solidFill>
                                <a:schemeClr val="tx1"/>
                              </a:solidFill>
                              <a:latin typeface="+mn-lt"/>
                              <a:ea typeface="+mn-ea"/>
                              <a:cs typeface="+mn-cs"/>
                            </a:rPr>
                            <a:t> and a minimum of </a:t>
                          </a:r>
                          <a14:m>
                            <m:oMath xmlns:m="http://schemas.openxmlformats.org/officeDocument/2006/math">
                              <m:r>
                                <a:rPr lang="en-GB" sz="1200" b="0" i="1" kern="1200" baseline="0" noProof="0" smtClean="0">
                                  <a:solidFill>
                                    <a:schemeClr val="tx1"/>
                                  </a:solidFill>
                                  <a:latin typeface="Cambria Math" panose="02040503050406030204" pitchFamily="18" charset="0"/>
                                  <a:ea typeface="+mn-ea"/>
                                  <a:cs typeface="+mn-cs"/>
                                </a:rPr>
                                <m:t>45</m:t>
                              </m:r>
                            </m:oMath>
                          </a14:m>
                          <a:r>
                            <a:rPr lang="en-GB" sz="1200" b="0" i="0" kern="1200" baseline="0" noProof="0" dirty="0">
                              <a:solidFill>
                                <a:schemeClr val="tx1"/>
                              </a:solidFill>
                              <a:latin typeface="+mn-lt"/>
                              <a:ea typeface="+mn-ea"/>
                              <a:cs typeface="+mn-cs"/>
                            </a:rPr>
                            <a:t>, </a:t>
                          </a:r>
                          <a14:m>
                            <m:oMath xmlns:m="http://schemas.openxmlformats.org/officeDocument/2006/math">
                              <m:r>
                                <m:rPr>
                                  <m:nor/>
                                </m:rPr>
                                <a:rPr lang="en-GB" sz="1200" b="0" i="0" kern="1200" baseline="0" noProof="0" smtClean="0">
                                  <a:solidFill>
                                    <a:schemeClr val="tx1"/>
                                  </a:solidFill>
                                  <a:latin typeface="+mn-lt"/>
                                  <a:ea typeface="+mn-ea"/>
                                  <a:cs typeface="+mn-cs"/>
                                </a:rPr>
                                <m:t>inclusive</m:t>
                              </m:r>
                              <m:r>
                                <m:rPr>
                                  <m:nor/>
                                </m:rPr>
                                <a:rPr lang="en-GB" sz="1200" b="0" i="0" kern="1200" baseline="0" noProof="0">
                                  <a:solidFill>
                                    <a:schemeClr val="tx1"/>
                                  </a:solidFill>
                                  <a:latin typeface="+mn-lt"/>
                                  <a:ea typeface="+mn-ea"/>
                                  <a:cs typeface="+mn-cs"/>
                                </a:rPr>
                                <m:t> </m:t>
                              </m:r>
                              <m:r>
                                <m:rPr>
                                  <m:nor/>
                                </m:rPr>
                                <a:rPr lang="en-GB" sz="1200" b="0" i="0" kern="1200" baseline="0" noProof="0">
                                  <a:solidFill>
                                    <a:schemeClr val="tx1"/>
                                  </a:solidFill>
                                  <a:latin typeface="+mn-lt"/>
                                  <a:ea typeface="+mn-ea"/>
                                  <a:cs typeface="+mn-cs"/>
                                </a:rPr>
                                <m:t>of</m:t>
                              </m:r>
                            </m:oMath>
                          </a14:m>
                          <a:r>
                            <a:rPr lang="en-GB" sz="1200" baseline="0" noProof="0" dirty="0">
                              <a:solidFill>
                                <a:schemeClr val="tx1"/>
                              </a:solidFill>
                            </a:rPr>
                            <a:t> both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07" name="Table 106">
                <a:extLst>
                  <a:ext uri="{FF2B5EF4-FFF2-40B4-BE49-F238E27FC236}">
                    <a16:creationId xmlns:a16="http://schemas.microsoft.com/office/drawing/2014/main" id="{E1818C46-A9DC-D563-5369-04519096C7B0}"/>
                  </a:ext>
                </a:extLst>
              </p:cNvPr>
              <p:cNvGraphicFramePr>
                <a:graphicFrameLocks noGrp="1"/>
              </p:cNvGraphicFramePr>
              <p:nvPr>
                <p:extLst>
                  <p:ext uri="{D42A27DB-BD31-4B8C-83A1-F6EECF244321}">
                    <p14:modId xmlns:p14="http://schemas.microsoft.com/office/powerpoint/2010/main" val="3906804081"/>
                  </p:ext>
                </p:extLst>
              </p:nvPr>
            </p:nvGraphicFramePr>
            <p:xfrm>
              <a:off x="81811" y="2440750"/>
              <a:ext cx="6679740" cy="1836000"/>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88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10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6930328"/>
                      </a:ext>
                    </a:extLst>
                  </a:tr>
                  <a:tr h="288000">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Write as an algebraic inequality: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126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3" t="-46377" r="-200273" b="-96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548" t="-46377" r="-100822" b="-96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46377" r="-546" b="-966"/>
                          </a:stretch>
                        </a:blipFill>
                      </a:tcPr>
                    </a:tc>
                    <a:extLst>
                      <a:ext uri="{0D108BD9-81ED-4DB2-BD59-A6C34878D82A}">
                        <a16:rowId xmlns:a16="http://schemas.microsoft.com/office/drawing/2014/main" val="3293625240"/>
                      </a:ext>
                    </a:extLst>
                  </a:tr>
                </a:tbl>
              </a:graphicData>
            </a:graphic>
          </p:graphicFrame>
        </mc:Fallback>
      </mc:AlternateContent>
      <p:sp>
        <p:nvSpPr>
          <p:cNvPr id="6" name="Slide Number Placeholder 5">
            <a:extLst>
              <a:ext uri="{FF2B5EF4-FFF2-40B4-BE49-F238E27FC236}">
                <a16:creationId xmlns:a16="http://schemas.microsoft.com/office/drawing/2014/main" id="{AE12BFC8-CD61-E5F0-64B3-B38A177657F0}"/>
              </a:ext>
            </a:extLst>
          </p:cNvPr>
          <p:cNvSpPr>
            <a:spLocks noGrp="1"/>
          </p:cNvSpPr>
          <p:nvPr>
            <p:ph type="sldNum" sz="quarter" idx="12"/>
          </p:nvPr>
        </p:nvSpPr>
        <p:spPr>
          <a:xfrm>
            <a:off x="5296163" y="9518490"/>
            <a:ext cx="1543050" cy="527403"/>
          </a:xfrm>
        </p:spPr>
        <p:txBody>
          <a:bodyPr/>
          <a:lstStyle/>
          <a:p>
            <a:fld id="{19F1D9CC-7119-45EC-A96C-D8C0660F3AAB}" type="slidenum">
              <a:rPr lang="en-GB" noProof="0" smtClean="0">
                <a:solidFill>
                  <a:schemeClr val="tx1"/>
                </a:solidFill>
              </a:rPr>
              <a:t>2</a:t>
            </a:fld>
            <a:endParaRPr lang="en-GB" noProof="0" dirty="0">
              <a:solidFill>
                <a:schemeClr val="tx1"/>
              </a:solidFill>
            </a:endParaRP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39F3EA1C-0B30-5642-87F0-A5BE60B756A9}"/>
                  </a:ext>
                </a:extLst>
              </p:cNvPr>
              <p:cNvGraphicFramePr>
                <a:graphicFrameLocks noGrp="1"/>
              </p:cNvGraphicFramePr>
              <p:nvPr>
                <p:extLst>
                  <p:ext uri="{D42A27DB-BD31-4B8C-83A1-F6EECF244321}">
                    <p14:modId xmlns:p14="http://schemas.microsoft.com/office/powerpoint/2010/main" val="1863849636"/>
                  </p:ext>
                </p:extLst>
              </p:nvPr>
            </p:nvGraphicFramePr>
            <p:xfrm>
              <a:off x="93170" y="4469372"/>
              <a:ext cx="6679740" cy="2376000"/>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88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13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14 -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15 -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7015829"/>
                      </a:ext>
                    </a:extLst>
                  </a:tr>
                  <a:tr h="288000">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Describe the algebraic inequality in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1800000">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−2&lt;</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5</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16&lt;</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&lt;</m:t>
                                </m:r>
                                <m:r>
                                  <a:rPr lang="en-GB" sz="1200" b="0" i="0" baseline="0" noProof="0" smtClean="0">
                                    <a:solidFill>
                                      <a:schemeClr val="tx1"/>
                                    </a:solidFill>
                                    <a:latin typeface="Cambria Math" panose="02040503050406030204" pitchFamily="18" charset="0"/>
                                  </a:rPr>
                                  <m:t>30</m:t>
                                </m:r>
                              </m:oMath>
                            </m:oMathPara>
                          </a14:m>
                          <a:endParaRPr lang="en-GB" sz="1200" baseline="0" noProof="0" dirty="0">
                            <a:solidFill>
                              <a:schemeClr val="tx1"/>
                            </a:solidFill>
                          </a:endParaRPr>
                        </a:p>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ea typeface="Cambria Math" panose="02040503050406030204" pitchFamily="18" charset="0"/>
                                  </a:rPr>
                                  <m:t>−12≤</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&lt;−1</m:t>
                                </m:r>
                              </m:oMath>
                            </m:oMathPara>
                          </a14:m>
                          <a:endParaRPr lang="en-GB" sz="1200" baseline="0" noProof="0" dirty="0">
                            <a:solidFill>
                              <a:schemeClr val="tx1"/>
                            </a:solidFill>
                          </a:endParaRPr>
                        </a:p>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9" name="Table 8">
                <a:extLst>
                  <a:ext uri="{FF2B5EF4-FFF2-40B4-BE49-F238E27FC236}">
                    <a16:creationId xmlns:a16="http://schemas.microsoft.com/office/drawing/2014/main" id="{39F3EA1C-0B30-5642-87F0-A5BE60B756A9}"/>
                  </a:ext>
                </a:extLst>
              </p:cNvPr>
              <p:cNvGraphicFramePr>
                <a:graphicFrameLocks noGrp="1"/>
              </p:cNvGraphicFramePr>
              <p:nvPr>
                <p:extLst>
                  <p:ext uri="{D42A27DB-BD31-4B8C-83A1-F6EECF244321}">
                    <p14:modId xmlns:p14="http://schemas.microsoft.com/office/powerpoint/2010/main" val="1863849636"/>
                  </p:ext>
                </p:extLst>
              </p:nvPr>
            </p:nvGraphicFramePr>
            <p:xfrm>
              <a:off x="93170" y="4469372"/>
              <a:ext cx="6679740" cy="2376000"/>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88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13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14 -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15 -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7015829"/>
                      </a:ext>
                    </a:extLst>
                  </a:tr>
                  <a:tr h="288000">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Describe the algebraic inequality in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3" t="-32542" r="-200273" b="-10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8" t="-32542" r="-100822" b="-10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32542" r="-546" b="-1017"/>
                          </a:stretch>
                        </a:blipFill>
                      </a:tcPr>
                    </a:tc>
                    <a:extLst>
                      <a:ext uri="{0D108BD9-81ED-4DB2-BD59-A6C34878D82A}">
                        <a16:rowId xmlns:a16="http://schemas.microsoft.com/office/drawing/2014/main" val="329362524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63F82A6F-71EE-A49B-C53D-690F4BB12463}"/>
                  </a:ext>
                </a:extLst>
              </p:cNvPr>
              <p:cNvGraphicFramePr>
                <a:graphicFrameLocks noGrp="1"/>
              </p:cNvGraphicFramePr>
              <p:nvPr>
                <p:extLst>
                  <p:ext uri="{D42A27DB-BD31-4B8C-83A1-F6EECF244321}">
                    <p14:modId xmlns:p14="http://schemas.microsoft.com/office/powerpoint/2010/main" val="4113409845"/>
                  </p:ext>
                </p:extLst>
              </p:nvPr>
            </p:nvGraphicFramePr>
            <p:xfrm>
              <a:off x="93170" y="7037995"/>
              <a:ext cx="6679740" cy="2376000"/>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88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16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17 -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18 -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6930328"/>
                      </a:ext>
                    </a:extLst>
                  </a:tr>
                  <a:tr h="288000">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List all</a:t>
                          </a:r>
                          <a:r>
                            <a:rPr lang="en-GB" sz="1200" b="0" i="0" baseline="0" noProof="0" dirty="0">
                              <a:solidFill>
                                <a:schemeClr val="tx1"/>
                              </a:solidFill>
                            </a:rPr>
                            <a:t> of the possible integer </a:t>
                          </a:r>
                          <a:r>
                            <a:rPr lang="en-GB" sz="1200" b="0" i="0" noProof="0" dirty="0">
                              <a:solidFill>
                                <a:schemeClr val="tx1"/>
                              </a:solidFill>
                            </a:rPr>
                            <a:t>values of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i="0" noProof="0" dirty="0">
                              <a:solidFill>
                                <a:schemeClr val="tx1"/>
                              </a:solidFill>
                            </a:rPr>
                            <a:t> if…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1800000">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−2&lt;</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5</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16&lt;</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&lt;</m:t>
                                </m:r>
                                <m:r>
                                  <a:rPr lang="en-GB" sz="1200" b="0" i="0" baseline="0" noProof="0" smtClean="0">
                                    <a:solidFill>
                                      <a:schemeClr val="tx1"/>
                                    </a:solidFill>
                                    <a:latin typeface="Cambria Math" panose="02040503050406030204" pitchFamily="18" charset="0"/>
                                  </a:rPr>
                                  <m:t>30</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ea typeface="Cambria Math" panose="02040503050406030204" pitchFamily="18" charset="0"/>
                                  </a:rPr>
                                  <m:t>−12≤</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&lt;−1</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2" name="Table 11">
                <a:extLst>
                  <a:ext uri="{FF2B5EF4-FFF2-40B4-BE49-F238E27FC236}">
                    <a16:creationId xmlns:a16="http://schemas.microsoft.com/office/drawing/2014/main" id="{63F82A6F-71EE-A49B-C53D-690F4BB12463}"/>
                  </a:ext>
                </a:extLst>
              </p:cNvPr>
              <p:cNvGraphicFramePr>
                <a:graphicFrameLocks noGrp="1"/>
              </p:cNvGraphicFramePr>
              <p:nvPr>
                <p:extLst>
                  <p:ext uri="{D42A27DB-BD31-4B8C-83A1-F6EECF244321}">
                    <p14:modId xmlns:p14="http://schemas.microsoft.com/office/powerpoint/2010/main" val="4113409845"/>
                  </p:ext>
                </p:extLst>
              </p:nvPr>
            </p:nvGraphicFramePr>
            <p:xfrm>
              <a:off x="93170" y="7037995"/>
              <a:ext cx="6679740" cy="2376000"/>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551711160"/>
                        </a:ext>
                      </a:extLst>
                    </a:gridCol>
                    <a:gridCol w="2226580">
                      <a:extLst>
                        <a:ext uri="{9D8B030D-6E8A-4147-A177-3AD203B41FA5}">
                          <a16:colId xmlns:a16="http://schemas.microsoft.com/office/drawing/2014/main" val="1712497518"/>
                        </a:ext>
                      </a:extLst>
                    </a:gridCol>
                    <a:gridCol w="2226580">
                      <a:extLst>
                        <a:ext uri="{9D8B030D-6E8A-4147-A177-3AD203B41FA5}">
                          <a16:colId xmlns:a16="http://schemas.microsoft.com/office/drawing/2014/main" val="886122921"/>
                        </a:ext>
                      </a:extLst>
                    </a:gridCol>
                  </a:tblGrid>
                  <a:tr h="288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16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17 -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18 -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6930328"/>
                      </a:ext>
                    </a:extLst>
                  </a:tr>
                  <a:tr h="288000">
                    <a:tc grid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1" t="-100000" r="-182" b="-620833"/>
                          </a:stretch>
                        </a:blip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3" t="-32432" r="-200273" b="-67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548" t="-32432" r="-100822" b="-67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32432" r="-546" b="-676"/>
                          </a:stretch>
                        </a:blipFill>
                      </a:tcPr>
                    </a:tc>
                    <a:extLst>
                      <a:ext uri="{0D108BD9-81ED-4DB2-BD59-A6C34878D82A}">
                        <a16:rowId xmlns:a16="http://schemas.microsoft.com/office/drawing/2014/main" val="3293625240"/>
                      </a:ext>
                    </a:extLst>
                  </a:tr>
                </a:tbl>
              </a:graphicData>
            </a:graphic>
          </p:graphicFrame>
        </mc:Fallback>
      </mc:AlternateContent>
      <p:sp>
        <p:nvSpPr>
          <p:cNvPr id="14" name="Rectangle 13">
            <a:extLst>
              <a:ext uri="{FF2B5EF4-FFF2-40B4-BE49-F238E27FC236}">
                <a16:creationId xmlns:a16="http://schemas.microsoft.com/office/drawing/2014/main" id="{37143419-7A91-2AB5-8A9D-84CF6002B0B2}"/>
              </a:ext>
            </a:extLst>
          </p:cNvPr>
          <p:cNvSpPr/>
          <p:nvPr/>
        </p:nvSpPr>
        <p:spPr>
          <a:xfrm>
            <a:off x="4040" y="0"/>
            <a:ext cx="6858000" cy="288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noProof="0" dirty="0"/>
              <a:t>Understanding Double-Sided Inequalities</a:t>
            </a:r>
            <a:endParaRPr lang="en-GB" sz="1600" b="1" noProof="0" dirty="0">
              <a:solidFill>
                <a:schemeClr val="bg1"/>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8A33F18-6FA0-682D-0401-2FA41BB230D0}"/>
                  </a:ext>
                </a:extLst>
              </p:cNvPr>
              <p:cNvSpPr txBox="1"/>
              <p:nvPr/>
            </p:nvSpPr>
            <p:spPr>
              <a:xfrm>
                <a:off x="93170" y="356339"/>
                <a:ext cx="6657022" cy="1938992"/>
              </a:xfrm>
              <a:prstGeom prst="rect">
                <a:avLst/>
              </a:prstGeom>
              <a:noFill/>
              <a:ln>
                <a:solidFill>
                  <a:schemeClr val="tx1"/>
                </a:solidFill>
              </a:ln>
            </p:spPr>
            <p:txBody>
              <a:bodyPr wrap="square">
                <a:spAutoFit/>
              </a:bodyPr>
              <a:lstStyle/>
              <a:p>
                <a:pPr marL="228600" indent="-228600">
                  <a:buFont typeface="+mj-lt"/>
                  <a:buAutoNum type="arabicPeriod"/>
                </a:pPr>
                <a:r>
                  <a:rPr lang="en-GB" sz="1200" noProof="0" dirty="0"/>
                  <a:t>A </a:t>
                </a:r>
                <a:r>
                  <a:rPr lang="en-GB" sz="1200" b="1" noProof="0" dirty="0"/>
                  <a:t>single-sided inequality</a:t>
                </a:r>
                <a:r>
                  <a:rPr lang="en-GB" sz="1200" noProof="0" dirty="0"/>
                  <a:t> compares a variable to one value, like </a:t>
                </a:r>
                <a14:m>
                  <m:oMath xmlns:m="http://schemas.openxmlformats.org/officeDocument/2006/math">
                    <m:r>
                      <a:rPr lang="en-GB" sz="1200" b="1" i="1" noProof="0" smtClean="0">
                        <a:latin typeface="Cambria Math" panose="02040503050406030204" pitchFamily="18" charset="0"/>
                      </a:rPr>
                      <m:t>𝒙</m:t>
                    </m:r>
                    <m:r>
                      <a:rPr lang="en-GB" sz="1200" b="1" i="1" noProof="0" smtClean="0">
                        <a:latin typeface="Cambria Math" panose="02040503050406030204" pitchFamily="18" charset="0"/>
                      </a:rPr>
                      <m:t> &gt; </m:t>
                    </m:r>
                    <m:r>
                      <a:rPr lang="en-GB" sz="1200" b="1" i="1" noProof="0" smtClean="0">
                        <a:latin typeface="Cambria Math" panose="02040503050406030204" pitchFamily="18" charset="0"/>
                      </a:rPr>
                      <m:t>𝟑</m:t>
                    </m:r>
                  </m:oMath>
                </a14:m>
                <a:r>
                  <a:rPr lang="en-GB" sz="1200" noProof="0" dirty="0"/>
                  <a:t>, meaning</a:t>
                </a:r>
                <a14:m>
                  <m:oMath xmlns:m="http://schemas.openxmlformats.org/officeDocument/2006/math">
                    <m:r>
                      <a:rPr lang="en-GB" sz="1200" i="1" noProof="0" smtClean="0">
                        <a:latin typeface="Cambria Math" panose="02040503050406030204" pitchFamily="18" charset="0"/>
                      </a:rPr>
                      <m:t> </m:t>
                    </m:r>
                    <m:r>
                      <a:rPr lang="en-GB" sz="1200" i="1" noProof="0" smtClean="0">
                        <a:latin typeface="Cambria Math" panose="02040503050406030204" pitchFamily="18" charset="0"/>
                      </a:rPr>
                      <m:t>𝑥</m:t>
                    </m:r>
                    <m:r>
                      <a:rPr lang="en-GB" sz="1200" i="1" noProof="0" smtClean="0">
                        <a:latin typeface="Cambria Math" panose="02040503050406030204" pitchFamily="18" charset="0"/>
                      </a:rPr>
                      <m:t> </m:t>
                    </m:r>
                  </m:oMath>
                </a14:m>
                <a:r>
                  <a:rPr lang="en-GB" sz="1200" noProof="0" dirty="0"/>
                  <a:t>is greater than 3. </a:t>
                </a:r>
              </a:p>
              <a:p>
                <a:pPr marL="228600" indent="-228600">
                  <a:buFont typeface="+mj-lt"/>
                  <a:buAutoNum type="arabicPeriod"/>
                </a:pPr>
                <a:endParaRPr lang="en-GB" sz="600" noProof="0" dirty="0"/>
              </a:p>
              <a:p>
                <a:pPr marL="228600" indent="-228600">
                  <a:buFont typeface="+mj-lt"/>
                  <a:buAutoNum type="arabicPeriod"/>
                </a:pPr>
                <a:r>
                  <a:rPr lang="en-GB" sz="1200" noProof="0" dirty="0"/>
                  <a:t>A </a:t>
                </a:r>
                <a:r>
                  <a:rPr lang="en-GB" sz="1200" b="1" noProof="0" dirty="0"/>
                  <a:t>double-sided inequality</a:t>
                </a:r>
                <a:r>
                  <a:rPr lang="en-GB" sz="1200" noProof="0" dirty="0"/>
                  <a:t> sets both a lower and upper limit, like </a:t>
                </a:r>
                <a14:m>
                  <m:oMath xmlns:m="http://schemas.openxmlformats.org/officeDocument/2006/math">
                    <m:r>
                      <a:rPr lang="en-GB" sz="1200" b="1" i="1" noProof="0" smtClean="0">
                        <a:latin typeface="Cambria Math" panose="02040503050406030204" pitchFamily="18" charset="0"/>
                      </a:rPr>
                      <m:t>𝟐</m:t>
                    </m:r>
                    <m:r>
                      <a:rPr lang="en-GB" sz="1200" b="1" i="1" noProof="0" smtClean="0">
                        <a:latin typeface="Cambria Math" panose="02040503050406030204" pitchFamily="18" charset="0"/>
                      </a:rPr>
                      <m:t> &lt; </m:t>
                    </m:r>
                    <m:r>
                      <a:rPr lang="en-GB" sz="1200" b="1" i="1" noProof="0" smtClean="0">
                        <a:latin typeface="Cambria Math" panose="02040503050406030204" pitchFamily="18" charset="0"/>
                      </a:rPr>
                      <m:t>𝒙</m:t>
                    </m:r>
                    <m:r>
                      <a:rPr lang="en-GB" sz="1200" b="1" i="1" noProof="0" smtClean="0">
                        <a:latin typeface="Cambria Math" panose="02040503050406030204" pitchFamily="18" charset="0"/>
                      </a:rPr>
                      <m:t> &lt; </m:t>
                    </m:r>
                    <m:r>
                      <a:rPr lang="en-GB" sz="1200" b="1" i="1" noProof="0" smtClean="0">
                        <a:latin typeface="Cambria Math" panose="02040503050406030204" pitchFamily="18" charset="0"/>
                      </a:rPr>
                      <m:t>𝟕</m:t>
                    </m:r>
                  </m:oMath>
                </a14:m>
                <a:r>
                  <a:rPr lang="en-GB" sz="1200" b="1" noProof="0" dirty="0"/>
                  <a:t>.</a:t>
                </a:r>
              </a:p>
              <a:p>
                <a:pPr marL="228600" indent="-228600">
                  <a:buFont typeface="+mj-lt"/>
                  <a:buAutoNum type="arabicPeriod"/>
                </a:pPr>
                <a:r>
                  <a:rPr lang="en-GB" sz="1200" noProof="0" dirty="0"/>
                  <a:t>Technically, this is read as “2 is less than </a:t>
                </a:r>
                <a14:m>
                  <m:oMath xmlns:m="http://schemas.openxmlformats.org/officeDocument/2006/math">
                    <m:r>
                      <a:rPr lang="en-GB" sz="1200" b="0" i="1" noProof="0" smtClean="0">
                        <a:latin typeface="Cambria Math" panose="02040503050406030204" pitchFamily="18" charset="0"/>
                      </a:rPr>
                      <m:t>𝑥</m:t>
                    </m:r>
                  </m:oMath>
                </a14:m>
                <a:r>
                  <a:rPr lang="en-GB" sz="1200" noProof="0" dirty="0"/>
                  <a:t>, which is less than 7”. However, it is much easier to think of it as “</a:t>
                </a:r>
                <a14:m>
                  <m:oMath xmlns:m="http://schemas.openxmlformats.org/officeDocument/2006/math">
                    <m:r>
                      <a:rPr lang="en-GB" sz="1200" i="1" noProof="0">
                        <a:latin typeface="Cambria Math" panose="02040503050406030204" pitchFamily="18" charset="0"/>
                      </a:rPr>
                      <m:t>𝑥</m:t>
                    </m:r>
                  </m:oMath>
                </a14:m>
                <a:r>
                  <a:rPr lang="en-GB" sz="1200" i="1" noProof="0" dirty="0"/>
                  <a:t> is greater than 2 but less than 7</a:t>
                </a:r>
                <a:r>
                  <a:rPr lang="en-GB" sz="1200" noProof="0" dirty="0"/>
                  <a:t>” or “</a:t>
                </a:r>
                <a14:m>
                  <m:oMath xmlns:m="http://schemas.openxmlformats.org/officeDocument/2006/math">
                    <m:r>
                      <a:rPr lang="en-GB" sz="1200" i="1" noProof="0" smtClean="0">
                        <a:latin typeface="Cambria Math" panose="02040503050406030204" pitchFamily="18" charset="0"/>
                      </a:rPr>
                      <m:t>𝑥</m:t>
                    </m:r>
                    <m:r>
                      <a:rPr lang="en-GB" sz="1200" i="1" noProof="0" smtClean="0">
                        <a:latin typeface="Cambria Math" panose="02040503050406030204" pitchFamily="18" charset="0"/>
                      </a:rPr>
                      <m:t> </m:t>
                    </m:r>
                  </m:oMath>
                </a14:m>
                <a:r>
                  <a:rPr lang="en-GB" sz="1200" i="1" noProof="0" dirty="0"/>
                  <a:t>is between 2 and 7</a:t>
                </a:r>
                <a:r>
                  <a:rPr lang="en-GB" sz="1200" noProof="0" dirty="0"/>
                  <a:t>”. </a:t>
                </a:r>
              </a:p>
              <a:p>
                <a:pPr marL="228600" indent="-228600">
                  <a:buFont typeface="+mj-lt"/>
                  <a:buAutoNum type="arabicPeriod"/>
                </a:pPr>
                <a:endParaRPr lang="en-GB" sz="600" noProof="0" dirty="0"/>
              </a:p>
              <a:p>
                <a:pPr marL="228600" indent="-228600">
                  <a:buFont typeface="+mj-lt"/>
                  <a:buAutoNum type="arabicPeriod"/>
                </a:pPr>
                <a:r>
                  <a:rPr lang="en-GB" sz="1200" noProof="0" dirty="0"/>
                  <a:t>We must also consider if the inequalities are </a:t>
                </a:r>
                <a:r>
                  <a:rPr lang="en-GB" sz="1200" u="sng" noProof="0" dirty="0"/>
                  <a:t>in</a:t>
                </a:r>
                <a:r>
                  <a:rPr lang="en-GB" sz="1200" noProof="0" dirty="0"/>
                  <a:t>clusive or </a:t>
                </a:r>
                <a:r>
                  <a:rPr lang="en-GB" sz="1200" u="sng" noProof="0" dirty="0"/>
                  <a:t>ex</a:t>
                </a:r>
                <a:r>
                  <a:rPr lang="en-GB" sz="1200" noProof="0" dirty="0"/>
                  <a:t>clusive – whether they can or cannot be </a:t>
                </a:r>
              </a:p>
              <a:p>
                <a:pPr marL="228600" indent="-228600">
                  <a:buFont typeface="+mj-lt"/>
                  <a:buAutoNum type="arabicPeriod"/>
                </a:pPr>
                <a:r>
                  <a:rPr lang="en-GB" sz="1200" noProof="0" dirty="0"/>
                  <a:t>equal to the given values. </a:t>
                </a:r>
              </a:p>
              <a:p>
                <a:pPr marL="228600" indent="-228600">
                  <a:buFont typeface="+mj-lt"/>
                  <a:buAutoNum type="arabicPeriod"/>
                </a:pPr>
                <a:r>
                  <a:rPr lang="en-GB" sz="1200" b="1" noProof="0" dirty="0"/>
                  <a:t>Inclusive</a:t>
                </a:r>
                <a:r>
                  <a:rPr lang="en-GB" sz="1200" noProof="0" dirty="0"/>
                  <a:t> inequalities are </a:t>
                </a:r>
                <a14:m>
                  <m:oMath xmlns:m="http://schemas.openxmlformats.org/officeDocument/2006/math">
                    <m:r>
                      <a:rPr lang="en-GB" sz="1200" i="1" noProof="0">
                        <a:latin typeface="Cambria Math" panose="02040503050406030204" pitchFamily="18" charset="0"/>
                        <a:ea typeface="Cambria Math" panose="02040503050406030204" pitchFamily="18" charset="0"/>
                      </a:rPr>
                      <m:t>≤</m:t>
                    </m:r>
                  </m:oMath>
                </a14:m>
                <a:r>
                  <a:rPr lang="en-GB" sz="1200" noProof="0" dirty="0">
                    <a:ea typeface="Cambria Math" panose="02040503050406030204" pitchFamily="18" charset="0"/>
                  </a:rPr>
                  <a:t> and </a:t>
                </a:r>
                <a14:m>
                  <m:oMath xmlns:m="http://schemas.openxmlformats.org/officeDocument/2006/math">
                    <m:r>
                      <a:rPr lang="en-GB" sz="1200" i="1" noProof="0">
                        <a:latin typeface="Cambria Math" panose="02040503050406030204" pitchFamily="18" charset="0"/>
                        <a:ea typeface="Cambria Math" panose="02040503050406030204" pitchFamily="18" charset="0"/>
                      </a:rPr>
                      <m:t>≥</m:t>
                    </m:r>
                  </m:oMath>
                </a14:m>
                <a:r>
                  <a:rPr lang="en-GB" sz="1200" noProof="0" dirty="0"/>
                  <a:t>. The variable </a:t>
                </a:r>
                <a:r>
                  <a:rPr lang="en-GB" sz="1200" b="1" noProof="0" dirty="0"/>
                  <a:t>can</a:t>
                </a:r>
                <a:r>
                  <a:rPr lang="en-GB" sz="1200" noProof="0" dirty="0"/>
                  <a:t> take these values.</a:t>
                </a:r>
              </a:p>
              <a:p>
                <a:pPr marL="228600" indent="-228600">
                  <a:buFont typeface="+mj-lt"/>
                  <a:buAutoNum type="arabicPeriod"/>
                </a:pPr>
                <a:r>
                  <a:rPr lang="en-GB" sz="1200" b="1" noProof="0" dirty="0"/>
                  <a:t>Exclusive</a:t>
                </a:r>
                <a:r>
                  <a:rPr lang="en-GB" sz="1200" noProof="0" dirty="0"/>
                  <a:t> inequalities are &lt; and &gt;. The variable </a:t>
                </a:r>
                <a:r>
                  <a:rPr lang="en-GB" sz="1200" b="1" noProof="0" dirty="0"/>
                  <a:t>cannot</a:t>
                </a:r>
                <a:r>
                  <a:rPr lang="en-GB" sz="1200" noProof="0" dirty="0"/>
                  <a:t> take these values. </a:t>
                </a:r>
              </a:p>
              <a:p>
                <a:pPr marL="228600" indent="-228600">
                  <a:buFont typeface="+mj-lt"/>
                  <a:buAutoNum type="arabicPeriod"/>
                </a:pPr>
                <a:r>
                  <a:rPr lang="en-GB" sz="1200" noProof="0" dirty="0"/>
                  <a:t>e.g. </a:t>
                </a:r>
                <a14:m>
                  <m:oMath xmlns:m="http://schemas.openxmlformats.org/officeDocument/2006/math">
                    <m:r>
                      <a:rPr lang="en-GB" sz="1200" b="0" i="1" noProof="0">
                        <a:latin typeface="Cambria Math" panose="02040503050406030204" pitchFamily="18" charset="0"/>
                      </a:rPr>
                      <m:t>2 </m:t>
                    </m:r>
                    <m:r>
                      <a:rPr lang="en-GB" sz="1200" b="0" i="1" noProof="0" smtClean="0">
                        <a:latin typeface="Cambria Math" panose="02040503050406030204" pitchFamily="18" charset="0"/>
                        <a:ea typeface="Cambria Math" panose="02040503050406030204" pitchFamily="18" charset="0"/>
                      </a:rPr>
                      <m:t>≤</m:t>
                    </m:r>
                    <m:r>
                      <a:rPr lang="en-GB" sz="1200" b="0" i="1" noProof="0">
                        <a:latin typeface="Cambria Math" panose="02040503050406030204" pitchFamily="18" charset="0"/>
                      </a:rPr>
                      <m:t> </m:t>
                    </m:r>
                    <m:r>
                      <a:rPr lang="en-GB" sz="1200" b="0" i="1" noProof="0">
                        <a:latin typeface="Cambria Math" panose="02040503050406030204" pitchFamily="18" charset="0"/>
                      </a:rPr>
                      <m:t>𝑥</m:t>
                    </m:r>
                    <m:r>
                      <a:rPr lang="en-GB" sz="1200" b="0" i="1" noProof="0">
                        <a:latin typeface="Cambria Math" panose="02040503050406030204" pitchFamily="18" charset="0"/>
                      </a:rPr>
                      <m:t> &lt; 7</m:t>
                    </m:r>
                  </m:oMath>
                </a14:m>
                <a:r>
                  <a:rPr lang="en-GB" sz="1200" noProof="0" dirty="0"/>
                  <a:t> would mean “</a:t>
                </a:r>
                <a14:m>
                  <m:oMath xmlns:m="http://schemas.openxmlformats.org/officeDocument/2006/math">
                    <m:r>
                      <a:rPr lang="en-GB" sz="1200" i="1" noProof="0">
                        <a:latin typeface="Cambria Math" panose="02040503050406030204" pitchFamily="18" charset="0"/>
                      </a:rPr>
                      <m:t>𝑥</m:t>
                    </m:r>
                    <m:r>
                      <a:rPr lang="en-GB" sz="1200" i="1" noProof="0">
                        <a:latin typeface="Cambria Math" panose="02040503050406030204" pitchFamily="18" charset="0"/>
                      </a:rPr>
                      <m:t> </m:t>
                    </m:r>
                  </m:oMath>
                </a14:m>
                <a:r>
                  <a:rPr lang="en-GB" sz="1200" i="1" noProof="0" dirty="0"/>
                  <a:t>is between 2 and 7, </a:t>
                </a:r>
                <a:r>
                  <a:rPr lang="en-GB" sz="1200" i="1" u="sng" noProof="0" dirty="0"/>
                  <a:t>inclusive of 2</a:t>
                </a:r>
                <a:r>
                  <a:rPr lang="en-GB" sz="1200" noProof="0" dirty="0"/>
                  <a:t>”.  </a:t>
                </a:r>
              </a:p>
            </p:txBody>
          </p:sp>
        </mc:Choice>
        <mc:Fallback xmlns="">
          <p:sp>
            <p:nvSpPr>
              <p:cNvPr id="3" name="TextBox 2">
                <a:extLst>
                  <a:ext uri="{FF2B5EF4-FFF2-40B4-BE49-F238E27FC236}">
                    <a16:creationId xmlns:a16="http://schemas.microsoft.com/office/drawing/2014/main" id="{88A33F18-6FA0-682D-0401-2FA41BB230D0}"/>
                  </a:ext>
                </a:extLst>
              </p:cNvPr>
              <p:cNvSpPr txBox="1">
                <a:spLocks noRot="1" noChangeAspect="1" noMove="1" noResize="1" noEditPoints="1" noAdjustHandles="1" noChangeArrowheads="1" noChangeShapeType="1" noTextEdit="1"/>
              </p:cNvSpPr>
              <p:nvPr/>
            </p:nvSpPr>
            <p:spPr>
              <a:xfrm>
                <a:off x="93170" y="356339"/>
                <a:ext cx="6657022" cy="1938992"/>
              </a:xfrm>
              <a:prstGeom prst="rect">
                <a:avLst/>
              </a:prstGeom>
              <a:blipFill>
                <a:blip r:embed="rId6"/>
                <a:stretch>
                  <a:fillRect b="-1246"/>
                </a:stretch>
              </a:blipFill>
              <a:ln>
                <a:solidFill>
                  <a:schemeClr val="tx1"/>
                </a:solidFill>
              </a:ln>
            </p:spPr>
            <p:txBody>
              <a:bodyPr/>
              <a:lstStyle/>
              <a:p>
                <a:r>
                  <a:rPr lang="en-GB">
                    <a:noFill/>
                  </a:rPr>
                  <a:t> </a:t>
                </a:r>
              </a:p>
            </p:txBody>
          </p:sp>
        </mc:Fallback>
      </mc:AlternateContent>
    </p:spTree>
    <p:extLst>
      <p:ext uri="{BB962C8B-B14F-4D97-AF65-F5344CB8AC3E}">
        <p14:creationId xmlns:p14="http://schemas.microsoft.com/office/powerpoint/2010/main" val="218525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359E9A-99CF-3719-E59C-CBF6FC7BF1BE}"/>
              </a:ext>
            </a:extLst>
          </p:cNvPr>
          <p:cNvSpPr/>
          <p:nvPr/>
        </p:nvSpPr>
        <p:spPr>
          <a:xfrm>
            <a:off x="0" y="67378"/>
            <a:ext cx="1620000" cy="252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988D9DF-3CD5-6FC6-2513-C12C96B81D5D}"/>
                  </a:ext>
                </a:extLst>
              </p:cNvPr>
              <p:cNvGraphicFramePr>
                <a:graphicFrameLocks noGrp="1"/>
              </p:cNvGraphicFramePr>
              <p:nvPr>
                <p:extLst>
                  <p:ext uri="{D42A27DB-BD31-4B8C-83A1-F6EECF244321}">
                    <p14:modId xmlns:p14="http://schemas.microsoft.com/office/powerpoint/2010/main" val="158825476"/>
                  </p:ext>
                </p:extLst>
              </p:nvPr>
            </p:nvGraphicFramePr>
            <p:xfrm>
              <a:off x="89130" y="314980"/>
              <a:ext cx="6679740" cy="2418480"/>
            </p:xfrm>
            <a:graphic>
              <a:graphicData uri="http://schemas.openxmlformats.org/drawingml/2006/table">
                <a:tbl>
                  <a:tblPr firstRow="1" bandRow="1">
                    <a:tableStyleId>{5C22544A-7EE6-4342-B048-85BDC9FD1C3A}</a:tableStyleId>
                  </a:tblPr>
                  <a:tblGrid>
                    <a:gridCol w="1669935">
                      <a:extLst>
                        <a:ext uri="{9D8B030D-6E8A-4147-A177-3AD203B41FA5}">
                          <a16:colId xmlns:a16="http://schemas.microsoft.com/office/drawing/2014/main" val="1209571039"/>
                        </a:ext>
                      </a:extLst>
                    </a:gridCol>
                    <a:gridCol w="1669935">
                      <a:extLst>
                        <a:ext uri="{9D8B030D-6E8A-4147-A177-3AD203B41FA5}">
                          <a16:colId xmlns:a16="http://schemas.microsoft.com/office/drawing/2014/main" val="516283595"/>
                        </a:ext>
                      </a:extLst>
                    </a:gridCol>
                    <a:gridCol w="1669935">
                      <a:extLst>
                        <a:ext uri="{9D8B030D-6E8A-4147-A177-3AD203B41FA5}">
                          <a16:colId xmlns:a16="http://schemas.microsoft.com/office/drawing/2014/main" val="3934327610"/>
                        </a:ext>
                      </a:extLst>
                    </a:gridCol>
                    <a:gridCol w="1669935">
                      <a:extLst>
                        <a:ext uri="{9D8B030D-6E8A-4147-A177-3AD203B41FA5}">
                          <a16:colId xmlns:a16="http://schemas.microsoft.com/office/drawing/2014/main" val="3570333151"/>
                        </a:ext>
                      </a:extLst>
                    </a:gridCol>
                  </a:tblGrid>
                  <a:tr h="241442">
                    <a:tc gridSpan="4">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rPr>
                            <a:t>Question 1. </a:t>
                          </a:r>
                          <a:r>
                            <a:rPr lang="en-GB" sz="1200" b="0" i="0" noProof="0" dirty="0">
                              <a:solidFill>
                                <a:schemeClr val="tx1"/>
                              </a:solidFill>
                            </a:rPr>
                            <a:t>Write as an algebraic inequality: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64050291"/>
                      </a:ext>
                    </a:extLst>
                  </a:tr>
                  <a:tr h="0">
                    <a:tc>
                      <a:txBody>
                        <a:bodyPr/>
                        <a:lstStyle/>
                        <a:p>
                          <a:pPr algn="ct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aseline="0" noProof="0" dirty="0">
                              <a:solidFill>
                                <a:schemeClr val="tx1"/>
                              </a:solidFill>
                            </a:rPr>
                            <a:t> is greater than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
                              </m:oMathParaPr>
                              <m:oMath xmlns:m="http://schemas.openxmlformats.org/officeDocument/2006/math">
                                <m:r>
                                  <a:rPr lang="en-GB" sz="1200" b="0" i="1" baseline="0" noProof="0" smtClean="0">
                                    <a:solidFill>
                                      <a:schemeClr val="tx1"/>
                                    </a:solidFill>
                                    <a:latin typeface="Cambria Math" panose="02040503050406030204" pitchFamily="18" charset="0"/>
                                  </a:rPr>
                                  <m:t>𝑦</m:t>
                                </m:r>
                                <m:r>
                                  <m:rPr>
                                    <m:nor/>
                                  </m:rPr>
                                  <a:rPr lang="en-GB" sz="1200" baseline="0" noProof="0" smtClean="0">
                                    <a:solidFill>
                                      <a:schemeClr val="tx1"/>
                                    </a:solidFill>
                                  </a:rPr>
                                  <m:t> </m:t>
                                </m:r>
                                <m:r>
                                  <m:rPr>
                                    <m:nor/>
                                  </m:rPr>
                                  <a:rPr lang="en-GB" sz="1200" baseline="0" noProof="0" smtClean="0">
                                    <a:solidFill>
                                      <a:schemeClr val="tx1"/>
                                    </a:solidFill>
                                  </a:rPr>
                                  <m:t>is</m:t>
                                </m:r>
                                <m:r>
                                  <m:rPr>
                                    <m:nor/>
                                  </m:rPr>
                                  <a:rPr lang="en-GB" sz="1200" baseline="0" noProof="0" smtClean="0">
                                    <a:solidFill>
                                      <a:schemeClr val="tx1"/>
                                    </a:solidFill>
                                  </a:rPr>
                                  <m:t> </m:t>
                                </m:r>
                                <m:r>
                                  <m:rPr>
                                    <m:nor/>
                                  </m:rPr>
                                  <a:rPr lang="en-GB" sz="1200" b="0" i="0" baseline="0" noProof="0" smtClean="0">
                                    <a:solidFill>
                                      <a:schemeClr val="tx1"/>
                                    </a:solidFill>
                                  </a:rPr>
                                  <m:t>less</m:t>
                                </m:r>
                                <m:r>
                                  <m:rPr>
                                    <m:nor/>
                                  </m:rPr>
                                  <a:rPr lang="en-GB" sz="1200" b="0" i="0" baseline="0" noProof="0" smtClean="0">
                                    <a:solidFill>
                                      <a:schemeClr val="tx1"/>
                                    </a:solidFill>
                                  </a:rPr>
                                  <m:t> </m:t>
                                </m:r>
                                <m:r>
                                  <m:rPr>
                                    <m:nor/>
                                  </m:rPr>
                                  <a:rPr lang="en-GB" sz="1200" b="0" i="0" baseline="0" noProof="0" smtClean="0">
                                    <a:solidFill>
                                      <a:schemeClr val="tx1"/>
                                    </a:solidFill>
                                  </a:rPr>
                                  <m:t>than</m:t>
                                </m:r>
                                <m:r>
                                  <m:rPr>
                                    <m:nor/>
                                  </m:rPr>
                                  <a:rPr lang="en-GB" sz="1200" b="0" i="0" baseline="0" noProof="0" smtClean="0">
                                    <a:solidFill>
                                      <a:schemeClr val="tx1"/>
                                    </a:solidFill>
                                  </a:rPr>
                                  <m:t> </m:t>
                                </m:r>
                                <m:r>
                                  <m:rPr>
                                    <m:nor/>
                                  </m:rPr>
                                  <a:rPr lang="en-GB" sz="1200" b="0" i="0" baseline="0" noProof="0" smtClean="0">
                                    <a:solidFill>
                                      <a:schemeClr val="tx1"/>
                                    </a:solidFill>
                                  </a:rPr>
                                  <m:t>or</m:t>
                                </m:r>
                                <m:r>
                                  <m:rPr>
                                    <m:nor/>
                                  </m:rPr>
                                  <a:rPr lang="en-GB" sz="1200" b="0" i="0" baseline="0" noProof="0" smtClean="0">
                                    <a:solidFill>
                                      <a:schemeClr val="tx1"/>
                                    </a:solidFill>
                                  </a:rPr>
                                  <m:t> </m:t>
                                </m:r>
                              </m:oMath>
                              <m:oMath xmlns:m="http://schemas.openxmlformats.org/officeDocument/2006/math">
                                <m:r>
                                  <m:rPr>
                                    <m:nor/>
                                  </m:rPr>
                                  <a:rPr lang="en-GB" sz="1200" b="0" i="0" baseline="0" noProof="0" smtClean="0">
                                    <a:solidFill>
                                      <a:schemeClr val="tx1"/>
                                    </a:solidFill>
                                  </a:rPr>
                                  <m:t>equal</m:t>
                                </m:r>
                                <m:r>
                                  <m:rPr>
                                    <m:nor/>
                                  </m:rPr>
                                  <a:rPr lang="en-GB" sz="1200" b="0" i="0" baseline="0" noProof="0" smtClean="0">
                                    <a:solidFill>
                                      <a:schemeClr val="tx1"/>
                                    </a:solidFill>
                                  </a:rPr>
                                  <m:t> </m:t>
                                </m:r>
                                <m:r>
                                  <m:rPr>
                                    <m:nor/>
                                  </m:rPr>
                                  <a:rPr lang="en-GB" sz="1200" b="0" i="0" baseline="0" noProof="0" smtClean="0">
                                    <a:solidFill>
                                      <a:schemeClr val="tx1"/>
                                    </a:solidFill>
                                  </a:rPr>
                                  <m:t>to</m:t>
                                </m:r>
                                <m:r>
                                  <m:rPr>
                                    <m:nor/>
                                  </m:rPr>
                                  <a:rPr lang="en-GB" sz="1200" baseline="0" noProof="0" smtClean="0">
                                    <a:solidFill>
                                      <a:schemeClr val="tx1"/>
                                    </a:solidFill>
                                  </a:rPr>
                                  <m:t> </m:t>
                                </m:r>
                                <m:r>
                                  <a:rPr lang="en-GB" sz="1200" b="0" i="1" baseline="0" noProof="0" smtClean="0">
                                    <a:solidFill>
                                      <a:schemeClr val="tx1"/>
                                    </a:solidFill>
                                    <a:latin typeface="Cambria Math" panose="02040503050406030204" pitchFamily="18" charset="0"/>
                                  </a:rPr>
                                  <m:t>1</m:t>
                                </m:r>
                              </m:oMath>
                            </m:oMathPara>
                          </a14:m>
                          <a:endParaRPr lang="en-GB" sz="1200" baseline="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−1 </m:t>
                                </m:r>
                                <m:r>
                                  <m:rPr>
                                    <m:nor/>
                                  </m:rPr>
                                  <a:rPr lang="en-GB" sz="1200" baseline="0" noProof="0" smtClean="0">
                                    <a:solidFill>
                                      <a:schemeClr val="tx1"/>
                                    </a:solidFill>
                                  </a:rPr>
                                  <m:t>is</m:t>
                                </m:r>
                                <m:r>
                                  <m:rPr>
                                    <m:nor/>
                                  </m:rPr>
                                  <a:rPr lang="en-GB" sz="1200" baseline="0" noProof="0" smtClean="0">
                                    <a:solidFill>
                                      <a:schemeClr val="tx1"/>
                                    </a:solidFill>
                                  </a:rPr>
                                  <m:t> </m:t>
                                </m:r>
                                <m:r>
                                  <m:rPr>
                                    <m:nor/>
                                  </m:rPr>
                                  <a:rPr lang="en-GB" sz="1200" b="0" i="0" baseline="0" noProof="0" smtClean="0">
                                    <a:solidFill>
                                      <a:schemeClr val="tx1"/>
                                    </a:solidFill>
                                  </a:rPr>
                                  <m:t>less</m:t>
                                </m:r>
                                <m:r>
                                  <m:rPr>
                                    <m:nor/>
                                  </m:rPr>
                                  <a:rPr lang="en-GB" sz="1200" b="0" i="0" baseline="0" noProof="0" smtClean="0">
                                    <a:solidFill>
                                      <a:schemeClr val="tx1"/>
                                    </a:solidFill>
                                  </a:rPr>
                                  <m:t> </m:t>
                                </m:r>
                                <m:r>
                                  <m:rPr>
                                    <m:nor/>
                                  </m:rPr>
                                  <a:rPr lang="en-GB" sz="1200" b="0" i="0" baseline="0" noProof="0" smtClean="0">
                                    <a:solidFill>
                                      <a:schemeClr val="tx1"/>
                                    </a:solidFill>
                                  </a:rPr>
                                  <m:t>than</m:t>
                                </m:r>
                                <m:r>
                                  <m:rPr>
                                    <m:nor/>
                                  </m:rPr>
                                  <a:rPr lang="en-GB" sz="1200" baseline="0" noProof="0" smtClean="0">
                                    <a:solidFill>
                                      <a:schemeClr val="tx1"/>
                                    </a:solidFill>
                                  </a:rPr>
                                  <m:t> </m:t>
                                </m:r>
                                <m:r>
                                  <a:rPr lang="en-GB" sz="1200" b="0" i="1" baseline="0" noProof="0" smtClean="0">
                                    <a:solidFill>
                                      <a:schemeClr val="tx1"/>
                                    </a:solidFill>
                                    <a:latin typeface="Cambria Math" panose="02040503050406030204" pitchFamily="18" charset="0"/>
                                  </a:rPr>
                                  <m:t>𝑧</m:t>
                                </m:r>
                              </m:oMath>
                            </m:oMathPara>
                          </a14:m>
                          <a:endParaRPr lang="en-GB" sz="1200" baseline="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 xmlns:m="http://schemas.openxmlformats.org/officeDocument/2006/math">
                              <m:r>
                                <a:rPr lang="en-GB" sz="1200" b="0" i="1" baseline="0" noProof="0" smtClean="0">
                                  <a:solidFill>
                                    <a:schemeClr val="tx1"/>
                                  </a:solidFill>
                                  <a:latin typeface="Cambria Math" panose="02040503050406030204" pitchFamily="18" charset="0"/>
                                </a:rPr>
                                <m:t>𝑎</m:t>
                              </m:r>
                            </m:oMath>
                          </a14:m>
                          <a:r>
                            <a:rPr lang="en-GB" sz="1200" baseline="0" noProof="0" dirty="0">
                              <a:solidFill>
                                <a:schemeClr val="tx1"/>
                              </a:solidFill>
                            </a:rPr>
                            <a:t> is greater than or equal to </a:t>
                          </a:r>
                          <a14:m>
                            <m:oMath xmlns:m="http://schemas.openxmlformats.org/officeDocument/2006/math">
                              <m:r>
                                <a:rPr lang="en-GB" sz="1200" i="1" baseline="0" noProof="0" smtClean="0">
                                  <a:solidFill>
                                    <a:schemeClr val="tx1"/>
                                  </a:solidFill>
                                  <a:latin typeface="Cambria Math" panose="02040503050406030204" pitchFamily="18" charset="0"/>
                                </a:rPr>
                                <m:t>𝑏</m:t>
                              </m:r>
                            </m:oMath>
                          </a14:m>
                          <a:endParaRPr lang="en-GB" sz="1200" baseline="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4670611"/>
                      </a:ext>
                    </a:extLst>
                  </a:tr>
                  <a:tr h="432000">
                    <a:tc>
                      <a:txBody>
                        <a:bodyPr/>
                        <a:lstStyle/>
                        <a:p>
                          <a:pPr algn="ctr"/>
                          <a:endParaRPr lang="en-GB" sz="14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6074801"/>
                      </a:ext>
                    </a:extLst>
                  </a:tr>
                  <a:tr h="530915">
                    <a:tc>
                      <a:txBody>
                        <a:bodyPr/>
                        <a:lstStyle/>
                        <a:p>
                          <a:pPr algn="ctr"/>
                          <a14:m>
                            <m:oMath xmlns:m="http://schemas.openxmlformats.org/officeDocument/2006/math">
                              <m:r>
                                <a:rPr lang="en-GB" sz="1200" b="0" i="1" baseline="0" noProof="0" smtClean="0">
                                  <a:solidFill>
                                    <a:schemeClr val="tx1"/>
                                  </a:solidFill>
                                  <a:latin typeface="Cambria Math" panose="02040503050406030204" pitchFamily="18" charset="0"/>
                                </a:rPr>
                                <m:t>𝑐</m:t>
                              </m:r>
                            </m:oMath>
                          </a14:m>
                          <a:r>
                            <a:rPr lang="en-GB" sz="1200" baseline="0" noProof="0" dirty="0">
                              <a:solidFill>
                                <a:schemeClr val="tx1"/>
                              </a:solidFill>
                            </a:rPr>
                            <a:t> is greater than 0 but less than or equal to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en-GB" sz="1200" b="0" i="1" baseline="0" noProof="0" smtClean="0">
                                  <a:solidFill>
                                    <a:schemeClr val="tx1"/>
                                  </a:solidFill>
                                  <a:latin typeface="Cambria Math" panose="02040503050406030204" pitchFamily="18" charset="0"/>
                                </a:rPr>
                                <m:t>𝑛</m:t>
                              </m:r>
                            </m:oMath>
                          </a14:m>
                          <a:r>
                            <a:rPr lang="en-GB" sz="1200" baseline="0" noProof="0" dirty="0">
                              <a:solidFill>
                                <a:schemeClr val="tx1"/>
                              </a:solidFill>
                            </a:rPr>
                            <a:t> is between 5 and 15, inclusive of 5 and 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en-GB" sz="1200" b="0" i="1" baseline="0" noProof="0" smtClean="0">
                                  <a:solidFill>
                                    <a:schemeClr val="tx1"/>
                                  </a:solidFill>
                                  <a:latin typeface="Cambria Math" panose="02040503050406030204" pitchFamily="18" charset="0"/>
                                </a:rPr>
                                <m:t>𝑡</m:t>
                              </m:r>
                            </m:oMath>
                          </a14:m>
                          <a:r>
                            <a:rPr lang="en-GB" sz="1200" baseline="0" noProof="0" dirty="0">
                              <a:solidFill>
                                <a:schemeClr val="tx1"/>
                              </a:solidFill>
                            </a:rPr>
                            <a:t> is less than 8, </a:t>
                          </a:r>
                          <a:br>
                            <a:rPr lang="en-GB" sz="1200" baseline="0" noProof="0" dirty="0">
                              <a:solidFill>
                                <a:schemeClr val="tx1"/>
                              </a:solidFill>
                            </a:rPr>
                          </a:br>
                          <a:r>
                            <a:rPr lang="en-GB" sz="1200" baseline="0" noProof="0" dirty="0">
                              <a:solidFill>
                                <a:schemeClr val="tx1"/>
                              </a:solidFill>
                            </a:rPr>
                            <a:t>but greater than  or equal to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en-GB" sz="1200" b="0" i="1" baseline="0" noProof="0" smtClean="0">
                                  <a:solidFill>
                                    <a:schemeClr val="tx1"/>
                                  </a:solidFill>
                                  <a:latin typeface="Cambria Math" panose="02040503050406030204" pitchFamily="18" charset="0"/>
                                </a:rPr>
                                <m:t>h</m:t>
                              </m:r>
                            </m:oMath>
                          </a14:m>
                          <a:r>
                            <a:rPr lang="en-GB" sz="1200" baseline="0" noProof="0" dirty="0">
                              <a:solidFill>
                                <a:schemeClr val="tx1"/>
                              </a:solidFill>
                            </a:rPr>
                            <a:t> has a minimum of </a:t>
                          </a:r>
                          <a:br>
                            <a:rPr lang="en-GB" sz="1200" baseline="0" noProof="0" dirty="0">
                              <a:solidFill>
                                <a:schemeClr val="tx1"/>
                              </a:solidFill>
                            </a:rPr>
                          </a:br>
                          <a:r>
                            <a:rPr lang="en-GB" sz="1200" baseline="0" noProof="0" dirty="0">
                              <a:solidFill>
                                <a:schemeClr val="tx1"/>
                              </a:solidFill>
                            </a:rPr>
                            <a:t>-150 (exclusive) </a:t>
                          </a:r>
                          <a:br>
                            <a:rPr lang="en-GB" sz="1200" baseline="0" noProof="0" dirty="0">
                              <a:solidFill>
                                <a:schemeClr val="tx1"/>
                              </a:solidFill>
                            </a:rPr>
                          </a:br>
                          <a:r>
                            <a:rPr lang="en-GB" sz="1200" baseline="0" noProof="0" dirty="0">
                              <a:solidFill>
                                <a:schemeClr val="tx1"/>
                              </a:solidFill>
                            </a:rPr>
                            <a:t>and a maximum of </a:t>
                          </a:r>
                          <a:br>
                            <a:rPr lang="en-GB" sz="1200" baseline="0" noProof="0" dirty="0">
                              <a:solidFill>
                                <a:schemeClr val="tx1"/>
                              </a:solidFill>
                            </a:rPr>
                          </a:br>
                          <a:r>
                            <a:rPr lang="en-GB" sz="1200" baseline="0" noProof="0" dirty="0">
                              <a:solidFill>
                                <a:schemeClr val="tx1"/>
                              </a:solidFill>
                            </a:rPr>
                            <a:t>630 (inclusive)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997149"/>
                      </a:ext>
                    </a:extLst>
                  </a:tr>
                  <a:tr h="432000">
                    <a:tc>
                      <a:txBody>
                        <a:bodyPr/>
                        <a:lstStyle/>
                        <a:p>
                          <a:pPr algn="ctr"/>
                          <a:endParaRPr lang="en-GB" sz="14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6987012"/>
                      </a:ext>
                    </a:extLst>
                  </a:tr>
                </a:tbl>
              </a:graphicData>
            </a:graphic>
          </p:graphicFrame>
        </mc:Choice>
        <mc:Fallback xmlns="">
          <p:graphicFrame>
            <p:nvGraphicFramePr>
              <p:cNvPr id="3" name="Table 2">
                <a:extLst>
                  <a:ext uri="{FF2B5EF4-FFF2-40B4-BE49-F238E27FC236}">
                    <a16:creationId xmlns:a16="http://schemas.microsoft.com/office/drawing/2014/main" id="{C988D9DF-3CD5-6FC6-2513-C12C96B81D5D}"/>
                  </a:ext>
                </a:extLst>
              </p:cNvPr>
              <p:cNvGraphicFramePr>
                <a:graphicFrameLocks noGrp="1"/>
              </p:cNvGraphicFramePr>
              <p:nvPr>
                <p:extLst>
                  <p:ext uri="{D42A27DB-BD31-4B8C-83A1-F6EECF244321}">
                    <p14:modId xmlns:p14="http://schemas.microsoft.com/office/powerpoint/2010/main" val="158825476"/>
                  </p:ext>
                </p:extLst>
              </p:nvPr>
            </p:nvGraphicFramePr>
            <p:xfrm>
              <a:off x="89130" y="314980"/>
              <a:ext cx="6679740" cy="2418480"/>
            </p:xfrm>
            <a:graphic>
              <a:graphicData uri="http://schemas.openxmlformats.org/drawingml/2006/table">
                <a:tbl>
                  <a:tblPr firstRow="1" bandRow="1">
                    <a:tableStyleId>{5C22544A-7EE6-4342-B048-85BDC9FD1C3A}</a:tableStyleId>
                  </a:tblPr>
                  <a:tblGrid>
                    <a:gridCol w="1669935">
                      <a:extLst>
                        <a:ext uri="{9D8B030D-6E8A-4147-A177-3AD203B41FA5}">
                          <a16:colId xmlns:a16="http://schemas.microsoft.com/office/drawing/2014/main" val="1209571039"/>
                        </a:ext>
                      </a:extLst>
                    </a:gridCol>
                    <a:gridCol w="1669935">
                      <a:extLst>
                        <a:ext uri="{9D8B030D-6E8A-4147-A177-3AD203B41FA5}">
                          <a16:colId xmlns:a16="http://schemas.microsoft.com/office/drawing/2014/main" val="516283595"/>
                        </a:ext>
                      </a:extLst>
                    </a:gridCol>
                    <a:gridCol w="1669935">
                      <a:extLst>
                        <a:ext uri="{9D8B030D-6E8A-4147-A177-3AD203B41FA5}">
                          <a16:colId xmlns:a16="http://schemas.microsoft.com/office/drawing/2014/main" val="3934327610"/>
                        </a:ext>
                      </a:extLst>
                    </a:gridCol>
                    <a:gridCol w="1669935">
                      <a:extLst>
                        <a:ext uri="{9D8B030D-6E8A-4147-A177-3AD203B41FA5}">
                          <a16:colId xmlns:a16="http://schemas.microsoft.com/office/drawing/2014/main" val="3570333151"/>
                        </a:ext>
                      </a:extLst>
                    </a:gridCol>
                  </a:tblGrid>
                  <a:tr h="274320">
                    <a:tc gridSpan="4">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rPr>
                            <a:t>Question 1. </a:t>
                          </a:r>
                          <a:r>
                            <a:rPr lang="en-GB" sz="1200" b="0" i="0" noProof="0" dirty="0">
                              <a:solidFill>
                                <a:schemeClr val="tx1"/>
                              </a:solidFill>
                            </a:rPr>
                            <a:t>Write as an algebraic inequality: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64050291"/>
                      </a:ext>
                    </a:extLst>
                  </a:tr>
                  <a:tr h="457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65" t="-60000" r="-301095" b="-37333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60000" r="-200000" b="-37333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730" t="-60000" r="-100730" b="-37333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730" t="-60000" r="-730" b="-373333"/>
                          </a:stretch>
                        </a:blipFill>
                      </a:tcPr>
                    </a:tc>
                    <a:extLst>
                      <a:ext uri="{0D108BD9-81ED-4DB2-BD59-A6C34878D82A}">
                        <a16:rowId xmlns:a16="http://schemas.microsoft.com/office/drawing/2014/main" val="4044670611"/>
                      </a:ext>
                    </a:extLst>
                  </a:tr>
                  <a:tr h="432000">
                    <a:tc>
                      <a:txBody>
                        <a:bodyPr/>
                        <a:lstStyle/>
                        <a:p>
                          <a:pPr algn="ctr"/>
                          <a:endParaRPr lang="en-GB" sz="14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6074801"/>
                      </a:ext>
                    </a:extLst>
                  </a:tr>
                  <a:tr h="82296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140441" r="-301095" b="-53676"/>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40441" r="-200000" b="-53676"/>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140441" r="-100730" b="-53676"/>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140441" r="-730" b="-53676"/>
                          </a:stretch>
                        </a:blipFill>
                      </a:tcPr>
                    </a:tc>
                    <a:extLst>
                      <a:ext uri="{0D108BD9-81ED-4DB2-BD59-A6C34878D82A}">
                        <a16:rowId xmlns:a16="http://schemas.microsoft.com/office/drawing/2014/main" val="3016997149"/>
                      </a:ext>
                    </a:extLst>
                  </a:tr>
                  <a:tr h="432000">
                    <a:tc>
                      <a:txBody>
                        <a:bodyPr/>
                        <a:lstStyle/>
                        <a:p>
                          <a:pPr algn="ctr"/>
                          <a:endParaRPr lang="en-GB" sz="14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698701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201FCAD-F558-08B9-8DB0-276514CAE790}"/>
                  </a:ext>
                </a:extLst>
              </p:cNvPr>
              <p:cNvGraphicFramePr>
                <a:graphicFrameLocks noGrp="1"/>
              </p:cNvGraphicFramePr>
              <p:nvPr>
                <p:extLst>
                  <p:ext uri="{D42A27DB-BD31-4B8C-83A1-F6EECF244321}">
                    <p14:modId xmlns:p14="http://schemas.microsoft.com/office/powerpoint/2010/main" val="2563678508"/>
                  </p:ext>
                </p:extLst>
              </p:nvPr>
            </p:nvGraphicFramePr>
            <p:xfrm>
              <a:off x="89130" y="2751445"/>
              <a:ext cx="6679740" cy="2226960"/>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331328445"/>
                        </a:ext>
                      </a:extLst>
                    </a:gridCol>
                    <a:gridCol w="2226580">
                      <a:extLst>
                        <a:ext uri="{9D8B030D-6E8A-4147-A177-3AD203B41FA5}">
                          <a16:colId xmlns:a16="http://schemas.microsoft.com/office/drawing/2014/main" val="4176525418"/>
                        </a:ext>
                      </a:extLst>
                    </a:gridCol>
                    <a:gridCol w="2226580">
                      <a:extLst>
                        <a:ext uri="{9D8B030D-6E8A-4147-A177-3AD203B41FA5}">
                          <a16:colId xmlns:a16="http://schemas.microsoft.com/office/drawing/2014/main" val="3702257831"/>
                        </a:ext>
                      </a:extLst>
                    </a:gridCol>
                  </a:tblGrid>
                  <a:tr h="249648">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mn-lt"/>
                              <a:ea typeface="+mn-ea"/>
                              <a:cs typeface="+mn-cs"/>
                            </a:rPr>
                            <a:t>Question 2. </a:t>
                          </a:r>
                          <a:r>
                            <a:rPr kumimoji="0" lang="en-GB" sz="1200" b="0" i="0" u="none" strike="noStrike" kern="1200" cap="none" spc="0" normalizeH="0" baseline="0" noProof="0" dirty="0">
                              <a:ln>
                                <a:noFill/>
                              </a:ln>
                              <a:solidFill>
                                <a:prstClr val="black"/>
                              </a:solidFill>
                              <a:effectLst/>
                              <a:uLnTx/>
                              <a:uFillTx/>
                              <a:latin typeface="+mn-lt"/>
                              <a:ea typeface="+mn-ea"/>
                              <a:cs typeface="+mn-cs"/>
                            </a:rPr>
                            <a:t>Describe the algebraic inequality in words: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86820600"/>
                      </a:ext>
                    </a:extLst>
                  </a:tr>
                  <a:tr h="249648">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≤5</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𝑎</m:t>
                                </m:r>
                                <m:r>
                                  <a:rPr lang="en-GB" sz="1200" b="0" i="1" baseline="0" noProof="0" smtClean="0">
                                    <a:solidFill>
                                      <a:schemeClr val="tx1"/>
                                    </a:solidFill>
                                    <a:latin typeface="Cambria Math" panose="02040503050406030204" pitchFamily="18" charset="0"/>
                                  </a:rPr>
                                  <m:t>≻−2</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𝑏</m:t>
                                </m:r>
                                <m:r>
                                  <a:rPr lang="en-GB" sz="1200" b="0" i="1" baseline="0" noProof="0" smtClean="0">
                                    <a:solidFill>
                                      <a:schemeClr val="tx1"/>
                                    </a:solidFill>
                                    <a:latin typeface="Cambria Math" panose="02040503050406030204" pitchFamily="18" charset="0"/>
                                    <a:ea typeface="Cambria Math" panose="02040503050406030204" pitchFamily="18" charset="0"/>
                                  </a:rPr>
                                  <m:t>≥54</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6629474"/>
                      </a:ext>
                    </a:extLst>
                  </a:tr>
                  <a:tr h="504000">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54272021"/>
                      </a:ext>
                    </a:extLst>
                  </a:tr>
                  <a:tr h="249648">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−6&lt;</m:t>
                                </m:r>
                                <m:r>
                                  <a:rPr lang="en-GB" sz="1200" b="0" i="1" baseline="0" noProof="0" smtClean="0">
                                    <a:solidFill>
                                      <a:schemeClr val="tx1"/>
                                    </a:solidFill>
                                    <a:latin typeface="Cambria Math" panose="02040503050406030204" pitchFamily="18" charset="0"/>
                                  </a:rPr>
                                  <m:t>𝑛</m:t>
                                </m:r>
                                <m:r>
                                  <a:rPr lang="en-GB" sz="1200" b="0" i="1" baseline="0" noProof="0" smtClean="0">
                                    <a:solidFill>
                                      <a:schemeClr val="tx1"/>
                                    </a:solidFill>
                                    <a:latin typeface="Cambria Math" panose="02040503050406030204" pitchFamily="18" charset="0"/>
                                    <a:ea typeface="Cambria Math" panose="02040503050406030204" pitchFamily="18" charset="0"/>
                                  </a:rPr>
                                  <m:t>&lt;</m:t>
                                </m:r>
                                <m:r>
                                  <a:rPr lang="en-GB" sz="1200" b="0" i="1" baseline="0" noProof="0" smtClean="0">
                                    <a:solidFill>
                                      <a:schemeClr val="tx1"/>
                                    </a:solidFill>
                                    <a:latin typeface="Cambria Math" panose="02040503050406030204" pitchFamily="18" charset="0"/>
                                  </a:rPr>
                                  <m:t>5</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300</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𝑦</m:t>
                                </m:r>
                                <m:r>
                                  <a:rPr lang="en-GB" sz="1200" b="0" i="1" baseline="0" noProof="0" smtClean="0">
                                    <a:solidFill>
                                      <a:schemeClr val="tx1"/>
                                    </a:solidFill>
                                    <a:latin typeface="Cambria Math" panose="02040503050406030204" pitchFamily="18" charset="0"/>
                                  </a:rPr>
                                  <m:t>&lt;</m:t>
                                </m:r>
                                <m:r>
                                  <a:rPr lang="en-GB" sz="1200" b="0" i="0" baseline="0" noProof="0" smtClean="0">
                                    <a:solidFill>
                                      <a:schemeClr val="tx1"/>
                                    </a:solidFill>
                                    <a:latin typeface="Cambria Math" panose="02040503050406030204" pitchFamily="18" charset="0"/>
                                  </a:rPr>
                                  <m:t>350</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ea typeface="Cambria Math" panose="02040503050406030204" pitchFamily="18" charset="0"/>
                                  </a:rPr>
                                  <m:t>−100&lt;</m:t>
                                </m:r>
                                <m:r>
                                  <a:rPr lang="en-GB" sz="1200" b="0" i="1" baseline="0" noProof="0" smtClean="0">
                                    <a:solidFill>
                                      <a:schemeClr val="tx1"/>
                                    </a:solidFill>
                                    <a:latin typeface="Cambria Math" panose="02040503050406030204" pitchFamily="18" charset="0"/>
                                  </a:rPr>
                                  <m:t>𝑘</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−42</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0963357"/>
                      </a:ext>
                    </a:extLst>
                  </a:tr>
                  <a:tr h="900000">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2275662"/>
                      </a:ext>
                    </a:extLst>
                  </a:tr>
                </a:tbl>
              </a:graphicData>
            </a:graphic>
          </p:graphicFrame>
        </mc:Choice>
        <mc:Fallback xmlns="">
          <p:graphicFrame>
            <p:nvGraphicFramePr>
              <p:cNvPr id="4" name="Table 3">
                <a:extLst>
                  <a:ext uri="{FF2B5EF4-FFF2-40B4-BE49-F238E27FC236}">
                    <a16:creationId xmlns:a16="http://schemas.microsoft.com/office/drawing/2014/main" id="{3201FCAD-F558-08B9-8DB0-276514CAE790}"/>
                  </a:ext>
                </a:extLst>
              </p:cNvPr>
              <p:cNvGraphicFramePr>
                <a:graphicFrameLocks noGrp="1"/>
              </p:cNvGraphicFramePr>
              <p:nvPr>
                <p:extLst>
                  <p:ext uri="{D42A27DB-BD31-4B8C-83A1-F6EECF244321}">
                    <p14:modId xmlns:p14="http://schemas.microsoft.com/office/powerpoint/2010/main" val="2563678508"/>
                  </p:ext>
                </p:extLst>
              </p:nvPr>
            </p:nvGraphicFramePr>
            <p:xfrm>
              <a:off x="89130" y="2751445"/>
              <a:ext cx="6679740" cy="2226960"/>
            </p:xfrm>
            <a:graphic>
              <a:graphicData uri="http://schemas.openxmlformats.org/drawingml/2006/table">
                <a:tbl>
                  <a:tblPr firstRow="1" bandRow="1">
                    <a:tableStyleId>{5C22544A-7EE6-4342-B048-85BDC9FD1C3A}</a:tableStyleId>
                  </a:tblPr>
                  <a:tblGrid>
                    <a:gridCol w="2226580">
                      <a:extLst>
                        <a:ext uri="{9D8B030D-6E8A-4147-A177-3AD203B41FA5}">
                          <a16:colId xmlns:a16="http://schemas.microsoft.com/office/drawing/2014/main" val="3331328445"/>
                        </a:ext>
                      </a:extLst>
                    </a:gridCol>
                    <a:gridCol w="2226580">
                      <a:extLst>
                        <a:ext uri="{9D8B030D-6E8A-4147-A177-3AD203B41FA5}">
                          <a16:colId xmlns:a16="http://schemas.microsoft.com/office/drawing/2014/main" val="4176525418"/>
                        </a:ext>
                      </a:extLst>
                    </a:gridCol>
                    <a:gridCol w="2226580">
                      <a:extLst>
                        <a:ext uri="{9D8B030D-6E8A-4147-A177-3AD203B41FA5}">
                          <a16:colId xmlns:a16="http://schemas.microsoft.com/office/drawing/2014/main" val="3702257831"/>
                        </a:ext>
                      </a:extLst>
                    </a:gridCol>
                  </a:tblGrid>
                  <a:tr h="274320">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mn-lt"/>
                              <a:ea typeface="+mn-ea"/>
                              <a:cs typeface="+mn-cs"/>
                            </a:rPr>
                            <a:t>Question 2. </a:t>
                          </a:r>
                          <a:r>
                            <a:rPr kumimoji="0" lang="en-GB" sz="1200" b="0" i="0" u="none" strike="noStrike" kern="1200" cap="none" spc="0" normalizeH="0" baseline="0" noProof="0" dirty="0">
                              <a:ln>
                                <a:noFill/>
                              </a:ln>
                              <a:solidFill>
                                <a:prstClr val="black"/>
                              </a:solidFill>
                              <a:effectLst/>
                              <a:uLnTx/>
                              <a:uFillTx/>
                              <a:latin typeface="+mn-lt"/>
                              <a:ea typeface="+mn-ea"/>
                              <a:cs typeface="+mn-cs"/>
                            </a:rPr>
                            <a:t>Describe the algebraic inequality in words: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86820600"/>
                      </a:ext>
                    </a:extLst>
                  </a:tr>
                  <a:tr h="27432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3" t="-100000" r="-200273" b="-6177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548" t="-100000" r="-100822" b="-6177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100000" r="-546" b="-617778"/>
                          </a:stretch>
                        </a:blipFill>
                      </a:tcPr>
                    </a:tc>
                    <a:extLst>
                      <a:ext uri="{0D108BD9-81ED-4DB2-BD59-A6C34878D82A}">
                        <a16:rowId xmlns:a16="http://schemas.microsoft.com/office/drawing/2014/main" val="236629474"/>
                      </a:ext>
                    </a:extLst>
                  </a:tr>
                  <a:tr h="504000">
                    <a:tc>
                      <a:txBody>
                        <a:bodyPr/>
                        <a:lstStyle/>
                        <a:p>
                          <a:pPr/>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54272021"/>
                      </a:ext>
                    </a:extLst>
                  </a:tr>
                  <a:tr h="27432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3" t="-384444" r="-200273" b="-333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548" t="-384444" r="-100822" b="-333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84444" r="-546" b="-333333"/>
                          </a:stretch>
                        </a:blipFill>
                      </a:tcPr>
                    </a:tc>
                    <a:extLst>
                      <a:ext uri="{0D108BD9-81ED-4DB2-BD59-A6C34878D82A}">
                        <a16:rowId xmlns:a16="http://schemas.microsoft.com/office/drawing/2014/main" val="740963357"/>
                      </a:ext>
                    </a:extLst>
                  </a:tr>
                  <a:tr h="900000">
                    <a:tc>
                      <a:txBody>
                        <a:bodyPr/>
                        <a:lstStyle/>
                        <a:p>
                          <a:pPr/>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227566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CDF5A63-8A96-7124-FF8B-E4D44288F59C}"/>
                  </a:ext>
                </a:extLst>
              </p:cNvPr>
              <p:cNvGraphicFramePr>
                <a:graphicFrameLocks noGrp="1"/>
              </p:cNvGraphicFramePr>
              <p:nvPr>
                <p:extLst>
                  <p:ext uri="{D42A27DB-BD31-4B8C-83A1-F6EECF244321}">
                    <p14:modId xmlns:p14="http://schemas.microsoft.com/office/powerpoint/2010/main" val="1419619739"/>
                  </p:ext>
                </p:extLst>
              </p:nvPr>
            </p:nvGraphicFramePr>
            <p:xfrm>
              <a:off x="90048" y="7513964"/>
              <a:ext cx="6696000" cy="1185706"/>
            </p:xfrm>
            <a:graphic>
              <a:graphicData uri="http://schemas.openxmlformats.org/drawingml/2006/table">
                <a:tbl>
                  <a:tblPr firstRow="1" bandRow="1">
                    <a:tableStyleId>{5C22544A-7EE6-4342-B048-85BDC9FD1C3A}</a:tableStyleId>
                  </a:tblPr>
                  <a:tblGrid>
                    <a:gridCol w="2232000">
                      <a:extLst>
                        <a:ext uri="{9D8B030D-6E8A-4147-A177-3AD203B41FA5}">
                          <a16:colId xmlns:a16="http://schemas.microsoft.com/office/drawing/2014/main" val="3964744059"/>
                        </a:ext>
                      </a:extLst>
                    </a:gridCol>
                    <a:gridCol w="2232000">
                      <a:extLst>
                        <a:ext uri="{9D8B030D-6E8A-4147-A177-3AD203B41FA5}">
                          <a16:colId xmlns:a16="http://schemas.microsoft.com/office/drawing/2014/main" val="1783588465"/>
                        </a:ext>
                      </a:extLst>
                    </a:gridCol>
                    <a:gridCol w="2232000">
                      <a:extLst>
                        <a:ext uri="{9D8B030D-6E8A-4147-A177-3AD203B41FA5}">
                          <a16:colId xmlns:a16="http://schemas.microsoft.com/office/drawing/2014/main" val="2361996089"/>
                        </a:ext>
                      </a:extLst>
                    </a:gridCol>
                  </a:tblGrid>
                  <a:tr h="264207">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rPr>
                            <a:t>Question 4.</a:t>
                          </a:r>
                          <a:r>
                            <a:rPr lang="en-GB" sz="1200" b="1" i="0" baseline="0" noProof="0" dirty="0">
                              <a:solidFill>
                                <a:schemeClr val="tx1"/>
                              </a:solidFill>
                            </a:rPr>
                            <a:t> </a:t>
                          </a:r>
                          <a:r>
                            <a:rPr lang="en-GB" sz="1200" b="0" i="0" noProof="0" dirty="0">
                              <a:solidFill>
                                <a:schemeClr val="tx1"/>
                              </a:solidFill>
                            </a:rPr>
                            <a:t>List </a:t>
                          </a:r>
                          <a:r>
                            <a:rPr lang="en-GB" sz="1200" b="0" i="0" baseline="0" noProof="0" dirty="0">
                              <a:solidFill>
                                <a:schemeClr val="tx1"/>
                              </a:solidFill>
                            </a:rPr>
                            <a:t>the possible integer </a:t>
                          </a:r>
                          <a:r>
                            <a:rPr lang="en-GB" sz="1200" b="0" i="0" noProof="0" dirty="0">
                              <a:solidFill>
                                <a:schemeClr val="tx1"/>
                              </a:solidFill>
                            </a:rPr>
                            <a:t>values of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i="0" noProof="0" dirty="0">
                              <a:solidFill>
                                <a:schemeClr val="tx1"/>
                              </a:solidFill>
                            </a:rPr>
                            <a:t> if…</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2307886"/>
                      </a:ext>
                    </a:extLst>
                  </a:tr>
                  <a:tr h="264207">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9</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−5&lt;</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0" baseline="0" noProof="0" smtClean="0">
                                    <a:solidFill>
                                      <a:schemeClr val="tx1"/>
                                    </a:solidFill>
                                    <a:latin typeface="Cambria Math" panose="02040503050406030204" pitchFamily="18" charset="0"/>
                                  </a:rPr>
                                  <m:t>4</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ea typeface="Cambria Math" panose="02040503050406030204" pitchFamily="18" charset="0"/>
                                  </a:rPr>
                                  <m:t>−12&lt;</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&lt;−1</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1920708"/>
                      </a:ext>
                    </a:extLst>
                  </a:tr>
                  <a:tr h="637066">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9684835"/>
                      </a:ext>
                    </a:extLst>
                  </a:tr>
                </a:tbl>
              </a:graphicData>
            </a:graphic>
          </p:graphicFrame>
        </mc:Choice>
        <mc:Fallback xmlns="">
          <p:graphicFrame>
            <p:nvGraphicFramePr>
              <p:cNvPr id="5" name="Table 4">
                <a:extLst>
                  <a:ext uri="{FF2B5EF4-FFF2-40B4-BE49-F238E27FC236}">
                    <a16:creationId xmlns:a16="http://schemas.microsoft.com/office/drawing/2014/main" id="{ECDF5A63-8A96-7124-FF8B-E4D44288F59C}"/>
                  </a:ext>
                </a:extLst>
              </p:cNvPr>
              <p:cNvGraphicFramePr>
                <a:graphicFrameLocks noGrp="1"/>
              </p:cNvGraphicFramePr>
              <p:nvPr>
                <p:extLst>
                  <p:ext uri="{D42A27DB-BD31-4B8C-83A1-F6EECF244321}">
                    <p14:modId xmlns:p14="http://schemas.microsoft.com/office/powerpoint/2010/main" val="1419619739"/>
                  </p:ext>
                </p:extLst>
              </p:nvPr>
            </p:nvGraphicFramePr>
            <p:xfrm>
              <a:off x="90048" y="7513964"/>
              <a:ext cx="6696000" cy="1185706"/>
            </p:xfrm>
            <a:graphic>
              <a:graphicData uri="http://schemas.openxmlformats.org/drawingml/2006/table">
                <a:tbl>
                  <a:tblPr firstRow="1" bandRow="1">
                    <a:tableStyleId>{5C22544A-7EE6-4342-B048-85BDC9FD1C3A}</a:tableStyleId>
                  </a:tblPr>
                  <a:tblGrid>
                    <a:gridCol w="2232000">
                      <a:extLst>
                        <a:ext uri="{9D8B030D-6E8A-4147-A177-3AD203B41FA5}">
                          <a16:colId xmlns:a16="http://schemas.microsoft.com/office/drawing/2014/main" val="3964744059"/>
                        </a:ext>
                      </a:extLst>
                    </a:gridCol>
                    <a:gridCol w="2232000">
                      <a:extLst>
                        <a:ext uri="{9D8B030D-6E8A-4147-A177-3AD203B41FA5}">
                          <a16:colId xmlns:a16="http://schemas.microsoft.com/office/drawing/2014/main" val="1783588465"/>
                        </a:ext>
                      </a:extLst>
                    </a:gridCol>
                    <a:gridCol w="2232000">
                      <a:extLst>
                        <a:ext uri="{9D8B030D-6E8A-4147-A177-3AD203B41FA5}">
                          <a16:colId xmlns:a16="http://schemas.microsoft.com/office/drawing/2014/main" val="2361996089"/>
                        </a:ext>
                      </a:extLst>
                    </a:gridCol>
                  </a:tblGrid>
                  <a:tr h="274320">
                    <a:tc gridSpan="3">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91" r="-182" b="-340000"/>
                          </a:stretch>
                        </a:blip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2307886"/>
                      </a:ext>
                    </a:extLst>
                  </a:tr>
                  <a:tr h="27432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2" t="-97826" r="-200272" b="-23260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6" t="-97826" r="-100820" b="-23260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97826" r="-545" b="-232609"/>
                          </a:stretch>
                        </a:blipFill>
                      </a:tcPr>
                    </a:tc>
                    <a:extLst>
                      <a:ext uri="{0D108BD9-81ED-4DB2-BD59-A6C34878D82A}">
                        <a16:rowId xmlns:a16="http://schemas.microsoft.com/office/drawing/2014/main" val="951920708"/>
                      </a:ext>
                    </a:extLst>
                  </a:tr>
                  <a:tr h="637066">
                    <a:tc>
                      <a:txBody>
                        <a:bodyPr/>
                        <a:lstStyle/>
                        <a:p>
                          <a:pPr/>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968483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C6AD7169-0D23-B5A3-BCCC-B1BB00F5B562}"/>
                  </a:ext>
                </a:extLst>
              </p:cNvPr>
              <p:cNvGraphicFramePr>
                <a:graphicFrameLocks noGrp="1"/>
              </p:cNvGraphicFramePr>
              <p:nvPr>
                <p:extLst>
                  <p:ext uri="{D42A27DB-BD31-4B8C-83A1-F6EECF244321}">
                    <p14:modId xmlns:p14="http://schemas.microsoft.com/office/powerpoint/2010/main" val="766366189"/>
                  </p:ext>
                </p:extLst>
              </p:nvPr>
            </p:nvGraphicFramePr>
            <p:xfrm>
              <a:off x="116942" y="8706337"/>
              <a:ext cx="6667270" cy="1091520"/>
            </p:xfrm>
            <a:graphic>
              <a:graphicData uri="http://schemas.openxmlformats.org/drawingml/2006/table">
                <a:tbl>
                  <a:tblPr firstRow="1" bandRow="1">
                    <a:tableStyleId>{5C22544A-7EE6-4342-B048-85BDC9FD1C3A}</a:tableStyleId>
                  </a:tblPr>
                  <a:tblGrid>
                    <a:gridCol w="2095270">
                      <a:extLst>
                        <a:ext uri="{9D8B030D-6E8A-4147-A177-3AD203B41FA5}">
                          <a16:colId xmlns:a16="http://schemas.microsoft.com/office/drawing/2014/main" val="3964744059"/>
                        </a:ext>
                      </a:extLst>
                    </a:gridCol>
                    <a:gridCol w="2232000">
                      <a:extLst>
                        <a:ext uri="{9D8B030D-6E8A-4147-A177-3AD203B41FA5}">
                          <a16:colId xmlns:a16="http://schemas.microsoft.com/office/drawing/2014/main" val="1783588465"/>
                        </a:ext>
                      </a:extLst>
                    </a:gridCol>
                    <a:gridCol w="2340000">
                      <a:extLst>
                        <a:ext uri="{9D8B030D-6E8A-4147-A177-3AD203B41FA5}">
                          <a16:colId xmlns:a16="http://schemas.microsoft.com/office/drawing/2014/main" val="2361996089"/>
                        </a:ext>
                      </a:extLst>
                    </a:gridCol>
                  </a:tblGrid>
                  <a:tr h="235871">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rPr>
                            <a:t>Question 5.</a:t>
                          </a:r>
                          <a:r>
                            <a:rPr lang="en-GB" sz="1200" b="1" i="0" baseline="0" noProof="0" dirty="0">
                              <a:solidFill>
                                <a:schemeClr val="tx1"/>
                              </a:solidFill>
                            </a:rPr>
                            <a:t> </a:t>
                          </a:r>
                          <a:endParaRPr lang="en-GB" sz="1200" b="0" i="0"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2307886"/>
                      </a:ext>
                    </a:extLst>
                  </a:tr>
                  <a:tr h="22466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a) Give the maximum possible integer value of </a:t>
                          </a: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baseline="0" noProof="0" dirty="0">
                              <a:solidFill>
                                <a:schemeClr val="tx1"/>
                              </a:solidFill>
                            </a:rPr>
                            <a:t> if </a:t>
                          </a:r>
                          <a14:m>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&lt;45</m:t>
                              </m:r>
                            </m:oMath>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b) Give the maximum possible integer value of </a:t>
                          </a:r>
                          <a14:m>
                            <m:oMath xmlns:m="http://schemas.openxmlformats.org/officeDocument/2006/math">
                              <m:r>
                                <a:rPr lang="en-GB" sz="1200" b="0" i="1" baseline="0" noProof="0" smtClean="0">
                                  <a:solidFill>
                                    <a:schemeClr val="tx1"/>
                                  </a:solidFill>
                                  <a:latin typeface="Cambria Math" panose="02040503050406030204" pitchFamily="18" charset="0"/>
                                </a:rPr>
                                <m:t>𝑛</m:t>
                              </m:r>
                            </m:oMath>
                          </a14:m>
                          <a:r>
                            <a:rPr lang="en-GB" sz="1200" baseline="0" noProof="0" dirty="0">
                              <a:solidFill>
                                <a:schemeClr val="tx1"/>
                              </a:solidFill>
                            </a:rPr>
                            <a:t> if </a:t>
                          </a:r>
                          <a14:m>
                            <m:oMath xmlns:m="http://schemas.openxmlformats.org/officeDocument/2006/math">
                              <m:r>
                                <a:rPr lang="en-GB" sz="1200" b="0" i="1" baseline="0" noProof="0" smtClean="0">
                                  <a:solidFill>
                                    <a:schemeClr val="tx1"/>
                                  </a:solidFill>
                                  <a:latin typeface="Cambria Math" panose="02040503050406030204" pitchFamily="18" charset="0"/>
                                </a:rPr>
                                <m:t>−2&lt;</m:t>
                              </m:r>
                              <m:r>
                                <a:rPr lang="en-GB" sz="1200" b="0" i="1" baseline="0" noProof="0" smtClean="0">
                                  <a:solidFill>
                                    <a:schemeClr val="tx1"/>
                                  </a:solidFill>
                                  <a:latin typeface="Cambria Math" panose="02040503050406030204" pitchFamily="18" charset="0"/>
                                </a:rPr>
                                <m:t>𝑛</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0" baseline="0" noProof="0" smtClean="0">
                                  <a:solidFill>
                                    <a:schemeClr val="tx1"/>
                                  </a:solidFill>
                                  <a:latin typeface="Cambria Math" panose="02040503050406030204" pitchFamily="18" charset="0"/>
                                </a:rPr>
                                <m:t>7</m:t>
                              </m:r>
                            </m:oMath>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GB" sz="1200" baseline="0" noProof="0" smtClean="0">
                                    <a:solidFill>
                                      <a:schemeClr val="tx1"/>
                                    </a:solidFill>
                                  </a:rPr>
                                  <m:t>b</m:t>
                                </m:r>
                                <m:r>
                                  <m:rPr>
                                    <m:nor/>
                                  </m:rPr>
                                  <a:rPr lang="en-GB" sz="1200" baseline="0" noProof="0" smtClean="0">
                                    <a:solidFill>
                                      <a:schemeClr val="tx1"/>
                                    </a:solidFill>
                                  </a:rPr>
                                  <m:t>) </m:t>
                                </m:r>
                                <m:r>
                                  <m:rPr>
                                    <m:nor/>
                                  </m:rPr>
                                  <a:rPr lang="en-GB" sz="1200" baseline="0" noProof="0" smtClean="0">
                                    <a:solidFill>
                                      <a:schemeClr val="tx1"/>
                                    </a:solidFill>
                                  </a:rPr>
                                  <m:t>Give</m:t>
                                </m:r>
                                <m:r>
                                  <m:rPr>
                                    <m:nor/>
                                  </m:rPr>
                                  <a:rPr lang="en-GB" sz="1200" baseline="0" noProof="0" smtClean="0">
                                    <a:solidFill>
                                      <a:schemeClr val="tx1"/>
                                    </a:solidFill>
                                  </a:rPr>
                                  <m:t> </m:t>
                                </m:r>
                                <m:r>
                                  <m:rPr>
                                    <m:nor/>
                                  </m:rPr>
                                  <a:rPr lang="en-GB" sz="1200" baseline="0" noProof="0" smtClean="0">
                                    <a:solidFill>
                                      <a:schemeClr val="tx1"/>
                                    </a:solidFill>
                                  </a:rPr>
                                  <m:t>the</m:t>
                                </m:r>
                                <m:r>
                                  <m:rPr>
                                    <m:nor/>
                                  </m:rPr>
                                  <a:rPr lang="en-GB" sz="1200" baseline="0" noProof="0" smtClean="0">
                                    <a:solidFill>
                                      <a:schemeClr val="tx1"/>
                                    </a:solidFill>
                                  </a:rPr>
                                  <m:t> </m:t>
                                </m:r>
                                <m:r>
                                  <m:rPr>
                                    <m:nor/>
                                  </m:rPr>
                                  <a:rPr lang="en-GB" sz="1200" baseline="0" noProof="0" smtClean="0">
                                    <a:solidFill>
                                      <a:schemeClr val="tx1"/>
                                    </a:solidFill>
                                  </a:rPr>
                                  <m:t>minimum</m:t>
                                </m:r>
                                <m:r>
                                  <m:rPr>
                                    <m:nor/>
                                  </m:rPr>
                                  <a:rPr lang="en-GB" sz="1200" b="0" i="0" baseline="0" noProof="0" smtClean="0">
                                    <a:solidFill>
                                      <a:schemeClr val="tx1"/>
                                    </a:solidFill>
                                  </a:rPr>
                                  <m:t> </m:t>
                                </m:r>
                                <m:r>
                                  <m:rPr>
                                    <m:nor/>
                                  </m:rPr>
                                  <a:rPr lang="en-GB" sz="1200" b="0" i="0" baseline="0" noProof="0" smtClean="0">
                                    <a:solidFill>
                                      <a:schemeClr val="tx1"/>
                                    </a:solidFill>
                                  </a:rPr>
                                  <m:t>possible</m:t>
                                </m:r>
                                <m:r>
                                  <m:rPr>
                                    <m:nor/>
                                  </m:rPr>
                                  <a:rPr lang="en-GB" sz="1200" b="0" i="0" baseline="0" noProof="0" smtClean="0">
                                    <a:solidFill>
                                      <a:schemeClr val="tx1"/>
                                    </a:solidFill>
                                  </a:rPr>
                                  <m:t> </m:t>
                                </m:r>
                                <m:r>
                                  <m:rPr>
                                    <m:nor/>
                                  </m:rPr>
                                  <a:rPr lang="en-GB" sz="1200" b="0" i="0" baseline="0" noProof="0" smtClean="0">
                                    <a:solidFill>
                                      <a:schemeClr val="tx1"/>
                                    </a:solidFill>
                                  </a:rPr>
                                  <m:t>integer</m:t>
                                </m:r>
                                <m:r>
                                  <m:rPr>
                                    <m:nor/>
                                  </m:rPr>
                                  <a:rPr lang="en-GB" sz="1200" baseline="0" noProof="0" smtClean="0">
                                    <a:solidFill>
                                      <a:schemeClr val="tx1"/>
                                    </a:solidFill>
                                  </a:rPr>
                                  <m:t> </m:t>
                                </m:r>
                                <m:r>
                                  <m:rPr>
                                    <m:nor/>
                                  </m:rPr>
                                  <a:rPr lang="en-GB" sz="1200" baseline="0" noProof="0" smtClean="0">
                                    <a:solidFill>
                                      <a:schemeClr val="tx1"/>
                                    </a:solidFill>
                                  </a:rPr>
                                  <m:t>value</m:t>
                                </m:r>
                                <m:r>
                                  <m:rPr>
                                    <m:nor/>
                                  </m:rPr>
                                  <a:rPr lang="en-GB" sz="1200" baseline="0" noProof="0" smtClean="0">
                                    <a:solidFill>
                                      <a:schemeClr val="tx1"/>
                                    </a:solidFill>
                                  </a:rPr>
                                  <m:t> </m:t>
                                </m:r>
                                <m:r>
                                  <m:rPr>
                                    <m:nor/>
                                  </m:rPr>
                                  <a:rPr lang="en-GB" sz="1200" baseline="0" noProof="0" smtClean="0">
                                    <a:solidFill>
                                      <a:schemeClr val="tx1"/>
                                    </a:solidFill>
                                  </a:rPr>
                                  <m:t>of</m:t>
                                </m:r>
                                <m:r>
                                  <m:rPr>
                                    <m:nor/>
                                  </m:rPr>
                                  <a:rPr lang="en-GB" sz="1200" baseline="0" noProof="0" smtClean="0">
                                    <a:solidFill>
                                      <a:schemeClr val="tx1"/>
                                    </a:solidFill>
                                  </a:rPr>
                                  <m:t> </m:t>
                                </m:r>
                                <m:r>
                                  <a:rPr lang="en-GB" sz="1200" b="0" i="1" baseline="0" noProof="0" smtClean="0">
                                    <a:solidFill>
                                      <a:schemeClr val="tx1"/>
                                    </a:solidFill>
                                    <a:latin typeface="Cambria Math" panose="02040503050406030204" pitchFamily="18" charset="0"/>
                                  </a:rPr>
                                  <m:t>𝑛</m:t>
                                </m:r>
                                <m:r>
                                  <m:rPr>
                                    <m:nor/>
                                  </m:rPr>
                                  <a:rPr lang="en-GB" sz="1200" baseline="0" noProof="0" smtClean="0">
                                    <a:solidFill>
                                      <a:schemeClr val="tx1"/>
                                    </a:solidFill>
                                  </a:rPr>
                                  <m:t> </m:t>
                                </m:r>
                                <m:r>
                                  <m:rPr>
                                    <m:nor/>
                                  </m:rPr>
                                  <a:rPr lang="en-GB" sz="1200" baseline="0" noProof="0" smtClean="0">
                                    <a:solidFill>
                                      <a:schemeClr val="tx1"/>
                                    </a:solidFill>
                                  </a:rPr>
                                  <m:t>if</m:t>
                                </m:r>
                                <m:r>
                                  <m:rPr>
                                    <m:nor/>
                                  </m:rPr>
                                  <a:rPr lang="en-GB" sz="1200" baseline="0" noProof="0" smtClean="0">
                                    <a:solidFill>
                                      <a:schemeClr val="tx1"/>
                                    </a:solidFill>
                                  </a:rPr>
                                  <m:t> </m:t>
                                </m:r>
                                <m:r>
                                  <a:rPr lang="en-GB" sz="1200" b="0" i="1" baseline="0" noProof="0" smtClean="0">
                                    <a:solidFill>
                                      <a:schemeClr val="tx1"/>
                                    </a:solidFill>
                                    <a:latin typeface="Cambria Math" panose="02040503050406030204" pitchFamily="18" charset="0"/>
                                  </a:rPr>
                                  <m:t>−2&lt;</m:t>
                                </m:r>
                                <m:r>
                                  <a:rPr lang="en-GB" sz="1200" b="0" i="1" baseline="0" noProof="0" smtClean="0">
                                    <a:solidFill>
                                      <a:schemeClr val="tx1"/>
                                    </a:solidFill>
                                    <a:latin typeface="Cambria Math" panose="02040503050406030204" pitchFamily="18" charset="0"/>
                                  </a:rPr>
                                  <m:t>𝑛</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0" baseline="0" noProof="0" smtClean="0">
                                    <a:solidFill>
                                      <a:schemeClr val="tx1"/>
                                    </a:solidFill>
                                    <a:latin typeface="Cambria Math" panose="02040503050406030204" pitchFamily="18" charset="0"/>
                                  </a:rPr>
                                  <m:t>7</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1920708"/>
                      </a:ext>
                    </a:extLst>
                  </a:tr>
                  <a:tr h="360000">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05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9684835"/>
                      </a:ext>
                    </a:extLst>
                  </a:tr>
                </a:tbl>
              </a:graphicData>
            </a:graphic>
          </p:graphicFrame>
        </mc:Choice>
        <mc:Fallback xmlns="">
          <p:graphicFrame>
            <p:nvGraphicFramePr>
              <p:cNvPr id="6" name="Table 5">
                <a:extLst>
                  <a:ext uri="{FF2B5EF4-FFF2-40B4-BE49-F238E27FC236}">
                    <a16:creationId xmlns:a16="http://schemas.microsoft.com/office/drawing/2014/main" id="{C6AD7169-0D23-B5A3-BCCC-B1BB00F5B562}"/>
                  </a:ext>
                </a:extLst>
              </p:cNvPr>
              <p:cNvGraphicFramePr>
                <a:graphicFrameLocks noGrp="1"/>
              </p:cNvGraphicFramePr>
              <p:nvPr>
                <p:extLst>
                  <p:ext uri="{D42A27DB-BD31-4B8C-83A1-F6EECF244321}">
                    <p14:modId xmlns:p14="http://schemas.microsoft.com/office/powerpoint/2010/main" val="766366189"/>
                  </p:ext>
                </p:extLst>
              </p:nvPr>
            </p:nvGraphicFramePr>
            <p:xfrm>
              <a:off x="116942" y="8706337"/>
              <a:ext cx="6667270" cy="1091520"/>
            </p:xfrm>
            <a:graphic>
              <a:graphicData uri="http://schemas.openxmlformats.org/drawingml/2006/table">
                <a:tbl>
                  <a:tblPr firstRow="1" bandRow="1">
                    <a:tableStyleId>{5C22544A-7EE6-4342-B048-85BDC9FD1C3A}</a:tableStyleId>
                  </a:tblPr>
                  <a:tblGrid>
                    <a:gridCol w="2095270">
                      <a:extLst>
                        <a:ext uri="{9D8B030D-6E8A-4147-A177-3AD203B41FA5}">
                          <a16:colId xmlns:a16="http://schemas.microsoft.com/office/drawing/2014/main" val="3964744059"/>
                        </a:ext>
                      </a:extLst>
                    </a:gridCol>
                    <a:gridCol w="2232000">
                      <a:extLst>
                        <a:ext uri="{9D8B030D-6E8A-4147-A177-3AD203B41FA5}">
                          <a16:colId xmlns:a16="http://schemas.microsoft.com/office/drawing/2014/main" val="1783588465"/>
                        </a:ext>
                      </a:extLst>
                    </a:gridCol>
                    <a:gridCol w="2340000">
                      <a:extLst>
                        <a:ext uri="{9D8B030D-6E8A-4147-A177-3AD203B41FA5}">
                          <a16:colId xmlns:a16="http://schemas.microsoft.com/office/drawing/2014/main" val="2361996089"/>
                        </a:ext>
                      </a:extLst>
                    </a:gridCol>
                  </a:tblGrid>
                  <a:tr h="274320">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rPr>
                            <a:t>Question 5.</a:t>
                          </a:r>
                          <a:r>
                            <a:rPr lang="en-GB" sz="1200" b="1" i="0" baseline="0" noProof="0" dirty="0">
                              <a:solidFill>
                                <a:schemeClr val="tx1"/>
                              </a:solidFill>
                            </a:rPr>
                            <a:t> </a:t>
                          </a:r>
                          <a:endParaRPr lang="en-GB" sz="1200" b="0" i="0"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2307886"/>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1" t="-59211" r="-218605" b="-802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4262" t="-59211" r="-105464" b="-802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85156" t="-59211" r="-521" b="-80263"/>
                          </a:stretch>
                        </a:blipFill>
                      </a:tcPr>
                    </a:tc>
                    <a:extLst>
                      <a:ext uri="{0D108BD9-81ED-4DB2-BD59-A6C34878D82A}">
                        <a16:rowId xmlns:a16="http://schemas.microsoft.com/office/drawing/2014/main" val="951920708"/>
                      </a:ext>
                    </a:extLst>
                  </a:tr>
                  <a:tr h="360000">
                    <a:tc>
                      <a:txBody>
                        <a:bodyPr/>
                        <a:lstStyle/>
                        <a:p>
                          <a:pPr/>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endParaRPr lang="en-GB" sz="105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9684835"/>
                      </a:ext>
                    </a:extLst>
                  </a:tr>
                </a:tbl>
              </a:graphicData>
            </a:graphic>
          </p:graphicFrame>
        </mc:Fallback>
      </mc:AlternateContent>
      <p:sp>
        <p:nvSpPr>
          <p:cNvPr id="7" name="Slide Number Placeholder 5">
            <a:extLst>
              <a:ext uri="{FF2B5EF4-FFF2-40B4-BE49-F238E27FC236}">
                <a16:creationId xmlns:a16="http://schemas.microsoft.com/office/drawing/2014/main" id="{C2B68C40-F66D-9464-4E62-456666993418}"/>
              </a:ext>
            </a:extLst>
          </p:cNvPr>
          <p:cNvSpPr>
            <a:spLocks noGrp="1"/>
          </p:cNvSpPr>
          <p:nvPr>
            <p:ph type="sldNum" sz="quarter" idx="12"/>
          </p:nvPr>
        </p:nvSpPr>
        <p:spPr>
          <a:xfrm>
            <a:off x="5269269" y="9478149"/>
            <a:ext cx="1543050" cy="527403"/>
          </a:xfrm>
        </p:spPr>
        <p:txBody>
          <a:bodyPr/>
          <a:lstStyle/>
          <a:p>
            <a:fld id="{19F1D9CC-7119-45EC-A96C-D8C0660F3AAB}" type="slidenum">
              <a:rPr lang="en-GB" noProof="0" smtClean="0">
                <a:solidFill>
                  <a:schemeClr val="tx1"/>
                </a:solidFill>
              </a:rPr>
              <a:t>3</a:t>
            </a:fld>
            <a:endParaRPr lang="en-GB" noProof="0" dirty="0">
              <a:solidFill>
                <a:schemeClr val="tx1"/>
              </a:solidFill>
            </a:endParaRPr>
          </a:p>
        </p:txBody>
      </p:sp>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3D198149-86AD-01B8-CDA1-5A1B9A6D98CD}"/>
                  </a:ext>
                </a:extLst>
              </p:cNvPr>
              <p:cNvGraphicFramePr>
                <a:graphicFrameLocks noGrp="1"/>
              </p:cNvGraphicFramePr>
              <p:nvPr>
                <p:extLst>
                  <p:ext uri="{D42A27DB-BD31-4B8C-83A1-F6EECF244321}">
                    <p14:modId xmlns:p14="http://schemas.microsoft.com/office/powerpoint/2010/main" val="306854003"/>
                  </p:ext>
                </p:extLst>
              </p:nvPr>
            </p:nvGraphicFramePr>
            <p:xfrm>
              <a:off x="104413" y="4991017"/>
              <a:ext cx="6679740" cy="2468880"/>
            </p:xfrm>
            <a:graphic>
              <a:graphicData uri="http://schemas.openxmlformats.org/drawingml/2006/table">
                <a:tbl>
                  <a:tblPr firstRow="1" bandRow="1">
                    <a:tableStyleId>{5C22544A-7EE6-4342-B048-85BDC9FD1C3A}</a:tableStyleId>
                  </a:tblPr>
                  <a:tblGrid>
                    <a:gridCol w="4897893">
                      <a:extLst>
                        <a:ext uri="{9D8B030D-6E8A-4147-A177-3AD203B41FA5}">
                          <a16:colId xmlns:a16="http://schemas.microsoft.com/office/drawing/2014/main" val="1209571039"/>
                        </a:ext>
                      </a:extLst>
                    </a:gridCol>
                    <a:gridCol w="1781847">
                      <a:extLst>
                        <a:ext uri="{9D8B030D-6E8A-4147-A177-3AD203B41FA5}">
                          <a16:colId xmlns:a16="http://schemas.microsoft.com/office/drawing/2014/main" val="2423145370"/>
                        </a:ext>
                      </a:extLst>
                    </a:gridCol>
                  </a:tblGrid>
                  <a:tr h="0">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rPr>
                            <a:t>Question 3. </a:t>
                          </a:r>
                          <a:r>
                            <a:rPr lang="en-GB" sz="1200" b="0" i="0" noProof="0" dirty="0">
                              <a:solidFill>
                                <a:schemeClr val="tx1"/>
                              </a:solidFill>
                            </a:rPr>
                            <a:t>Write as an algebraic inequality: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264050291"/>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a) The cost, </a:t>
                          </a:r>
                          <a14:m>
                            <m:oMath xmlns:m="http://schemas.openxmlformats.org/officeDocument/2006/math">
                              <m:r>
                                <a:rPr lang="en-GB" sz="1200" b="0" i="1" noProof="0" smtClean="0">
                                  <a:solidFill>
                                    <a:schemeClr val="tx1"/>
                                  </a:solidFill>
                                  <a:latin typeface="Cambria Math" panose="02040503050406030204" pitchFamily="18" charset="0"/>
                                </a:rPr>
                                <m:t>𝑐</m:t>
                              </m:r>
                            </m:oMath>
                          </a14:m>
                          <a:r>
                            <a:rPr lang="en-GB" sz="1200" b="0" i="0" noProof="0" dirty="0">
                              <a:solidFill>
                                <a:schemeClr val="tx1"/>
                              </a:solidFill>
                            </a:rPr>
                            <a:t>, of a TV</a:t>
                          </a:r>
                          <a:r>
                            <a:rPr lang="en-GB" sz="1200" b="0" i="0" baseline="0" noProof="0" dirty="0">
                              <a:solidFill>
                                <a:schemeClr val="tx1"/>
                              </a:solidFill>
                            </a:rPr>
                            <a:t> is less than £550</a:t>
                          </a: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62592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b) To go on a rollercoaster, the height of a person, </a:t>
                          </a:r>
                          <a14:m>
                            <m:oMath xmlns:m="http://schemas.openxmlformats.org/officeDocument/2006/math">
                              <m:r>
                                <a:rPr lang="en-GB" sz="1200" b="0" i="1" noProof="0" smtClean="0">
                                  <a:solidFill>
                                    <a:schemeClr val="tx1"/>
                                  </a:solidFill>
                                  <a:latin typeface="Cambria Math" panose="02040503050406030204" pitchFamily="18" charset="0"/>
                                </a:rPr>
                                <m:t>h</m:t>
                              </m:r>
                            </m:oMath>
                          </a14:m>
                          <a:r>
                            <a:rPr lang="en-GB" sz="1200" b="0" i="0" noProof="0" dirty="0">
                              <a:solidFill>
                                <a:schemeClr val="tx1"/>
                              </a:solidFill>
                            </a:rPr>
                            <a:t>, must be over 140cm.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65677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c) A house is subject to tax if its value, </a:t>
                          </a:r>
                          <a14:m>
                            <m:oMath xmlns:m="http://schemas.openxmlformats.org/officeDocument/2006/math">
                              <m:r>
                                <a:rPr lang="en-GB" sz="1200" b="0" i="1" noProof="0" smtClean="0">
                                  <a:solidFill>
                                    <a:schemeClr val="tx1"/>
                                  </a:solidFill>
                                  <a:latin typeface="Cambria Math" panose="02040503050406030204" pitchFamily="18" charset="0"/>
                                </a:rPr>
                                <m:t>𝑣</m:t>
                              </m:r>
                            </m:oMath>
                          </a14:m>
                          <a:r>
                            <a:rPr lang="en-GB" sz="1200" b="0" i="0" noProof="0" dirty="0">
                              <a:solidFill>
                                <a:schemeClr val="tx1"/>
                              </a:solidFill>
                            </a:rPr>
                            <a:t>, is</a:t>
                          </a:r>
                          <a:r>
                            <a:rPr lang="en-GB" sz="1200" b="0" i="0" baseline="0" noProof="0" dirty="0">
                              <a:solidFill>
                                <a:schemeClr val="tx1"/>
                              </a:solidFill>
                            </a:rPr>
                            <a:t> £100,000 or more.</a:t>
                          </a: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0005321"/>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d) To ride a fairground ride, a child’s height, </a:t>
                          </a:r>
                          <a14:m>
                            <m:oMath xmlns:m="http://schemas.openxmlformats.org/officeDocument/2006/math">
                              <m:r>
                                <a:rPr lang="en-GB" sz="1200" b="0" i="1" noProof="0" smtClean="0">
                                  <a:solidFill>
                                    <a:schemeClr val="tx1"/>
                                  </a:solidFill>
                                  <a:latin typeface="Cambria Math" panose="02040503050406030204" pitchFamily="18" charset="0"/>
                                </a:rPr>
                                <m:t>𝑛</m:t>
                              </m:r>
                            </m:oMath>
                          </a14:m>
                          <a:r>
                            <a:rPr lang="en-GB" sz="1200" b="0" i="0" noProof="0" dirty="0">
                              <a:solidFill>
                                <a:schemeClr val="tx1"/>
                              </a:solidFill>
                            </a:rPr>
                            <a:t>, must be at least 1.2m but less than 1.5m</a:t>
                          </a:r>
                          <a:r>
                            <a:rPr lang="en-GB" sz="1200" b="0" i="0" baseline="0" noProof="0" dirty="0">
                              <a:solidFill>
                                <a:schemeClr val="tx1"/>
                              </a:solidFill>
                            </a:rPr>
                            <a:t>. </a:t>
                          </a: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72706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e) In Europe the temperature, </a:t>
                          </a:r>
                          <a14:m>
                            <m:oMath xmlns:m="http://schemas.openxmlformats.org/officeDocument/2006/math">
                              <m:r>
                                <a:rPr lang="en-GB" sz="1200" b="0" i="1" noProof="0" smtClean="0">
                                  <a:solidFill>
                                    <a:schemeClr val="tx1"/>
                                  </a:solidFill>
                                  <a:latin typeface="Cambria Math" panose="02040503050406030204" pitchFamily="18" charset="0"/>
                                </a:rPr>
                                <m:t>𝑡</m:t>
                              </m:r>
                            </m:oMath>
                          </a14:m>
                          <a:r>
                            <a:rPr lang="en-GB" sz="1200" b="0" i="0" noProof="0" dirty="0">
                              <a:solidFill>
                                <a:schemeClr val="tx1"/>
                              </a:solidFill>
                            </a:rPr>
                            <a:t>, of</a:t>
                          </a:r>
                          <a:r>
                            <a:rPr lang="en-GB" sz="1200" b="0" i="0" baseline="0" noProof="0" dirty="0">
                              <a:solidFill>
                                <a:schemeClr val="tx1"/>
                              </a:solidFill>
                            </a:rPr>
                            <a:t> a freezer must be no less than </a:t>
                          </a:r>
                          <a14:m>
                            <m:oMath xmlns:m="http://schemas.openxmlformats.org/officeDocument/2006/math">
                              <m:r>
                                <a:rPr lang="en-GB" sz="1200" b="0" i="1" baseline="0" noProof="0" dirty="0" smtClean="0">
                                  <a:solidFill>
                                    <a:schemeClr val="tx1"/>
                                  </a:solidFill>
                                  <a:latin typeface="Cambria Math" panose="02040503050406030204" pitchFamily="18" charset="0"/>
                                </a:rPr>
                                <m:t>−24</m:t>
                              </m:r>
                              <m:r>
                                <a:rPr lang="en-GB" sz="1200" b="0" i="1" baseline="0" noProof="0" dirty="0" smtClean="0">
                                  <a:solidFill>
                                    <a:schemeClr val="tx1"/>
                                  </a:solidFill>
                                  <a:latin typeface="Cambria Math" panose="02040503050406030204" pitchFamily="18" charset="0"/>
                                  <a:ea typeface="Cambria Math" panose="02040503050406030204" pitchFamily="18" charset="0"/>
                                </a:rPr>
                                <m:t>℃ </m:t>
                              </m:r>
                            </m:oMath>
                          </a14:m>
                          <a:r>
                            <a:rPr lang="en-GB" sz="1200" b="0" i="0" baseline="0" noProof="0" dirty="0">
                              <a:solidFill>
                                <a:schemeClr val="tx1"/>
                              </a:solidFill>
                            </a:rPr>
                            <a:t>and no more than </a:t>
                          </a:r>
                          <a14:m>
                            <m:oMath xmlns:m="http://schemas.openxmlformats.org/officeDocument/2006/math">
                              <m:r>
                                <a:rPr lang="en-GB" sz="1200" b="0" i="1" baseline="0" noProof="0" dirty="0" smtClean="0">
                                  <a:solidFill>
                                    <a:schemeClr val="tx1"/>
                                  </a:solidFill>
                                  <a:latin typeface="Cambria Math" panose="02040503050406030204" pitchFamily="18" charset="0"/>
                                </a:rPr>
                                <m:t>−18 </m:t>
                              </m:r>
                              <m:r>
                                <a:rPr lang="en-GB" sz="1200" b="0" i="1" baseline="0" noProof="0" dirty="0" smtClean="0">
                                  <a:solidFill>
                                    <a:schemeClr val="tx1"/>
                                  </a:solidFill>
                                  <a:latin typeface="Cambria Math" panose="02040503050406030204" pitchFamily="18" charset="0"/>
                                  <a:ea typeface="Cambria Math" panose="02040503050406030204" pitchFamily="18" charset="0"/>
                                </a:rPr>
                                <m:t>℃</m:t>
                              </m:r>
                            </m:oMath>
                          </a14:m>
                          <a:r>
                            <a:rPr lang="en-GB" sz="1200" b="0" i="0" noProof="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7279696"/>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f) A park does not allow entry for children aged under 4, or for those aged 11 or more. (Where </a:t>
                          </a:r>
                          <a14:m>
                            <m:oMath xmlns:m="http://schemas.openxmlformats.org/officeDocument/2006/math">
                              <m:r>
                                <a:rPr lang="en-GB" sz="1200" b="0" i="1" noProof="0" smtClean="0">
                                  <a:solidFill>
                                    <a:schemeClr val="tx1"/>
                                  </a:solidFill>
                                  <a:latin typeface="Cambria Math" panose="02040503050406030204" pitchFamily="18" charset="0"/>
                                </a:rPr>
                                <m:t>𝑎</m:t>
                              </m:r>
                            </m:oMath>
                          </a14:m>
                          <a:r>
                            <a:rPr lang="en-GB" sz="1200" b="0" i="0" noProof="0" dirty="0">
                              <a:solidFill>
                                <a:schemeClr val="tx1"/>
                              </a:solidFill>
                            </a:rPr>
                            <a:t> is the age o</a:t>
                          </a:r>
                          <a:r>
                            <a:rPr lang="en-GB" sz="1200" b="0" i="0" baseline="0" noProof="0" dirty="0">
                              <a:solidFill>
                                <a:schemeClr val="tx1"/>
                              </a:solidFill>
                            </a:rPr>
                            <a:t>f a child) </a:t>
                          </a: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5011032"/>
                      </a:ext>
                    </a:extLst>
                  </a:tr>
                </a:tbl>
              </a:graphicData>
            </a:graphic>
          </p:graphicFrame>
        </mc:Choice>
        <mc:Fallback xmlns="">
          <p:graphicFrame>
            <p:nvGraphicFramePr>
              <p:cNvPr id="17" name="Table 16">
                <a:extLst>
                  <a:ext uri="{FF2B5EF4-FFF2-40B4-BE49-F238E27FC236}">
                    <a16:creationId xmlns:a16="http://schemas.microsoft.com/office/drawing/2014/main" id="{3D198149-86AD-01B8-CDA1-5A1B9A6D98CD}"/>
                  </a:ext>
                </a:extLst>
              </p:cNvPr>
              <p:cNvGraphicFramePr>
                <a:graphicFrameLocks noGrp="1"/>
              </p:cNvGraphicFramePr>
              <p:nvPr>
                <p:extLst>
                  <p:ext uri="{D42A27DB-BD31-4B8C-83A1-F6EECF244321}">
                    <p14:modId xmlns:p14="http://schemas.microsoft.com/office/powerpoint/2010/main" val="306854003"/>
                  </p:ext>
                </p:extLst>
              </p:nvPr>
            </p:nvGraphicFramePr>
            <p:xfrm>
              <a:off x="104413" y="4991017"/>
              <a:ext cx="6679740" cy="2468880"/>
            </p:xfrm>
            <a:graphic>
              <a:graphicData uri="http://schemas.openxmlformats.org/drawingml/2006/table">
                <a:tbl>
                  <a:tblPr firstRow="1" bandRow="1">
                    <a:tableStyleId>{5C22544A-7EE6-4342-B048-85BDC9FD1C3A}</a:tableStyleId>
                  </a:tblPr>
                  <a:tblGrid>
                    <a:gridCol w="4897893">
                      <a:extLst>
                        <a:ext uri="{9D8B030D-6E8A-4147-A177-3AD203B41FA5}">
                          <a16:colId xmlns:a16="http://schemas.microsoft.com/office/drawing/2014/main" val="1209571039"/>
                        </a:ext>
                      </a:extLst>
                    </a:gridCol>
                    <a:gridCol w="1781847">
                      <a:extLst>
                        <a:ext uri="{9D8B030D-6E8A-4147-A177-3AD203B41FA5}">
                          <a16:colId xmlns:a16="http://schemas.microsoft.com/office/drawing/2014/main" val="2423145370"/>
                        </a:ext>
                      </a:extLst>
                    </a:gridCol>
                  </a:tblGrid>
                  <a:tr h="274320">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0" noProof="0" dirty="0">
                              <a:solidFill>
                                <a:schemeClr val="tx1"/>
                              </a:solidFill>
                            </a:rPr>
                            <a:t>Question 3. </a:t>
                          </a:r>
                          <a:r>
                            <a:rPr lang="en-GB" sz="1200" b="0" i="0" noProof="0" dirty="0">
                              <a:solidFill>
                                <a:schemeClr val="tx1"/>
                              </a:solidFill>
                            </a:rPr>
                            <a:t>Write as an algebraic inequality: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264050291"/>
                      </a:ext>
                    </a:extLst>
                  </a:tr>
                  <a:tr h="27432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24" t="-100000" r="-36567" b="-72000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625922"/>
                      </a:ext>
                    </a:extLst>
                  </a:tr>
                  <a:tr h="27432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24" t="-200000" r="-36567" b="-62000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656777"/>
                      </a:ext>
                    </a:extLst>
                  </a:tr>
                  <a:tr h="27432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24" t="-300000" r="-36567" b="-52000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0005321"/>
                      </a:ext>
                    </a:extLst>
                  </a:tr>
                  <a:tr h="457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24" t="-236842" r="-36567" b="-207895"/>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7270672"/>
                      </a:ext>
                    </a:extLst>
                  </a:tr>
                  <a:tr h="457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24" t="-341333" r="-36567" b="-110667"/>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7279696"/>
                      </a:ext>
                    </a:extLst>
                  </a:tr>
                  <a:tr h="457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24" t="-441333" r="-36567" b="-10667"/>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5011032"/>
                      </a:ext>
                    </a:extLst>
                  </a:tr>
                </a:tbl>
              </a:graphicData>
            </a:graphic>
          </p:graphicFrame>
        </mc:Fallback>
      </mc:AlternateContent>
    </p:spTree>
    <p:extLst>
      <p:ext uri="{BB962C8B-B14F-4D97-AF65-F5344CB8AC3E}">
        <p14:creationId xmlns:p14="http://schemas.microsoft.com/office/powerpoint/2010/main" val="152938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F022F8D3-46B9-BABC-716C-E7BEAA9681D9}"/>
                  </a:ext>
                </a:extLst>
              </p:cNvPr>
              <p:cNvGraphicFramePr>
                <a:graphicFrameLocks noGrp="1"/>
              </p:cNvGraphicFramePr>
              <p:nvPr>
                <p:extLst>
                  <p:ext uri="{D42A27DB-BD31-4B8C-83A1-F6EECF244321}">
                    <p14:modId xmlns:p14="http://schemas.microsoft.com/office/powerpoint/2010/main" val="653862090"/>
                  </p:ext>
                </p:extLst>
              </p:nvPr>
            </p:nvGraphicFramePr>
            <p:xfrm>
              <a:off x="85039" y="4982371"/>
              <a:ext cx="6671092" cy="4536000"/>
            </p:xfrm>
            <a:graphic>
              <a:graphicData uri="http://schemas.openxmlformats.org/drawingml/2006/table">
                <a:tbl>
                  <a:tblPr firstRow="1" bandRow="1">
                    <a:tableStyleId>{5C22544A-7EE6-4342-B048-85BDC9FD1C3A}</a:tableStyleId>
                  </a:tblPr>
                  <a:tblGrid>
                    <a:gridCol w="1797489">
                      <a:extLst>
                        <a:ext uri="{9D8B030D-6E8A-4147-A177-3AD203B41FA5}">
                          <a16:colId xmlns:a16="http://schemas.microsoft.com/office/drawing/2014/main" val="4215826847"/>
                        </a:ext>
                      </a:extLst>
                    </a:gridCol>
                    <a:gridCol w="4873603">
                      <a:extLst>
                        <a:ext uri="{9D8B030D-6E8A-4147-A177-3AD203B41FA5}">
                          <a16:colId xmlns:a16="http://schemas.microsoft.com/office/drawing/2014/main" val="1034895713"/>
                        </a:ext>
                      </a:extLst>
                    </a:gridCol>
                  </a:tblGrid>
                  <a:tr h="324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Represent the inequality on the 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324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Identify the number in the inequality</a:t>
                          </a:r>
                          <a:r>
                            <a:rPr lang="en-GB" sz="1200" b="0" noProof="0" dirty="0">
                              <a:solidFill>
                                <a:schemeClr val="tx1"/>
                              </a:solidFill>
                              <a:latin typeface="+mn-lt"/>
                            </a:rPr>
                            <a: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2) Draw a circle at this number on the number line.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3) Identify whether the unknown is greater than or less than the number. If it is less than, draw an arrow pointing left from the circle. If it is greater than, draw an arrow pointing right from the circle.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19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&lt;5</m:t>
                                </m:r>
                              </m:oMath>
                            </m:oMathPara>
                          </a14:m>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324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20 -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&gt;3</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324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21 -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080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&gt;−1</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Choice>
        <mc:Fallback xmlns="">
          <p:graphicFrame>
            <p:nvGraphicFramePr>
              <p:cNvPr id="9" name="Table 8">
                <a:extLst>
                  <a:ext uri="{FF2B5EF4-FFF2-40B4-BE49-F238E27FC236}">
                    <a16:creationId xmlns:a16="http://schemas.microsoft.com/office/drawing/2014/main" id="{F022F8D3-46B9-BABC-716C-E7BEAA9681D9}"/>
                  </a:ext>
                </a:extLst>
              </p:cNvPr>
              <p:cNvGraphicFramePr>
                <a:graphicFrameLocks noGrp="1"/>
              </p:cNvGraphicFramePr>
              <p:nvPr>
                <p:extLst>
                  <p:ext uri="{D42A27DB-BD31-4B8C-83A1-F6EECF244321}">
                    <p14:modId xmlns:p14="http://schemas.microsoft.com/office/powerpoint/2010/main" val="653862090"/>
                  </p:ext>
                </p:extLst>
              </p:nvPr>
            </p:nvGraphicFramePr>
            <p:xfrm>
              <a:off x="85039" y="4982371"/>
              <a:ext cx="6671092" cy="4536000"/>
            </p:xfrm>
            <a:graphic>
              <a:graphicData uri="http://schemas.openxmlformats.org/drawingml/2006/table">
                <a:tbl>
                  <a:tblPr firstRow="1" bandRow="1">
                    <a:tableStyleId>{5C22544A-7EE6-4342-B048-85BDC9FD1C3A}</a:tableStyleId>
                  </a:tblPr>
                  <a:tblGrid>
                    <a:gridCol w="1797489">
                      <a:extLst>
                        <a:ext uri="{9D8B030D-6E8A-4147-A177-3AD203B41FA5}">
                          <a16:colId xmlns:a16="http://schemas.microsoft.com/office/drawing/2014/main" val="4215826847"/>
                        </a:ext>
                      </a:extLst>
                    </a:gridCol>
                    <a:gridCol w="4873603">
                      <a:extLst>
                        <a:ext uri="{9D8B030D-6E8A-4147-A177-3AD203B41FA5}">
                          <a16:colId xmlns:a16="http://schemas.microsoft.com/office/drawing/2014/main" val="1034895713"/>
                        </a:ext>
                      </a:extLst>
                    </a:gridCol>
                  </a:tblGrid>
                  <a:tr h="324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Represent the inequality on the 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324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Identify the number in the inequality</a:t>
                          </a:r>
                          <a:r>
                            <a:rPr lang="en-GB" sz="1200" b="0" noProof="0" dirty="0">
                              <a:solidFill>
                                <a:schemeClr val="tx1"/>
                              </a:solidFill>
                              <a:latin typeface="+mn-lt"/>
                            </a:rPr>
                            <a: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2) Draw a circle at this number on the number line.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3) Identify whether the unknown is greater than or less than the number. If it is less than, draw an arrow pointing left from the circle. If it is greater than, draw an arrow pointing right from the circle.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19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6954" t="-60112" r="-250" b="-260112"/>
                          </a:stretch>
                        </a:blipFill>
                      </a:tcPr>
                    </a:tc>
                    <a:extLst>
                      <a:ext uri="{0D108BD9-81ED-4DB2-BD59-A6C34878D82A}">
                        <a16:rowId xmlns:a16="http://schemas.microsoft.com/office/drawing/2014/main" val="1741132366"/>
                      </a:ext>
                    </a:extLst>
                  </a:tr>
                  <a:tr h="324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20 -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6954" t="-190960" r="-250" b="-131638"/>
                          </a:stretch>
                        </a:blipFill>
                      </a:tcPr>
                    </a:tc>
                    <a:extLst>
                      <a:ext uri="{0D108BD9-81ED-4DB2-BD59-A6C34878D82A}">
                        <a16:rowId xmlns:a16="http://schemas.microsoft.com/office/drawing/2014/main" val="2640773913"/>
                      </a:ext>
                    </a:extLst>
                  </a:tr>
                  <a:tr h="324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21 -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080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6954" t="-321469" r="-250" b="-1130"/>
                          </a:stretch>
                        </a:blipFill>
                      </a:tcPr>
                    </a:tc>
                    <a:extLst>
                      <a:ext uri="{0D108BD9-81ED-4DB2-BD59-A6C34878D82A}">
                        <a16:rowId xmlns:a16="http://schemas.microsoft.com/office/drawing/2014/main" val="2187529705"/>
                      </a:ext>
                    </a:extLst>
                  </a:tr>
                </a:tbl>
              </a:graphicData>
            </a:graphic>
          </p:graphicFrame>
        </mc:Fallback>
      </mc:AlternateContent>
      <p:sp>
        <p:nvSpPr>
          <p:cNvPr id="6" name="Slide Number Placeholder 5"/>
          <p:cNvSpPr>
            <a:spLocks noGrp="1"/>
          </p:cNvSpPr>
          <p:nvPr>
            <p:ph type="sldNum" sz="quarter" idx="12"/>
          </p:nvPr>
        </p:nvSpPr>
        <p:spPr>
          <a:xfrm>
            <a:off x="5296163" y="9391490"/>
            <a:ext cx="1543050" cy="527403"/>
          </a:xfrm>
        </p:spPr>
        <p:txBody>
          <a:bodyPr/>
          <a:lstStyle/>
          <a:p>
            <a:fld id="{19F1D9CC-7119-45EC-A96C-D8C0660F3AAB}" type="slidenum">
              <a:rPr lang="en-GB" noProof="0" smtClean="0">
                <a:solidFill>
                  <a:schemeClr val="tx1"/>
                </a:solidFill>
              </a:rPr>
              <a:t>4</a:t>
            </a:fld>
            <a:endParaRPr lang="en-GB" noProof="0" dirty="0">
              <a:solidFill>
                <a:schemeClr val="tx1"/>
              </a:solidFill>
            </a:endParaRPr>
          </a:p>
        </p:txBody>
      </p:sp>
      <p:sp>
        <p:nvSpPr>
          <p:cNvPr id="67" name="Rectangle 66">
            <a:extLst>
              <a:ext uri="{FF2B5EF4-FFF2-40B4-BE49-F238E27FC236}">
                <a16:creationId xmlns:a16="http://schemas.microsoft.com/office/drawing/2014/main" id="{B59D2F85-C40C-6F49-A8DC-9962E32C54A7}"/>
              </a:ext>
            </a:extLst>
          </p:cNvPr>
          <p:cNvSpPr/>
          <p:nvPr/>
        </p:nvSpPr>
        <p:spPr>
          <a:xfrm>
            <a:off x="86108" y="309496"/>
            <a:ext cx="6679742" cy="14479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noProof="0" dirty="0">
              <a:solidFill>
                <a:schemeClr val="tx1"/>
              </a:solidFill>
            </a:endParaRPr>
          </a:p>
        </p:txBody>
      </p:sp>
      <p:sp>
        <p:nvSpPr>
          <p:cNvPr id="70" name="Rectangle 69">
            <a:extLst>
              <a:ext uri="{FF2B5EF4-FFF2-40B4-BE49-F238E27FC236}">
                <a16:creationId xmlns:a16="http://schemas.microsoft.com/office/drawing/2014/main" id="{E3A83C37-429B-B44E-B9E5-6054EBA2FC17}"/>
              </a:ext>
            </a:extLst>
          </p:cNvPr>
          <p:cNvSpPr/>
          <p:nvPr/>
        </p:nvSpPr>
        <p:spPr>
          <a:xfrm>
            <a:off x="0" y="0"/>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noProof="0" dirty="0"/>
              <a:t>Subtopic 2B: </a:t>
            </a:r>
            <a:r>
              <a:rPr lang="en-GB" b="1" noProof="0" dirty="0">
                <a:solidFill>
                  <a:schemeClr val="bg1"/>
                </a:solidFill>
              </a:rPr>
              <a:t>Representing Inequalities on Number Lines</a:t>
            </a:r>
          </a:p>
        </p:txBody>
      </p:sp>
      <p:sp>
        <p:nvSpPr>
          <p:cNvPr id="71" name="TextBox 70">
            <a:extLst>
              <a:ext uri="{FF2B5EF4-FFF2-40B4-BE49-F238E27FC236}">
                <a16:creationId xmlns:a16="http://schemas.microsoft.com/office/drawing/2014/main" id="{F05264B7-DB58-7E49-B4A9-8F02D752A45D}"/>
              </a:ext>
            </a:extLst>
          </p:cNvPr>
          <p:cNvSpPr txBox="1"/>
          <p:nvPr/>
        </p:nvSpPr>
        <p:spPr>
          <a:xfrm>
            <a:off x="106780" y="667673"/>
            <a:ext cx="1399768" cy="276999"/>
          </a:xfrm>
          <a:prstGeom prst="rect">
            <a:avLst/>
          </a:prstGeom>
          <a:noFill/>
        </p:spPr>
        <p:txBody>
          <a:bodyPr wrap="square" rtlCol="0">
            <a:spAutoFit/>
          </a:bodyPr>
          <a:lstStyle/>
          <a:p>
            <a:r>
              <a:rPr lang="en-GB" sz="1200" b="1" noProof="0" dirty="0"/>
              <a:t>Objectives:</a:t>
            </a:r>
          </a:p>
        </p:txBody>
      </p:sp>
      <p:sp>
        <p:nvSpPr>
          <p:cNvPr id="72" name="TextBox 71">
            <a:extLst>
              <a:ext uri="{FF2B5EF4-FFF2-40B4-BE49-F238E27FC236}">
                <a16:creationId xmlns:a16="http://schemas.microsoft.com/office/drawing/2014/main" id="{FF2A834D-2195-C446-98E7-51533FA4411B}"/>
              </a:ext>
            </a:extLst>
          </p:cNvPr>
          <p:cNvSpPr txBox="1"/>
          <p:nvPr/>
        </p:nvSpPr>
        <p:spPr>
          <a:xfrm>
            <a:off x="102346" y="928488"/>
            <a:ext cx="4667990" cy="461665"/>
          </a:xfrm>
          <a:prstGeom prst="rect">
            <a:avLst/>
          </a:prstGeom>
          <a:noFill/>
        </p:spPr>
        <p:txBody>
          <a:bodyPr wrap="square" rtlCol="0">
            <a:spAutoFit/>
          </a:bodyPr>
          <a:lstStyle/>
          <a:p>
            <a:pPr marL="342900" indent="-342900">
              <a:buFont typeface="+mj-lt"/>
              <a:buAutoNum type="arabicPeriod"/>
            </a:pPr>
            <a:r>
              <a:rPr lang="en-GB" sz="1200" noProof="0" dirty="0"/>
              <a:t>To be able to represent single inequalities on a number line</a:t>
            </a:r>
          </a:p>
          <a:p>
            <a:pPr marL="342900" indent="-342900">
              <a:buFont typeface="+mj-lt"/>
              <a:buAutoNum type="arabicPeriod"/>
            </a:pPr>
            <a:r>
              <a:rPr lang="en-GB" sz="1200" noProof="0" dirty="0"/>
              <a:t>To be able to represent double inequalities on a number line</a:t>
            </a:r>
          </a:p>
        </p:txBody>
      </p:sp>
      <p:sp>
        <p:nvSpPr>
          <p:cNvPr id="73" name="TextBox 72">
            <a:extLst>
              <a:ext uri="{FF2B5EF4-FFF2-40B4-BE49-F238E27FC236}">
                <a16:creationId xmlns:a16="http://schemas.microsoft.com/office/drawing/2014/main" id="{2E771014-6049-D94F-9894-F3E0D5FBDFBE}"/>
              </a:ext>
            </a:extLst>
          </p:cNvPr>
          <p:cNvSpPr txBox="1"/>
          <p:nvPr/>
        </p:nvSpPr>
        <p:spPr>
          <a:xfrm>
            <a:off x="142969" y="356923"/>
            <a:ext cx="6534707" cy="276999"/>
          </a:xfrm>
          <a:prstGeom prst="rect">
            <a:avLst/>
          </a:prstGeom>
          <a:noFill/>
          <a:ln>
            <a:solidFill>
              <a:schemeClr val="tx1"/>
            </a:solidFill>
          </a:ln>
        </p:spPr>
        <p:txBody>
          <a:bodyPr wrap="square" lIns="91440" tIns="45720" rIns="91440" bIns="45720" rtlCol="0" anchor="t">
            <a:spAutoFit/>
          </a:bodyPr>
          <a:lstStyle/>
          <a:p>
            <a:pPr algn="ctr"/>
            <a:r>
              <a:rPr lang="en-GB" sz="1200" noProof="0" dirty="0"/>
              <a:t>LEARNING OUTCOME: To be able to represent inequalities on number lines</a:t>
            </a:r>
          </a:p>
        </p:txBody>
      </p:sp>
      <p:sp>
        <p:nvSpPr>
          <p:cNvPr id="74" name="TextBox 73">
            <a:extLst>
              <a:ext uri="{FF2B5EF4-FFF2-40B4-BE49-F238E27FC236}">
                <a16:creationId xmlns:a16="http://schemas.microsoft.com/office/drawing/2014/main" id="{7715F86B-6C3B-6849-A0A3-1AA8A5990EEB}"/>
              </a:ext>
            </a:extLst>
          </p:cNvPr>
          <p:cNvSpPr txBox="1"/>
          <p:nvPr/>
        </p:nvSpPr>
        <p:spPr>
          <a:xfrm>
            <a:off x="5274310" y="691981"/>
            <a:ext cx="1399767" cy="1015663"/>
          </a:xfrm>
          <a:prstGeom prst="rect">
            <a:avLst/>
          </a:prstGeom>
          <a:noFill/>
          <a:ln w="12700">
            <a:solidFill>
              <a:schemeClr val="tx1"/>
            </a:solidFill>
          </a:ln>
        </p:spPr>
        <p:txBody>
          <a:bodyPr wrap="square" rtlCol="0">
            <a:spAutoFit/>
          </a:bodyPr>
          <a:lstStyle/>
          <a:p>
            <a:r>
              <a:rPr lang="en-GB" sz="1200" b="1" u="sng" noProof="0" dirty="0"/>
              <a:t>Keywords:</a:t>
            </a:r>
            <a:endParaRPr lang="en-GB" sz="1200" noProof="0" dirty="0"/>
          </a:p>
          <a:p>
            <a:pPr marL="171450" indent="-171450">
              <a:buFontTx/>
              <a:buChar char="-"/>
            </a:pPr>
            <a:r>
              <a:rPr lang="en-GB" sz="1200" noProof="0" dirty="0"/>
              <a:t>Inequality</a:t>
            </a:r>
          </a:p>
          <a:p>
            <a:pPr marL="171450" indent="-171450">
              <a:buFontTx/>
              <a:buChar char="-"/>
            </a:pPr>
            <a:r>
              <a:rPr lang="en-GB" sz="1200" noProof="0" dirty="0"/>
              <a:t>Greater than</a:t>
            </a:r>
          </a:p>
          <a:p>
            <a:pPr marL="171450" indent="-171450">
              <a:buFontTx/>
              <a:buChar char="-"/>
            </a:pPr>
            <a:r>
              <a:rPr lang="en-GB" sz="1200" noProof="0" dirty="0"/>
              <a:t>Less than</a:t>
            </a:r>
          </a:p>
          <a:p>
            <a:pPr marL="171450" indent="-171450">
              <a:buFontTx/>
              <a:buChar char="-"/>
            </a:pPr>
            <a:r>
              <a:rPr lang="en-GB" sz="1200" noProof="0" dirty="0"/>
              <a:t>Variable</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3245D29E-5C79-828C-E06A-6152D9F9D7FE}"/>
                  </a:ext>
                </a:extLst>
              </p:cNvPr>
              <p:cNvSpPr/>
              <p:nvPr/>
            </p:nvSpPr>
            <p:spPr>
              <a:xfrm>
                <a:off x="85040" y="1807413"/>
                <a:ext cx="6679742" cy="178668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200" b="1" noProof="0" dirty="0">
                    <a:solidFill>
                      <a:schemeClr val="tx1"/>
                    </a:solidFill>
                  </a:rPr>
                  <a:t>Introduction:</a:t>
                </a:r>
              </a:p>
              <a:p>
                <a:pPr marL="228600" indent="-228600">
                  <a:buFont typeface="+mj-lt"/>
                  <a:buAutoNum type="arabicPeriod"/>
                </a:pPr>
                <a:r>
                  <a:rPr lang="en-GB" sz="1200" noProof="0" dirty="0">
                    <a:solidFill>
                      <a:schemeClr val="tx1"/>
                    </a:solidFill>
                  </a:rPr>
                  <a:t>Up to now, we've looked at inequalities by listing the </a:t>
                </a:r>
                <a:r>
                  <a:rPr lang="en-GB" sz="1200" b="1" noProof="0" dirty="0">
                    <a:solidFill>
                      <a:schemeClr val="tx1"/>
                    </a:solidFill>
                  </a:rPr>
                  <a:t>specific integer values</a:t>
                </a:r>
                <a:r>
                  <a:rPr lang="en-GB" sz="1200" noProof="0" dirty="0">
                    <a:solidFill>
                      <a:schemeClr val="tx1"/>
                    </a:solidFill>
                  </a:rPr>
                  <a:t> a variable can take—like </a:t>
                </a:r>
              </a:p>
              <a:p>
                <a:pPr marL="228600" indent="-228600">
                  <a:buFont typeface="+mj-lt"/>
                  <a:buAutoNum type="arabicPeriod"/>
                </a:pPr>
                <a:r>
                  <a:rPr lang="en-GB" sz="1200" noProof="0" dirty="0">
                    <a:solidFill>
                      <a:schemeClr val="tx1"/>
                    </a:solidFill>
                  </a:rPr>
                  <a:t>(</a:t>
                </a:r>
                <a14:m>
                  <m:oMath xmlns:m="http://schemas.openxmlformats.org/officeDocument/2006/math">
                    <m:r>
                      <a:rPr lang="en-GB" sz="1200" i="1" noProof="0" smtClean="0">
                        <a:solidFill>
                          <a:schemeClr val="tx1"/>
                        </a:solidFill>
                        <a:latin typeface="Cambria Math" panose="02040503050406030204" pitchFamily="18" charset="0"/>
                      </a:rPr>
                      <m:t>𝑥</m:t>
                    </m:r>
                    <m:r>
                      <a:rPr lang="en-GB" sz="1200" i="1" noProof="0" smtClean="0">
                        <a:solidFill>
                          <a:schemeClr val="tx1"/>
                        </a:solidFill>
                        <a:latin typeface="Cambria Math" panose="02040503050406030204" pitchFamily="18" charset="0"/>
                      </a:rPr>
                      <m:t> = 1, 2, 3</m:t>
                    </m:r>
                  </m:oMath>
                </a14:m>
                <a:r>
                  <a:rPr lang="en-GB" sz="1200" noProof="0" dirty="0">
                    <a:solidFill>
                      <a:schemeClr val="tx1"/>
                    </a:solidFill>
                  </a:rPr>
                  <a:t>). These are </a:t>
                </a:r>
                <a:r>
                  <a:rPr lang="en-GB" sz="1200" b="1" noProof="0" dirty="0">
                    <a:solidFill>
                      <a:schemeClr val="tx1"/>
                    </a:solidFill>
                  </a:rPr>
                  <a:t>discrete values</a:t>
                </a:r>
                <a:r>
                  <a:rPr lang="en-GB" sz="1200" noProof="0" dirty="0">
                    <a:solidFill>
                      <a:schemeClr val="tx1"/>
                    </a:solidFill>
                  </a:rPr>
                  <a:t>, meaning they’re separate and countable.</a:t>
                </a:r>
              </a:p>
              <a:p>
                <a:pPr marL="228600" indent="-228600">
                  <a:buFont typeface="+mj-lt"/>
                  <a:buAutoNum type="arabicPeriod"/>
                </a:pPr>
                <a:r>
                  <a:rPr lang="en-GB" sz="1200" noProof="0" dirty="0">
                    <a:solidFill>
                      <a:schemeClr val="tx1"/>
                    </a:solidFill>
                  </a:rPr>
                  <a:t>But inequalities can also describe a variable that takes </a:t>
                </a:r>
                <a:r>
                  <a:rPr lang="en-GB" sz="1200" b="1" noProof="0" dirty="0">
                    <a:solidFill>
                      <a:schemeClr val="tx1"/>
                    </a:solidFill>
                  </a:rPr>
                  <a:t>any value within a range</a:t>
                </a:r>
                <a:r>
                  <a:rPr lang="en-GB" sz="1200" noProof="0" dirty="0">
                    <a:solidFill>
                      <a:schemeClr val="tx1"/>
                    </a:solidFill>
                  </a:rPr>
                  <a:t>, including fractions </a:t>
                </a:r>
              </a:p>
              <a:p>
                <a:pPr marL="228600" indent="-228600">
                  <a:buFont typeface="+mj-lt"/>
                  <a:buAutoNum type="arabicPeriod"/>
                </a:pPr>
                <a:r>
                  <a:rPr lang="en-GB" sz="1200" noProof="0" dirty="0">
                    <a:solidFill>
                      <a:schemeClr val="tx1"/>
                    </a:solidFill>
                  </a:rPr>
                  <a:t>and decimals. This is called a </a:t>
                </a:r>
                <a:r>
                  <a:rPr lang="en-GB" sz="1200" b="1" noProof="0" dirty="0">
                    <a:solidFill>
                      <a:schemeClr val="tx1"/>
                    </a:solidFill>
                  </a:rPr>
                  <a:t>continuous scale</a:t>
                </a:r>
                <a:r>
                  <a:rPr lang="en-GB" sz="1200" noProof="0" dirty="0">
                    <a:solidFill>
                      <a:schemeClr val="tx1"/>
                    </a:solidFill>
                  </a:rPr>
                  <a:t>.</a:t>
                </a:r>
              </a:p>
              <a:p>
                <a:pPr marL="228600" indent="-228600">
                  <a:buFont typeface="+mj-lt"/>
                  <a:buAutoNum type="arabicPeriod"/>
                </a:pPr>
                <a:r>
                  <a:rPr lang="en-GB" sz="1200" noProof="0" dirty="0">
                    <a:solidFill>
                      <a:schemeClr val="tx1"/>
                    </a:solidFill>
                  </a:rPr>
                  <a:t>We can visualise this </a:t>
                </a:r>
                <a:r>
                  <a:rPr lang="en-GB" sz="1200" b="1" noProof="0" dirty="0">
                    <a:solidFill>
                      <a:schemeClr val="tx1"/>
                    </a:solidFill>
                  </a:rPr>
                  <a:t>on a number line </a:t>
                </a:r>
                <a:r>
                  <a:rPr lang="en-GB" sz="1200" noProof="0" dirty="0">
                    <a:solidFill>
                      <a:schemeClr val="tx1"/>
                    </a:solidFill>
                  </a:rPr>
                  <a:t>using lines/connectors, arrows and open or closed circles and </a:t>
                </a:r>
              </a:p>
              <a:p>
                <a:pPr marL="228600" indent="-228600">
                  <a:buFont typeface="+mj-lt"/>
                  <a:buAutoNum type="arabicPeriod"/>
                </a:pPr>
                <a:r>
                  <a:rPr lang="en-GB" sz="1200" noProof="0" dirty="0">
                    <a:solidFill>
                      <a:schemeClr val="tx1"/>
                    </a:solidFill>
                  </a:rPr>
                  <a:t>shading.</a:t>
                </a:r>
              </a:p>
              <a:p>
                <a:pPr marL="228600" indent="-228600">
                  <a:buFont typeface="+mj-lt"/>
                  <a:buAutoNum type="arabicPeriod"/>
                </a:pPr>
                <a:r>
                  <a:rPr lang="en-GB" sz="1200" noProof="0" dirty="0">
                    <a:solidFill>
                      <a:schemeClr val="tx1"/>
                    </a:solidFill>
                  </a:rPr>
                  <a:t>Being able to visualise solutions like this will help you understand all of the possible values make the </a:t>
                </a:r>
              </a:p>
              <a:p>
                <a:pPr marL="228600" indent="-228600">
                  <a:buFont typeface="+mj-lt"/>
                  <a:buAutoNum type="arabicPeriod"/>
                </a:pPr>
                <a:r>
                  <a:rPr lang="en-GB" sz="1200" noProof="0" dirty="0">
                    <a:solidFill>
                      <a:schemeClr val="tx1"/>
                    </a:solidFill>
                  </a:rPr>
                  <a:t>inequality true.</a:t>
                </a:r>
              </a:p>
            </p:txBody>
          </p:sp>
        </mc:Choice>
        <mc:Fallback xmlns="">
          <p:sp>
            <p:nvSpPr>
              <p:cNvPr id="15" name="Rectangle 14">
                <a:extLst>
                  <a:ext uri="{FF2B5EF4-FFF2-40B4-BE49-F238E27FC236}">
                    <a16:creationId xmlns:a16="http://schemas.microsoft.com/office/drawing/2014/main" id="{3245D29E-5C79-828C-E06A-6152D9F9D7FE}"/>
                  </a:ext>
                </a:extLst>
              </p:cNvPr>
              <p:cNvSpPr>
                <a:spLocks noRot="1" noChangeAspect="1" noMove="1" noResize="1" noEditPoints="1" noAdjustHandles="1" noChangeArrowheads="1" noChangeShapeType="1" noTextEdit="1"/>
              </p:cNvSpPr>
              <p:nvPr/>
            </p:nvSpPr>
            <p:spPr>
              <a:xfrm>
                <a:off x="85040" y="1807413"/>
                <a:ext cx="6679742" cy="1786687"/>
              </a:xfrm>
              <a:prstGeom prst="rect">
                <a:avLst/>
              </a:prstGeom>
              <a:blipFill>
                <a:blip r:embed="rId5"/>
                <a:stretch>
                  <a:fillRect/>
                </a:stretch>
              </a:blipFill>
              <a:ln>
                <a:solidFill>
                  <a:schemeClr val="tx1"/>
                </a:solidFill>
              </a:ln>
            </p:spPr>
            <p:txBody>
              <a:bodyPr/>
              <a:lstStyle/>
              <a:p>
                <a:r>
                  <a:rPr lang="en-GB">
                    <a:noFill/>
                  </a:rPr>
                  <a:t> </a:t>
                </a:r>
              </a:p>
            </p:txBody>
          </p:sp>
        </mc:Fallback>
      </mc:AlternateContent>
      <p:pic>
        <p:nvPicPr>
          <p:cNvPr id="8" name="Picture 7">
            <a:extLst>
              <a:ext uri="{FF2B5EF4-FFF2-40B4-BE49-F238E27FC236}">
                <a16:creationId xmlns:a16="http://schemas.microsoft.com/office/drawing/2014/main" id="{E8282682-46BB-CDB9-D9DC-4CBBFBA22DB5}"/>
              </a:ext>
            </a:extLst>
          </p:cNvPr>
          <p:cNvPicPr>
            <a:picLocks noChangeAspect="1"/>
          </p:cNvPicPr>
          <p:nvPr/>
        </p:nvPicPr>
        <p:blipFill>
          <a:blip r:embed="rId6">
            <a:grayscl/>
          </a:blip>
          <a:stretch>
            <a:fillRect/>
          </a:stretch>
        </p:blipFill>
        <p:spPr>
          <a:xfrm>
            <a:off x="2864776" y="6261686"/>
            <a:ext cx="2838772" cy="373887"/>
          </a:xfrm>
          <a:prstGeom prst="rect">
            <a:avLst/>
          </a:prstGeom>
        </p:spPr>
      </p:pic>
      <p:pic>
        <p:nvPicPr>
          <p:cNvPr id="11" name="Picture 10">
            <a:extLst>
              <a:ext uri="{FF2B5EF4-FFF2-40B4-BE49-F238E27FC236}">
                <a16:creationId xmlns:a16="http://schemas.microsoft.com/office/drawing/2014/main" id="{1BF55FE6-0B09-A4AC-FFA3-7B53B0DEB3D1}"/>
              </a:ext>
            </a:extLst>
          </p:cNvPr>
          <p:cNvPicPr>
            <a:picLocks noChangeAspect="1"/>
          </p:cNvPicPr>
          <p:nvPr/>
        </p:nvPicPr>
        <p:blipFill>
          <a:blip r:embed="rId7">
            <a:grayscl/>
          </a:blip>
          <a:stretch>
            <a:fillRect/>
          </a:stretch>
        </p:blipFill>
        <p:spPr>
          <a:xfrm>
            <a:off x="3051714" y="7506485"/>
            <a:ext cx="2626207" cy="506091"/>
          </a:xfrm>
          <a:prstGeom prst="rect">
            <a:avLst/>
          </a:prstGeom>
        </p:spPr>
      </p:pic>
      <p:pic>
        <p:nvPicPr>
          <p:cNvPr id="13" name="Picture 12">
            <a:extLst>
              <a:ext uri="{FF2B5EF4-FFF2-40B4-BE49-F238E27FC236}">
                <a16:creationId xmlns:a16="http://schemas.microsoft.com/office/drawing/2014/main" id="{5DA38AAD-359D-8E6E-B8A9-4C6EA6B35659}"/>
              </a:ext>
            </a:extLst>
          </p:cNvPr>
          <p:cNvPicPr>
            <a:picLocks noChangeAspect="1"/>
          </p:cNvPicPr>
          <p:nvPr/>
        </p:nvPicPr>
        <p:blipFill>
          <a:blip r:embed="rId8">
            <a:grayscl/>
          </a:blip>
          <a:srcRect t="19383"/>
          <a:stretch/>
        </p:blipFill>
        <p:spPr>
          <a:xfrm>
            <a:off x="2864776" y="9027076"/>
            <a:ext cx="3000085" cy="373886"/>
          </a:xfrm>
          <a:prstGeom prst="rect">
            <a:avLst/>
          </a:prstGeom>
        </p:spPr>
      </p:pic>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B7629458-AA14-AE30-B69E-EF2F801B6FDF}"/>
                  </a:ext>
                </a:extLst>
              </p:cNvPr>
              <p:cNvGraphicFramePr>
                <a:graphicFrameLocks noGrp="1"/>
              </p:cNvGraphicFramePr>
              <p:nvPr>
                <p:extLst>
                  <p:ext uri="{D42A27DB-BD31-4B8C-83A1-F6EECF244321}">
                    <p14:modId xmlns:p14="http://schemas.microsoft.com/office/powerpoint/2010/main" val="2290443300"/>
                  </p:ext>
                </p:extLst>
              </p:nvPr>
            </p:nvGraphicFramePr>
            <p:xfrm>
              <a:off x="85039" y="3714597"/>
              <a:ext cx="6671092" cy="780686"/>
            </p:xfrm>
            <a:graphic>
              <a:graphicData uri="http://schemas.openxmlformats.org/drawingml/2006/table">
                <a:tbl>
                  <a:tblPr firstRow="1" bandRow="1">
                    <a:tableStyleId>{5C22544A-7EE6-4342-B048-85BDC9FD1C3A}</a:tableStyleId>
                  </a:tblPr>
                  <a:tblGrid>
                    <a:gridCol w="1667773">
                      <a:extLst>
                        <a:ext uri="{9D8B030D-6E8A-4147-A177-3AD203B41FA5}">
                          <a16:colId xmlns:a16="http://schemas.microsoft.com/office/drawing/2014/main" val="1170088410"/>
                        </a:ext>
                      </a:extLst>
                    </a:gridCol>
                    <a:gridCol w="1667773">
                      <a:extLst>
                        <a:ext uri="{9D8B030D-6E8A-4147-A177-3AD203B41FA5}">
                          <a16:colId xmlns:a16="http://schemas.microsoft.com/office/drawing/2014/main" val="4138074707"/>
                        </a:ext>
                      </a:extLst>
                    </a:gridCol>
                    <a:gridCol w="1667773">
                      <a:extLst>
                        <a:ext uri="{9D8B030D-6E8A-4147-A177-3AD203B41FA5}">
                          <a16:colId xmlns:a16="http://schemas.microsoft.com/office/drawing/2014/main" val="1104679361"/>
                        </a:ext>
                      </a:extLst>
                    </a:gridCol>
                    <a:gridCol w="1667773">
                      <a:extLst>
                        <a:ext uri="{9D8B030D-6E8A-4147-A177-3AD203B41FA5}">
                          <a16:colId xmlns:a16="http://schemas.microsoft.com/office/drawing/2014/main" val="1628185090"/>
                        </a:ext>
                      </a:extLst>
                    </a:gridCol>
                  </a:tblGrid>
                  <a:tr h="203519">
                    <a:tc>
                      <a:txBody>
                        <a:bodyPr/>
                        <a:lstStyle/>
                        <a:p>
                          <a:pPr algn="ctr"/>
                          <a14:m>
                            <m:oMathPara xmlns:m="http://schemas.openxmlformats.org/officeDocument/2006/math">
                              <m:oMathParaPr>
                                <m:jc m:val="centerGroup"/>
                              </m:oMathParaPr>
                              <m:oMath xmlns:m="http://schemas.openxmlformats.org/officeDocument/2006/math">
                                <m:r>
                                  <m:rPr>
                                    <m:nor/>
                                  </m:rPr>
                                  <a:rPr lang="en-GB" sz="1400" b="0" i="0" kern="1200" noProof="0" smtClean="0">
                                    <a:solidFill>
                                      <a:schemeClr val="tx1"/>
                                    </a:solidFill>
                                    <a:effectLst/>
                                    <a:latin typeface="+mn-lt"/>
                                    <a:ea typeface="+mn-ea"/>
                                    <a:cs typeface="+mn-cs"/>
                                  </a:rPr>
                                  <m:t>◯</m:t>
                                </m:r>
                              </m:oMath>
                            </m:oMathPara>
                          </a14:m>
                          <a:endParaRPr lang="en-GB" sz="1400" b="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400" b="0" noProof="0" dirty="0">
                              <a:solidFill>
                                <a:schemeClr val="tx1"/>
                              </a:solidFill>
                            </a:rPr>
                            <a:t>Open Circle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400" b="0" noProof="0" dirty="0">
                              <a:solidFill>
                                <a:schemeClr val="tx1"/>
                              </a:solidFill>
                            </a:rPr>
                            <a:t>Exclusive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noProof="0" smtClean="0">
                                    <a:solidFill>
                                      <a:schemeClr val="tx1"/>
                                    </a:solidFill>
                                    <a:latin typeface="Cambria Math" panose="02040503050406030204" pitchFamily="18" charset="0"/>
                                  </a:rPr>
                                  <m:t>&lt;</m:t>
                                </m:r>
                                <m:r>
                                  <m:rPr>
                                    <m:nor/>
                                  </m:rPr>
                                  <a:rPr lang="en-GB" sz="1400" b="0" noProof="0">
                                    <a:solidFill>
                                      <a:schemeClr val="tx1"/>
                                    </a:solidFill>
                                  </a:rPr>
                                  <m:t> </m:t>
                                </m:r>
                                <m:r>
                                  <m:rPr>
                                    <m:nor/>
                                  </m:rPr>
                                  <a:rPr lang="en-GB" sz="1400" b="0" noProof="0">
                                    <a:solidFill>
                                      <a:schemeClr val="tx1"/>
                                    </a:solidFill>
                                  </a:rPr>
                                  <m:t>and</m:t>
                                </m:r>
                                <m:r>
                                  <m:rPr>
                                    <m:nor/>
                                  </m:rPr>
                                  <a:rPr lang="en-GB" sz="1400" b="0" noProof="0">
                                    <a:solidFill>
                                      <a:schemeClr val="tx1"/>
                                    </a:solidFill>
                                  </a:rPr>
                                  <m:t> </m:t>
                                </m:r>
                                <m:r>
                                  <a:rPr lang="en-GB" sz="1400" b="0" i="1" noProof="0" smtClean="0">
                                    <a:solidFill>
                                      <a:schemeClr val="tx1"/>
                                    </a:solidFill>
                                    <a:latin typeface="Cambria Math" panose="02040503050406030204" pitchFamily="18" charset="0"/>
                                  </a:rPr>
                                  <m:t>&gt;</m:t>
                                </m:r>
                              </m:oMath>
                            </m:oMathPara>
                          </a14:m>
                          <a:endParaRPr lang="en-GB" sz="1400" b="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957686"/>
                      </a:ext>
                    </a:extLst>
                  </a:tr>
                  <a:tr h="475886">
                    <a:tc>
                      <a:txBody>
                        <a:bodyPr/>
                        <a:lstStyle/>
                        <a:p>
                          <a:pPr algn="ctr"/>
                          <a:r>
                            <a:rPr lang="en-GB" sz="1400" b="0" i="0" kern="1200" noProof="0" dirty="0">
                              <a:solidFill>
                                <a:schemeClr val="dk1"/>
                              </a:solidFill>
                              <a:effectLst/>
                              <a:latin typeface="+mn-lt"/>
                              <a:ea typeface="+mn-ea"/>
                              <a:cs typeface="+mn-cs"/>
                            </a:rPr>
                            <a:t>⬤</a:t>
                          </a:r>
                          <a:endParaRPr lang="en-GB" sz="1400" b="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400" b="0" noProof="0" dirty="0">
                              <a:solidFill>
                                <a:schemeClr val="tx1"/>
                              </a:solidFill>
                            </a:rPr>
                            <a:t>Closed Circle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400" b="0" noProof="0" dirty="0">
                              <a:solidFill>
                                <a:schemeClr val="tx1"/>
                              </a:solidFill>
                            </a:rPr>
                            <a:t>Inclusive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400" b="0" i="1" noProof="0" smtClean="0">
                                  <a:solidFill>
                                    <a:schemeClr val="tx1"/>
                                  </a:solidFill>
                                  <a:latin typeface="Cambria Math" panose="02040503050406030204" pitchFamily="18" charset="0"/>
                                  <a:ea typeface="Cambria Math" panose="02040503050406030204" pitchFamily="18" charset="0"/>
                                </a:rPr>
                                <m:t>≤</m:t>
                              </m:r>
                            </m:oMath>
                          </a14:m>
                          <a:r>
                            <a:rPr lang="en-GB" sz="1400" b="0" noProof="0" dirty="0">
                              <a:solidFill>
                                <a:schemeClr val="tx1"/>
                              </a:solidFill>
                            </a:rPr>
                            <a:t> and </a:t>
                          </a:r>
                          <a14:m>
                            <m:oMath xmlns:m="http://schemas.openxmlformats.org/officeDocument/2006/math">
                              <m:r>
                                <a:rPr lang="en-GB" sz="1400" b="0" i="1" noProof="0" smtClean="0">
                                  <a:solidFill>
                                    <a:schemeClr val="tx1"/>
                                  </a:solidFill>
                                  <a:latin typeface="Cambria Math" panose="02040503050406030204" pitchFamily="18" charset="0"/>
                                  <a:ea typeface="Cambria Math" panose="02040503050406030204" pitchFamily="18" charset="0"/>
                                </a:rPr>
                                <m:t>≥</m:t>
                              </m:r>
                            </m:oMath>
                          </a14:m>
                          <a:endParaRPr lang="en-GB" sz="1400" b="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4613622"/>
                      </a:ext>
                    </a:extLst>
                  </a:tr>
                </a:tbl>
              </a:graphicData>
            </a:graphic>
          </p:graphicFrame>
        </mc:Choice>
        <mc:Fallback xmlns="">
          <p:graphicFrame>
            <p:nvGraphicFramePr>
              <p:cNvPr id="7" name="Table 6">
                <a:extLst>
                  <a:ext uri="{FF2B5EF4-FFF2-40B4-BE49-F238E27FC236}">
                    <a16:creationId xmlns:a16="http://schemas.microsoft.com/office/drawing/2014/main" id="{B7629458-AA14-AE30-B69E-EF2F801B6FDF}"/>
                  </a:ext>
                </a:extLst>
              </p:cNvPr>
              <p:cNvGraphicFramePr>
                <a:graphicFrameLocks noGrp="1"/>
              </p:cNvGraphicFramePr>
              <p:nvPr>
                <p:extLst>
                  <p:ext uri="{D42A27DB-BD31-4B8C-83A1-F6EECF244321}">
                    <p14:modId xmlns:p14="http://schemas.microsoft.com/office/powerpoint/2010/main" val="2290443300"/>
                  </p:ext>
                </p:extLst>
              </p:nvPr>
            </p:nvGraphicFramePr>
            <p:xfrm>
              <a:off x="85039" y="3714597"/>
              <a:ext cx="6671092" cy="780686"/>
            </p:xfrm>
            <a:graphic>
              <a:graphicData uri="http://schemas.openxmlformats.org/drawingml/2006/table">
                <a:tbl>
                  <a:tblPr firstRow="1" bandRow="1">
                    <a:tableStyleId>{5C22544A-7EE6-4342-B048-85BDC9FD1C3A}</a:tableStyleId>
                  </a:tblPr>
                  <a:tblGrid>
                    <a:gridCol w="1667773">
                      <a:extLst>
                        <a:ext uri="{9D8B030D-6E8A-4147-A177-3AD203B41FA5}">
                          <a16:colId xmlns:a16="http://schemas.microsoft.com/office/drawing/2014/main" val="1170088410"/>
                        </a:ext>
                      </a:extLst>
                    </a:gridCol>
                    <a:gridCol w="1667773">
                      <a:extLst>
                        <a:ext uri="{9D8B030D-6E8A-4147-A177-3AD203B41FA5}">
                          <a16:colId xmlns:a16="http://schemas.microsoft.com/office/drawing/2014/main" val="4138074707"/>
                        </a:ext>
                      </a:extLst>
                    </a:gridCol>
                    <a:gridCol w="1667773">
                      <a:extLst>
                        <a:ext uri="{9D8B030D-6E8A-4147-A177-3AD203B41FA5}">
                          <a16:colId xmlns:a16="http://schemas.microsoft.com/office/drawing/2014/main" val="1104679361"/>
                        </a:ext>
                      </a:extLst>
                    </a:gridCol>
                    <a:gridCol w="1667773">
                      <a:extLst>
                        <a:ext uri="{9D8B030D-6E8A-4147-A177-3AD203B41FA5}">
                          <a16:colId xmlns:a16="http://schemas.microsoft.com/office/drawing/2014/main" val="1628185090"/>
                        </a:ext>
                      </a:extLst>
                    </a:gridCol>
                  </a:tblGrid>
                  <a:tr h="304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365" t="-2000" r="-300730" b="-16200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400" b="0" noProof="0" dirty="0">
                              <a:solidFill>
                                <a:schemeClr val="tx1"/>
                              </a:solidFill>
                            </a:rPr>
                            <a:t>Open Circle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400" b="0" noProof="0" dirty="0">
                              <a:solidFill>
                                <a:schemeClr val="tx1"/>
                              </a:solidFill>
                            </a:rPr>
                            <a:t>Exclusive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300365" t="-2000" r="-730" b="-162000"/>
                          </a:stretch>
                        </a:blipFill>
                      </a:tcPr>
                    </a:tc>
                    <a:extLst>
                      <a:ext uri="{0D108BD9-81ED-4DB2-BD59-A6C34878D82A}">
                        <a16:rowId xmlns:a16="http://schemas.microsoft.com/office/drawing/2014/main" val="4047957686"/>
                      </a:ext>
                    </a:extLst>
                  </a:tr>
                  <a:tr h="475886">
                    <a:tc>
                      <a:txBody>
                        <a:bodyPr/>
                        <a:lstStyle/>
                        <a:p>
                          <a:pPr algn="ctr"/>
                          <a:r>
                            <a:rPr lang="en-GB" sz="1400" b="0" i="0" kern="1200" noProof="0" dirty="0">
                              <a:solidFill>
                                <a:schemeClr val="dk1"/>
                              </a:solidFill>
                              <a:effectLst/>
                              <a:latin typeface="+mn-lt"/>
                              <a:ea typeface="+mn-ea"/>
                              <a:cs typeface="+mn-cs"/>
                            </a:rPr>
                            <a:t>⬤</a:t>
                          </a:r>
                          <a:endParaRPr lang="en-GB" sz="1400" b="0" noProof="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400" b="0" noProof="0" dirty="0">
                              <a:solidFill>
                                <a:schemeClr val="tx1"/>
                              </a:solidFill>
                            </a:rPr>
                            <a:t>Closed Circle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400" b="0" noProof="0" dirty="0">
                              <a:solidFill>
                                <a:schemeClr val="tx1"/>
                              </a:solidFill>
                            </a:rPr>
                            <a:t>Inclusive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300365" t="-64557" r="-730" b="-2532"/>
                          </a:stretch>
                        </a:blipFill>
                      </a:tcPr>
                    </a:tc>
                    <a:extLst>
                      <a:ext uri="{0D108BD9-81ED-4DB2-BD59-A6C34878D82A}">
                        <a16:rowId xmlns:a16="http://schemas.microsoft.com/office/drawing/2014/main" val="4024613622"/>
                      </a:ext>
                    </a:extLst>
                  </a:tr>
                </a:tbl>
              </a:graphicData>
            </a:graphic>
          </p:graphicFrame>
        </mc:Fallback>
      </mc:AlternateContent>
      <p:sp>
        <p:nvSpPr>
          <p:cNvPr id="12" name="Rectangle 11">
            <a:extLst>
              <a:ext uri="{FF2B5EF4-FFF2-40B4-BE49-F238E27FC236}">
                <a16:creationId xmlns:a16="http://schemas.microsoft.com/office/drawing/2014/main" id="{908D6343-46B7-D555-216C-ABAC2C0CA035}"/>
              </a:ext>
            </a:extLst>
          </p:cNvPr>
          <p:cNvSpPr/>
          <p:nvPr/>
        </p:nvSpPr>
        <p:spPr>
          <a:xfrm>
            <a:off x="0" y="4638097"/>
            <a:ext cx="6858000" cy="252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noProof="0" dirty="0">
                <a:solidFill>
                  <a:schemeClr val="bg1"/>
                </a:solidFill>
              </a:rPr>
              <a:t>Representing Single-Ended Inequalities on a Number Line</a:t>
            </a:r>
          </a:p>
        </p:txBody>
      </p:sp>
    </p:spTree>
    <p:extLst>
      <p:ext uri="{BB962C8B-B14F-4D97-AF65-F5344CB8AC3E}">
        <p14:creationId xmlns:p14="http://schemas.microsoft.com/office/powerpoint/2010/main" val="2888631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8339F7BC-A9A6-A438-1361-9F4268BDFF67}"/>
              </a:ext>
            </a:extLst>
          </p:cNvPr>
          <p:cNvGrpSpPr/>
          <p:nvPr/>
        </p:nvGrpSpPr>
        <p:grpSpPr>
          <a:xfrm>
            <a:off x="4596947" y="5431259"/>
            <a:ext cx="2172343" cy="659247"/>
            <a:chOff x="439582" y="3805341"/>
            <a:chExt cx="2771775" cy="711158"/>
          </a:xfrm>
        </p:grpSpPr>
        <p:pic>
          <p:nvPicPr>
            <p:cNvPr id="19" name="Picture 4">
              <a:extLst>
                <a:ext uri="{FF2B5EF4-FFF2-40B4-BE49-F238E27FC236}">
                  <a16:creationId xmlns:a16="http://schemas.microsoft.com/office/drawing/2014/main" id="{EB57BF57-4F57-B6A9-2B59-B1E1B6C661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18450"/>
            <a:stretch/>
          </p:blipFill>
          <p:spPr bwMode="auto">
            <a:xfrm>
              <a:off x="439582" y="4128120"/>
              <a:ext cx="2771775" cy="388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5">
              <a:extLst>
                <a:ext uri="{FF2B5EF4-FFF2-40B4-BE49-F238E27FC236}">
                  <a16:creationId xmlns:a16="http://schemas.microsoft.com/office/drawing/2014/main" id="{474077DA-4203-EB33-486A-94DD3896E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5870" y="3805341"/>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 name="Straight Connector 20">
              <a:extLst>
                <a:ext uri="{FF2B5EF4-FFF2-40B4-BE49-F238E27FC236}">
                  <a16:creationId xmlns:a16="http://schemas.microsoft.com/office/drawing/2014/main" id="{2E891CD9-6EC5-9A7F-4E96-629E82B85BAB}"/>
                </a:ext>
              </a:extLst>
            </p:cNvPr>
            <p:cNvCxnSpPr>
              <a:cxnSpLocks/>
            </p:cNvCxnSpPr>
            <p:nvPr/>
          </p:nvCxnSpPr>
          <p:spPr>
            <a:xfrm flipH="1">
              <a:off x="2131051" y="3943784"/>
              <a:ext cx="1080301" cy="0"/>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3DB40E23-DBF2-7A21-74A7-6742260AC5CC}"/>
              </a:ext>
            </a:extLst>
          </p:cNvPr>
          <p:cNvSpPr>
            <a:spLocks noGrp="1"/>
          </p:cNvSpPr>
          <p:nvPr>
            <p:ph type="sldNum" sz="quarter" idx="12"/>
          </p:nvPr>
        </p:nvSpPr>
        <p:spPr>
          <a:xfrm>
            <a:off x="5221494" y="9410917"/>
            <a:ext cx="1543050" cy="527403"/>
          </a:xfrm>
        </p:spPr>
        <p:txBody>
          <a:bodyPr/>
          <a:lstStyle/>
          <a:p>
            <a:fld id="{086C3A38-D272-42AA-9C88-F1FBEAE20D2C}" type="slidenum">
              <a:rPr lang="en-GB" noProof="0" smtClean="0"/>
              <a:t>5</a:t>
            </a:fld>
            <a:endParaRPr lang="en-GB" noProof="0" dirty="0"/>
          </a:p>
        </p:txBody>
      </p:sp>
      <p:sp>
        <p:nvSpPr>
          <p:cNvPr id="7" name="Rectangle 6">
            <a:extLst>
              <a:ext uri="{FF2B5EF4-FFF2-40B4-BE49-F238E27FC236}">
                <a16:creationId xmlns:a16="http://schemas.microsoft.com/office/drawing/2014/main" id="{8F556980-C49E-3BDB-5F05-AD643E766B20}"/>
              </a:ext>
            </a:extLst>
          </p:cNvPr>
          <p:cNvSpPr/>
          <p:nvPr/>
        </p:nvSpPr>
        <p:spPr>
          <a:xfrm>
            <a:off x="90749" y="4726696"/>
            <a:ext cx="1620000" cy="252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p:sp>
        <p:nvSpPr>
          <p:cNvPr id="8" name="TextBox 7">
            <a:extLst>
              <a:ext uri="{FF2B5EF4-FFF2-40B4-BE49-F238E27FC236}">
                <a16:creationId xmlns:a16="http://schemas.microsoft.com/office/drawing/2014/main" id="{00CE3A1C-E315-D67B-3899-5824667C053E}"/>
              </a:ext>
            </a:extLst>
          </p:cNvPr>
          <p:cNvSpPr txBox="1"/>
          <p:nvPr/>
        </p:nvSpPr>
        <p:spPr>
          <a:xfrm>
            <a:off x="1772597" y="4721439"/>
            <a:ext cx="4210494" cy="276999"/>
          </a:xfrm>
          <a:prstGeom prst="rect">
            <a:avLst/>
          </a:prstGeom>
          <a:noFill/>
        </p:spPr>
        <p:txBody>
          <a:bodyPr wrap="square" rtlCol="0">
            <a:spAutoFit/>
          </a:bodyPr>
          <a:lstStyle/>
          <a:p>
            <a:r>
              <a:rPr lang="en-GB" sz="1200" b="1" noProof="0" dirty="0"/>
              <a:t>Question 5.</a:t>
            </a:r>
            <a:r>
              <a:rPr lang="en-GB" sz="1200" noProof="0" dirty="0"/>
              <a:t> True or false? Write T or F in each box.</a:t>
            </a: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1EBA70F9-52C5-A94A-E611-AFE5F8D06B68}"/>
                  </a:ext>
                </a:extLst>
              </p:cNvPr>
              <p:cNvGraphicFramePr>
                <a:graphicFrameLocks noGrp="1"/>
              </p:cNvGraphicFramePr>
              <p:nvPr>
                <p:extLst>
                  <p:ext uri="{D42A27DB-BD31-4B8C-83A1-F6EECF244321}">
                    <p14:modId xmlns:p14="http://schemas.microsoft.com/office/powerpoint/2010/main" val="1173483620"/>
                  </p:ext>
                </p:extLst>
              </p:nvPr>
            </p:nvGraphicFramePr>
            <p:xfrm>
              <a:off x="93453" y="5028312"/>
              <a:ext cx="6671091" cy="4542408"/>
            </p:xfrm>
            <a:graphic>
              <a:graphicData uri="http://schemas.openxmlformats.org/drawingml/2006/table">
                <a:tbl>
                  <a:tblPr firstRow="1" bandRow="1">
                    <a:tableStyleId>{5C22544A-7EE6-4342-B048-85BDC9FD1C3A}</a:tableStyleId>
                  </a:tblPr>
                  <a:tblGrid>
                    <a:gridCol w="2223697">
                      <a:extLst>
                        <a:ext uri="{9D8B030D-6E8A-4147-A177-3AD203B41FA5}">
                          <a16:colId xmlns:a16="http://schemas.microsoft.com/office/drawing/2014/main" val="3704304028"/>
                        </a:ext>
                      </a:extLst>
                    </a:gridCol>
                    <a:gridCol w="2223697">
                      <a:extLst>
                        <a:ext uri="{9D8B030D-6E8A-4147-A177-3AD203B41FA5}">
                          <a16:colId xmlns:a16="http://schemas.microsoft.com/office/drawing/2014/main" val="3296216228"/>
                        </a:ext>
                      </a:extLst>
                    </a:gridCol>
                    <a:gridCol w="2223697">
                      <a:extLst>
                        <a:ext uri="{9D8B030D-6E8A-4147-A177-3AD203B41FA5}">
                          <a16:colId xmlns:a16="http://schemas.microsoft.com/office/drawing/2014/main" val="3752025344"/>
                        </a:ext>
                      </a:extLst>
                    </a:gridCol>
                  </a:tblGrid>
                  <a:tr h="1135602">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5058386"/>
                      </a:ext>
                    </a:extLst>
                  </a:tr>
                  <a:tr h="1135602">
                    <a:tc>
                      <a:txBody>
                        <a:bodyPr/>
                        <a:lstStyle/>
                        <a:p>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e)</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1950342"/>
                      </a:ext>
                    </a:extLst>
                  </a:tr>
                  <a:tr h="1135602">
                    <a:tc>
                      <a:txBody>
                        <a:bodyPr/>
                        <a:lstStyle/>
                        <a:p>
                          <a:r>
                            <a:rPr lang="en-GB" sz="1200" b="0" noProof="0" dirty="0">
                              <a:solidFill>
                                <a:schemeClr val="tx1"/>
                              </a:solidFill>
                            </a:rPr>
                            <a:t>g)</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h)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&gt;3</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err="1">
                              <a:solidFill>
                                <a:schemeClr val="tx1"/>
                              </a:solidFill>
                            </a:rPr>
                            <a:t>i</a:t>
                          </a: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≥3</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7605821"/>
                      </a:ext>
                    </a:extLst>
                  </a:tr>
                  <a:tr h="1135602">
                    <a:tc>
                      <a:txBody>
                        <a:bodyPr/>
                        <a:lstStyle/>
                        <a:p>
                          <a:r>
                            <a:rPr lang="en-GB" sz="1200" b="0" noProof="0" dirty="0">
                              <a:solidFill>
                                <a:schemeClr val="tx1"/>
                              </a:solidFill>
                            </a:rPr>
                            <a:t>j)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&lt;3</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k)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&lt;0</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l)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≤0.5</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7612039"/>
                      </a:ext>
                    </a:extLst>
                  </a:tr>
                </a:tbl>
              </a:graphicData>
            </a:graphic>
          </p:graphicFrame>
        </mc:Choice>
        <mc:Fallback xmlns="">
          <p:graphicFrame>
            <p:nvGraphicFramePr>
              <p:cNvPr id="9" name="Table 8">
                <a:extLst>
                  <a:ext uri="{FF2B5EF4-FFF2-40B4-BE49-F238E27FC236}">
                    <a16:creationId xmlns:a16="http://schemas.microsoft.com/office/drawing/2014/main" id="{1EBA70F9-52C5-A94A-E611-AFE5F8D06B68}"/>
                  </a:ext>
                </a:extLst>
              </p:cNvPr>
              <p:cNvGraphicFramePr>
                <a:graphicFrameLocks noGrp="1"/>
              </p:cNvGraphicFramePr>
              <p:nvPr>
                <p:extLst>
                  <p:ext uri="{D42A27DB-BD31-4B8C-83A1-F6EECF244321}">
                    <p14:modId xmlns:p14="http://schemas.microsoft.com/office/powerpoint/2010/main" val="1173483620"/>
                  </p:ext>
                </p:extLst>
              </p:nvPr>
            </p:nvGraphicFramePr>
            <p:xfrm>
              <a:off x="93453" y="5028312"/>
              <a:ext cx="6671091" cy="4542408"/>
            </p:xfrm>
            <a:graphic>
              <a:graphicData uri="http://schemas.openxmlformats.org/drawingml/2006/table">
                <a:tbl>
                  <a:tblPr firstRow="1" bandRow="1">
                    <a:tableStyleId>{5C22544A-7EE6-4342-B048-85BDC9FD1C3A}</a:tableStyleId>
                  </a:tblPr>
                  <a:tblGrid>
                    <a:gridCol w="2223697">
                      <a:extLst>
                        <a:ext uri="{9D8B030D-6E8A-4147-A177-3AD203B41FA5}">
                          <a16:colId xmlns:a16="http://schemas.microsoft.com/office/drawing/2014/main" val="3704304028"/>
                        </a:ext>
                      </a:extLst>
                    </a:gridCol>
                    <a:gridCol w="2223697">
                      <a:extLst>
                        <a:ext uri="{9D8B030D-6E8A-4147-A177-3AD203B41FA5}">
                          <a16:colId xmlns:a16="http://schemas.microsoft.com/office/drawing/2014/main" val="3296216228"/>
                        </a:ext>
                      </a:extLst>
                    </a:gridCol>
                    <a:gridCol w="2223697">
                      <a:extLst>
                        <a:ext uri="{9D8B030D-6E8A-4147-A177-3AD203B41FA5}">
                          <a16:colId xmlns:a16="http://schemas.microsoft.com/office/drawing/2014/main" val="3752025344"/>
                        </a:ext>
                      </a:extLst>
                    </a:gridCol>
                  </a:tblGrid>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4" t="-535" r="-200548" b="-3005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74" t="-535" r="-100548" b="-3005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74" t="-535" r="-548" b="-300535"/>
                          </a:stretch>
                        </a:blipFill>
                      </a:tcPr>
                    </a:tc>
                    <a:extLst>
                      <a:ext uri="{0D108BD9-81ED-4DB2-BD59-A6C34878D82A}">
                        <a16:rowId xmlns:a16="http://schemas.microsoft.com/office/drawing/2014/main" val="2335058386"/>
                      </a:ext>
                    </a:extLst>
                  </a:tr>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4" t="-101075" r="-200548" b="-2021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74" t="-101075" r="-100548" b="-2021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74" t="-101075" r="-548" b="-202151"/>
                          </a:stretch>
                        </a:blipFill>
                      </a:tcPr>
                    </a:tc>
                    <a:extLst>
                      <a:ext uri="{0D108BD9-81ED-4DB2-BD59-A6C34878D82A}">
                        <a16:rowId xmlns:a16="http://schemas.microsoft.com/office/drawing/2014/main" val="2481950342"/>
                      </a:ext>
                    </a:extLst>
                  </a:tr>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4" t="-200000" r="-200548" b="-1010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74" t="-200000" r="-100548" b="-1010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74" t="-200000" r="-548" b="-101070"/>
                          </a:stretch>
                        </a:blipFill>
                      </a:tcPr>
                    </a:tc>
                    <a:extLst>
                      <a:ext uri="{0D108BD9-81ED-4DB2-BD59-A6C34878D82A}">
                        <a16:rowId xmlns:a16="http://schemas.microsoft.com/office/drawing/2014/main" val="4067605821"/>
                      </a:ext>
                    </a:extLst>
                  </a:tr>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4" t="-301613" r="-200548" b="-16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74" t="-301613" r="-100548" b="-16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74" t="-301613" r="-548" b="-1613"/>
                          </a:stretch>
                        </a:blipFill>
                      </a:tcPr>
                    </a:tc>
                    <a:extLst>
                      <a:ext uri="{0D108BD9-81ED-4DB2-BD59-A6C34878D82A}">
                        <a16:rowId xmlns:a16="http://schemas.microsoft.com/office/drawing/2014/main" val="997612039"/>
                      </a:ext>
                    </a:extLst>
                  </a:tr>
                </a:tbl>
              </a:graphicData>
            </a:graphic>
          </p:graphicFrame>
        </mc:Fallback>
      </mc:AlternateContent>
      <p:grpSp>
        <p:nvGrpSpPr>
          <p:cNvPr id="13" name="Group 12">
            <a:extLst>
              <a:ext uri="{FF2B5EF4-FFF2-40B4-BE49-F238E27FC236}">
                <a16:creationId xmlns:a16="http://schemas.microsoft.com/office/drawing/2014/main" id="{56973EBE-9E1E-43D2-5E88-F3B54BAC1C61}"/>
              </a:ext>
            </a:extLst>
          </p:cNvPr>
          <p:cNvGrpSpPr/>
          <p:nvPr/>
        </p:nvGrpSpPr>
        <p:grpSpPr>
          <a:xfrm>
            <a:off x="237163" y="5486408"/>
            <a:ext cx="2055513" cy="670552"/>
            <a:chOff x="154287" y="5379728"/>
            <a:chExt cx="2771775" cy="782701"/>
          </a:xfrm>
        </p:grpSpPr>
        <p:cxnSp>
          <p:nvCxnSpPr>
            <p:cNvPr id="10" name="Straight Connector 9">
              <a:extLst>
                <a:ext uri="{FF2B5EF4-FFF2-40B4-BE49-F238E27FC236}">
                  <a16:creationId xmlns:a16="http://schemas.microsoft.com/office/drawing/2014/main" id="{EC4FEF73-DA4A-5D36-880E-5DA533B804DD}"/>
                </a:ext>
              </a:extLst>
            </p:cNvPr>
            <p:cNvCxnSpPr>
              <a:cxnSpLocks/>
              <a:endCxn id="12" idx="1"/>
            </p:cNvCxnSpPr>
            <p:nvPr/>
          </p:nvCxnSpPr>
          <p:spPr>
            <a:xfrm>
              <a:off x="233179" y="5501513"/>
              <a:ext cx="1551344" cy="0"/>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 name="Picture 4">
              <a:extLst>
                <a:ext uri="{FF2B5EF4-FFF2-40B4-BE49-F238E27FC236}">
                  <a16:creationId xmlns:a16="http://schemas.microsoft.com/office/drawing/2014/main" id="{7D140AA5-BEEE-1997-4F67-40409C0BA8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287" y="5686179"/>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8">
              <a:extLst>
                <a:ext uri="{FF2B5EF4-FFF2-40B4-BE49-F238E27FC236}">
                  <a16:creationId xmlns:a16="http://schemas.microsoft.com/office/drawing/2014/main" id="{A7ADC02B-73DD-DAE1-D2A4-0EBB15B9A3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4523" y="5379728"/>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4" name="Group 13">
            <a:extLst>
              <a:ext uri="{FF2B5EF4-FFF2-40B4-BE49-F238E27FC236}">
                <a16:creationId xmlns:a16="http://schemas.microsoft.com/office/drawing/2014/main" id="{3748788E-12DE-B9E2-E080-C65B0020F980}"/>
              </a:ext>
            </a:extLst>
          </p:cNvPr>
          <p:cNvGrpSpPr/>
          <p:nvPr/>
        </p:nvGrpSpPr>
        <p:grpSpPr>
          <a:xfrm>
            <a:off x="2403828" y="5465711"/>
            <a:ext cx="2055513" cy="676009"/>
            <a:chOff x="439577" y="2078406"/>
            <a:chExt cx="2771775" cy="812151"/>
          </a:xfrm>
        </p:grpSpPr>
        <p:pic>
          <p:nvPicPr>
            <p:cNvPr id="15" name="Picture 4">
              <a:extLst>
                <a:ext uri="{FF2B5EF4-FFF2-40B4-BE49-F238E27FC236}">
                  <a16:creationId xmlns:a16="http://schemas.microsoft.com/office/drawing/2014/main" id="{32D2BA30-642A-0A38-CE33-CC2BADDDF3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577" y="2414307"/>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6" name="Straight Connector 15">
              <a:extLst>
                <a:ext uri="{FF2B5EF4-FFF2-40B4-BE49-F238E27FC236}">
                  <a16:creationId xmlns:a16="http://schemas.microsoft.com/office/drawing/2014/main" id="{18D524D6-E47B-C167-3A8F-E327D685E1CD}"/>
                </a:ext>
              </a:extLst>
            </p:cNvPr>
            <p:cNvCxnSpPr>
              <a:cxnSpLocks/>
            </p:cNvCxnSpPr>
            <p:nvPr/>
          </p:nvCxnSpPr>
          <p:spPr>
            <a:xfrm flipH="1">
              <a:off x="2131051" y="2203780"/>
              <a:ext cx="1080301" cy="0"/>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17" name="Picture 8">
              <a:extLst>
                <a:ext uri="{FF2B5EF4-FFF2-40B4-BE49-F238E27FC236}">
                  <a16:creationId xmlns:a16="http://schemas.microsoft.com/office/drawing/2014/main" id="{55FEBBBD-9C8B-4BA3-19A3-A0E52EAC42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9818" y="2078406"/>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2" name="Group 21">
            <a:extLst>
              <a:ext uri="{FF2B5EF4-FFF2-40B4-BE49-F238E27FC236}">
                <a16:creationId xmlns:a16="http://schemas.microsoft.com/office/drawing/2014/main" id="{A5E8C5C5-D8E4-63C5-84B8-C5ACF52435A8}"/>
              </a:ext>
            </a:extLst>
          </p:cNvPr>
          <p:cNvGrpSpPr/>
          <p:nvPr/>
        </p:nvGrpSpPr>
        <p:grpSpPr>
          <a:xfrm>
            <a:off x="176203" y="6615792"/>
            <a:ext cx="2055513" cy="676009"/>
            <a:chOff x="439577" y="2078406"/>
            <a:chExt cx="2771775" cy="812151"/>
          </a:xfrm>
        </p:grpSpPr>
        <p:pic>
          <p:nvPicPr>
            <p:cNvPr id="23" name="Picture 4">
              <a:extLst>
                <a:ext uri="{FF2B5EF4-FFF2-40B4-BE49-F238E27FC236}">
                  <a16:creationId xmlns:a16="http://schemas.microsoft.com/office/drawing/2014/main" id="{9AF7400C-DEDF-28CF-83BA-984DC3E2F4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577" y="2414307"/>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4" name="Straight Connector 23">
              <a:extLst>
                <a:ext uri="{FF2B5EF4-FFF2-40B4-BE49-F238E27FC236}">
                  <a16:creationId xmlns:a16="http://schemas.microsoft.com/office/drawing/2014/main" id="{0088B971-97BC-CE1D-1662-22B185EC23E1}"/>
                </a:ext>
              </a:extLst>
            </p:cNvPr>
            <p:cNvCxnSpPr>
              <a:cxnSpLocks/>
            </p:cNvCxnSpPr>
            <p:nvPr/>
          </p:nvCxnSpPr>
          <p:spPr>
            <a:xfrm flipH="1">
              <a:off x="2131051" y="2203780"/>
              <a:ext cx="1080301" cy="0"/>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25" name="Picture 8">
              <a:extLst>
                <a:ext uri="{FF2B5EF4-FFF2-40B4-BE49-F238E27FC236}">
                  <a16:creationId xmlns:a16="http://schemas.microsoft.com/office/drawing/2014/main" id="{73B30C52-B904-573D-04E8-70EFA2A736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9818" y="2078406"/>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6" name="Group 25">
            <a:extLst>
              <a:ext uri="{FF2B5EF4-FFF2-40B4-BE49-F238E27FC236}">
                <a16:creationId xmlns:a16="http://schemas.microsoft.com/office/drawing/2014/main" id="{1730F854-A4A0-3A40-06E4-D485BCD02204}"/>
              </a:ext>
            </a:extLst>
          </p:cNvPr>
          <p:cNvGrpSpPr/>
          <p:nvPr/>
        </p:nvGrpSpPr>
        <p:grpSpPr>
          <a:xfrm>
            <a:off x="2395365" y="6702820"/>
            <a:ext cx="2055513" cy="566217"/>
            <a:chOff x="154287" y="5501513"/>
            <a:chExt cx="2771775" cy="660916"/>
          </a:xfrm>
        </p:grpSpPr>
        <p:cxnSp>
          <p:nvCxnSpPr>
            <p:cNvPr id="27" name="Straight Connector 26">
              <a:extLst>
                <a:ext uri="{FF2B5EF4-FFF2-40B4-BE49-F238E27FC236}">
                  <a16:creationId xmlns:a16="http://schemas.microsoft.com/office/drawing/2014/main" id="{FB35C2D4-1E00-3E43-B866-E23553C087D6}"/>
                </a:ext>
              </a:extLst>
            </p:cNvPr>
            <p:cNvCxnSpPr>
              <a:cxnSpLocks/>
            </p:cNvCxnSpPr>
            <p:nvPr/>
          </p:nvCxnSpPr>
          <p:spPr>
            <a:xfrm>
              <a:off x="335931" y="5501513"/>
              <a:ext cx="1551344" cy="0"/>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28" name="Picture 4">
              <a:extLst>
                <a:ext uri="{FF2B5EF4-FFF2-40B4-BE49-F238E27FC236}">
                  <a16:creationId xmlns:a16="http://schemas.microsoft.com/office/drawing/2014/main" id="{2D8FCD59-1C4C-A335-DA5E-04C4FE5212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287" y="5686179"/>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5">
            <a:extLst>
              <a:ext uri="{FF2B5EF4-FFF2-40B4-BE49-F238E27FC236}">
                <a16:creationId xmlns:a16="http://schemas.microsoft.com/office/drawing/2014/main" id="{24399ACA-831D-38D2-BAB2-A92164A917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5426" y="6574788"/>
            <a:ext cx="212756" cy="256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2" name="Group 31">
            <a:extLst>
              <a:ext uri="{FF2B5EF4-FFF2-40B4-BE49-F238E27FC236}">
                <a16:creationId xmlns:a16="http://schemas.microsoft.com/office/drawing/2014/main" id="{E2E2890E-924B-844F-A948-2935E695536E}"/>
              </a:ext>
            </a:extLst>
          </p:cNvPr>
          <p:cNvGrpSpPr/>
          <p:nvPr/>
        </p:nvGrpSpPr>
        <p:grpSpPr>
          <a:xfrm>
            <a:off x="4647693" y="6510138"/>
            <a:ext cx="2116852" cy="758900"/>
            <a:chOff x="279010" y="4052708"/>
            <a:chExt cx="2771775" cy="824901"/>
          </a:xfrm>
        </p:grpSpPr>
        <p:pic>
          <p:nvPicPr>
            <p:cNvPr id="33" name="Picture 4">
              <a:extLst>
                <a:ext uri="{FF2B5EF4-FFF2-40B4-BE49-F238E27FC236}">
                  <a16:creationId xmlns:a16="http://schemas.microsoft.com/office/drawing/2014/main" id="{58AE2A1B-2E2F-8765-08A4-E425671576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010" y="4401359"/>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5">
              <a:extLst>
                <a:ext uri="{FF2B5EF4-FFF2-40B4-BE49-F238E27FC236}">
                  <a16:creationId xmlns:a16="http://schemas.microsoft.com/office/drawing/2014/main" id="{22065D65-A3C2-7218-2E85-0E9E0AB91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233" y="4052708"/>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a:extLst>
                <a:ext uri="{FF2B5EF4-FFF2-40B4-BE49-F238E27FC236}">
                  <a16:creationId xmlns:a16="http://schemas.microsoft.com/office/drawing/2014/main" id="{04FD0884-45D3-940F-8E8C-7FEC776DFA24}"/>
                </a:ext>
              </a:extLst>
            </p:cNvPr>
            <p:cNvCxnSpPr>
              <a:cxnSpLocks/>
            </p:cNvCxnSpPr>
            <p:nvPr/>
          </p:nvCxnSpPr>
          <p:spPr>
            <a:xfrm flipH="1">
              <a:off x="845900" y="4222481"/>
              <a:ext cx="2029275" cy="0"/>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692CD1A7-BFB1-FA9D-43B3-7EF638D4E302}"/>
              </a:ext>
            </a:extLst>
          </p:cNvPr>
          <p:cNvGrpSpPr/>
          <p:nvPr/>
        </p:nvGrpSpPr>
        <p:grpSpPr>
          <a:xfrm>
            <a:off x="2403828" y="8923153"/>
            <a:ext cx="2055513" cy="627663"/>
            <a:chOff x="287182" y="5908978"/>
            <a:chExt cx="2771775" cy="716918"/>
          </a:xfrm>
        </p:grpSpPr>
        <p:pic>
          <p:nvPicPr>
            <p:cNvPr id="37" name="Picture 4">
              <a:extLst>
                <a:ext uri="{FF2B5EF4-FFF2-40B4-BE49-F238E27FC236}">
                  <a16:creationId xmlns:a16="http://schemas.microsoft.com/office/drawing/2014/main" id="{F90E161E-41C1-7FB9-75E5-D464B83FD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182" y="6149646"/>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8" name="Straight Connector 37">
              <a:extLst>
                <a:ext uri="{FF2B5EF4-FFF2-40B4-BE49-F238E27FC236}">
                  <a16:creationId xmlns:a16="http://schemas.microsoft.com/office/drawing/2014/main" id="{F475B419-1A6C-0D8E-B573-C4D4F190868F}"/>
                </a:ext>
              </a:extLst>
            </p:cNvPr>
            <p:cNvCxnSpPr>
              <a:cxnSpLocks/>
            </p:cNvCxnSpPr>
            <p:nvPr/>
          </p:nvCxnSpPr>
          <p:spPr>
            <a:xfrm>
              <a:off x="340248" y="6032427"/>
              <a:ext cx="885237" cy="0"/>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39" name="Picture 8">
              <a:extLst>
                <a:ext uri="{FF2B5EF4-FFF2-40B4-BE49-F238E27FC236}">
                  <a16:creationId xmlns:a16="http://schemas.microsoft.com/office/drawing/2014/main" id="{3A8EED0D-FDF9-11B7-F9F1-5E8883769F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3700" y="5908978"/>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45" name="Group 44">
            <a:extLst>
              <a:ext uri="{FF2B5EF4-FFF2-40B4-BE49-F238E27FC236}">
                <a16:creationId xmlns:a16="http://schemas.microsoft.com/office/drawing/2014/main" id="{9788B648-F405-349B-9FB3-0DB09E8CF368}"/>
              </a:ext>
            </a:extLst>
          </p:cNvPr>
          <p:cNvGrpSpPr/>
          <p:nvPr/>
        </p:nvGrpSpPr>
        <p:grpSpPr>
          <a:xfrm>
            <a:off x="4587985" y="7764681"/>
            <a:ext cx="2165923" cy="639103"/>
            <a:chOff x="279011" y="556857"/>
            <a:chExt cx="2771775" cy="746630"/>
          </a:xfrm>
        </p:grpSpPr>
        <p:pic>
          <p:nvPicPr>
            <p:cNvPr id="46" name="Picture 45">
              <a:extLst>
                <a:ext uri="{FF2B5EF4-FFF2-40B4-BE49-F238E27FC236}">
                  <a16:creationId xmlns:a16="http://schemas.microsoft.com/office/drawing/2014/main" id="{EA1FFC92-273B-A013-ED3E-1955FA8D79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011" y="827237"/>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8" name="Picture 5">
              <a:extLst>
                <a:ext uri="{FF2B5EF4-FFF2-40B4-BE49-F238E27FC236}">
                  <a16:creationId xmlns:a16="http://schemas.microsoft.com/office/drawing/2014/main" id="{60087FD1-354E-A3AB-D405-762A7D1631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7166" y="556857"/>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9" name="Straight Connector 48">
              <a:extLst>
                <a:ext uri="{FF2B5EF4-FFF2-40B4-BE49-F238E27FC236}">
                  <a16:creationId xmlns:a16="http://schemas.microsoft.com/office/drawing/2014/main" id="{36596CA8-E7CD-49E7-D5BD-F1B074EC9F7E}"/>
                </a:ext>
              </a:extLst>
            </p:cNvPr>
            <p:cNvCxnSpPr>
              <a:cxnSpLocks/>
            </p:cNvCxnSpPr>
            <p:nvPr/>
          </p:nvCxnSpPr>
          <p:spPr>
            <a:xfrm>
              <a:off x="365030" y="720404"/>
              <a:ext cx="2143804" cy="6226"/>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818AB884-888E-AAFC-97D2-1359D8463239}"/>
              </a:ext>
            </a:extLst>
          </p:cNvPr>
          <p:cNvGrpSpPr/>
          <p:nvPr/>
        </p:nvGrpSpPr>
        <p:grpSpPr>
          <a:xfrm>
            <a:off x="2365118" y="7764681"/>
            <a:ext cx="2165923" cy="639103"/>
            <a:chOff x="279011" y="556857"/>
            <a:chExt cx="2771775" cy="746630"/>
          </a:xfrm>
        </p:grpSpPr>
        <p:pic>
          <p:nvPicPr>
            <p:cNvPr id="51" name="Picture 50">
              <a:extLst>
                <a:ext uri="{FF2B5EF4-FFF2-40B4-BE49-F238E27FC236}">
                  <a16:creationId xmlns:a16="http://schemas.microsoft.com/office/drawing/2014/main" id="{33D4A14C-195F-0D93-0A04-EE23438EDC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011" y="827237"/>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5">
              <a:extLst>
                <a:ext uri="{FF2B5EF4-FFF2-40B4-BE49-F238E27FC236}">
                  <a16:creationId xmlns:a16="http://schemas.microsoft.com/office/drawing/2014/main" id="{F2AE7E14-4229-040A-BA75-28A5A92A28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7166" y="556857"/>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3" name="Straight Connector 52">
              <a:extLst>
                <a:ext uri="{FF2B5EF4-FFF2-40B4-BE49-F238E27FC236}">
                  <a16:creationId xmlns:a16="http://schemas.microsoft.com/office/drawing/2014/main" id="{543D4085-C65F-CC04-8C71-931044CC7BBF}"/>
                </a:ext>
              </a:extLst>
            </p:cNvPr>
            <p:cNvCxnSpPr>
              <a:cxnSpLocks/>
            </p:cNvCxnSpPr>
            <p:nvPr/>
          </p:nvCxnSpPr>
          <p:spPr>
            <a:xfrm>
              <a:off x="365030" y="720404"/>
              <a:ext cx="2143804" cy="6226"/>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7F8FDABF-82E1-C592-8C5D-8809499AE362}"/>
              </a:ext>
            </a:extLst>
          </p:cNvPr>
          <p:cNvGrpSpPr/>
          <p:nvPr/>
        </p:nvGrpSpPr>
        <p:grpSpPr>
          <a:xfrm>
            <a:off x="141993" y="8925954"/>
            <a:ext cx="2165923" cy="624862"/>
            <a:chOff x="279011" y="3234909"/>
            <a:chExt cx="2771775" cy="720302"/>
          </a:xfrm>
        </p:grpSpPr>
        <p:pic>
          <p:nvPicPr>
            <p:cNvPr id="55" name="Picture 54">
              <a:extLst>
                <a:ext uri="{FF2B5EF4-FFF2-40B4-BE49-F238E27FC236}">
                  <a16:creationId xmlns:a16="http://schemas.microsoft.com/office/drawing/2014/main" id="{F93B0BEC-B06C-9A8D-1518-27E44FA05D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011" y="3478961"/>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6" name="Straight Connector 55">
              <a:extLst>
                <a:ext uri="{FF2B5EF4-FFF2-40B4-BE49-F238E27FC236}">
                  <a16:creationId xmlns:a16="http://schemas.microsoft.com/office/drawing/2014/main" id="{3A774D5C-089F-404C-7B1E-15425FBFAAE8}"/>
                </a:ext>
              </a:extLst>
            </p:cNvPr>
            <p:cNvCxnSpPr>
              <a:cxnSpLocks/>
            </p:cNvCxnSpPr>
            <p:nvPr/>
          </p:nvCxnSpPr>
          <p:spPr>
            <a:xfrm>
              <a:off x="325764" y="3356693"/>
              <a:ext cx="2183070" cy="1790"/>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57" name="Picture 8">
              <a:extLst>
                <a:ext uri="{FF2B5EF4-FFF2-40B4-BE49-F238E27FC236}">
                  <a16:creationId xmlns:a16="http://schemas.microsoft.com/office/drawing/2014/main" id="{A20F9FF3-998C-7B85-F1F3-270637DC5D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7166" y="3234909"/>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8" name="Group 57">
            <a:extLst>
              <a:ext uri="{FF2B5EF4-FFF2-40B4-BE49-F238E27FC236}">
                <a16:creationId xmlns:a16="http://schemas.microsoft.com/office/drawing/2014/main" id="{A161E0AF-CF4B-90E4-3E05-843A96FADF37}"/>
              </a:ext>
            </a:extLst>
          </p:cNvPr>
          <p:cNvGrpSpPr/>
          <p:nvPr/>
        </p:nvGrpSpPr>
        <p:grpSpPr>
          <a:xfrm>
            <a:off x="4690561" y="8908855"/>
            <a:ext cx="2055514" cy="641961"/>
            <a:chOff x="325764" y="5647498"/>
            <a:chExt cx="2771775" cy="737177"/>
          </a:xfrm>
        </p:grpSpPr>
        <p:pic>
          <p:nvPicPr>
            <p:cNvPr id="59" name="Picture 58">
              <a:extLst>
                <a:ext uri="{FF2B5EF4-FFF2-40B4-BE49-F238E27FC236}">
                  <a16:creationId xmlns:a16="http://schemas.microsoft.com/office/drawing/2014/main" id="{C9536330-CBC2-65B1-89F1-A626A38CB5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764" y="5908425"/>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5">
              <a:extLst>
                <a:ext uri="{FF2B5EF4-FFF2-40B4-BE49-F238E27FC236}">
                  <a16:creationId xmlns:a16="http://schemas.microsoft.com/office/drawing/2014/main" id="{4B5097A9-28E1-F20D-3770-6EA89F75A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908" y="5647498"/>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1" name="Straight Connector 60">
              <a:extLst>
                <a:ext uri="{FF2B5EF4-FFF2-40B4-BE49-F238E27FC236}">
                  <a16:creationId xmlns:a16="http://schemas.microsoft.com/office/drawing/2014/main" id="{E6DD4E98-6FFB-1252-D1B7-906366EFC389}"/>
                </a:ext>
              </a:extLst>
            </p:cNvPr>
            <p:cNvCxnSpPr>
              <a:cxnSpLocks/>
            </p:cNvCxnSpPr>
            <p:nvPr/>
          </p:nvCxnSpPr>
          <p:spPr>
            <a:xfrm>
              <a:off x="365030" y="5785612"/>
              <a:ext cx="1136609" cy="0"/>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D46A8CF4-8AB3-7ECC-4576-61E0775CEC8B}"/>
              </a:ext>
            </a:extLst>
          </p:cNvPr>
          <p:cNvGrpSpPr/>
          <p:nvPr/>
        </p:nvGrpSpPr>
        <p:grpSpPr>
          <a:xfrm>
            <a:off x="87181" y="7858000"/>
            <a:ext cx="2165924" cy="545784"/>
            <a:chOff x="279011" y="4527154"/>
            <a:chExt cx="2843123" cy="779169"/>
          </a:xfrm>
        </p:grpSpPr>
        <p:pic>
          <p:nvPicPr>
            <p:cNvPr id="63" name="Picture 62">
              <a:extLst>
                <a:ext uri="{FF2B5EF4-FFF2-40B4-BE49-F238E27FC236}">
                  <a16:creationId xmlns:a16="http://schemas.microsoft.com/office/drawing/2014/main" id="{D5DF9B5A-9444-86B3-5A25-CC77C96EE4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011" y="4830073"/>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4" name="Picture 63">
              <a:extLst>
                <a:ext uri="{FF2B5EF4-FFF2-40B4-BE49-F238E27FC236}">
                  <a16:creationId xmlns:a16="http://schemas.microsoft.com/office/drawing/2014/main" id="{FA6A7CCC-6B75-F347-62D0-A56F0FFBC1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59" y="4749247"/>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5" name="Straight Connector 64">
              <a:extLst>
                <a:ext uri="{FF2B5EF4-FFF2-40B4-BE49-F238E27FC236}">
                  <a16:creationId xmlns:a16="http://schemas.microsoft.com/office/drawing/2014/main" id="{25F2C1CE-B539-E769-218F-9838A1EC84ED}"/>
                </a:ext>
              </a:extLst>
            </p:cNvPr>
            <p:cNvCxnSpPr>
              <a:cxnSpLocks/>
            </p:cNvCxnSpPr>
            <p:nvPr/>
          </p:nvCxnSpPr>
          <p:spPr>
            <a:xfrm flipH="1">
              <a:off x="934376" y="4648938"/>
              <a:ext cx="2116410" cy="0"/>
            </a:xfrm>
            <a:prstGeom prst="line">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66" name="Picture 8">
              <a:extLst>
                <a:ext uri="{FF2B5EF4-FFF2-40B4-BE49-F238E27FC236}">
                  <a16:creationId xmlns:a16="http://schemas.microsoft.com/office/drawing/2014/main" id="{F6942561-FE47-1971-EE14-387679AF89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106" y="4527154"/>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mc:AlternateContent xmlns:mc="http://schemas.openxmlformats.org/markup-compatibility/2006" xmlns:a14="http://schemas.microsoft.com/office/drawing/2010/main">
        <mc:Choice Requires="a14">
          <p:graphicFrame>
            <p:nvGraphicFramePr>
              <p:cNvPr id="29" name="Table 28">
                <a:extLst>
                  <a:ext uri="{FF2B5EF4-FFF2-40B4-BE49-F238E27FC236}">
                    <a16:creationId xmlns:a16="http://schemas.microsoft.com/office/drawing/2014/main" id="{63D5330C-49EB-3DE3-6746-9147CB9BE667}"/>
                  </a:ext>
                </a:extLst>
              </p:cNvPr>
              <p:cNvGraphicFramePr>
                <a:graphicFrameLocks noGrp="1"/>
              </p:cNvGraphicFramePr>
              <p:nvPr>
                <p:extLst>
                  <p:ext uri="{D42A27DB-BD31-4B8C-83A1-F6EECF244321}">
                    <p14:modId xmlns:p14="http://schemas.microsoft.com/office/powerpoint/2010/main" val="474688146"/>
                  </p:ext>
                </p:extLst>
              </p:nvPr>
            </p:nvGraphicFramePr>
            <p:xfrm>
              <a:off x="112028" y="113797"/>
              <a:ext cx="6671092" cy="4536000"/>
            </p:xfrm>
            <a:graphic>
              <a:graphicData uri="http://schemas.openxmlformats.org/drawingml/2006/table">
                <a:tbl>
                  <a:tblPr firstRow="1" bandRow="1">
                    <a:tableStyleId>{5C22544A-7EE6-4342-B048-85BDC9FD1C3A}</a:tableStyleId>
                  </a:tblPr>
                  <a:tblGrid>
                    <a:gridCol w="1797489">
                      <a:extLst>
                        <a:ext uri="{9D8B030D-6E8A-4147-A177-3AD203B41FA5}">
                          <a16:colId xmlns:a16="http://schemas.microsoft.com/office/drawing/2014/main" val="4215826847"/>
                        </a:ext>
                      </a:extLst>
                    </a:gridCol>
                    <a:gridCol w="4873603">
                      <a:extLst>
                        <a:ext uri="{9D8B030D-6E8A-4147-A177-3AD203B41FA5}">
                          <a16:colId xmlns:a16="http://schemas.microsoft.com/office/drawing/2014/main" val="1034895713"/>
                        </a:ext>
                      </a:extLst>
                    </a:gridCol>
                  </a:tblGrid>
                  <a:tr h="324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Represent the inequality on the 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324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Identify the number in the inequality</a:t>
                          </a:r>
                          <a:r>
                            <a:rPr lang="en-GB" sz="1200" b="0" noProof="0" dirty="0">
                              <a:solidFill>
                                <a:schemeClr val="tx1"/>
                              </a:solidFill>
                              <a:latin typeface="+mn-lt"/>
                            </a:rPr>
                            <a: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2) Draw a circle at this number on the number line.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3) Identify whether the unknown is greater than or less than the number. If it is less than, draw an arrow pointing left from the circle. If it is greater than, draw an arrow pointing right from the circle.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22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7</m:t>
                                </m:r>
                              </m:oMath>
                            </m:oMathPara>
                          </a14:m>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324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23 -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0</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324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24 -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080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−2</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Choice>
        <mc:Fallback xmlns="">
          <p:graphicFrame>
            <p:nvGraphicFramePr>
              <p:cNvPr id="29" name="Table 28">
                <a:extLst>
                  <a:ext uri="{FF2B5EF4-FFF2-40B4-BE49-F238E27FC236}">
                    <a16:creationId xmlns:a16="http://schemas.microsoft.com/office/drawing/2014/main" id="{63D5330C-49EB-3DE3-6746-9147CB9BE667}"/>
                  </a:ext>
                </a:extLst>
              </p:cNvPr>
              <p:cNvGraphicFramePr>
                <a:graphicFrameLocks noGrp="1"/>
              </p:cNvGraphicFramePr>
              <p:nvPr>
                <p:extLst>
                  <p:ext uri="{D42A27DB-BD31-4B8C-83A1-F6EECF244321}">
                    <p14:modId xmlns:p14="http://schemas.microsoft.com/office/powerpoint/2010/main" val="474688146"/>
                  </p:ext>
                </p:extLst>
              </p:nvPr>
            </p:nvGraphicFramePr>
            <p:xfrm>
              <a:off x="112028" y="113797"/>
              <a:ext cx="6671092" cy="4536000"/>
            </p:xfrm>
            <a:graphic>
              <a:graphicData uri="http://schemas.openxmlformats.org/drawingml/2006/table">
                <a:tbl>
                  <a:tblPr firstRow="1" bandRow="1">
                    <a:tableStyleId>{5C22544A-7EE6-4342-B048-85BDC9FD1C3A}</a:tableStyleId>
                  </a:tblPr>
                  <a:tblGrid>
                    <a:gridCol w="1797489">
                      <a:extLst>
                        <a:ext uri="{9D8B030D-6E8A-4147-A177-3AD203B41FA5}">
                          <a16:colId xmlns:a16="http://schemas.microsoft.com/office/drawing/2014/main" val="4215826847"/>
                        </a:ext>
                      </a:extLst>
                    </a:gridCol>
                    <a:gridCol w="4873603">
                      <a:extLst>
                        <a:ext uri="{9D8B030D-6E8A-4147-A177-3AD203B41FA5}">
                          <a16:colId xmlns:a16="http://schemas.microsoft.com/office/drawing/2014/main" val="1034895713"/>
                        </a:ext>
                      </a:extLst>
                    </a:gridCol>
                  </a:tblGrid>
                  <a:tr h="324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Represent the inequality on the 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324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Identify the number in the inequality</a:t>
                          </a:r>
                          <a:r>
                            <a:rPr lang="en-GB" sz="1200" b="0" noProof="0" dirty="0">
                              <a:solidFill>
                                <a:schemeClr val="tx1"/>
                              </a:solidFill>
                              <a:latin typeface="+mn-lt"/>
                            </a:rPr>
                            <a: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2) Draw a circle at this number on the number line.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3) Identify whether the unknown is greater than or less than the number. If it is less than, draw an arrow pointing left from the circle. If it is greater than, draw an arrow pointing right from the circle.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22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000" t="-60112" r="-250" b="-260112"/>
                          </a:stretch>
                        </a:blipFill>
                      </a:tcPr>
                    </a:tc>
                    <a:extLst>
                      <a:ext uri="{0D108BD9-81ED-4DB2-BD59-A6C34878D82A}">
                        <a16:rowId xmlns:a16="http://schemas.microsoft.com/office/drawing/2014/main" val="1741132366"/>
                      </a:ext>
                    </a:extLst>
                  </a:tr>
                  <a:tr h="324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23 -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000" t="-190960" r="-250" b="-131638"/>
                          </a:stretch>
                        </a:blipFill>
                      </a:tcPr>
                    </a:tc>
                    <a:extLst>
                      <a:ext uri="{0D108BD9-81ED-4DB2-BD59-A6C34878D82A}">
                        <a16:rowId xmlns:a16="http://schemas.microsoft.com/office/drawing/2014/main" val="2640773913"/>
                      </a:ext>
                    </a:extLst>
                  </a:tr>
                  <a:tr h="324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24 -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080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000" t="-321469" r="-250" b="-1130"/>
                          </a:stretch>
                        </a:blipFill>
                      </a:tcPr>
                    </a:tc>
                    <a:extLst>
                      <a:ext uri="{0D108BD9-81ED-4DB2-BD59-A6C34878D82A}">
                        <a16:rowId xmlns:a16="http://schemas.microsoft.com/office/drawing/2014/main" val="2187529705"/>
                      </a:ext>
                    </a:extLst>
                  </a:tr>
                </a:tbl>
              </a:graphicData>
            </a:graphic>
          </p:graphicFrame>
        </mc:Fallback>
      </mc:AlternateContent>
      <p:pic>
        <p:nvPicPr>
          <p:cNvPr id="30" name="Picture 29">
            <a:extLst>
              <a:ext uri="{FF2B5EF4-FFF2-40B4-BE49-F238E27FC236}">
                <a16:creationId xmlns:a16="http://schemas.microsoft.com/office/drawing/2014/main" id="{98864696-C00D-0A7A-F7C0-80E1E6B4C0A0}"/>
              </a:ext>
            </a:extLst>
          </p:cNvPr>
          <p:cNvPicPr>
            <a:picLocks noChangeAspect="1"/>
          </p:cNvPicPr>
          <p:nvPr/>
        </p:nvPicPr>
        <p:blipFill>
          <a:blip r:embed="rId8">
            <a:grayscl/>
          </a:blip>
          <a:stretch>
            <a:fillRect/>
          </a:stretch>
        </p:blipFill>
        <p:spPr>
          <a:xfrm>
            <a:off x="2910343" y="1420517"/>
            <a:ext cx="2838772" cy="373887"/>
          </a:xfrm>
          <a:prstGeom prst="rect">
            <a:avLst/>
          </a:prstGeom>
        </p:spPr>
      </p:pic>
      <p:pic>
        <p:nvPicPr>
          <p:cNvPr id="40" name="Picture 39">
            <a:extLst>
              <a:ext uri="{FF2B5EF4-FFF2-40B4-BE49-F238E27FC236}">
                <a16:creationId xmlns:a16="http://schemas.microsoft.com/office/drawing/2014/main" id="{F2985CBB-A5FE-85AE-0074-36FFC986178E}"/>
              </a:ext>
            </a:extLst>
          </p:cNvPr>
          <p:cNvPicPr>
            <a:picLocks noChangeAspect="1"/>
          </p:cNvPicPr>
          <p:nvPr/>
        </p:nvPicPr>
        <p:blipFill>
          <a:blip r:embed="rId9">
            <a:grayscl/>
          </a:blip>
          <a:stretch>
            <a:fillRect/>
          </a:stretch>
        </p:blipFill>
        <p:spPr>
          <a:xfrm>
            <a:off x="3115619" y="2667819"/>
            <a:ext cx="2626207" cy="506091"/>
          </a:xfrm>
          <a:prstGeom prst="rect">
            <a:avLst/>
          </a:prstGeom>
        </p:spPr>
      </p:pic>
      <p:pic>
        <p:nvPicPr>
          <p:cNvPr id="41" name="Picture 40">
            <a:extLst>
              <a:ext uri="{FF2B5EF4-FFF2-40B4-BE49-F238E27FC236}">
                <a16:creationId xmlns:a16="http://schemas.microsoft.com/office/drawing/2014/main" id="{7A7840E8-8E3F-B4A4-72BC-854075E7AC20}"/>
              </a:ext>
            </a:extLst>
          </p:cNvPr>
          <p:cNvPicPr>
            <a:picLocks noChangeAspect="1"/>
          </p:cNvPicPr>
          <p:nvPr/>
        </p:nvPicPr>
        <p:blipFill>
          <a:blip r:embed="rId10">
            <a:grayscl/>
          </a:blip>
          <a:srcRect t="19383"/>
          <a:stretch/>
        </p:blipFill>
        <p:spPr>
          <a:xfrm>
            <a:off x="2905623" y="4126625"/>
            <a:ext cx="3000085" cy="373886"/>
          </a:xfrm>
          <a:prstGeom prst="rect">
            <a:avLst/>
          </a:prstGeom>
        </p:spPr>
      </p:pic>
    </p:spTree>
    <p:extLst>
      <p:ext uri="{BB962C8B-B14F-4D97-AF65-F5344CB8AC3E}">
        <p14:creationId xmlns:p14="http://schemas.microsoft.com/office/powerpoint/2010/main" val="45549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7CCB57-8C33-2538-0F42-2939DA1963B5}"/>
              </a:ext>
            </a:extLst>
          </p:cNvPr>
          <p:cNvSpPr>
            <a:spLocks noGrp="1"/>
          </p:cNvSpPr>
          <p:nvPr>
            <p:ph type="sldNum" sz="quarter" idx="12"/>
          </p:nvPr>
        </p:nvSpPr>
        <p:spPr>
          <a:xfrm>
            <a:off x="5221495" y="9378597"/>
            <a:ext cx="1543050" cy="527403"/>
          </a:xfrm>
        </p:spPr>
        <p:txBody>
          <a:bodyPr/>
          <a:lstStyle/>
          <a:p>
            <a:fld id="{086C3A38-D272-42AA-9C88-F1FBEAE20D2C}" type="slidenum">
              <a:rPr lang="en-GB" noProof="0" smtClean="0"/>
              <a:t>6</a:t>
            </a:fld>
            <a:endParaRPr lang="en-GB" noProof="0" dirty="0"/>
          </a:p>
        </p:txBody>
      </p:sp>
      <p:sp>
        <p:nvSpPr>
          <p:cNvPr id="3" name="TextBox 2">
            <a:extLst>
              <a:ext uri="{FF2B5EF4-FFF2-40B4-BE49-F238E27FC236}">
                <a16:creationId xmlns:a16="http://schemas.microsoft.com/office/drawing/2014/main" id="{DC30C6D7-5357-CB89-5144-7557A6CE9605}"/>
              </a:ext>
            </a:extLst>
          </p:cNvPr>
          <p:cNvSpPr txBox="1"/>
          <p:nvPr/>
        </p:nvSpPr>
        <p:spPr>
          <a:xfrm>
            <a:off x="88818" y="115774"/>
            <a:ext cx="5379720" cy="276999"/>
          </a:xfrm>
          <a:prstGeom prst="rect">
            <a:avLst/>
          </a:prstGeom>
          <a:noFill/>
        </p:spPr>
        <p:txBody>
          <a:bodyPr wrap="square" rtlCol="0">
            <a:spAutoFit/>
          </a:bodyPr>
          <a:lstStyle/>
          <a:p>
            <a:r>
              <a:rPr lang="en-GB" sz="1200" b="1" noProof="0" dirty="0"/>
              <a:t>Question 6.</a:t>
            </a:r>
            <a:r>
              <a:rPr lang="en-GB" sz="1200" noProof="0" dirty="0"/>
              <a:t> Represent the following inequalities on number lines: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ED0B58C-4BDF-616F-AD0E-F5C1B6870FDC}"/>
                  </a:ext>
                </a:extLst>
              </p:cNvPr>
              <p:cNvGraphicFramePr>
                <a:graphicFrameLocks noGrp="1"/>
              </p:cNvGraphicFramePr>
              <p:nvPr>
                <p:extLst>
                  <p:ext uri="{D42A27DB-BD31-4B8C-83A1-F6EECF244321}">
                    <p14:modId xmlns:p14="http://schemas.microsoft.com/office/powerpoint/2010/main" val="3439739218"/>
                  </p:ext>
                </p:extLst>
              </p:nvPr>
            </p:nvGraphicFramePr>
            <p:xfrm>
              <a:off x="93454" y="474199"/>
              <a:ext cx="6671091" cy="4542408"/>
            </p:xfrm>
            <a:graphic>
              <a:graphicData uri="http://schemas.openxmlformats.org/drawingml/2006/table">
                <a:tbl>
                  <a:tblPr firstRow="1" bandRow="1">
                    <a:tableStyleId>{5C22544A-7EE6-4342-B048-85BDC9FD1C3A}</a:tableStyleId>
                  </a:tblPr>
                  <a:tblGrid>
                    <a:gridCol w="2223697">
                      <a:extLst>
                        <a:ext uri="{9D8B030D-6E8A-4147-A177-3AD203B41FA5}">
                          <a16:colId xmlns:a16="http://schemas.microsoft.com/office/drawing/2014/main" val="3704304028"/>
                        </a:ext>
                      </a:extLst>
                    </a:gridCol>
                    <a:gridCol w="2223697">
                      <a:extLst>
                        <a:ext uri="{9D8B030D-6E8A-4147-A177-3AD203B41FA5}">
                          <a16:colId xmlns:a16="http://schemas.microsoft.com/office/drawing/2014/main" val="3296216228"/>
                        </a:ext>
                      </a:extLst>
                    </a:gridCol>
                    <a:gridCol w="2223697">
                      <a:extLst>
                        <a:ext uri="{9D8B030D-6E8A-4147-A177-3AD203B41FA5}">
                          <a16:colId xmlns:a16="http://schemas.microsoft.com/office/drawing/2014/main" val="3752025344"/>
                        </a:ext>
                      </a:extLst>
                    </a:gridCol>
                  </a:tblGrid>
                  <a:tr h="1135602">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&lt;4</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≥3</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5058386"/>
                      </a:ext>
                    </a:extLst>
                  </a:tr>
                  <a:tr h="1135602">
                    <a:tc>
                      <a:txBody>
                        <a:bodyPr/>
                        <a:lstStyle/>
                        <a:p>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≤5</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e)</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≥0</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1950342"/>
                      </a:ext>
                    </a:extLst>
                  </a:tr>
                  <a:tr h="1135602">
                    <a:tc>
                      <a:txBody>
                        <a:bodyPr/>
                        <a:lstStyle/>
                        <a:p>
                          <a:r>
                            <a:rPr lang="en-GB" sz="1200" b="0" noProof="0" dirty="0">
                              <a:solidFill>
                                <a:schemeClr val="tx1"/>
                              </a:solidFill>
                            </a:rPr>
                            <a:t>g)</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&lt;−4</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h)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&gt;−3</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i)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 </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7605821"/>
                      </a:ext>
                    </a:extLst>
                  </a:tr>
                  <a:tr h="1135602">
                    <a:tc>
                      <a:txBody>
                        <a:bodyPr/>
                        <a:lstStyle/>
                        <a:p>
                          <a:r>
                            <a:rPr lang="en-GB" sz="1200" b="0" noProof="0" dirty="0">
                              <a:solidFill>
                                <a:schemeClr val="tx1"/>
                              </a:solidFill>
                            </a:rPr>
                            <a:t>j)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&gt;4</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k)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l)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&gt;−5</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7612039"/>
                      </a:ext>
                    </a:extLst>
                  </a:tr>
                </a:tbl>
              </a:graphicData>
            </a:graphic>
          </p:graphicFrame>
        </mc:Choice>
        <mc:Fallback xmlns="">
          <p:graphicFrame>
            <p:nvGraphicFramePr>
              <p:cNvPr id="4" name="Table 3">
                <a:extLst>
                  <a:ext uri="{FF2B5EF4-FFF2-40B4-BE49-F238E27FC236}">
                    <a16:creationId xmlns:a16="http://schemas.microsoft.com/office/drawing/2014/main" id="{2ED0B58C-4BDF-616F-AD0E-F5C1B6870FDC}"/>
                  </a:ext>
                </a:extLst>
              </p:cNvPr>
              <p:cNvGraphicFramePr>
                <a:graphicFrameLocks noGrp="1"/>
              </p:cNvGraphicFramePr>
              <p:nvPr>
                <p:extLst>
                  <p:ext uri="{D42A27DB-BD31-4B8C-83A1-F6EECF244321}">
                    <p14:modId xmlns:p14="http://schemas.microsoft.com/office/powerpoint/2010/main" val="3439739218"/>
                  </p:ext>
                </p:extLst>
              </p:nvPr>
            </p:nvGraphicFramePr>
            <p:xfrm>
              <a:off x="93454" y="474199"/>
              <a:ext cx="6671091" cy="4542408"/>
            </p:xfrm>
            <a:graphic>
              <a:graphicData uri="http://schemas.openxmlformats.org/drawingml/2006/table">
                <a:tbl>
                  <a:tblPr firstRow="1" bandRow="1">
                    <a:tableStyleId>{5C22544A-7EE6-4342-B048-85BDC9FD1C3A}</a:tableStyleId>
                  </a:tblPr>
                  <a:tblGrid>
                    <a:gridCol w="2223697">
                      <a:extLst>
                        <a:ext uri="{9D8B030D-6E8A-4147-A177-3AD203B41FA5}">
                          <a16:colId xmlns:a16="http://schemas.microsoft.com/office/drawing/2014/main" val="3704304028"/>
                        </a:ext>
                      </a:extLst>
                    </a:gridCol>
                    <a:gridCol w="2223697">
                      <a:extLst>
                        <a:ext uri="{9D8B030D-6E8A-4147-A177-3AD203B41FA5}">
                          <a16:colId xmlns:a16="http://schemas.microsoft.com/office/drawing/2014/main" val="3296216228"/>
                        </a:ext>
                      </a:extLst>
                    </a:gridCol>
                    <a:gridCol w="2223697">
                      <a:extLst>
                        <a:ext uri="{9D8B030D-6E8A-4147-A177-3AD203B41FA5}">
                          <a16:colId xmlns:a16="http://schemas.microsoft.com/office/drawing/2014/main" val="3752025344"/>
                        </a:ext>
                      </a:extLst>
                    </a:gridCol>
                  </a:tblGrid>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4" t="-535" r="-200548" b="-3005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4" t="-535" r="-100548" b="-3005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4" t="-535" r="-548" b="-300535"/>
                          </a:stretch>
                        </a:blipFill>
                      </a:tcPr>
                    </a:tc>
                    <a:extLst>
                      <a:ext uri="{0D108BD9-81ED-4DB2-BD59-A6C34878D82A}">
                        <a16:rowId xmlns:a16="http://schemas.microsoft.com/office/drawing/2014/main" val="2335058386"/>
                      </a:ext>
                    </a:extLst>
                  </a:tr>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4" t="-101075" r="-200548" b="-2021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4" t="-101075" r="-100548" b="-2021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4" t="-101075" r="-548" b="-202151"/>
                          </a:stretch>
                        </a:blipFill>
                      </a:tcPr>
                    </a:tc>
                    <a:extLst>
                      <a:ext uri="{0D108BD9-81ED-4DB2-BD59-A6C34878D82A}">
                        <a16:rowId xmlns:a16="http://schemas.microsoft.com/office/drawing/2014/main" val="2481950342"/>
                      </a:ext>
                    </a:extLst>
                  </a:tr>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4" t="-200000" r="-200548" b="-1010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4" t="-200000" r="-100548" b="-1010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4" t="-200000" r="-548" b="-101070"/>
                          </a:stretch>
                        </a:blipFill>
                      </a:tcPr>
                    </a:tc>
                    <a:extLst>
                      <a:ext uri="{0D108BD9-81ED-4DB2-BD59-A6C34878D82A}">
                        <a16:rowId xmlns:a16="http://schemas.microsoft.com/office/drawing/2014/main" val="4067605821"/>
                      </a:ext>
                    </a:extLst>
                  </a:tr>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4" t="-301613" r="-200548" b="-16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4" t="-301613" r="-100548" b="-16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4" t="-301613" r="-548" b="-1613"/>
                          </a:stretch>
                        </a:blipFill>
                      </a:tcPr>
                    </a:tc>
                    <a:extLst>
                      <a:ext uri="{0D108BD9-81ED-4DB2-BD59-A6C34878D82A}">
                        <a16:rowId xmlns:a16="http://schemas.microsoft.com/office/drawing/2014/main" val="997612039"/>
                      </a:ext>
                    </a:extLst>
                  </a:tr>
                </a:tbl>
              </a:graphicData>
            </a:graphic>
          </p:graphicFrame>
        </mc:Fallback>
      </mc:AlternateContent>
      <p:pic>
        <p:nvPicPr>
          <p:cNvPr id="6" name="Picture 5">
            <a:extLst>
              <a:ext uri="{FF2B5EF4-FFF2-40B4-BE49-F238E27FC236}">
                <a16:creationId xmlns:a16="http://schemas.microsoft.com/office/drawing/2014/main" id="{7D3E3806-580B-F69B-288C-E4A77F7CB524}"/>
              </a:ext>
            </a:extLst>
          </p:cNvPr>
          <p:cNvPicPr>
            <a:picLocks noChangeAspect="1"/>
          </p:cNvPicPr>
          <p:nvPr/>
        </p:nvPicPr>
        <p:blipFill>
          <a:blip r:embed="rId3"/>
          <a:srcRect t="13256"/>
          <a:stretch/>
        </p:blipFill>
        <p:spPr>
          <a:xfrm>
            <a:off x="108695" y="1280159"/>
            <a:ext cx="2173350" cy="274321"/>
          </a:xfrm>
          <a:prstGeom prst="rect">
            <a:avLst/>
          </a:prstGeom>
        </p:spPr>
      </p:pic>
      <p:pic>
        <p:nvPicPr>
          <p:cNvPr id="7" name="Picture 6">
            <a:extLst>
              <a:ext uri="{FF2B5EF4-FFF2-40B4-BE49-F238E27FC236}">
                <a16:creationId xmlns:a16="http://schemas.microsoft.com/office/drawing/2014/main" id="{98AFFFD9-50BD-6535-FC0E-0927710F642A}"/>
              </a:ext>
            </a:extLst>
          </p:cNvPr>
          <p:cNvPicPr>
            <a:picLocks noChangeAspect="1"/>
          </p:cNvPicPr>
          <p:nvPr/>
        </p:nvPicPr>
        <p:blipFill>
          <a:blip r:embed="rId3"/>
          <a:srcRect t="13256"/>
          <a:stretch/>
        </p:blipFill>
        <p:spPr>
          <a:xfrm>
            <a:off x="2349945" y="1280158"/>
            <a:ext cx="2173350" cy="274321"/>
          </a:xfrm>
          <a:prstGeom prst="rect">
            <a:avLst/>
          </a:prstGeom>
        </p:spPr>
      </p:pic>
      <p:pic>
        <p:nvPicPr>
          <p:cNvPr id="8" name="Picture 7">
            <a:extLst>
              <a:ext uri="{FF2B5EF4-FFF2-40B4-BE49-F238E27FC236}">
                <a16:creationId xmlns:a16="http://schemas.microsoft.com/office/drawing/2014/main" id="{8D1BED6E-DE6B-8417-C075-489835839FD8}"/>
              </a:ext>
            </a:extLst>
          </p:cNvPr>
          <p:cNvPicPr>
            <a:picLocks noChangeAspect="1"/>
          </p:cNvPicPr>
          <p:nvPr/>
        </p:nvPicPr>
        <p:blipFill>
          <a:blip r:embed="rId3"/>
          <a:srcRect t="13256"/>
          <a:stretch/>
        </p:blipFill>
        <p:spPr>
          <a:xfrm>
            <a:off x="4557245" y="1280158"/>
            <a:ext cx="2173350" cy="274321"/>
          </a:xfrm>
          <a:prstGeom prst="rect">
            <a:avLst/>
          </a:prstGeom>
        </p:spPr>
      </p:pic>
      <p:pic>
        <p:nvPicPr>
          <p:cNvPr id="9" name="Picture 8">
            <a:extLst>
              <a:ext uri="{FF2B5EF4-FFF2-40B4-BE49-F238E27FC236}">
                <a16:creationId xmlns:a16="http://schemas.microsoft.com/office/drawing/2014/main" id="{BC4346DC-92B8-EE00-FE5D-DE4B213CDF56}"/>
              </a:ext>
            </a:extLst>
          </p:cNvPr>
          <p:cNvPicPr>
            <a:picLocks noChangeAspect="1"/>
          </p:cNvPicPr>
          <p:nvPr/>
        </p:nvPicPr>
        <p:blipFill>
          <a:blip r:embed="rId3"/>
          <a:srcRect t="13256"/>
          <a:stretch/>
        </p:blipFill>
        <p:spPr>
          <a:xfrm>
            <a:off x="101075" y="2419434"/>
            <a:ext cx="2173350" cy="274321"/>
          </a:xfrm>
          <a:prstGeom prst="rect">
            <a:avLst/>
          </a:prstGeom>
        </p:spPr>
      </p:pic>
      <p:pic>
        <p:nvPicPr>
          <p:cNvPr id="10" name="Picture 9">
            <a:extLst>
              <a:ext uri="{FF2B5EF4-FFF2-40B4-BE49-F238E27FC236}">
                <a16:creationId xmlns:a16="http://schemas.microsoft.com/office/drawing/2014/main" id="{258395B2-A8F3-D21D-7924-B2DA63DE53B3}"/>
              </a:ext>
            </a:extLst>
          </p:cNvPr>
          <p:cNvPicPr>
            <a:picLocks noChangeAspect="1"/>
          </p:cNvPicPr>
          <p:nvPr/>
        </p:nvPicPr>
        <p:blipFill>
          <a:blip r:embed="rId3"/>
          <a:srcRect t="13256"/>
          <a:stretch/>
        </p:blipFill>
        <p:spPr>
          <a:xfrm>
            <a:off x="2342325" y="2419433"/>
            <a:ext cx="2173350" cy="274321"/>
          </a:xfrm>
          <a:prstGeom prst="rect">
            <a:avLst/>
          </a:prstGeom>
        </p:spPr>
      </p:pic>
      <p:pic>
        <p:nvPicPr>
          <p:cNvPr id="11" name="Picture 10">
            <a:extLst>
              <a:ext uri="{FF2B5EF4-FFF2-40B4-BE49-F238E27FC236}">
                <a16:creationId xmlns:a16="http://schemas.microsoft.com/office/drawing/2014/main" id="{857C2EEA-F287-2743-E43B-E4AB5D982974}"/>
              </a:ext>
            </a:extLst>
          </p:cNvPr>
          <p:cNvPicPr>
            <a:picLocks noChangeAspect="1"/>
          </p:cNvPicPr>
          <p:nvPr/>
        </p:nvPicPr>
        <p:blipFill>
          <a:blip r:embed="rId3"/>
          <a:srcRect t="13256"/>
          <a:stretch/>
        </p:blipFill>
        <p:spPr>
          <a:xfrm>
            <a:off x="4549625" y="2419433"/>
            <a:ext cx="2173350" cy="274321"/>
          </a:xfrm>
          <a:prstGeom prst="rect">
            <a:avLst/>
          </a:prstGeom>
        </p:spPr>
      </p:pic>
      <p:pic>
        <p:nvPicPr>
          <p:cNvPr id="12" name="Picture 11">
            <a:extLst>
              <a:ext uri="{FF2B5EF4-FFF2-40B4-BE49-F238E27FC236}">
                <a16:creationId xmlns:a16="http://schemas.microsoft.com/office/drawing/2014/main" id="{6B60856F-9755-6A2E-4E8B-F3027B5DAB1B}"/>
              </a:ext>
            </a:extLst>
          </p:cNvPr>
          <p:cNvPicPr>
            <a:picLocks noChangeAspect="1"/>
          </p:cNvPicPr>
          <p:nvPr/>
        </p:nvPicPr>
        <p:blipFill>
          <a:blip r:embed="rId3"/>
          <a:srcRect t="13256"/>
          <a:stretch/>
        </p:blipFill>
        <p:spPr>
          <a:xfrm>
            <a:off x="101074" y="3563090"/>
            <a:ext cx="2173350" cy="274321"/>
          </a:xfrm>
          <a:prstGeom prst="rect">
            <a:avLst/>
          </a:prstGeom>
        </p:spPr>
      </p:pic>
      <p:pic>
        <p:nvPicPr>
          <p:cNvPr id="13" name="Picture 12">
            <a:extLst>
              <a:ext uri="{FF2B5EF4-FFF2-40B4-BE49-F238E27FC236}">
                <a16:creationId xmlns:a16="http://schemas.microsoft.com/office/drawing/2014/main" id="{9BAE36FE-BF44-B25A-4B06-5980EB9A387C}"/>
              </a:ext>
            </a:extLst>
          </p:cNvPr>
          <p:cNvPicPr>
            <a:picLocks noChangeAspect="1"/>
          </p:cNvPicPr>
          <p:nvPr/>
        </p:nvPicPr>
        <p:blipFill>
          <a:blip r:embed="rId3"/>
          <a:srcRect t="13256"/>
          <a:stretch/>
        </p:blipFill>
        <p:spPr>
          <a:xfrm>
            <a:off x="2342324" y="3563089"/>
            <a:ext cx="2173350" cy="274321"/>
          </a:xfrm>
          <a:prstGeom prst="rect">
            <a:avLst/>
          </a:prstGeom>
        </p:spPr>
      </p:pic>
      <p:pic>
        <p:nvPicPr>
          <p:cNvPr id="14" name="Picture 13">
            <a:extLst>
              <a:ext uri="{FF2B5EF4-FFF2-40B4-BE49-F238E27FC236}">
                <a16:creationId xmlns:a16="http://schemas.microsoft.com/office/drawing/2014/main" id="{CAA3ADB0-D4B4-E325-9EF5-DD5A498ED7C6}"/>
              </a:ext>
            </a:extLst>
          </p:cNvPr>
          <p:cNvPicPr>
            <a:picLocks noChangeAspect="1"/>
          </p:cNvPicPr>
          <p:nvPr/>
        </p:nvPicPr>
        <p:blipFill>
          <a:blip r:embed="rId3"/>
          <a:srcRect t="13256"/>
          <a:stretch/>
        </p:blipFill>
        <p:spPr>
          <a:xfrm>
            <a:off x="4549624" y="3563089"/>
            <a:ext cx="2173350" cy="274321"/>
          </a:xfrm>
          <a:prstGeom prst="rect">
            <a:avLst/>
          </a:prstGeom>
        </p:spPr>
      </p:pic>
      <p:pic>
        <p:nvPicPr>
          <p:cNvPr id="15" name="Picture 14">
            <a:extLst>
              <a:ext uri="{FF2B5EF4-FFF2-40B4-BE49-F238E27FC236}">
                <a16:creationId xmlns:a16="http://schemas.microsoft.com/office/drawing/2014/main" id="{E4841CA9-D8B8-2198-C3C2-C124F72FAB61}"/>
              </a:ext>
            </a:extLst>
          </p:cNvPr>
          <p:cNvPicPr>
            <a:picLocks noChangeAspect="1"/>
          </p:cNvPicPr>
          <p:nvPr/>
        </p:nvPicPr>
        <p:blipFill>
          <a:blip r:embed="rId3"/>
          <a:srcRect t="13256"/>
          <a:stretch/>
        </p:blipFill>
        <p:spPr>
          <a:xfrm>
            <a:off x="118854" y="4702365"/>
            <a:ext cx="2173350" cy="274321"/>
          </a:xfrm>
          <a:prstGeom prst="rect">
            <a:avLst/>
          </a:prstGeom>
        </p:spPr>
      </p:pic>
      <p:pic>
        <p:nvPicPr>
          <p:cNvPr id="16" name="Picture 15">
            <a:extLst>
              <a:ext uri="{FF2B5EF4-FFF2-40B4-BE49-F238E27FC236}">
                <a16:creationId xmlns:a16="http://schemas.microsoft.com/office/drawing/2014/main" id="{789D0D1E-03BB-10B3-0C36-40F1581E9E13}"/>
              </a:ext>
            </a:extLst>
          </p:cNvPr>
          <p:cNvPicPr>
            <a:picLocks noChangeAspect="1"/>
          </p:cNvPicPr>
          <p:nvPr/>
        </p:nvPicPr>
        <p:blipFill>
          <a:blip r:embed="rId3"/>
          <a:srcRect t="13256"/>
          <a:stretch/>
        </p:blipFill>
        <p:spPr>
          <a:xfrm>
            <a:off x="2334704" y="4702364"/>
            <a:ext cx="2173350" cy="274321"/>
          </a:xfrm>
          <a:prstGeom prst="rect">
            <a:avLst/>
          </a:prstGeom>
        </p:spPr>
      </p:pic>
      <p:pic>
        <p:nvPicPr>
          <p:cNvPr id="17" name="Picture 16">
            <a:extLst>
              <a:ext uri="{FF2B5EF4-FFF2-40B4-BE49-F238E27FC236}">
                <a16:creationId xmlns:a16="http://schemas.microsoft.com/office/drawing/2014/main" id="{472AE869-E8DE-EFF1-84DA-791AD1541074}"/>
              </a:ext>
            </a:extLst>
          </p:cNvPr>
          <p:cNvPicPr>
            <a:picLocks noChangeAspect="1"/>
          </p:cNvPicPr>
          <p:nvPr/>
        </p:nvPicPr>
        <p:blipFill>
          <a:blip r:embed="rId3"/>
          <a:srcRect t="13256"/>
          <a:stretch/>
        </p:blipFill>
        <p:spPr>
          <a:xfrm>
            <a:off x="4542004" y="4702364"/>
            <a:ext cx="2173350" cy="274321"/>
          </a:xfrm>
          <a:prstGeom prst="rect">
            <a:avLst/>
          </a:prstGeom>
        </p:spPr>
      </p:pic>
      <p:sp>
        <p:nvSpPr>
          <p:cNvPr id="18" name="TextBox 17">
            <a:extLst>
              <a:ext uri="{FF2B5EF4-FFF2-40B4-BE49-F238E27FC236}">
                <a16:creationId xmlns:a16="http://schemas.microsoft.com/office/drawing/2014/main" id="{9B0EB105-4456-834E-6081-B85248296537}"/>
              </a:ext>
            </a:extLst>
          </p:cNvPr>
          <p:cNvSpPr txBox="1"/>
          <p:nvPr/>
        </p:nvSpPr>
        <p:spPr>
          <a:xfrm>
            <a:off x="0" y="5155106"/>
            <a:ext cx="5379720" cy="276999"/>
          </a:xfrm>
          <a:prstGeom prst="rect">
            <a:avLst/>
          </a:prstGeom>
          <a:noFill/>
        </p:spPr>
        <p:txBody>
          <a:bodyPr wrap="square" rtlCol="0">
            <a:spAutoFit/>
          </a:bodyPr>
          <a:lstStyle/>
          <a:p>
            <a:r>
              <a:rPr lang="en-GB" sz="1200" b="1" noProof="0" dirty="0"/>
              <a:t>Question 7.</a:t>
            </a:r>
            <a:r>
              <a:rPr lang="en-GB" sz="1200" noProof="0" dirty="0"/>
              <a:t> Write down the inequalities shown below:</a:t>
            </a:r>
          </a:p>
        </p:txBody>
      </p:sp>
      <p:graphicFrame>
        <p:nvGraphicFramePr>
          <p:cNvPr id="19" name="Table 18">
            <a:extLst>
              <a:ext uri="{FF2B5EF4-FFF2-40B4-BE49-F238E27FC236}">
                <a16:creationId xmlns:a16="http://schemas.microsoft.com/office/drawing/2014/main" id="{89F15DD2-EF23-10C9-8984-20A1C38848EA}"/>
              </a:ext>
            </a:extLst>
          </p:cNvPr>
          <p:cNvGraphicFramePr>
            <a:graphicFrameLocks noGrp="1"/>
          </p:cNvGraphicFramePr>
          <p:nvPr>
            <p:extLst>
              <p:ext uri="{D42A27DB-BD31-4B8C-83A1-F6EECF244321}">
                <p14:modId xmlns:p14="http://schemas.microsoft.com/office/powerpoint/2010/main" val="2610033576"/>
              </p:ext>
            </p:extLst>
          </p:nvPr>
        </p:nvGraphicFramePr>
        <p:xfrm>
          <a:off x="94425" y="5438557"/>
          <a:ext cx="6670120" cy="3993244"/>
        </p:xfrm>
        <a:graphic>
          <a:graphicData uri="http://schemas.openxmlformats.org/drawingml/2006/table">
            <a:tbl>
              <a:tblPr firstRow="1" bandRow="1">
                <a:tableStyleId>{5C22544A-7EE6-4342-B048-85BDC9FD1C3A}</a:tableStyleId>
              </a:tblPr>
              <a:tblGrid>
                <a:gridCol w="3335060">
                  <a:extLst>
                    <a:ext uri="{9D8B030D-6E8A-4147-A177-3AD203B41FA5}">
                      <a16:colId xmlns:a16="http://schemas.microsoft.com/office/drawing/2014/main" val="3302861966"/>
                    </a:ext>
                  </a:extLst>
                </a:gridCol>
                <a:gridCol w="3335060">
                  <a:extLst>
                    <a:ext uri="{9D8B030D-6E8A-4147-A177-3AD203B41FA5}">
                      <a16:colId xmlns:a16="http://schemas.microsoft.com/office/drawing/2014/main" val="991156046"/>
                    </a:ext>
                  </a:extLst>
                </a:gridCol>
              </a:tblGrid>
              <a:tr h="998311">
                <a:tc>
                  <a:txBody>
                    <a:bodyPr/>
                    <a:lstStyle/>
                    <a:p>
                      <a:r>
                        <a:rPr lang="en-GB" sz="1200" b="0" noProof="0"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6006762"/>
                  </a:ext>
                </a:extLst>
              </a:tr>
              <a:tr h="998311">
                <a:tc>
                  <a:txBody>
                    <a:bodyPr/>
                    <a:lstStyle/>
                    <a:p>
                      <a:r>
                        <a:rPr lang="en-GB" sz="1200" b="0" noProof="0" dirty="0">
                          <a:solidFill>
                            <a:schemeClr val="tx1"/>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439979"/>
                  </a:ext>
                </a:extLst>
              </a:tr>
              <a:tr h="998311">
                <a:tc>
                  <a:txBody>
                    <a:bodyPr/>
                    <a:lstStyle/>
                    <a:p>
                      <a:r>
                        <a:rPr lang="en-GB" sz="1200" b="0" noProof="0" dirty="0">
                          <a:solidFill>
                            <a:schemeClr val="tx1"/>
                          </a:solidFill>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9908623"/>
                  </a:ext>
                </a:extLst>
              </a:tr>
              <a:tr h="998311">
                <a:tc>
                  <a:txBody>
                    <a:bodyPr/>
                    <a:lstStyle/>
                    <a:p>
                      <a:r>
                        <a:rPr lang="en-GB" sz="1200" b="0" noProof="0" dirty="0">
                          <a:solidFill>
                            <a:schemeClr val="tx1"/>
                          </a:solidFill>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0743175"/>
                  </a:ext>
                </a:extLst>
              </a:tr>
            </a:tbl>
          </a:graphicData>
        </a:graphic>
      </p:graphicFrame>
      <p:pic>
        <p:nvPicPr>
          <p:cNvPr id="21" name="Picture 20">
            <a:extLst>
              <a:ext uri="{FF2B5EF4-FFF2-40B4-BE49-F238E27FC236}">
                <a16:creationId xmlns:a16="http://schemas.microsoft.com/office/drawing/2014/main" id="{1B22D2A3-0825-5F10-FA42-B5442F6C5C58}"/>
              </a:ext>
            </a:extLst>
          </p:cNvPr>
          <p:cNvPicPr>
            <a:picLocks noChangeAspect="1"/>
          </p:cNvPicPr>
          <p:nvPr/>
        </p:nvPicPr>
        <p:blipFill>
          <a:blip r:embed="rId4"/>
          <a:stretch>
            <a:fillRect/>
          </a:stretch>
        </p:blipFill>
        <p:spPr>
          <a:xfrm>
            <a:off x="118854" y="5782644"/>
            <a:ext cx="3203466" cy="638238"/>
          </a:xfrm>
          <a:prstGeom prst="rect">
            <a:avLst/>
          </a:prstGeom>
        </p:spPr>
      </p:pic>
      <p:pic>
        <p:nvPicPr>
          <p:cNvPr id="23" name="Picture 22">
            <a:extLst>
              <a:ext uri="{FF2B5EF4-FFF2-40B4-BE49-F238E27FC236}">
                <a16:creationId xmlns:a16="http://schemas.microsoft.com/office/drawing/2014/main" id="{D236C0B6-543D-1636-AE84-7436FA79F267}"/>
              </a:ext>
            </a:extLst>
          </p:cNvPr>
          <p:cNvPicPr>
            <a:picLocks noChangeAspect="1"/>
          </p:cNvPicPr>
          <p:nvPr/>
        </p:nvPicPr>
        <p:blipFill>
          <a:blip r:embed="rId5"/>
          <a:stretch>
            <a:fillRect/>
          </a:stretch>
        </p:blipFill>
        <p:spPr>
          <a:xfrm>
            <a:off x="3512658" y="5736924"/>
            <a:ext cx="3202696" cy="666684"/>
          </a:xfrm>
          <a:prstGeom prst="rect">
            <a:avLst/>
          </a:prstGeom>
        </p:spPr>
      </p:pic>
      <p:pic>
        <p:nvPicPr>
          <p:cNvPr id="25" name="Picture 24">
            <a:extLst>
              <a:ext uri="{FF2B5EF4-FFF2-40B4-BE49-F238E27FC236}">
                <a16:creationId xmlns:a16="http://schemas.microsoft.com/office/drawing/2014/main" id="{8D5E4931-2883-38D8-16AF-70FCE80F6D2A}"/>
              </a:ext>
            </a:extLst>
          </p:cNvPr>
          <p:cNvPicPr>
            <a:picLocks noChangeAspect="1"/>
          </p:cNvPicPr>
          <p:nvPr/>
        </p:nvPicPr>
        <p:blipFill>
          <a:blip r:embed="rId6"/>
          <a:stretch>
            <a:fillRect/>
          </a:stretch>
        </p:blipFill>
        <p:spPr>
          <a:xfrm>
            <a:off x="150807" y="6713278"/>
            <a:ext cx="3240829" cy="691863"/>
          </a:xfrm>
          <a:prstGeom prst="rect">
            <a:avLst/>
          </a:prstGeom>
        </p:spPr>
      </p:pic>
      <p:pic>
        <p:nvPicPr>
          <p:cNvPr id="27" name="Picture 26">
            <a:extLst>
              <a:ext uri="{FF2B5EF4-FFF2-40B4-BE49-F238E27FC236}">
                <a16:creationId xmlns:a16="http://schemas.microsoft.com/office/drawing/2014/main" id="{37BD236A-956A-354A-12C2-5E9D6D36D96F}"/>
              </a:ext>
            </a:extLst>
          </p:cNvPr>
          <p:cNvPicPr>
            <a:picLocks noChangeAspect="1"/>
          </p:cNvPicPr>
          <p:nvPr/>
        </p:nvPicPr>
        <p:blipFill>
          <a:blip r:embed="rId7"/>
          <a:stretch>
            <a:fillRect/>
          </a:stretch>
        </p:blipFill>
        <p:spPr>
          <a:xfrm>
            <a:off x="3479678" y="6769624"/>
            <a:ext cx="3250917" cy="635517"/>
          </a:xfrm>
          <a:prstGeom prst="rect">
            <a:avLst/>
          </a:prstGeom>
        </p:spPr>
      </p:pic>
      <p:pic>
        <p:nvPicPr>
          <p:cNvPr id="29" name="Picture 28">
            <a:extLst>
              <a:ext uri="{FF2B5EF4-FFF2-40B4-BE49-F238E27FC236}">
                <a16:creationId xmlns:a16="http://schemas.microsoft.com/office/drawing/2014/main" id="{2B6DE1C9-E9AC-F5EF-1E5E-CBBFE3D2E62D}"/>
              </a:ext>
            </a:extLst>
          </p:cNvPr>
          <p:cNvPicPr>
            <a:picLocks noChangeAspect="1"/>
          </p:cNvPicPr>
          <p:nvPr/>
        </p:nvPicPr>
        <p:blipFill>
          <a:blip r:embed="rId8"/>
          <a:srcRect b="67988"/>
          <a:stretch/>
        </p:blipFill>
        <p:spPr>
          <a:xfrm>
            <a:off x="3459480" y="7750301"/>
            <a:ext cx="3250917" cy="635518"/>
          </a:xfrm>
          <a:prstGeom prst="rect">
            <a:avLst/>
          </a:prstGeom>
        </p:spPr>
      </p:pic>
      <p:pic>
        <p:nvPicPr>
          <p:cNvPr id="30" name="Picture 29">
            <a:extLst>
              <a:ext uri="{FF2B5EF4-FFF2-40B4-BE49-F238E27FC236}">
                <a16:creationId xmlns:a16="http://schemas.microsoft.com/office/drawing/2014/main" id="{754BB33B-5EEA-1327-23AB-85F65097AAF0}"/>
              </a:ext>
            </a:extLst>
          </p:cNvPr>
          <p:cNvPicPr>
            <a:picLocks noChangeAspect="1"/>
          </p:cNvPicPr>
          <p:nvPr/>
        </p:nvPicPr>
        <p:blipFill>
          <a:blip r:embed="rId8"/>
          <a:srcRect t="66401"/>
          <a:stretch/>
        </p:blipFill>
        <p:spPr>
          <a:xfrm>
            <a:off x="3436620" y="8739937"/>
            <a:ext cx="3243297" cy="665469"/>
          </a:xfrm>
          <a:prstGeom prst="rect">
            <a:avLst/>
          </a:prstGeom>
        </p:spPr>
      </p:pic>
      <p:pic>
        <p:nvPicPr>
          <p:cNvPr id="32" name="Picture 31">
            <a:extLst>
              <a:ext uri="{FF2B5EF4-FFF2-40B4-BE49-F238E27FC236}">
                <a16:creationId xmlns:a16="http://schemas.microsoft.com/office/drawing/2014/main" id="{58DCF72C-8627-6EAE-DDA8-0D6B18F0FAD7}"/>
              </a:ext>
            </a:extLst>
          </p:cNvPr>
          <p:cNvPicPr>
            <a:picLocks noChangeAspect="1"/>
          </p:cNvPicPr>
          <p:nvPr/>
        </p:nvPicPr>
        <p:blipFill>
          <a:blip r:embed="rId9"/>
          <a:srcRect l="1780" t="4852"/>
          <a:stretch>
            <a:fillRect/>
          </a:stretch>
        </p:blipFill>
        <p:spPr>
          <a:xfrm>
            <a:off x="147602" y="7748458"/>
            <a:ext cx="3243677" cy="668312"/>
          </a:xfrm>
          <a:prstGeom prst="rect">
            <a:avLst/>
          </a:prstGeom>
        </p:spPr>
      </p:pic>
      <p:pic>
        <p:nvPicPr>
          <p:cNvPr id="34" name="Picture 33">
            <a:extLst>
              <a:ext uri="{FF2B5EF4-FFF2-40B4-BE49-F238E27FC236}">
                <a16:creationId xmlns:a16="http://schemas.microsoft.com/office/drawing/2014/main" id="{2D2E4FBC-F7C9-AFC2-58DA-D4EBFF64BE16}"/>
              </a:ext>
            </a:extLst>
          </p:cNvPr>
          <p:cNvPicPr>
            <a:picLocks noChangeAspect="1"/>
          </p:cNvPicPr>
          <p:nvPr/>
        </p:nvPicPr>
        <p:blipFill>
          <a:blip r:embed="rId10"/>
          <a:stretch>
            <a:fillRect/>
          </a:stretch>
        </p:blipFill>
        <p:spPr>
          <a:xfrm>
            <a:off x="126919" y="8737234"/>
            <a:ext cx="3250918" cy="668172"/>
          </a:xfrm>
          <a:prstGeom prst="rect">
            <a:avLst/>
          </a:prstGeom>
        </p:spPr>
      </p:pic>
    </p:spTree>
    <p:extLst>
      <p:ext uri="{BB962C8B-B14F-4D97-AF65-F5344CB8AC3E}">
        <p14:creationId xmlns:p14="http://schemas.microsoft.com/office/powerpoint/2010/main" val="3660213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43AD22-0438-CB01-F2C9-BF205A3EA242}"/>
              </a:ext>
            </a:extLst>
          </p:cNvPr>
          <p:cNvSpPr>
            <a:spLocks noGrp="1"/>
          </p:cNvSpPr>
          <p:nvPr>
            <p:ph type="sldNum" sz="quarter" idx="12"/>
          </p:nvPr>
        </p:nvSpPr>
        <p:spPr>
          <a:xfrm>
            <a:off x="5221496" y="9416697"/>
            <a:ext cx="1543050" cy="527403"/>
          </a:xfrm>
        </p:spPr>
        <p:txBody>
          <a:bodyPr/>
          <a:lstStyle/>
          <a:p>
            <a:fld id="{086C3A38-D272-42AA-9C88-F1FBEAE20D2C}" type="slidenum">
              <a:rPr lang="en-GB" noProof="0" smtClean="0"/>
              <a:t>7</a:t>
            </a:fld>
            <a:endParaRPr lang="en-GB" noProof="0" dirty="0"/>
          </a:p>
        </p:txBody>
      </p:sp>
      <p:sp>
        <p:nvSpPr>
          <p:cNvPr id="11" name="Rectangle 10">
            <a:extLst>
              <a:ext uri="{FF2B5EF4-FFF2-40B4-BE49-F238E27FC236}">
                <a16:creationId xmlns:a16="http://schemas.microsoft.com/office/drawing/2014/main" id="{11AF34F7-BA12-0CF2-4AA7-C9D1F65389C2}"/>
              </a:ext>
            </a:extLst>
          </p:cNvPr>
          <p:cNvSpPr/>
          <p:nvPr/>
        </p:nvSpPr>
        <p:spPr>
          <a:xfrm>
            <a:off x="106999" y="4840512"/>
            <a:ext cx="1620000" cy="252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p:sp>
        <p:nvSpPr>
          <p:cNvPr id="12" name="TextBox 11">
            <a:extLst>
              <a:ext uri="{FF2B5EF4-FFF2-40B4-BE49-F238E27FC236}">
                <a16:creationId xmlns:a16="http://schemas.microsoft.com/office/drawing/2014/main" id="{2FA61237-E93D-0C93-C656-65A63973BD0E}"/>
              </a:ext>
            </a:extLst>
          </p:cNvPr>
          <p:cNvSpPr txBox="1"/>
          <p:nvPr/>
        </p:nvSpPr>
        <p:spPr>
          <a:xfrm>
            <a:off x="1759532" y="4833922"/>
            <a:ext cx="5689207" cy="276999"/>
          </a:xfrm>
          <a:prstGeom prst="rect">
            <a:avLst/>
          </a:prstGeom>
          <a:noFill/>
        </p:spPr>
        <p:txBody>
          <a:bodyPr wrap="square" rtlCol="0">
            <a:spAutoFit/>
          </a:bodyPr>
          <a:lstStyle/>
          <a:p>
            <a:r>
              <a:rPr lang="en-GB" sz="1200" b="1" noProof="0" dirty="0"/>
              <a:t>Question 8.</a:t>
            </a:r>
            <a:r>
              <a:rPr lang="en-GB" sz="1200" noProof="0" dirty="0"/>
              <a:t> Fill in the correct inequality symbols to match the diagrams.</a:t>
            </a:r>
          </a:p>
        </p:txBody>
      </p:sp>
      <p:graphicFrame>
        <p:nvGraphicFramePr>
          <p:cNvPr id="13" name="Table 12">
            <a:extLst>
              <a:ext uri="{FF2B5EF4-FFF2-40B4-BE49-F238E27FC236}">
                <a16:creationId xmlns:a16="http://schemas.microsoft.com/office/drawing/2014/main" id="{956DB8A5-7BC7-45FB-A134-0B62D8B20A60}"/>
              </a:ext>
            </a:extLst>
          </p:cNvPr>
          <p:cNvGraphicFramePr>
            <a:graphicFrameLocks noGrp="1"/>
          </p:cNvGraphicFramePr>
          <p:nvPr>
            <p:extLst>
              <p:ext uri="{D42A27DB-BD31-4B8C-83A1-F6EECF244321}">
                <p14:modId xmlns:p14="http://schemas.microsoft.com/office/powerpoint/2010/main" val="2825903681"/>
              </p:ext>
            </p:extLst>
          </p:nvPr>
        </p:nvGraphicFramePr>
        <p:xfrm>
          <a:off x="93453" y="5169340"/>
          <a:ext cx="6671094" cy="1080000"/>
        </p:xfrm>
        <a:graphic>
          <a:graphicData uri="http://schemas.openxmlformats.org/drawingml/2006/table">
            <a:tbl>
              <a:tblPr firstRow="1" bandRow="1">
                <a:tableStyleId>{5C22544A-7EE6-4342-B048-85BDC9FD1C3A}</a:tableStyleId>
              </a:tblPr>
              <a:tblGrid>
                <a:gridCol w="3335547">
                  <a:extLst>
                    <a:ext uri="{9D8B030D-6E8A-4147-A177-3AD203B41FA5}">
                      <a16:colId xmlns:a16="http://schemas.microsoft.com/office/drawing/2014/main" val="1485180679"/>
                    </a:ext>
                  </a:extLst>
                </a:gridCol>
                <a:gridCol w="3335547">
                  <a:extLst>
                    <a:ext uri="{9D8B030D-6E8A-4147-A177-3AD203B41FA5}">
                      <a16:colId xmlns:a16="http://schemas.microsoft.com/office/drawing/2014/main" val="244692578"/>
                    </a:ext>
                  </a:extLst>
                </a:gridCol>
              </a:tblGrid>
              <a:tr h="1080000">
                <a:tc>
                  <a:txBody>
                    <a:bodyPr/>
                    <a:lstStyle/>
                    <a:p>
                      <a:r>
                        <a:rPr lang="en-GB" sz="1200" b="0" noProof="0"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5276682"/>
                  </a:ext>
                </a:extLst>
              </a:tr>
            </a:tbl>
          </a:graphicData>
        </a:graphic>
      </p:graphicFrame>
      <p:sp>
        <p:nvSpPr>
          <p:cNvPr id="18" name="TextBox 17">
            <a:extLst>
              <a:ext uri="{FF2B5EF4-FFF2-40B4-BE49-F238E27FC236}">
                <a16:creationId xmlns:a16="http://schemas.microsoft.com/office/drawing/2014/main" id="{1C98B893-C9D9-E1A5-8523-2C50D00020C0}"/>
              </a:ext>
            </a:extLst>
          </p:cNvPr>
          <p:cNvSpPr txBox="1"/>
          <p:nvPr/>
        </p:nvSpPr>
        <p:spPr>
          <a:xfrm>
            <a:off x="15240" y="6253445"/>
            <a:ext cx="5689207" cy="276999"/>
          </a:xfrm>
          <a:prstGeom prst="rect">
            <a:avLst/>
          </a:prstGeom>
          <a:noFill/>
        </p:spPr>
        <p:txBody>
          <a:bodyPr wrap="square" rtlCol="0">
            <a:spAutoFit/>
          </a:bodyPr>
          <a:lstStyle/>
          <a:p>
            <a:r>
              <a:rPr lang="en-GB" sz="1200" b="1" noProof="0" dirty="0"/>
              <a:t>Question 9.</a:t>
            </a:r>
            <a:r>
              <a:rPr lang="en-GB" sz="1200" noProof="0" dirty="0"/>
              <a:t> Show each inequality on the number line:</a:t>
            </a:r>
          </a:p>
        </p:txBody>
      </p:sp>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4382C18A-10A1-401C-ABE1-F7BE28964A0D}"/>
                  </a:ext>
                </a:extLst>
              </p:cNvPr>
              <p:cNvGraphicFramePr>
                <a:graphicFrameLocks noGrp="1"/>
              </p:cNvGraphicFramePr>
              <p:nvPr>
                <p:extLst>
                  <p:ext uri="{D42A27DB-BD31-4B8C-83A1-F6EECF244321}">
                    <p14:modId xmlns:p14="http://schemas.microsoft.com/office/powerpoint/2010/main" val="3808372920"/>
                  </p:ext>
                </p:extLst>
              </p:nvPr>
            </p:nvGraphicFramePr>
            <p:xfrm>
              <a:off x="93453" y="6520731"/>
              <a:ext cx="6671094" cy="2016000"/>
            </p:xfrm>
            <a:graphic>
              <a:graphicData uri="http://schemas.openxmlformats.org/drawingml/2006/table">
                <a:tbl>
                  <a:tblPr firstRow="1" bandRow="1">
                    <a:tableStyleId>{5C22544A-7EE6-4342-B048-85BDC9FD1C3A}</a:tableStyleId>
                  </a:tblPr>
                  <a:tblGrid>
                    <a:gridCol w="3335547">
                      <a:extLst>
                        <a:ext uri="{9D8B030D-6E8A-4147-A177-3AD203B41FA5}">
                          <a16:colId xmlns:a16="http://schemas.microsoft.com/office/drawing/2014/main" val="1485180679"/>
                        </a:ext>
                      </a:extLst>
                    </a:gridCol>
                    <a:gridCol w="3335547">
                      <a:extLst>
                        <a:ext uri="{9D8B030D-6E8A-4147-A177-3AD203B41FA5}">
                          <a16:colId xmlns:a16="http://schemas.microsoft.com/office/drawing/2014/main" val="244692578"/>
                        </a:ext>
                      </a:extLst>
                    </a:gridCol>
                  </a:tblGrid>
                  <a:tr h="1008000">
                    <a:tc>
                      <a:txBody>
                        <a:bodyPr/>
                        <a:lstStyle/>
                        <a:p>
                          <a:r>
                            <a:rPr lang="en-GB" sz="1200" b="0" noProof="0" dirty="0">
                              <a:solidFill>
                                <a:schemeClr val="tx1"/>
                              </a:solidFill>
                            </a:rPr>
                            <a:t>a)</a:t>
                          </a:r>
                          <a14:m>
                            <m:oMath xmlns:m="http://schemas.openxmlformats.org/officeDocument/2006/math">
                              <m:r>
                                <a:rPr lang="en-GB" sz="1200" b="0" i="1" noProof="0" smtClean="0">
                                  <a:solidFill>
                                    <a:schemeClr val="tx1"/>
                                  </a:solidFill>
                                  <a:latin typeface="Cambria Math" panose="02040503050406030204" pitchFamily="18" charset="0"/>
                                </a:rPr>
                                <m:t>1&lt;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&lt;4</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3 </m:t>
                              </m:r>
                              <m:r>
                                <a:rPr lang="en-GB" sz="1200" b="0" i="1" noProof="0" smtClean="0">
                                  <a:solidFill>
                                    <a:schemeClr val="tx1"/>
                                  </a:solidFill>
                                  <a:latin typeface="Cambria Math" panose="02040503050406030204" pitchFamily="18" charset="0"/>
                                  <a:ea typeface="Cambria Math" panose="02040503050406030204" pitchFamily="18" charset="0"/>
                                </a:rPr>
                                <m: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≤5</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5276682"/>
                      </a:ext>
                    </a:extLst>
                  </a:tr>
                  <a:tr h="1008000">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ea typeface="Cambria Math" panose="02040503050406030204" pitchFamily="18" charset="0"/>
                                </a:rPr>
                                <m: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&lt;4</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d) </a:t>
                          </a:r>
                          <a14:m>
                            <m:oMath xmlns:m="http://schemas.openxmlformats.org/officeDocument/2006/math">
                              <m:r>
                                <a:rPr lang="en-GB" sz="1200" b="0" i="0" noProof="0" smtClean="0">
                                  <a:solidFill>
                                    <a:schemeClr val="tx1"/>
                                  </a:solidFill>
                                  <a:latin typeface="Cambria Math" panose="02040503050406030204" pitchFamily="18" charset="0"/>
                                </a:rPr>
                                <m:t>0</m:t>
                              </m:r>
                              <m:r>
                                <a:rPr lang="en-GB" sz="1200" b="0" i="1" noProof="0" smtClean="0">
                                  <a:solidFill>
                                    <a:schemeClr val="tx1"/>
                                  </a:solidFill>
                                  <a:latin typeface="Cambria Math" panose="02040503050406030204" pitchFamily="18" charset="0"/>
                                </a:rPr>
                                <m:t>&lt;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≤3</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2722809"/>
                      </a:ext>
                    </a:extLst>
                  </a:tr>
                </a:tbl>
              </a:graphicData>
            </a:graphic>
          </p:graphicFrame>
        </mc:Choice>
        <mc:Fallback xmlns="">
          <p:graphicFrame>
            <p:nvGraphicFramePr>
              <p:cNvPr id="19" name="Table 18">
                <a:extLst>
                  <a:ext uri="{FF2B5EF4-FFF2-40B4-BE49-F238E27FC236}">
                    <a16:creationId xmlns:a16="http://schemas.microsoft.com/office/drawing/2014/main" id="{4382C18A-10A1-401C-ABE1-F7BE28964A0D}"/>
                  </a:ext>
                </a:extLst>
              </p:cNvPr>
              <p:cNvGraphicFramePr>
                <a:graphicFrameLocks noGrp="1"/>
              </p:cNvGraphicFramePr>
              <p:nvPr>
                <p:extLst>
                  <p:ext uri="{D42A27DB-BD31-4B8C-83A1-F6EECF244321}">
                    <p14:modId xmlns:p14="http://schemas.microsoft.com/office/powerpoint/2010/main" val="3808372920"/>
                  </p:ext>
                </p:extLst>
              </p:nvPr>
            </p:nvGraphicFramePr>
            <p:xfrm>
              <a:off x="93453" y="6520731"/>
              <a:ext cx="6671094" cy="2016000"/>
            </p:xfrm>
            <a:graphic>
              <a:graphicData uri="http://schemas.openxmlformats.org/drawingml/2006/table">
                <a:tbl>
                  <a:tblPr firstRow="1" bandRow="1">
                    <a:tableStyleId>{5C22544A-7EE6-4342-B048-85BDC9FD1C3A}</a:tableStyleId>
                  </a:tblPr>
                  <a:tblGrid>
                    <a:gridCol w="3335547">
                      <a:extLst>
                        <a:ext uri="{9D8B030D-6E8A-4147-A177-3AD203B41FA5}">
                          <a16:colId xmlns:a16="http://schemas.microsoft.com/office/drawing/2014/main" val="1485180679"/>
                        </a:ext>
                      </a:extLst>
                    </a:gridCol>
                    <a:gridCol w="3335547">
                      <a:extLst>
                        <a:ext uri="{9D8B030D-6E8A-4147-A177-3AD203B41FA5}">
                          <a16:colId xmlns:a16="http://schemas.microsoft.com/office/drawing/2014/main" val="244692578"/>
                        </a:ext>
                      </a:extLst>
                    </a:gridCol>
                  </a:tblGrid>
                  <a:tr h="100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2" t="-602" r="-100182" b="-1012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6" t="-602" r="-366" b="-101205"/>
                          </a:stretch>
                        </a:blipFill>
                      </a:tcPr>
                    </a:tc>
                    <a:extLst>
                      <a:ext uri="{0D108BD9-81ED-4DB2-BD59-A6C34878D82A}">
                        <a16:rowId xmlns:a16="http://schemas.microsoft.com/office/drawing/2014/main" val="3435276682"/>
                      </a:ext>
                    </a:extLst>
                  </a:tr>
                  <a:tr h="100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2" t="-100602" r="-100182" b="-12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6" t="-100602" r="-366" b="-1205"/>
                          </a:stretch>
                        </a:blipFill>
                      </a:tcPr>
                    </a:tc>
                    <a:extLst>
                      <a:ext uri="{0D108BD9-81ED-4DB2-BD59-A6C34878D82A}">
                        <a16:rowId xmlns:a16="http://schemas.microsoft.com/office/drawing/2014/main" val="3552722809"/>
                      </a:ext>
                    </a:extLst>
                  </a:tr>
                </a:tbl>
              </a:graphicData>
            </a:graphic>
          </p:graphicFrame>
        </mc:Fallback>
      </mc:AlternateContent>
      <p:pic>
        <p:nvPicPr>
          <p:cNvPr id="21" name="Picture 20">
            <a:extLst>
              <a:ext uri="{FF2B5EF4-FFF2-40B4-BE49-F238E27FC236}">
                <a16:creationId xmlns:a16="http://schemas.microsoft.com/office/drawing/2014/main" id="{291B6F6E-6D9F-910C-C8F8-A05C9CA9E1E7}"/>
              </a:ext>
            </a:extLst>
          </p:cNvPr>
          <p:cNvPicPr>
            <a:picLocks noChangeAspect="1"/>
          </p:cNvPicPr>
          <p:nvPr/>
        </p:nvPicPr>
        <p:blipFill>
          <a:blip r:embed="rId3"/>
          <a:srcRect t="17151"/>
          <a:stretch/>
        </p:blipFill>
        <p:spPr>
          <a:xfrm>
            <a:off x="110387" y="7084482"/>
            <a:ext cx="3305066" cy="408048"/>
          </a:xfrm>
          <a:prstGeom prst="rect">
            <a:avLst/>
          </a:prstGeom>
        </p:spPr>
      </p:pic>
      <p:pic>
        <p:nvPicPr>
          <p:cNvPr id="22" name="Picture 21">
            <a:extLst>
              <a:ext uri="{FF2B5EF4-FFF2-40B4-BE49-F238E27FC236}">
                <a16:creationId xmlns:a16="http://schemas.microsoft.com/office/drawing/2014/main" id="{BF3A97C9-1BCC-98D6-979B-DC7B13C225E3}"/>
              </a:ext>
            </a:extLst>
          </p:cNvPr>
          <p:cNvPicPr>
            <a:picLocks noChangeAspect="1"/>
          </p:cNvPicPr>
          <p:nvPr/>
        </p:nvPicPr>
        <p:blipFill>
          <a:blip r:embed="rId3"/>
          <a:srcRect t="17151"/>
          <a:stretch/>
        </p:blipFill>
        <p:spPr>
          <a:xfrm>
            <a:off x="3459480" y="7094007"/>
            <a:ext cx="3305066" cy="408048"/>
          </a:xfrm>
          <a:prstGeom prst="rect">
            <a:avLst/>
          </a:prstGeom>
        </p:spPr>
      </p:pic>
      <p:pic>
        <p:nvPicPr>
          <p:cNvPr id="23" name="Picture 22">
            <a:extLst>
              <a:ext uri="{FF2B5EF4-FFF2-40B4-BE49-F238E27FC236}">
                <a16:creationId xmlns:a16="http://schemas.microsoft.com/office/drawing/2014/main" id="{94F654E8-0A00-7D84-14F8-BF8336D81F1A}"/>
              </a:ext>
            </a:extLst>
          </p:cNvPr>
          <p:cNvPicPr>
            <a:picLocks noChangeAspect="1"/>
          </p:cNvPicPr>
          <p:nvPr/>
        </p:nvPicPr>
        <p:blipFill>
          <a:blip r:embed="rId3"/>
          <a:srcRect t="17151"/>
          <a:stretch/>
        </p:blipFill>
        <p:spPr>
          <a:xfrm>
            <a:off x="118723" y="8098935"/>
            <a:ext cx="3305066" cy="408048"/>
          </a:xfrm>
          <a:prstGeom prst="rect">
            <a:avLst/>
          </a:prstGeom>
        </p:spPr>
      </p:pic>
      <p:pic>
        <p:nvPicPr>
          <p:cNvPr id="24" name="Picture 23">
            <a:extLst>
              <a:ext uri="{FF2B5EF4-FFF2-40B4-BE49-F238E27FC236}">
                <a16:creationId xmlns:a16="http://schemas.microsoft.com/office/drawing/2014/main" id="{353EB3B5-60C8-4D1A-E92D-959652EC993B}"/>
              </a:ext>
            </a:extLst>
          </p:cNvPr>
          <p:cNvPicPr>
            <a:picLocks noChangeAspect="1"/>
          </p:cNvPicPr>
          <p:nvPr/>
        </p:nvPicPr>
        <p:blipFill>
          <a:blip r:embed="rId3"/>
          <a:srcRect t="17151"/>
          <a:stretch/>
        </p:blipFill>
        <p:spPr>
          <a:xfrm>
            <a:off x="3434211" y="8098935"/>
            <a:ext cx="3305066" cy="408048"/>
          </a:xfrm>
          <a:prstGeom prst="rect">
            <a:avLst/>
          </a:prstGeom>
        </p:spPr>
      </p:pic>
      <p:grpSp>
        <p:nvGrpSpPr>
          <p:cNvPr id="4" name="Group 3">
            <a:extLst>
              <a:ext uri="{FF2B5EF4-FFF2-40B4-BE49-F238E27FC236}">
                <a16:creationId xmlns:a16="http://schemas.microsoft.com/office/drawing/2014/main" id="{5A7A8B59-CF58-BEA0-7F45-808A7705A8FB}"/>
              </a:ext>
            </a:extLst>
          </p:cNvPr>
          <p:cNvGrpSpPr/>
          <p:nvPr/>
        </p:nvGrpSpPr>
        <p:grpSpPr>
          <a:xfrm>
            <a:off x="705111" y="5692013"/>
            <a:ext cx="2108842" cy="495984"/>
            <a:chOff x="-2015389" y="4939379"/>
            <a:chExt cx="2108842" cy="495984"/>
          </a:xfrm>
        </p:grpSpPr>
        <p:pic>
          <p:nvPicPr>
            <p:cNvPr id="7" name="Picture 6">
              <a:extLst>
                <a:ext uri="{FF2B5EF4-FFF2-40B4-BE49-F238E27FC236}">
                  <a16:creationId xmlns:a16="http://schemas.microsoft.com/office/drawing/2014/main" id="{9C0E5CFF-9D4B-CA75-378D-9212635B71A1}"/>
                </a:ext>
              </a:extLst>
            </p:cNvPr>
            <p:cNvPicPr>
              <a:picLocks noChangeAspect="1"/>
            </p:cNvPicPr>
            <p:nvPr/>
          </p:nvPicPr>
          <p:blipFill>
            <a:blip r:embed="rId4">
              <a:grayscl/>
            </a:blip>
            <a:stretch>
              <a:fillRect/>
            </a:stretch>
          </p:blipFill>
          <p:spPr>
            <a:xfrm>
              <a:off x="-2015389" y="5157613"/>
              <a:ext cx="2108842" cy="277750"/>
            </a:xfrm>
            <a:prstGeom prst="rect">
              <a:avLst/>
            </a:prstGeom>
          </p:spPr>
        </p:pic>
        <p:sp>
          <p:nvSpPr>
            <p:cNvPr id="8" name="Oval 7">
              <a:extLst>
                <a:ext uri="{FF2B5EF4-FFF2-40B4-BE49-F238E27FC236}">
                  <a16:creationId xmlns:a16="http://schemas.microsoft.com/office/drawing/2014/main" id="{347304B3-D808-399C-89C9-EFD79F42E96E}"/>
                </a:ext>
              </a:extLst>
            </p:cNvPr>
            <p:cNvSpPr/>
            <p:nvPr/>
          </p:nvSpPr>
          <p:spPr>
            <a:xfrm>
              <a:off x="-1520233" y="4939379"/>
              <a:ext cx="176981" cy="14784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Oval 8">
              <a:extLst>
                <a:ext uri="{FF2B5EF4-FFF2-40B4-BE49-F238E27FC236}">
                  <a16:creationId xmlns:a16="http://schemas.microsoft.com/office/drawing/2014/main" id="{356C3D90-AD48-F010-F0A8-2894049487CA}"/>
                </a:ext>
              </a:extLst>
            </p:cNvPr>
            <p:cNvSpPr/>
            <p:nvPr/>
          </p:nvSpPr>
          <p:spPr>
            <a:xfrm>
              <a:off x="-893981" y="4941879"/>
              <a:ext cx="176981" cy="14784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14" name="Straight Connector 13">
              <a:extLst>
                <a:ext uri="{FF2B5EF4-FFF2-40B4-BE49-F238E27FC236}">
                  <a16:creationId xmlns:a16="http://schemas.microsoft.com/office/drawing/2014/main" id="{CB086807-1349-A5EC-34CE-921B61A3543A}"/>
                </a:ext>
              </a:extLst>
            </p:cNvPr>
            <p:cNvCxnSpPr>
              <a:stCxn id="8" idx="6"/>
              <a:endCxn id="9" idx="2"/>
            </p:cNvCxnSpPr>
            <p:nvPr/>
          </p:nvCxnSpPr>
          <p:spPr>
            <a:xfrm>
              <a:off x="-1343252" y="5013301"/>
              <a:ext cx="449271" cy="2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50402CD1-070D-0CCF-A06A-8A2D38E73D37}"/>
              </a:ext>
            </a:extLst>
          </p:cNvPr>
          <p:cNvGrpSpPr/>
          <p:nvPr/>
        </p:nvGrpSpPr>
        <p:grpSpPr>
          <a:xfrm>
            <a:off x="4167075" y="5706017"/>
            <a:ext cx="2108842" cy="495984"/>
            <a:chOff x="-2015389" y="4939379"/>
            <a:chExt cx="2108842" cy="495984"/>
          </a:xfrm>
        </p:grpSpPr>
        <p:pic>
          <p:nvPicPr>
            <p:cNvPr id="20" name="Picture 19">
              <a:extLst>
                <a:ext uri="{FF2B5EF4-FFF2-40B4-BE49-F238E27FC236}">
                  <a16:creationId xmlns:a16="http://schemas.microsoft.com/office/drawing/2014/main" id="{7A9B5AD7-6C93-3E80-87F8-6A5F66610CA5}"/>
                </a:ext>
              </a:extLst>
            </p:cNvPr>
            <p:cNvPicPr>
              <a:picLocks noChangeAspect="1"/>
            </p:cNvPicPr>
            <p:nvPr/>
          </p:nvPicPr>
          <p:blipFill>
            <a:blip r:embed="rId4">
              <a:grayscl/>
            </a:blip>
            <a:stretch>
              <a:fillRect/>
            </a:stretch>
          </p:blipFill>
          <p:spPr>
            <a:xfrm>
              <a:off x="-2015389" y="5157613"/>
              <a:ext cx="2108842" cy="277750"/>
            </a:xfrm>
            <a:prstGeom prst="rect">
              <a:avLst/>
            </a:prstGeom>
          </p:spPr>
        </p:pic>
        <p:sp>
          <p:nvSpPr>
            <p:cNvPr id="25" name="Oval 24">
              <a:extLst>
                <a:ext uri="{FF2B5EF4-FFF2-40B4-BE49-F238E27FC236}">
                  <a16:creationId xmlns:a16="http://schemas.microsoft.com/office/drawing/2014/main" id="{8C15E458-37E4-1E71-4261-01C9F0BAAA0B}"/>
                </a:ext>
              </a:extLst>
            </p:cNvPr>
            <p:cNvSpPr/>
            <p:nvPr/>
          </p:nvSpPr>
          <p:spPr>
            <a:xfrm>
              <a:off x="-1697211" y="4939379"/>
              <a:ext cx="176981" cy="14784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Oval 25">
              <a:extLst>
                <a:ext uri="{FF2B5EF4-FFF2-40B4-BE49-F238E27FC236}">
                  <a16:creationId xmlns:a16="http://schemas.microsoft.com/office/drawing/2014/main" id="{3D130665-0BA8-377B-D35A-25030989A3A7}"/>
                </a:ext>
              </a:extLst>
            </p:cNvPr>
            <p:cNvSpPr/>
            <p:nvPr/>
          </p:nvSpPr>
          <p:spPr>
            <a:xfrm>
              <a:off x="-697336" y="4941879"/>
              <a:ext cx="176981" cy="14784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7" name="Straight Connector 26">
              <a:extLst>
                <a:ext uri="{FF2B5EF4-FFF2-40B4-BE49-F238E27FC236}">
                  <a16:creationId xmlns:a16="http://schemas.microsoft.com/office/drawing/2014/main" id="{6996770C-262D-AF02-20EB-18CC49962FA4}"/>
                </a:ext>
              </a:extLst>
            </p:cNvPr>
            <p:cNvCxnSpPr>
              <a:stCxn id="25" idx="6"/>
              <a:endCxn id="26" idx="2"/>
            </p:cNvCxnSpPr>
            <p:nvPr/>
          </p:nvCxnSpPr>
          <p:spPr>
            <a:xfrm>
              <a:off x="-1520230" y="5013301"/>
              <a:ext cx="822894" cy="2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5CE0A893-2ED6-860F-D988-1215067DFB80}"/>
              </a:ext>
            </a:extLst>
          </p:cNvPr>
          <p:cNvSpPr/>
          <p:nvPr/>
        </p:nvSpPr>
        <p:spPr>
          <a:xfrm>
            <a:off x="993996" y="5230795"/>
            <a:ext cx="339790" cy="31499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noProof="0" dirty="0"/>
          </a:p>
        </p:txBody>
      </p:sp>
      <p:sp>
        <p:nvSpPr>
          <p:cNvPr id="29" name="Rectangle 28">
            <a:extLst>
              <a:ext uri="{FF2B5EF4-FFF2-40B4-BE49-F238E27FC236}">
                <a16:creationId xmlns:a16="http://schemas.microsoft.com/office/drawing/2014/main" id="{B02A01C5-01AF-0498-3F77-4F2162ADB42E}"/>
              </a:ext>
            </a:extLst>
          </p:cNvPr>
          <p:cNvSpPr/>
          <p:nvPr/>
        </p:nvSpPr>
        <p:spPr>
          <a:xfrm>
            <a:off x="1713091" y="5230795"/>
            <a:ext cx="339790" cy="31499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noProof="0"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B020E19-69AC-F8B5-110C-42C137217ABB}"/>
                  </a:ext>
                </a:extLst>
              </p:cNvPr>
              <p:cNvSpPr txBox="1"/>
              <p:nvPr/>
            </p:nvSpPr>
            <p:spPr>
              <a:xfrm>
                <a:off x="695760" y="5213240"/>
                <a:ext cx="174098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600" b="0" i="1" noProof="0" smtClean="0">
                          <a:latin typeface="Cambria Math" panose="02040503050406030204" pitchFamily="18" charset="0"/>
                        </a:rPr>
                        <m:t>2            </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              5</m:t>
                      </m:r>
                    </m:oMath>
                  </m:oMathPara>
                </a14:m>
                <a:endParaRPr lang="en-GB" sz="1600" noProof="0" dirty="0"/>
              </a:p>
            </p:txBody>
          </p:sp>
        </mc:Choice>
        <mc:Fallback xmlns="">
          <p:sp>
            <p:nvSpPr>
              <p:cNvPr id="30" name="TextBox 29">
                <a:extLst>
                  <a:ext uri="{FF2B5EF4-FFF2-40B4-BE49-F238E27FC236}">
                    <a16:creationId xmlns:a16="http://schemas.microsoft.com/office/drawing/2014/main" id="{3B020E19-69AC-F8B5-110C-42C137217ABB}"/>
                  </a:ext>
                </a:extLst>
              </p:cNvPr>
              <p:cNvSpPr txBox="1">
                <a:spLocks noRot="1" noChangeAspect="1" noMove="1" noResize="1" noEditPoints="1" noAdjustHandles="1" noChangeArrowheads="1" noChangeShapeType="1" noTextEdit="1"/>
              </p:cNvSpPr>
              <p:nvPr/>
            </p:nvSpPr>
            <p:spPr>
              <a:xfrm>
                <a:off x="695760" y="5213240"/>
                <a:ext cx="1740989" cy="338554"/>
              </a:xfrm>
              <a:prstGeom prst="rect">
                <a:avLst/>
              </a:prstGeom>
              <a:blipFill>
                <a:blip r:embed="rId5"/>
                <a:stretch>
                  <a:fillRect/>
                </a:stretch>
              </a:blipFill>
            </p:spPr>
            <p:txBody>
              <a:bodyPr/>
              <a:lstStyle/>
              <a:p>
                <a:r>
                  <a:rPr lang="en-GB">
                    <a:noFill/>
                  </a:rPr>
                  <a:t> </a:t>
                </a:r>
              </a:p>
            </p:txBody>
          </p:sp>
        </mc:Fallback>
      </mc:AlternateContent>
      <p:sp>
        <p:nvSpPr>
          <p:cNvPr id="31" name="Rectangle 30">
            <a:extLst>
              <a:ext uri="{FF2B5EF4-FFF2-40B4-BE49-F238E27FC236}">
                <a16:creationId xmlns:a16="http://schemas.microsoft.com/office/drawing/2014/main" id="{6A2AF54D-978E-6552-EC07-2E21D58CDB20}"/>
              </a:ext>
            </a:extLst>
          </p:cNvPr>
          <p:cNvSpPr/>
          <p:nvPr/>
        </p:nvSpPr>
        <p:spPr>
          <a:xfrm>
            <a:off x="4504459" y="5229269"/>
            <a:ext cx="339790" cy="31499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noProof="0" dirty="0"/>
          </a:p>
        </p:txBody>
      </p:sp>
      <p:sp>
        <p:nvSpPr>
          <p:cNvPr id="32" name="Rectangle 31">
            <a:extLst>
              <a:ext uri="{FF2B5EF4-FFF2-40B4-BE49-F238E27FC236}">
                <a16:creationId xmlns:a16="http://schemas.microsoft.com/office/drawing/2014/main" id="{0885B7AF-E7D6-5971-D597-8756C0826C1D}"/>
              </a:ext>
            </a:extLst>
          </p:cNvPr>
          <p:cNvSpPr/>
          <p:nvPr/>
        </p:nvSpPr>
        <p:spPr>
          <a:xfrm>
            <a:off x="5144909" y="5235275"/>
            <a:ext cx="339790" cy="31499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noProof="0" dirty="0"/>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E31A015-4CC8-6EDF-CDE7-766C15645442}"/>
                  </a:ext>
                </a:extLst>
              </p:cNvPr>
              <p:cNvSpPr txBox="1"/>
              <p:nvPr/>
            </p:nvSpPr>
            <p:spPr>
              <a:xfrm>
                <a:off x="4148167" y="5211714"/>
                <a:ext cx="174098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600" i="1" noProof="0" smtClean="0">
                          <a:latin typeface="Cambria Math" panose="02040503050406030204" pitchFamily="18" charset="0"/>
                        </a:rPr>
                        <m:t>1</m:t>
                      </m:r>
                      <m:r>
                        <a:rPr lang="en-GB" sz="1600" b="0" i="1" noProof="0" smtClean="0">
                          <a:latin typeface="Cambria Math" panose="02040503050406030204" pitchFamily="18" charset="0"/>
                        </a:rPr>
                        <m:t>            </m:t>
                      </m:r>
                      <m:r>
                        <a:rPr lang="en-GB" sz="1600" b="0" i="1" noProof="0" smtClean="0">
                          <a:latin typeface="Cambria Math" panose="02040503050406030204" pitchFamily="18" charset="0"/>
                        </a:rPr>
                        <m:t>𝑥</m:t>
                      </m:r>
                      <m:r>
                        <a:rPr lang="en-GB" sz="1600" b="0" i="1" noProof="0" smtClean="0">
                          <a:latin typeface="Cambria Math" panose="02040503050406030204" pitchFamily="18" charset="0"/>
                        </a:rPr>
                        <m:t>              6</m:t>
                      </m:r>
                    </m:oMath>
                  </m:oMathPara>
                </a14:m>
                <a:endParaRPr lang="en-GB" sz="1600" noProof="0" dirty="0"/>
              </a:p>
            </p:txBody>
          </p:sp>
        </mc:Choice>
        <mc:Fallback xmlns="">
          <p:sp>
            <p:nvSpPr>
              <p:cNvPr id="33" name="TextBox 32">
                <a:extLst>
                  <a:ext uri="{FF2B5EF4-FFF2-40B4-BE49-F238E27FC236}">
                    <a16:creationId xmlns:a16="http://schemas.microsoft.com/office/drawing/2014/main" id="{8E31A015-4CC8-6EDF-CDE7-766C15645442}"/>
                  </a:ext>
                </a:extLst>
              </p:cNvPr>
              <p:cNvSpPr txBox="1">
                <a:spLocks noRot="1" noChangeAspect="1" noMove="1" noResize="1" noEditPoints="1" noAdjustHandles="1" noChangeArrowheads="1" noChangeShapeType="1" noTextEdit="1"/>
              </p:cNvSpPr>
              <p:nvPr/>
            </p:nvSpPr>
            <p:spPr>
              <a:xfrm>
                <a:off x="4148167" y="5211714"/>
                <a:ext cx="1740989" cy="338554"/>
              </a:xfrm>
              <a:prstGeom prst="rect">
                <a:avLst/>
              </a:prstGeom>
              <a:blipFill>
                <a:blip r:embed="rId6"/>
                <a:stretch>
                  <a:fillRect/>
                </a:stretch>
              </a:blipFill>
            </p:spPr>
            <p:txBody>
              <a:bodyPr/>
              <a:lstStyle/>
              <a:p>
                <a:r>
                  <a:rPr lang="en-GB">
                    <a:noFill/>
                  </a:rPr>
                  <a:t> </a:t>
                </a:r>
              </a:p>
            </p:txBody>
          </p:sp>
        </mc:Fallback>
      </mc:AlternateContent>
      <p:sp>
        <p:nvSpPr>
          <p:cNvPr id="15" name="Rectangle 14">
            <a:extLst>
              <a:ext uri="{FF2B5EF4-FFF2-40B4-BE49-F238E27FC236}">
                <a16:creationId xmlns:a16="http://schemas.microsoft.com/office/drawing/2014/main" id="{E30DF3CB-4C8D-5D4D-B934-8A43233D7066}"/>
              </a:ext>
            </a:extLst>
          </p:cNvPr>
          <p:cNvSpPr/>
          <p:nvPr/>
        </p:nvSpPr>
        <p:spPr>
          <a:xfrm>
            <a:off x="0" y="0"/>
            <a:ext cx="6858000" cy="252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noProof="0" dirty="0">
                <a:solidFill>
                  <a:schemeClr val="bg1"/>
                </a:solidFill>
              </a:rPr>
              <a:t>Representing Double-Ended Inequalities on a Number Line</a:t>
            </a:r>
          </a:p>
        </p:txBody>
      </p:sp>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A628C6BA-4074-FD97-E96B-D6E793310C3B}"/>
                  </a:ext>
                </a:extLst>
              </p:cNvPr>
              <p:cNvGraphicFramePr>
                <a:graphicFrameLocks noGrp="1"/>
              </p:cNvGraphicFramePr>
              <p:nvPr>
                <p:extLst>
                  <p:ext uri="{D42A27DB-BD31-4B8C-83A1-F6EECF244321}">
                    <p14:modId xmlns:p14="http://schemas.microsoft.com/office/powerpoint/2010/main" val="2259962957"/>
                  </p:ext>
                </p:extLst>
              </p:nvPr>
            </p:nvGraphicFramePr>
            <p:xfrm>
              <a:off x="112028" y="316997"/>
              <a:ext cx="6671092" cy="4392000"/>
            </p:xfrm>
            <a:graphic>
              <a:graphicData uri="http://schemas.openxmlformats.org/drawingml/2006/table">
                <a:tbl>
                  <a:tblPr firstRow="1" bandRow="1">
                    <a:tableStyleId>{5C22544A-7EE6-4342-B048-85BDC9FD1C3A}</a:tableStyleId>
                  </a:tblPr>
                  <a:tblGrid>
                    <a:gridCol w="1797489">
                      <a:extLst>
                        <a:ext uri="{9D8B030D-6E8A-4147-A177-3AD203B41FA5}">
                          <a16:colId xmlns:a16="http://schemas.microsoft.com/office/drawing/2014/main" val="4215826847"/>
                        </a:ext>
                      </a:extLst>
                    </a:gridCol>
                    <a:gridCol w="4873603">
                      <a:extLst>
                        <a:ext uri="{9D8B030D-6E8A-4147-A177-3AD203B41FA5}">
                          <a16:colId xmlns:a16="http://schemas.microsoft.com/office/drawing/2014/main" val="1034895713"/>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Represent the inequality on the 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Identify the numbers in the inequality</a:t>
                          </a:r>
                          <a:r>
                            <a:rPr lang="en-GB" sz="1200" b="0" noProof="0" dirty="0">
                              <a:solidFill>
                                <a:schemeClr val="tx1"/>
                              </a:solidFill>
                              <a:latin typeface="+mn-lt"/>
                            </a:rPr>
                            <a: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2) Draw circles at each of these numbers on the number line. Remember: greater/ less than is an open circle and greater than or equal to/ less than or equal to is a coloured in circle.</a:t>
                          </a:r>
                          <a:endParaRPr lang="en-GB" sz="1200" b="1"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3) Draw a line between the two circles.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25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2</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ea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&lt;5</m:t>
                                </m:r>
                              </m:oMath>
                            </m:oMathPara>
                          </a14:m>
                          <a:endParaRPr lang="en-GB" sz="1200" b="0" i="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26 -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ea typeface="+mn-ea"/>
                                  </a:rPr>
                                  <m:t>−1</m:t>
                                </m:r>
                                <m:r>
                                  <a:rPr lang="en-GB" sz="1200" b="0" i="1" baseline="0" noProof="0" smtClean="0">
                                    <a:solidFill>
                                      <a:schemeClr val="tx1"/>
                                    </a:solidFill>
                                    <a:latin typeface="Cambria Math" panose="02040503050406030204" pitchFamily="18" charset="0"/>
                                    <a:ea typeface="Cambria Math" panose="02040503050406030204" pitchFamily="18" charset="0"/>
                                  </a:rPr>
                                  <m:t>&lt;</m:t>
                                </m:r>
                                <m:r>
                                  <a:rPr lang="en-GB" sz="1200" b="0" i="1" baseline="0" noProof="0" smtClean="0">
                                    <a:solidFill>
                                      <a:schemeClr val="tx1"/>
                                    </a:solidFill>
                                    <a:latin typeface="Cambria Math" panose="02040503050406030204" pitchFamily="18" charset="0"/>
                                    <a:ea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&lt;1</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27 -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080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ea typeface="+mn-ea"/>
                                  </a:rPr>
                                  <m:t>1</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ea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&lt;3</m:t>
                                </m:r>
                              </m:oMath>
                            </m:oMathPara>
                          </a14:m>
                          <a:endParaRPr lang="en-GB" sz="1200" i="1"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Choice>
        <mc:Fallback xmlns="">
          <p:graphicFrame>
            <p:nvGraphicFramePr>
              <p:cNvPr id="17" name="Table 16">
                <a:extLst>
                  <a:ext uri="{FF2B5EF4-FFF2-40B4-BE49-F238E27FC236}">
                    <a16:creationId xmlns:a16="http://schemas.microsoft.com/office/drawing/2014/main" id="{A628C6BA-4074-FD97-E96B-D6E793310C3B}"/>
                  </a:ext>
                </a:extLst>
              </p:cNvPr>
              <p:cNvGraphicFramePr>
                <a:graphicFrameLocks noGrp="1"/>
              </p:cNvGraphicFramePr>
              <p:nvPr>
                <p:extLst>
                  <p:ext uri="{D42A27DB-BD31-4B8C-83A1-F6EECF244321}">
                    <p14:modId xmlns:p14="http://schemas.microsoft.com/office/powerpoint/2010/main" val="2259962957"/>
                  </p:ext>
                </p:extLst>
              </p:nvPr>
            </p:nvGraphicFramePr>
            <p:xfrm>
              <a:off x="112028" y="316997"/>
              <a:ext cx="6671092" cy="4392000"/>
            </p:xfrm>
            <a:graphic>
              <a:graphicData uri="http://schemas.openxmlformats.org/drawingml/2006/table">
                <a:tbl>
                  <a:tblPr firstRow="1" bandRow="1">
                    <a:tableStyleId>{5C22544A-7EE6-4342-B048-85BDC9FD1C3A}</a:tableStyleId>
                  </a:tblPr>
                  <a:tblGrid>
                    <a:gridCol w="1797489">
                      <a:extLst>
                        <a:ext uri="{9D8B030D-6E8A-4147-A177-3AD203B41FA5}">
                          <a16:colId xmlns:a16="http://schemas.microsoft.com/office/drawing/2014/main" val="4215826847"/>
                        </a:ext>
                      </a:extLst>
                    </a:gridCol>
                    <a:gridCol w="4873603">
                      <a:extLst>
                        <a:ext uri="{9D8B030D-6E8A-4147-A177-3AD203B41FA5}">
                          <a16:colId xmlns:a16="http://schemas.microsoft.com/office/drawing/2014/main" val="1034895713"/>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Represent the inequality on the 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Identify the numbers in the inequality</a:t>
                          </a:r>
                          <a:r>
                            <a:rPr lang="en-GB" sz="1200" b="0" noProof="0" dirty="0">
                              <a:solidFill>
                                <a:schemeClr val="tx1"/>
                              </a:solidFill>
                              <a:latin typeface="+mn-lt"/>
                            </a:rPr>
                            <a: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2) Draw circles at each of these numbers on the number line. Remember: greater/ less than is an open circle and greater than or equal to/ less than or equal to is a coloured in circle.</a:t>
                          </a:r>
                          <a:endParaRPr lang="en-GB" sz="1200" b="1"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3) Draw a line between the two circles.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25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000" t="-54802" r="-250" b="-254802"/>
                          </a:stretch>
                        </a:blip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26 -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08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000" t="-181356" r="-250" b="-128249"/>
                          </a:stretch>
                        </a:blip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27 -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080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000" t="-308475" r="-250" b="-1130"/>
                          </a:stretch>
                        </a:blipFill>
                      </a:tcPr>
                    </a:tc>
                    <a:extLst>
                      <a:ext uri="{0D108BD9-81ED-4DB2-BD59-A6C34878D82A}">
                        <a16:rowId xmlns:a16="http://schemas.microsoft.com/office/drawing/2014/main" val="2187529705"/>
                      </a:ext>
                    </a:extLst>
                  </a:tr>
                </a:tbl>
              </a:graphicData>
            </a:graphic>
          </p:graphicFrame>
        </mc:Fallback>
      </mc:AlternateContent>
      <p:pic>
        <p:nvPicPr>
          <p:cNvPr id="34" name="Picture 33">
            <a:extLst>
              <a:ext uri="{FF2B5EF4-FFF2-40B4-BE49-F238E27FC236}">
                <a16:creationId xmlns:a16="http://schemas.microsoft.com/office/drawing/2014/main" id="{0993C2EA-828B-95FA-1024-D85BD5EA308C}"/>
              </a:ext>
            </a:extLst>
          </p:cNvPr>
          <p:cNvPicPr>
            <a:picLocks noChangeAspect="1"/>
          </p:cNvPicPr>
          <p:nvPr/>
        </p:nvPicPr>
        <p:blipFill>
          <a:blip r:embed="rId4">
            <a:grayscl/>
          </a:blip>
          <a:stretch>
            <a:fillRect/>
          </a:stretch>
        </p:blipFill>
        <p:spPr>
          <a:xfrm>
            <a:off x="2909521" y="1507092"/>
            <a:ext cx="2838772" cy="373887"/>
          </a:xfrm>
          <a:prstGeom prst="rect">
            <a:avLst/>
          </a:prstGeom>
        </p:spPr>
      </p:pic>
      <p:pic>
        <p:nvPicPr>
          <p:cNvPr id="35" name="Picture 34">
            <a:extLst>
              <a:ext uri="{FF2B5EF4-FFF2-40B4-BE49-F238E27FC236}">
                <a16:creationId xmlns:a16="http://schemas.microsoft.com/office/drawing/2014/main" id="{12A2CA32-6D33-D38C-ED38-64D3FBAE2AC2}"/>
              </a:ext>
            </a:extLst>
          </p:cNvPr>
          <p:cNvPicPr>
            <a:picLocks noChangeAspect="1"/>
          </p:cNvPicPr>
          <p:nvPr/>
        </p:nvPicPr>
        <p:blipFill>
          <a:blip r:embed="rId8">
            <a:grayscl/>
          </a:blip>
          <a:stretch>
            <a:fillRect/>
          </a:stretch>
        </p:blipFill>
        <p:spPr>
          <a:xfrm>
            <a:off x="3122086" y="2740354"/>
            <a:ext cx="2626207" cy="506091"/>
          </a:xfrm>
          <a:prstGeom prst="rect">
            <a:avLst/>
          </a:prstGeom>
        </p:spPr>
      </p:pic>
      <p:pic>
        <p:nvPicPr>
          <p:cNvPr id="36" name="Picture 35">
            <a:extLst>
              <a:ext uri="{FF2B5EF4-FFF2-40B4-BE49-F238E27FC236}">
                <a16:creationId xmlns:a16="http://schemas.microsoft.com/office/drawing/2014/main" id="{5D86B28E-35BB-F8A6-3F18-3594106706B5}"/>
              </a:ext>
            </a:extLst>
          </p:cNvPr>
          <p:cNvPicPr>
            <a:picLocks noChangeAspect="1"/>
          </p:cNvPicPr>
          <p:nvPr/>
        </p:nvPicPr>
        <p:blipFill>
          <a:blip r:embed="rId9">
            <a:extLst>
              <a:ext uri="{28A0092B-C50C-407E-A947-70E740481C1C}">
                <a14:useLocalDpi xmlns:a14="http://schemas.microsoft.com/office/drawing/2010/main" val="0"/>
              </a:ext>
            </a:extLst>
          </a:blip>
          <a:srcRect t="11084" b="11084"/>
          <a:stretch/>
        </p:blipFill>
        <p:spPr>
          <a:xfrm>
            <a:off x="3147164" y="4317460"/>
            <a:ext cx="2626208" cy="327292"/>
          </a:xfrm>
          <a:prstGeom prst="rect">
            <a:avLst/>
          </a:prstGeom>
        </p:spPr>
      </p:pic>
      <mc:AlternateContent xmlns:mc="http://schemas.openxmlformats.org/markup-compatibility/2006" xmlns:a14="http://schemas.microsoft.com/office/drawing/2010/main">
        <mc:Choice Requires="a14">
          <p:graphicFrame>
            <p:nvGraphicFramePr>
              <p:cNvPr id="37" name="Table 36">
                <a:extLst>
                  <a:ext uri="{FF2B5EF4-FFF2-40B4-BE49-F238E27FC236}">
                    <a16:creationId xmlns:a16="http://schemas.microsoft.com/office/drawing/2014/main" id="{790E4DA1-AA57-0190-9B8B-85174F526187}"/>
                  </a:ext>
                </a:extLst>
              </p:cNvPr>
              <p:cNvGraphicFramePr>
                <a:graphicFrameLocks noGrp="1"/>
              </p:cNvGraphicFramePr>
              <p:nvPr>
                <p:extLst>
                  <p:ext uri="{D42A27DB-BD31-4B8C-83A1-F6EECF244321}">
                    <p14:modId xmlns:p14="http://schemas.microsoft.com/office/powerpoint/2010/main" val="4128216743"/>
                  </p:ext>
                </p:extLst>
              </p:nvPr>
            </p:nvGraphicFramePr>
            <p:xfrm>
              <a:off x="93453" y="8530205"/>
              <a:ext cx="6671094" cy="1008000"/>
            </p:xfrm>
            <a:graphic>
              <a:graphicData uri="http://schemas.openxmlformats.org/drawingml/2006/table">
                <a:tbl>
                  <a:tblPr firstRow="1" bandRow="1">
                    <a:tableStyleId>{5C22544A-7EE6-4342-B048-85BDC9FD1C3A}</a:tableStyleId>
                  </a:tblPr>
                  <a:tblGrid>
                    <a:gridCol w="3335547">
                      <a:extLst>
                        <a:ext uri="{9D8B030D-6E8A-4147-A177-3AD203B41FA5}">
                          <a16:colId xmlns:a16="http://schemas.microsoft.com/office/drawing/2014/main" val="61380835"/>
                        </a:ext>
                      </a:extLst>
                    </a:gridCol>
                    <a:gridCol w="3335547">
                      <a:extLst>
                        <a:ext uri="{9D8B030D-6E8A-4147-A177-3AD203B41FA5}">
                          <a16:colId xmlns:a16="http://schemas.microsoft.com/office/drawing/2014/main" val="3768538550"/>
                        </a:ext>
                      </a:extLst>
                    </a:gridCol>
                  </a:tblGrid>
                  <a:tr h="1008000">
                    <a:tc>
                      <a:txBody>
                        <a:bodyPr/>
                        <a:lstStyle/>
                        <a:p>
                          <a:r>
                            <a:rPr lang="en-GB" sz="1200" b="0" noProof="0" dirty="0">
                              <a:solidFill>
                                <a:schemeClr val="tx1"/>
                              </a:solidFill>
                            </a:rPr>
                            <a:t>e) </a:t>
                          </a:r>
                          <a14:m>
                            <m:oMath xmlns:m="http://schemas.openxmlformats.org/officeDocument/2006/math">
                              <m:r>
                                <a:rPr lang="en-GB" sz="1200" b="0" i="1" noProof="0" smtClean="0">
                                  <a:solidFill>
                                    <a:schemeClr val="tx1"/>
                                  </a:solidFill>
                                  <a:latin typeface="Cambria Math" panose="02040503050406030204" pitchFamily="18" charset="0"/>
                                </a:rPr>
                                <m:t>−1&lt;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≤3</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 </a:t>
                          </a:r>
                          <a14:m>
                            <m:oMath xmlns:m="http://schemas.openxmlformats.org/officeDocument/2006/math">
                              <m:r>
                                <a:rPr lang="en-GB" sz="1200" b="0" i="1" noProof="0" smtClean="0">
                                  <a:solidFill>
                                    <a:schemeClr val="tx1"/>
                                  </a:solidFill>
                                  <a:latin typeface="Cambria Math" panose="02040503050406030204" pitchFamily="18" charset="0"/>
                                </a:rPr>
                                <m:t>−2 </m:t>
                              </m:r>
                              <m:r>
                                <a:rPr lang="en-GB" sz="1200" b="0" i="1" noProof="0" smtClean="0">
                                  <a:solidFill>
                                    <a:schemeClr val="tx1"/>
                                  </a:solidFill>
                                  <a:latin typeface="Cambria Math" panose="02040503050406030204" pitchFamily="18" charset="0"/>
                                  <a:ea typeface="Cambria Math" panose="02040503050406030204" pitchFamily="18" charset="0"/>
                                </a:rPr>
                                <m: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1788725"/>
                      </a:ext>
                    </a:extLst>
                  </a:tr>
                </a:tbl>
              </a:graphicData>
            </a:graphic>
          </p:graphicFrame>
        </mc:Choice>
        <mc:Fallback xmlns="">
          <p:graphicFrame>
            <p:nvGraphicFramePr>
              <p:cNvPr id="37" name="Table 36">
                <a:extLst>
                  <a:ext uri="{FF2B5EF4-FFF2-40B4-BE49-F238E27FC236}">
                    <a16:creationId xmlns:a16="http://schemas.microsoft.com/office/drawing/2014/main" id="{790E4DA1-AA57-0190-9B8B-85174F526187}"/>
                  </a:ext>
                </a:extLst>
              </p:cNvPr>
              <p:cNvGraphicFramePr>
                <a:graphicFrameLocks noGrp="1"/>
              </p:cNvGraphicFramePr>
              <p:nvPr>
                <p:extLst>
                  <p:ext uri="{D42A27DB-BD31-4B8C-83A1-F6EECF244321}">
                    <p14:modId xmlns:p14="http://schemas.microsoft.com/office/powerpoint/2010/main" val="4128216743"/>
                  </p:ext>
                </p:extLst>
              </p:nvPr>
            </p:nvGraphicFramePr>
            <p:xfrm>
              <a:off x="93453" y="8530205"/>
              <a:ext cx="6671094" cy="1008000"/>
            </p:xfrm>
            <a:graphic>
              <a:graphicData uri="http://schemas.openxmlformats.org/drawingml/2006/table">
                <a:tbl>
                  <a:tblPr firstRow="1" bandRow="1">
                    <a:tableStyleId>{5C22544A-7EE6-4342-B048-85BDC9FD1C3A}</a:tableStyleId>
                  </a:tblPr>
                  <a:tblGrid>
                    <a:gridCol w="3335547">
                      <a:extLst>
                        <a:ext uri="{9D8B030D-6E8A-4147-A177-3AD203B41FA5}">
                          <a16:colId xmlns:a16="http://schemas.microsoft.com/office/drawing/2014/main" val="61380835"/>
                        </a:ext>
                      </a:extLst>
                    </a:gridCol>
                    <a:gridCol w="3335547">
                      <a:extLst>
                        <a:ext uri="{9D8B030D-6E8A-4147-A177-3AD203B41FA5}">
                          <a16:colId xmlns:a16="http://schemas.microsoft.com/office/drawing/2014/main" val="3768538550"/>
                        </a:ext>
                      </a:extLst>
                    </a:gridCol>
                  </a:tblGrid>
                  <a:tr h="100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82" t="-602" r="-100182" b="-12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00366" t="-602" r="-366" b="-1205"/>
                          </a:stretch>
                        </a:blipFill>
                      </a:tcPr>
                    </a:tc>
                    <a:extLst>
                      <a:ext uri="{0D108BD9-81ED-4DB2-BD59-A6C34878D82A}">
                        <a16:rowId xmlns:a16="http://schemas.microsoft.com/office/drawing/2014/main" val="3621788725"/>
                      </a:ext>
                    </a:extLst>
                  </a:tr>
                </a:tbl>
              </a:graphicData>
            </a:graphic>
          </p:graphicFrame>
        </mc:Fallback>
      </mc:AlternateContent>
      <p:pic>
        <p:nvPicPr>
          <p:cNvPr id="46" name="Picture 45">
            <a:extLst>
              <a:ext uri="{FF2B5EF4-FFF2-40B4-BE49-F238E27FC236}">
                <a16:creationId xmlns:a16="http://schemas.microsoft.com/office/drawing/2014/main" id="{3D6D4934-ABC7-1BA4-624F-006B5AB2EEF2}"/>
              </a:ext>
            </a:extLst>
          </p:cNvPr>
          <p:cNvPicPr>
            <a:picLocks noChangeAspect="1"/>
          </p:cNvPicPr>
          <p:nvPr/>
        </p:nvPicPr>
        <p:blipFill>
          <a:blip r:embed="rId3"/>
          <a:srcRect t="17151"/>
          <a:stretch/>
        </p:blipFill>
        <p:spPr>
          <a:xfrm>
            <a:off x="106999" y="9105015"/>
            <a:ext cx="3305066" cy="408048"/>
          </a:xfrm>
          <a:prstGeom prst="rect">
            <a:avLst/>
          </a:prstGeom>
        </p:spPr>
      </p:pic>
      <p:pic>
        <p:nvPicPr>
          <p:cNvPr id="47" name="Picture 46">
            <a:extLst>
              <a:ext uri="{FF2B5EF4-FFF2-40B4-BE49-F238E27FC236}">
                <a16:creationId xmlns:a16="http://schemas.microsoft.com/office/drawing/2014/main" id="{08B49DE0-1B85-795F-257B-3D54DB56DD7A}"/>
              </a:ext>
            </a:extLst>
          </p:cNvPr>
          <p:cNvPicPr>
            <a:picLocks noChangeAspect="1"/>
          </p:cNvPicPr>
          <p:nvPr/>
        </p:nvPicPr>
        <p:blipFill>
          <a:blip r:embed="rId3"/>
          <a:srcRect t="17151"/>
          <a:stretch/>
        </p:blipFill>
        <p:spPr>
          <a:xfrm>
            <a:off x="3446946" y="9105015"/>
            <a:ext cx="3305066" cy="408048"/>
          </a:xfrm>
          <a:prstGeom prst="rect">
            <a:avLst/>
          </a:prstGeom>
        </p:spPr>
      </p:pic>
    </p:spTree>
    <p:extLst>
      <p:ext uri="{BB962C8B-B14F-4D97-AF65-F5344CB8AC3E}">
        <p14:creationId xmlns:p14="http://schemas.microsoft.com/office/powerpoint/2010/main" val="1044138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27F5135-25F1-1E4E-F47F-0F78DFAC00FE}"/>
              </a:ext>
            </a:extLst>
          </p:cNvPr>
          <p:cNvPicPr>
            <a:picLocks noChangeAspect="1"/>
          </p:cNvPicPr>
          <p:nvPr/>
        </p:nvPicPr>
        <p:blipFill>
          <a:blip r:embed="rId2"/>
          <a:stretch>
            <a:fillRect/>
          </a:stretch>
        </p:blipFill>
        <p:spPr>
          <a:xfrm>
            <a:off x="192458" y="3536417"/>
            <a:ext cx="6426005" cy="586314"/>
          </a:xfrm>
          <a:prstGeom prst="rect">
            <a:avLst/>
          </a:prstGeom>
        </p:spPr>
      </p:pic>
      <p:pic>
        <p:nvPicPr>
          <p:cNvPr id="9" name="Picture 8">
            <a:extLst>
              <a:ext uri="{FF2B5EF4-FFF2-40B4-BE49-F238E27FC236}">
                <a16:creationId xmlns:a16="http://schemas.microsoft.com/office/drawing/2014/main" id="{E18E22C9-AFC0-EDBB-513C-7A1EDEADB1A9}"/>
              </a:ext>
            </a:extLst>
          </p:cNvPr>
          <p:cNvPicPr>
            <a:picLocks noChangeAspect="1"/>
          </p:cNvPicPr>
          <p:nvPr/>
        </p:nvPicPr>
        <p:blipFill>
          <a:blip r:embed="rId3"/>
          <a:stretch>
            <a:fillRect/>
          </a:stretch>
        </p:blipFill>
        <p:spPr>
          <a:xfrm>
            <a:off x="239535" y="2247242"/>
            <a:ext cx="6426006" cy="612000"/>
          </a:xfrm>
          <a:prstGeom prst="rect">
            <a:avLst/>
          </a:prstGeom>
        </p:spPr>
      </p:pic>
      <p:pic>
        <p:nvPicPr>
          <p:cNvPr id="7" name="Picture 6">
            <a:extLst>
              <a:ext uri="{FF2B5EF4-FFF2-40B4-BE49-F238E27FC236}">
                <a16:creationId xmlns:a16="http://schemas.microsoft.com/office/drawing/2014/main" id="{A59CED03-2B36-A878-9D03-BC09335C394B}"/>
              </a:ext>
            </a:extLst>
          </p:cNvPr>
          <p:cNvPicPr>
            <a:picLocks noChangeAspect="1"/>
          </p:cNvPicPr>
          <p:nvPr/>
        </p:nvPicPr>
        <p:blipFill>
          <a:blip r:embed="rId4"/>
          <a:stretch>
            <a:fillRect/>
          </a:stretch>
        </p:blipFill>
        <p:spPr>
          <a:xfrm>
            <a:off x="192458" y="1061117"/>
            <a:ext cx="6473083" cy="612000"/>
          </a:xfrm>
          <a:prstGeom prst="rect">
            <a:avLst/>
          </a:prstGeom>
        </p:spPr>
      </p:pic>
      <p:sp>
        <p:nvSpPr>
          <p:cNvPr id="2" name="Slide Number Placeholder 1">
            <a:extLst>
              <a:ext uri="{FF2B5EF4-FFF2-40B4-BE49-F238E27FC236}">
                <a16:creationId xmlns:a16="http://schemas.microsoft.com/office/drawing/2014/main" id="{EF533ACE-3910-2035-2019-96F801E73159}"/>
              </a:ext>
            </a:extLst>
          </p:cNvPr>
          <p:cNvSpPr>
            <a:spLocks noGrp="1"/>
          </p:cNvSpPr>
          <p:nvPr>
            <p:ph type="sldNum" sz="quarter" idx="12"/>
          </p:nvPr>
        </p:nvSpPr>
        <p:spPr>
          <a:xfrm>
            <a:off x="5122491" y="9378597"/>
            <a:ext cx="1543050" cy="527403"/>
          </a:xfrm>
        </p:spPr>
        <p:txBody>
          <a:bodyPr/>
          <a:lstStyle/>
          <a:p>
            <a:fld id="{086C3A38-D272-42AA-9C88-F1FBEAE20D2C}" type="slidenum">
              <a:rPr lang="en-GB" noProof="0" smtClean="0"/>
              <a:t>8</a:t>
            </a:fld>
            <a:endParaRPr lang="en-GB" noProof="0" dirty="0"/>
          </a:p>
        </p:txBody>
      </p:sp>
      <p:sp>
        <p:nvSpPr>
          <p:cNvPr id="4" name="TextBox 3">
            <a:extLst>
              <a:ext uri="{FF2B5EF4-FFF2-40B4-BE49-F238E27FC236}">
                <a16:creationId xmlns:a16="http://schemas.microsoft.com/office/drawing/2014/main" id="{73F3BA43-B6B3-0FFE-D537-FA5F1D1F91EC}"/>
              </a:ext>
            </a:extLst>
          </p:cNvPr>
          <p:cNvSpPr txBox="1"/>
          <p:nvPr/>
        </p:nvSpPr>
        <p:spPr>
          <a:xfrm>
            <a:off x="0" y="68478"/>
            <a:ext cx="5689207" cy="276999"/>
          </a:xfrm>
          <a:prstGeom prst="rect">
            <a:avLst/>
          </a:prstGeom>
          <a:noFill/>
        </p:spPr>
        <p:txBody>
          <a:bodyPr wrap="square" rtlCol="0">
            <a:spAutoFit/>
          </a:bodyPr>
          <a:lstStyle/>
          <a:p>
            <a:r>
              <a:rPr lang="en-GB" sz="1200" b="1" noProof="0" dirty="0"/>
              <a:t>Question 10.</a:t>
            </a:r>
            <a:r>
              <a:rPr lang="en-GB" sz="1200" noProof="0" dirty="0"/>
              <a:t> Write down the inequalities shown below:</a:t>
            </a:r>
          </a:p>
        </p:txBody>
      </p:sp>
      <p:graphicFrame>
        <p:nvGraphicFramePr>
          <p:cNvPr id="5" name="Table 4">
            <a:extLst>
              <a:ext uri="{FF2B5EF4-FFF2-40B4-BE49-F238E27FC236}">
                <a16:creationId xmlns:a16="http://schemas.microsoft.com/office/drawing/2014/main" id="{B3E5BB47-1B46-A41F-3AA3-A1D43195CBB8}"/>
              </a:ext>
            </a:extLst>
          </p:cNvPr>
          <p:cNvGraphicFramePr>
            <a:graphicFrameLocks noGrp="1"/>
          </p:cNvGraphicFramePr>
          <p:nvPr>
            <p:extLst>
              <p:ext uri="{D42A27DB-BD31-4B8C-83A1-F6EECF244321}">
                <p14:modId xmlns:p14="http://schemas.microsoft.com/office/powerpoint/2010/main" val="854585078"/>
              </p:ext>
            </p:extLst>
          </p:nvPr>
        </p:nvGraphicFramePr>
        <p:xfrm>
          <a:off x="93453" y="345477"/>
          <a:ext cx="6671094" cy="3778131"/>
        </p:xfrm>
        <a:graphic>
          <a:graphicData uri="http://schemas.openxmlformats.org/drawingml/2006/table">
            <a:tbl>
              <a:tblPr firstRow="1" bandRow="1">
                <a:tableStyleId>{5C22544A-7EE6-4342-B048-85BDC9FD1C3A}</a:tableStyleId>
              </a:tblPr>
              <a:tblGrid>
                <a:gridCol w="3335547">
                  <a:extLst>
                    <a:ext uri="{9D8B030D-6E8A-4147-A177-3AD203B41FA5}">
                      <a16:colId xmlns:a16="http://schemas.microsoft.com/office/drawing/2014/main" val="1485180679"/>
                    </a:ext>
                  </a:extLst>
                </a:gridCol>
                <a:gridCol w="3335547">
                  <a:extLst>
                    <a:ext uri="{9D8B030D-6E8A-4147-A177-3AD203B41FA5}">
                      <a16:colId xmlns:a16="http://schemas.microsoft.com/office/drawing/2014/main" val="244692578"/>
                    </a:ext>
                  </a:extLst>
                </a:gridCol>
              </a:tblGrid>
              <a:tr h="1259377">
                <a:tc>
                  <a:txBody>
                    <a:bodyPr/>
                    <a:lstStyle/>
                    <a:p>
                      <a:r>
                        <a:rPr lang="en-GB" sz="1200" b="0" noProof="0"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5276682"/>
                  </a:ext>
                </a:extLst>
              </a:tr>
              <a:tr h="1259377">
                <a:tc>
                  <a:txBody>
                    <a:bodyPr/>
                    <a:lstStyle/>
                    <a:p>
                      <a:r>
                        <a:rPr lang="en-GB" sz="1200" b="0" noProof="0" dirty="0">
                          <a:solidFill>
                            <a:schemeClr val="tx1"/>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2722809"/>
                  </a:ext>
                </a:extLst>
              </a:tr>
              <a:tr h="1259377">
                <a:tc>
                  <a:txBody>
                    <a:bodyPr/>
                    <a:lstStyle/>
                    <a:p>
                      <a:r>
                        <a:rPr lang="en-GB" sz="1200" b="0" noProof="0" dirty="0">
                          <a:solidFill>
                            <a:schemeClr val="tx1"/>
                          </a:solidFill>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1280248"/>
                  </a:ext>
                </a:extLst>
              </a:tr>
            </a:tbl>
          </a:graphicData>
        </a:graphic>
      </p:graphicFrame>
      <p:sp>
        <p:nvSpPr>
          <p:cNvPr id="12" name="TextBox 11">
            <a:extLst>
              <a:ext uri="{FF2B5EF4-FFF2-40B4-BE49-F238E27FC236}">
                <a16:creationId xmlns:a16="http://schemas.microsoft.com/office/drawing/2014/main" id="{DB42836F-2985-BB09-3539-E7CEA455325A}"/>
              </a:ext>
            </a:extLst>
          </p:cNvPr>
          <p:cNvSpPr txBox="1"/>
          <p:nvPr/>
        </p:nvSpPr>
        <p:spPr>
          <a:xfrm>
            <a:off x="15240" y="4284811"/>
            <a:ext cx="5689207" cy="276999"/>
          </a:xfrm>
          <a:prstGeom prst="rect">
            <a:avLst/>
          </a:prstGeom>
          <a:noFill/>
        </p:spPr>
        <p:txBody>
          <a:bodyPr wrap="square" rtlCol="0">
            <a:spAutoFit/>
          </a:bodyPr>
          <a:lstStyle/>
          <a:p>
            <a:r>
              <a:rPr lang="en-GB" sz="1200" b="1" noProof="0" dirty="0"/>
              <a:t>Question 11.</a:t>
            </a:r>
            <a:r>
              <a:rPr lang="en-GB" sz="1200" noProof="0" dirty="0"/>
              <a:t> True or false? Write T or F in each box.</a:t>
            </a: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E7E7B7A5-01F9-C588-E47D-802CA005E218}"/>
                  </a:ext>
                </a:extLst>
              </p:cNvPr>
              <p:cNvGraphicFramePr>
                <a:graphicFrameLocks noGrp="1"/>
              </p:cNvGraphicFramePr>
              <p:nvPr>
                <p:extLst>
                  <p:ext uri="{D42A27DB-BD31-4B8C-83A1-F6EECF244321}">
                    <p14:modId xmlns:p14="http://schemas.microsoft.com/office/powerpoint/2010/main" val="167572464"/>
                  </p:ext>
                </p:extLst>
              </p:nvPr>
            </p:nvGraphicFramePr>
            <p:xfrm>
              <a:off x="116992" y="4653250"/>
              <a:ext cx="6671091" cy="2271204"/>
            </p:xfrm>
            <a:graphic>
              <a:graphicData uri="http://schemas.openxmlformats.org/drawingml/2006/table">
                <a:tbl>
                  <a:tblPr firstRow="1" bandRow="1">
                    <a:tableStyleId>{5C22544A-7EE6-4342-B048-85BDC9FD1C3A}</a:tableStyleId>
                  </a:tblPr>
                  <a:tblGrid>
                    <a:gridCol w="2223697">
                      <a:extLst>
                        <a:ext uri="{9D8B030D-6E8A-4147-A177-3AD203B41FA5}">
                          <a16:colId xmlns:a16="http://schemas.microsoft.com/office/drawing/2014/main" val="500994839"/>
                        </a:ext>
                      </a:extLst>
                    </a:gridCol>
                    <a:gridCol w="2223697">
                      <a:extLst>
                        <a:ext uri="{9D8B030D-6E8A-4147-A177-3AD203B41FA5}">
                          <a16:colId xmlns:a16="http://schemas.microsoft.com/office/drawing/2014/main" val="1827655550"/>
                        </a:ext>
                      </a:extLst>
                    </a:gridCol>
                    <a:gridCol w="2223697">
                      <a:extLst>
                        <a:ext uri="{9D8B030D-6E8A-4147-A177-3AD203B41FA5}">
                          <a16:colId xmlns:a16="http://schemas.microsoft.com/office/drawing/2014/main" val="715580289"/>
                        </a:ext>
                      </a:extLst>
                    </a:gridCol>
                  </a:tblGrid>
                  <a:tr h="1135602">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−1 </m:t>
                              </m:r>
                              <m:r>
                                <a:rPr lang="en-GB" sz="1200" b="0" i="1" noProof="0" smtClean="0">
                                  <a:solidFill>
                                    <a:schemeClr val="tx1"/>
                                  </a:solidFill>
                                  <a:latin typeface="Cambria Math" panose="02040503050406030204" pitchFamily="18" charset="0"/>
                                  <a:ea typeface="Cambria Math" panose="02040503050406030204" pitchFamily="18" charset="0"/>
                                </a:rPr>
                                <m: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−1 </m:t>
                              </m:r>
                              <m:r>
                                <a:rPr lang="en-GB" sz="1200" b="0" i="1" noProof="0" smtClean="0">
                                  <a:solidFill>
                                    <a:schemeClr val="tx1"/>
                                  </a:solidFill>
                                  <a:latin typeface="Cambria Math" panose="02040503050406030204" pitchFamily="18" charset="0"/>
                                  <a:ea typeface="Cambria Math" panose="02040503050406030204" pitchFamily="18" charset="0"/>
                                </a:rPr>
                                <m: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−1&lt;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3658512"/>
                      </a:ext>
                    </a:extLst>
                  </a:tr>
                  <a:tr h="1135602">
                    <a:tc>
                      <a:txBody>
                        <a:bodyPr/>
                        <a:lstStyle/>
                        <a:p>
                          <a:r>
                            <a:rPr lang="en-GB" sz="1200" b="0" noProof="0" dirty="0">
                              <a:solidFill>
                                <a:schemeClr val="tx1"/>
                              </a:solidFill>
                            </a:rPr>
                            <a:t>d)</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−1&lt;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e)</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−1&lt;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−1&lt;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0130892"/>
                      </a:ext>
                    </a:extLst>
                  </a:tr>
                </a:tbl>
              </a:graphicData>
            </a:graphic>
          </p:graphicFrame>
        </mc:Choice>
        <mc:Fallback xmlns="">
          <p:graphicFrame>
            <p:nvGraphicFramePr>
              <p:cNvPr id="13" name="Table 12">
                <a:extLst>
                  <a:ext uri="{FF2B5EF4-FFF2-40B4-BE49-F238E27FC236}">
                    <a16:creationId xmlns:a16="http://schemas.microsoft.com/office/drawing/2014/main" id="{E7E7B7A5-01F9-C588-E47D-802CA005E218}"/>
                  </a:ext>
                </a:extLst>
              </p:cNvPr>
              <p:cNvGraphicFramePr>
                <a:graphicFrameLocks noGrp="1"/>
              </p:cNvGraphicFramePr>
              <p:nvPr>
                <p:extLst>
                  <p:ext uri="{D42A27DB-BD31-4B8C-83A1-F6EECF244321}">
                    <p14:modId xmlns:p14="http://schemas.microsoft.com/office/powerpoint/2010/main" val="167572464"/>
                  </p:ext>
                </p:extLst>
              </p:nvPr>
            </p:nvGraphicFramePr>
            <p:xfrm>
              <a:off x="116992" y="4653250"/>
              <a:ext cx="6671091" cy="2271204"/>
            </p:xfrm>
            <a:graphic>
              <a:graphicData uri="http://schemas.openxmlformats.org/drawingml/2006/table">
                <a:tbl>
                  <a:tblPr firstRow="1" bandRow="1">
                    <a:tableStyleId>{5C22544A-7EE6-4342-B048-85BDC9FD1C3A}</a:tableStyleId>
                  </a:tblPr>
                  <a:tblGrid>
                    <a:gridCol w="2223697">
                      <a:extLst>
                        <a:ext uri="{9D8B030D-6E8A-4147-A177-3AD203B41FA5}">
                          <a16:colId xmlns:a16="http://schemas.microsoft.com/office/drawing/2014/main" val="500994839"/>
                        </a:ext>
                      </a:extLst>
                    </a:gridCol>
                    <a:gridCol w="2223697">
                      <a:extLst>
                        <a:ext uri="{9D8B030D-6E8A-4147-A177-3AD203B41FA5}">
                          <a16:colId xmlns:a16="http://schemas.microsoft.com/office/drawing/2014/main" val="1827655550"/>
                        </a:ext>
                      </a:extLst>
                    </a:gridCol>
                    <a:gridCol w="2223697">
                      <a:extLst>
                        <a:ext uri="{9D8B030D-6E8A-4147-A177-3AD203B41FA5}">
                          <a16:colId xmlns:a16="http://schemas.microsoft.com/office/drawing/2014/main" val="715580289"/>
                        </a:ext>
                      </a:extLst>
                    </a:gridCol>
                  </a:tblGrid>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4" t="-535" r="-200548" b="-1005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274" t="-535" r="-100548" b="-1005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274" t="-535" r="-548" b="-100535"/>
                          </a:stretch>
                        </a:blipFill>
                      </a:tcPr>
                    </a:tc>
                    <a:extLst>
                      <a:ext uri="{0D108BD9-81ED-4DB2-BD59-A6C34878D82A}">
                        <a16:rowId xmlns:a16="http://schemas.microsoft.com/office/drawing/2014/main" val="2603658512"/>
                      </a:ext>
                    </a:extLst>
                  </a:tr>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4" t="-101075" r="-200548" b="-10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274" t="-101075" r="-100548" b="-10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274" t="-101075" r="-548" b="-1075"/>
                          </a:stretch>
                        </a:blipFill>
                      </a:tcPr>
                    </a:tc>
                    <a:extLst>
                      <a:ext uri="{0D108BD9-81ED-4DB2-BD59-A6C34878D82A}">
                        <a16:rowId xmlns:a16="http://schemas.microsoft.com/office/drawing/2014/main" val="2930130892"/>
                      </a:ext>
                    </a:extLst>
                  </a:tr>
                </a:tbl>
              </a:graphicData>
            </a:graphic>
          </p:graphicFrame>
        </mc:Fallback>
      </mc:AlternateContent>
      <p:grpSp>
        <p:nvGrpSpPr>
          <p:cNvPr id="16" name="Group 15">
            <a:extLst>
              <a:ext uri="{FF2B5EF4-FFF2-40B4-BE49-F238E27FC236}">
                <a16:creationId xmlns:a16="http://schemas.microsoft.com/office/drawing/2014/main" id="{C15048C8-8EA5-C223-B666-B8448B2F6948}"/>
              </a:ext>
            </a:extLst>
          </p:cNvPr>
          <p:cNvGrpSpPr/>
          <p:nvPr/>
        </p:nvGrpSpPr>
        <p:grpSpPr>
          <a:xfrm>
            <a:off x="239535" y="5128369"/>
            <a:ext cx="1985505" cy="642829"/>
            <a:chOff x="439582" y="356801"/>
            <a:chExt cx="2771775" cy="782701"/>
          </a:xfrm>
        </p:grpSpPr>
        <p:cxnSp>
          <p:nvCxnSpPr>
            <p:cNvPr id="17" name="Straight Connector 16">
              <a:extLst>
                <a:ext uri="{FF2B5EF4-FFF2-40B4-BE49-F238E27FC236}">
                  <a16:creationId xmlns:a16="http://schemas.microsoft.com/office/drawing/2014/main" id="{D848E7A0-72C0-5042-9FA2-E22F4DD80150}"/>
                </a:ext>
              </a:extLst>
            </p:cNvPr>
            <p:cNvCxnSpPr>
              <a:endCxn id="20" idx="1"/>
            </p:cNvCxnSpPr>
            <p:nvPr/>
          </p:nvCxnSpPr>
          <p:spPr>
            <a:xfrm>
              <a:off x="967299" y="478585"/>
              <a:ext cx="110251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4">
              <a:extLst>
                <a:ext uri="{FF2B5EF4-FFF2-40B4-BE49-F238E27FC236}">
                  <a16:creationId xmlns:a16="http://schemas.microsoft.com/office/drawing/2014/main" id="{800B41F7-AEA3-9010-5C53-5D7C65430A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582" y="663252"/>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8">
              <a:extLst>
                <a:ext uri="{FF2B5EF4-FFF2-40B4-BE49-F238E27FC236}">
                  <a16:creationId xmlns:a16="http://schemas.microsoft.com/office/drawing/2014/main" id="{C9389AFA-C218-9E8D-32E5-923D985373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1568" y="356801"/>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8">
              <a:extLst>
                <a:ext uri="{FF2B5EF4-FFF2-40B4-BE49-F238E27FC236}">
                  <a16:creationId xmlns:a16="http://schemas.microsoft.com/office/drawing/2014/main" id="{B3512CCA-BF86-0017-2BB0-8B5D19380D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9818" y="356801"/>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1" name="Group 20">
            <a:extLst>
              <a:ext uri="{FF2B5EF4-FFF2-40B4-BE49-F238E27FC236}">
                <a16:creationId xmlns:a16="http://schemas.microsoft.com/office/drawing/2014/main" id="{25D40882-4125-8A93-5DE5-2FAF51FB1D17}"/>
              </a:ext>
            </a:extLst>
          </p:cNvPr>
          <p:cNvGrpSpPr/>
          <p:nvPr/>
        </p:nvGrpSpPr>
        <p:grpSpPr>
          <a:xfrm>
            <a:off x="2426916" y="5031649"/>
            <a:ext cx="2107771" cy="754789"/>
            <a:chOff x="439577" y="2063331"/>
            <a:chExt cx="2771775" cy="827226"/>
          </a:xfrm>
        </p:grpSpPr>
        <p:pic>
          <p:nvPicPr>
            <p:cNvPr id="22" name="Picture 4">
              <a:extLst>
                <a:ext uri="{FF2B5EF4-FFF2-40B4-BE49-F238E27FC236}">
                  <a16:creationId xmlns:a16="http://schemas.microsoft.com/office/drawing/2014/main" id="{7D6739C0-67C4-F890-BC12-372BA1C785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577" y="2414307"/>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5">
              <a:extLst>
                <a:ext uri="{FF2B5EF4-FFF2-40B4-BE49-F238E27FC236}">
                  <a16:creationId xmlns:a16="http://schemas.microsoft.com/office/drawing/2014/main" id="{AECFD012-23E4-9037-8A4F-2266DF76A26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1568" y="2063331"/>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5">
              <a:extLst>
                <a:ext uri="{FF2B5EF4-FFF2-40B4-BE49-F238E27FC236}">
                  <a16:creationId xmlns:a16="http://schemas.microsoft.com/office/drawing/2014/main" id="{AD5BECED-91EA-773D-E519-F079C70C166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9818" y="2063331"/>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5" name="Straight Connector 24">
              <a:extLst>
                <a:ext uri="{FF2B5EF4-FFF2-40B4-BE49-F238E27FC236}">
                  <a16:creationId xmlns:a16="http://schemas.microsoft.com/office/drawing/2014/main" id="{9BA488A4-5B64-BDB2-94C8-B2D260C37A2E}"/>
                </a:ext>
              </a:extLst>
            </p:cNvPr>
            <p:cNvCxnSpPr/>
            <p:nvPr/>
          </p:nvCxnSpPr>
          <p:spPr>
            <a:xfrm>
              <a:off x="1028532" y="2203779"/>
              <a:ext cx="110251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661A1EC-5228-92E4-98A0-048CBC21F6D5}"/>
              </a:ext>
            </a:extLst>
          </p:cNvPr>
          <p:cNvGrpSpPr/>
          <p:nvPr/>
        </p:nvGrpSpPr>
        <p:grpSpPr>
          <a:xfrm>
            <a:off x="4666269" y="5092610"/>
            <a:ext cx="2074740" cy="653372"/>
            <a:chOff x="439582" y="3805341"/>
            <a:chExt cx="2771775" cy="799029"/>
          </a:xfrm>
        </p:grpSpPr>
        <p:pic>
          <p:nvPicPr>
            <p:cNvPr id="27" name="Picture 4">
              <a:extLst>
                <a:ext uri="{FF2B5EF4-FFF2-40B4-BE49-F238E27FC236}">
                  <a16:creationId xmlns:a16="http://schemas.microsoft.com/office/drawing/2014/main" id="{F8E28069-6381-1D9B-3881-CB506EBE3B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582" y="4128120"/>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5">
              <a:extLst>
                <a:ext uri="{FF2B5EF4-FFF2-40B4-BE49-F238E27FC236}">
                  <a16:creationId xmlns:a16="http://schemas.microsoft.com/office/drawing/2014/main" id="{6E372B25-61AA-8A85-5FFF-28E124094EE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7620" y="3805341"/>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5">
              <a:extLst>
                <a:ext uri="{FF2B5EF4-FFF2-40B4-BE49-F238E27FC236}">
                  <a16:creationId xmlns:a16="http://schemas.microsoft.com/office/drawing/2014/main" id="{25284A43-7B21-224D-9DC5-6C45238E4F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5870" y="3805341"/>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0" name="Straight Connector 29">
              <a:extLst>
                <a:ext uri="{FF2B5EF4-FFF2-40B4-BE49-F238E27FC236}">
                  <a16:creationId xmlns:a16="http://schemas.microsoft.com/office/drawing/2014/main" id="{537ABD3E-D86F-4D19-3923-75EEEEDD115D}"/>
                </a:ext>
              </a:extLst>
            </p:cNvPr>
            <p:cNvCxnSpPr/>
            <p:nvPr/>
          </p:nvCxnSpPr>
          <p:spPr>
            <a:xfrm>
              <a:off x="1075137" y="3957652"/>
              <a:ext cx="110251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E2346E99-CD2F-9FC8-7187-D0A3722C27F7}"/>
              </a:ext>
            </a:extLst>
          </p:cNvPr>
          <p:cNvGrpSpPr/>
          <p:nvPr/>
        </p:nvGrpSpPr>
        <p:grpSpPr>
          <a:xfrm>
            <a:off x="209055" y="6190119"/>
            <a:ext cx="2107771" cy="703855"/>
            <a:chOff x="439578" y="5817323"/>
            <a:chExt cx="2771775" cy="808573"/>
          </a:xfrm>
        </p:grpSpPr>
        <p:cxnSp>
          <p:nvCxnSpPr>
            <p:cNvPr id="32" name="Straight Connector 31">
              <a:extLst>
                <a:ext uri="{FF2B5EF4-FFF2-40B4-BE49-F238E27FC236}">
                  <a16:creationId xmlns:a16="http://schemas.microsoft.com/office/drawing/2014/main" id="{99C9BB22-5658-8374-8975-8355A5040FF4}"/>
                </a:ext>
              </a:extLst>
            </p:cNvPr>
            <p:cNvCxnSpPr/>
            <p:nvPr/>
          </p:nvCxnSpPr>
          <p:spPr>
            <a:xfrm>
              <a:off x="1052688" y="5939106"/>
              <a:ext cx="110251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33" name="Picture 4">
              <a:extLst>
                <a:ext uri="{FF2B5EF4-FFF2-40B4-BE49-F238E27FC236}">
                  <a16:creationId xmlns:a16="http://schemas.microsoft.com/office/drawing/2014/main" id="{754232A6-35D2-306F-3904-7273A6441B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578" y="6149646"/>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8">
              <a:extLst>
                <a:ext uri="{FF2B5EF4-FFF2-40B4-BE49-F238E27FC236}">
                  <a16:creationId xmlns:a16="http://schemas.microsoft.com/office/drawing/2014/main" id="{BFBBB821-0A67-561C-A1C7-D660621AFF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9462" y="5817323"/>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8">
              <a:extLst>
                <a:ext uri="{FF2B5EF4-FFF2-40B4-BE49-F238E27FC236}">
                  <a16:creationId xmlns:a16="http://schemas.microsoft.com/office/drawing/2014/main" id="{7DAE11D7-14CE-D0ED-7B6D-A04D314ED3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97712" y="5817323"/>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36" name="Group 35">
            <a:extLst>
              <a:ext uri="{FF2B5EF4-FFF2-40B4-BE49-F238E27FC236}">
                <a16:creationId xmlns:a16="http://schemas.microsoft.com/office/drawing/2014/main" id="{A097858E-16D7-F1FB-D159-05883A295C0B}"/>
              </a:ext>
            </a:extLst>
          </p:cNvPr>
          <p:cNvGrpSpPr/>
          <p:nvPr/>
        </p:nvGrpSpPr>
        <p:grpSpPr>
          <a:xfrm>
            <a:off x="2426916" y="6127899"/>
            <a:ext cx="2107771" cy="766075"/>
            <a:chOff x="279011" y="478586"/>
            <a:chExt cx="2771775" cy="824901"/>
          </a:xfrm>
        </p:grpSpPr>
        <p:pic>
          <p:nvPicPr>
            <p:cNvPr id="37" name="Picture 4">
              <a:extLst>
                <a:ext uri="{FF2B5EF4-FFF2-40B4-BE49-F238E27FC236}">
                  <a16:creationId xmlns:a16="http://schemas.microsoft.com/office/drawing/2014/main" id="{71491977-6E30-A693-2197-5BDA8F8508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011" y="827237"/>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5">
              <a:extLst>
                <a:ext uri="{FF2B5EF4-FFF2-40B4-BE49-F238E27FC236}">
                  <a16:creationId xmlns:a16="http://schemas.microsoft.com/office/drawing/2014/main" id="{6908402A-C2F4-6B23-9D93-B3EB3304B6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4234" y="478586"/>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9" name="Straight Connector 38">
              <a:extLst>
                <a:ext uri="{FF2B5EF4-FFF2-40B4-BE49-F238E27FC236}">
                  <a16:creationId xmlns:a16="http://schemas.microsoft.com/office/drawing/2014/main" id="{FFACE83C-55A0-D345-8C7E-67BEA7F5DE4A}"/>
                </a:ext>
              </a:extLst>
            </p:cNvPr>
            <p:cNvCxnSpPr>
              <a:endCxn id="40" idx="1"/>
            </p:cNvCxnSpPr>
            <p:nvPr/>
          </p:nvCxnSpPr>
          <p:spPr>
            <a:xfrm>
              <a:off x="771339" y="607173"/>
              <a:ext cx="1178753" cy="95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40" name="Picture 8">
              <a:extLst>
                <a:ext uri="{FF2B5EF4-FFF2-40B4-BE49-F238E27FC236}">
                  <a16:creationId xmlns:a16="http://schemas.microsoft.com/office/drawing/2014/main" id="{E157125C-9E95-D5A6-1117-3CC5EBDA8A7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0092" y="497636"/>
              <a:ext cx="2381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41" name="Group 40">
            <a:extLst>
              <a:ext uri="{FF2B5EF4-FFF2-40B4-BE49-F238E27FC236}">
                <a16:creationId xmlns:a16="http://schemas.microsoft.com/office/drawing/2014/main" id="{48B069D1-6352-296B-04C9-15D179AD3447}"/>
              </a:ext>
            </a:extLst>
          </p:cNvPr>
          <p:cNvGrpSpPr/>
          <p:nvPr/>
        </p:nvGrpSpPr>
        <p:grpSpPr>
          <a:xfrm>
            <a:off x="4659920" y="6112434"/>
            <a:ext cx="2087822" cy="810227"/>
            <a:chOff x="287182" y="2200994"/>
            <a:chExt cx="2771775" cy="824901"/>
          </a:xfrm>
        </p:grpSpPr>
        <p:pic>
          <p:nvPicPr>
            <p:cNvPr id="42" name="Picture 4">
              <a:extLst>
                <a:ext uri="{FF2B5EF4-FFF2-40B4-BE49-F238E27FC236}">
                  <a16:creationId xmlns:a16="http://schemas.microsoft.com/office/drawing/2014/main" id="{12FFDAB3-2301-64AC-6EB5-E033C44B04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182" y="2549645"/>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3" name="Picture 5">
              <a:extLst>
                <a:ext uri="{FF2B5EF4-FFF2-40B4-BE49-F238E27FC236}">
                  <a16:creationId xmlns:a16="http://schemas.microsoft.com/office/drawing/2014/main" id="{BC95AFA3-7BC8-CC39-7395-EA1E588BCD3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2405" y="2200994"/>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4" name="Straight Connector 43">
              <a:extLst>
                <a:ext uri="{FF2B5EF4-FFF2-40B4-BE49-F238E27FC236}">
                  <a16:creationId xmlns:a16="http://schemas.microsoft.com/office/drawing/2014/main" id="{F58B5212-2BD4-4393-8E2E-0B4E9DED5543}"/>
                </a:ext>
              </a:extLst>
            </p:cNvPr>
            <p:cNvCxnSpPr>
              <a:endCxn id="45" idx="1"/>
            </p:cNvCxnSpPr>
            <p:nvPr/>
          </p:nvCxnSpPr>
          <p:spPr>
            <a:xfrm flipV="1">
              <a:off x="771339" y="2320057"/>
              <a:ext cx="1196371" cy="190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45" name="Picture 8">
              <a:extLst>
                <a:ext uri="{FF2B5EF4-FFF2-40B4-BE49-F238E27FC236}">
                  <a16:creationId xmlns:a16="http://schemas.microsoft.com/office/drawing/2014/main" id="{6C29B6B1-03DD-A84D-7B4B-6571AABCC2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7710" y="2200994"/>
              <a:ext cx="2381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5A036EB7-DEE6-F9ED-3DCC-79215CCCE318}"/>
                  </a:ext>
                </a:extLst>
              </p:cNvPr>
              <p:cNvGraphicFramePr>
                <a:graphicFrameLocks noGrp="1"/>
              </p:cNvGraphicFramePr>
              <p:nvPr>
                <p:extLst>
                  <p:ext uri="{D42A27DB-BD31-4B8C-83A1-F6EECF244321}">
                    <p14:modId xmlns:p14="http://schemas.microsoft.com/office/powerpoint/2010/main" val="1561371558"/>
                  </p:ext>
                </p:extLst>
              </p:nvPr>
            </p:nvGraphicFramePr>
            <p:xfrm>
              <a:off x="121371" y="6917446"/>
              <a:ext cx="6671091" cy="2271204"/>
            </p:xfrm>
            <a:graphic>
              <a:graphicData uri="http://schemas.openxmlformats.org/drawingml/2006/table">
                <a:tbl>
                  <a:tblPr firstRow="1" bandRow="1">
                    <a:tableStyleId>{5C22544A-7EE6-4342-B048-85BDC9FD1C3A}</a:tableStyleId>
                  </a:tblPr>
                  <a:tblGrid>
                    <a:gridCol w="2223697">
                      <a:extLst>
                        <a:ext uri="{9D8B030D-6E8A-4147-A177-3AD203B41FA5}">
                          <a16:colId xmlns:a16="http://schemas.microsoft.com/office/drawing/2014/main" val="500994839"/>
                        </a:ext>
                      </a:extLst>
                    </a:gridCol>
                    <a:gridCol w="2223697">
                      <a:extLst>
                        <a:ext uri="{9D8B030D-6E8A-4147-A177-3AD203B41FA5}">
                          <a16:colId xmlns:a16="http://schemas.microsoft.com/office/drawing/2014/main" val="1827655550"/>
                        </a:ext>
                      </a:extLst>
                    </a:gridCol>
                    <a:gridCol w="2223697">
                      <a:extLst>
                        <a:ext uri="{9D8B030D-6E8A-4147-A177-3AD203B41FA5}">
                          <a16:colId xmlns:a16="http://schemas.microsoft.com/office/drawing/2014/main" val="715580289"/>
                        </a:ext>
                      </a:extLst>
                    </a:gridCol>
                  </a:tblGrid>
                  <a:tr h="1135602">
                    <a:tc>
                      <a:txBody>
                        <a:bodyPr/>
                        <a:lstStyle/>
                        <a:p>
                          <a:r>
                            <a:rPr lang="en-GB" sz="1200" b="0" noProof="0" dirty="0">
                              <a:solidFill>
                                <a:schemeClr val="tx1"/>
                              </a:solidFill>
                            </a:rPr>
                            <a:t>g) </a:t>
                          </a:r>
                          <a14:m>
                            <m:oMath xmlns:m="http://schemas.openxmlformats.org/officeDocument/2006/math">
                              <m:r>
                                <a:rPr lang="en-GB" sz="1200" b="0" i="1" noProof="0" smtClean="0">
                                  <a:solidFill>
                                    <a:schemeClr val="tx1"/>
                                  </a:solidFill>
                                  <a:latin typeface="Cambria Math" panose="02040503050406030204" pitchFamily="18" charset="0"/>
                                </a:rPr>
                                <m:t>−1 </m:t>
                              </m:r>
                              <m:r>
                                <a:rPr lang="en-GB" sz="1200" b="0" i="1" noProof="0" smtClean="0">
                                  <a:solidFill>
                                    <a:schemeClr val="tx1"/>
                                  </a:solidFill>
                                  <a:latin typeface="Cambria Math" panose="02040503050406030204" pitchFamily="18" charset="0"/>
                                  <a:ea typeface="Cambria Math" panose="02040503050406030204" pitchFamily="18" charset="0"/>
                                </a:rPr>
                                <m: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h) </a:t>
                          </a:r>
                          <a14:m>
                            <m:oMath xmlns:m="http://schemas.openxmlformats.org/officeDocument/2006/math">
                              <m:r>
                                <a:rPr lang="en-GB" sz="1200" b="0" i="1" noProof="0" smtClean="0">
                                  <a:solidFill>
                                    <a:schemeClr val="tx1"/>
                                  </a:solidFill>
                                  <a:latin typeface="Cambria Math" panose="02040503050406030204" pitchFamily="18" charset="0"/>
                                </a:rPr>
                                <m:t>−1 </m:t>
                              </m:r>
                              <m:r>
                                <a:rPr lang="en-GB" sz="1200" b="0" i="1" noProof="0" smtClean="0">
                                  <a:solidFill>
                                    <a:schemeClr val="tx1"/>
                                  </a:solidFill>
                                  <a:latin typeface="Cambria Math" panose="02040503050406030204" pitchFamily="18" charset="0"/>
                                  <a:ea typeface="Cambria Math" panose="02040503050406030204" pitchFamily="18" charset="0"/>
                                </a:rPr>
                                <m: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err="1">
                              <a:solidFill>
                                <a:schemeClr val="tx1"/>
                              </a:solidFill>
                            </a:rPr>
                            <a:t>i</a:t>
                          </a:r>
                          <a:r>
                            <a:rPr lang="en-GB" sz="1200" b="0" noProof="0" dirty="0">
                              <a:solidFill>
                                <a:schemeClr val="tx1"/>
                              </a:solidFill>
                            </a:rPr>
                            <a:t>)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a:ea typeface="+mn-ea"/>
                                  <a:cs typeface="+mn-cs"/>
                                </a:rPr>
                                <m:t>−2&lt;</m:t>
                              </m:r>
                              <m:r>
                                <a:rPr kumimoji="0" lang="en-GB" sz="1200" b="0" i="1" u="none" strike="noStrike" kern="1200" cap="none" spc="0" normalizeH="0" baseline="0" noProof="0" smtClean="0">
                                  <a:ln>
                                    <a:noFill/>
                                  </a:ln>
                                  <a:solidFill>
                                    <a:prstClr val="black"/>
                                  </a:solidFill>
                                  <a:effectLst/>
                                  <a:uLnTx/>
                                  <a:uFillTx/>
                                  <a:latin typeface="Cambria Math"/>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a:ea typeface="Cambria Math"/>
                                  <a:cs typeface="+mn-cs"/>
                                </a:rPr>
                                <m:t>≤</m:t>
                              </m:r>
                              <m:r>
                                <a:rPr kumimoji="0" lang="en-GB" sz="1200" b="0" i="1" u="none" strike="noStrike" kern="1200" cap="none" spc="0" normalizeH="0" baseline="0" noProof="0" smtClean="0">
                                  <a:ln>
                                    <a:noFill/>
                                  </a:ln>
                                  <a:solidFill>
                                    <a:prstClr val="black"/>
                                  </a:solidFill>
                                  <a:effectLst/>
                                  <a:uLnTx/>
                                  <a:uFillTx/>
                                  <a:latin typeface="Cambria Math"/>
                                  <a:ea typeface="+mn-ea"/>
                                  <a:cs typeface="+mn-cs"/>
                                </a:rPr>
                                <m:t>2</m:t>
                              </m:r>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3658512"/>
                      </a:ext>
                    </a:extLst>
                  </a:tr>
                  <a:tr h="11356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j)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a:ea typeface="Cambria Math"/>
                                  <a:cs typeface="+mn-cs"/>
                                </a:rPr>
                                <m:t>≤</m:t>
                              </m:r>
                              <m:r>
                                <a:rPr kumimoji="0" lang="en-GB" sz="1200" b="0" i="1" u="none" strike="noStrike" kern="1200" cap="none" spc="0" normalizeH="0" baseline="0" noProof="0" smtClean="0">
                                  <a:ln>
                                    <a:noFill/>
                                  </a:ln>
                                  <a:solidFill>
                                    <a:prstClr val="black"/>
                                  </a:solidFill>
                                  <a:effectLst/>
                                  <a:uLnTx/>
                                  <a:uFillTx/>
                                  <a:latin typeface="Cambria Math"/>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a:ea typeface="Cambria Math"/>
                                  <a:cs typeface="+mn-cs"/>
                                </a:rPr>
                                <m:t>≤</m:t>
                              </m:r>
                              <m:r>
                                <a:rPr kumimoji="0" lang="en-GB" sz="1200" b="0" i="1" u="none" strike="noStrike" kern="1200" cap="none" spc="0" normalizeH="0" baseline="0" noProof="0" smtClean="0">
                                  <a:ln>
                                    <a:noFill/>
                                  </a:ln>
                                  <a:solidFill>
                                    <a:prstClr val="black"/>
                                  </a:solidFill>
                                  <a:effectLst/>
                                  <a:uLnTx/>
                                  <a:uFillTx/>
                                  <a:latin typeface="Cambria Math"/>
                                  <a:ea typeface="+mn-ea"/>
                                  <a:cs typeface="+mn-cs"/>
                                </a:rPr>
                                <m:t>2</m:t>
                              </m:r>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k)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a:ea typeface="Cambria Math"/>
                                  <a:cs typeface="+mn-cs"/>
                                </a:rPr>
                                <m:t>&lt;</m:t>
                              </m:r>
                              <m:r>
                                <a:rPr kumimoji="0" lang="en-GB" sz="1200" b="0" i="1" u="none" strike="noStrike" kern="1200" cap="none" spc="0" normalizeH="0" baseline="0" noProof="0" smtClean="0">
                                  <a:ln>
                                    <a:noFill/>
                                  </a:ln>
                                  <a:solidFill>
                                    <a:prstClr val="black"/>
                                  </a:solidFill>
                                  <a:effectLst/>
                                  <a:uLnTx/>
                                  <a:uFillTx/>
                                  <a:latin typeface="Cambria Math"/>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a:ea typeface="Cambria Math"/>
                                  <a:cs typeface="+mn-cs"/>
                                </a:rPr>
                                <m:t>&lt;</m:t>
                              </m:r>
                              <m:r>
                                <a:rPr kumimoji="0" lang="en-GB" sz="1200" b="0" i="1" u="none" strike="noStrike" kern="1200" cap="none" spc="0" normalizeH="0" baseline="0" noProof="0" smtClean="0">
                                  <a:ln>
                                    <a:noFill/>
                                  </a:ln>
                                  <a:solidFill>
                                    <a:prstClr val="black"/>
                                  </a:solidFill>
                                  <a:effectLst/>
                                  <a:uLnTx/>
                                  <a:uFillTx/>
                                  <a:latin typeface="Cambria Math"/>
                                  <a:ea typeface="+mn-ea"/>
                                  <a:cs typeface="+mn-cs"/>
                                </a:rPr>
                                <m:t>2</m:t>
                              </m:r>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l)</a:t>
                          </a:r>
                          <a:r>
                            <a:rPr kumimoji="0" lang="en-GB" sz="1200" b="0" u="none" strike="noStrike" kern="1200" cap="none" spc="0" normalizeH="0" baseline="0" noProof="0" dirty="0">
                              <a:ln>
                                <a:noFill/>
                              </a:ln>
                              <a:solidFill>
                                <a:prstClr val="black"/>
                              </a:solidFill>
                              <a:effectLst/>
                              <a:uLnTx/>
                              <a:uFillTx/>
                              <a:ea typeface="+mn-ea"/>
                              <a:cs typeface="+mn-cs"/>
                            </a:rPr>
                            <a:t>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a:ea typeface="Cambria Math"/>
                                  <a:cs typeface="+mn-cs"/>
                                </a:rPr>
                                <m:t>≤</m:t>
                              </m:r>
                              <m:r>
                                <a:rPr kumimoji="0" lang="en-GB" sz="1200" b="0" i="1" u="none" strike="noStrike" kern="1200" cap="none" spc="0" normalizeH="0" baseline="0" noProof="0" smtClean="0">
                                  <a:ln>
                                    <a:noFill/>
                                  </a:ln>
                                  <a:solidFill>
                                    <a:prstClr val="black"/>
                                  </a:solidFill>
                                  <a:effectLst/>
                                  <a:uLnTx/>
                                  <a:uFillTx/>
                                  <a:latin typeface="Cambria Math"/>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a:ea typeface="Cambria Math"/>
                                  <a:cs typeface="+mn-cs"/>
                                </a:rPr>
                                <m:t>&lt;</m:t>
                              </m:r>
                              <m:r>
                                <a:rPr kumimoji="0" lang="en-GB" sz="1200" b="0" i="1" u="none" strike="noStrike" kern="1200" cap="none" spc="0" normalizeH="0" baseline="0" noProof="0" smtClean="0">
                                  <a:ln>
                                    <a:noFill/>
                                  </a:ln>
                                  <a:solidFill>
                                    <a:prstClr val="black"/>
                                  </a:solidFill>
                                  <a:effectLst/>
                                  <a:uLnTx/>
                                  <a:uFillTx/>
                                  <a:latin typeface="Cambria Math"/>
                                  <a:ea typeface="+mn-ea"/>
                                  <a:cs typeface="+mn-cs"/>
                                </a:rPr>
                                <m:t>2</m:t>
                              </m:r>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0130892"/>
                      </a:ext>
                    </a:extLst>
                  </a:tr>
                </a:tbl>
              </a:graphicData>
            </a:graphic>
          </p:graphicFrame>
        </mc:Choice>
        <mc:Fallback xmlns="">
          <p:graphicFrame>
            <p:nvGraphicFramePr>
              <p:cNvPr id="6" name="Table 5">
                <a:extLst>
                  <a:ext uri="{FF2B5EF4-FFF2-40B4-BE49-F238E27FC236}">
                    <a16:creationId xmlns:a16="http://schemas.microsoft.com/office/drawing/2014/main" id="{5A036EB7-DEE6-F9ED-3DCC-79215CCCE318}"/>
                  </a:ext>
                </a:extLst>
              </p:cNvPr>
              <p:cNvGraphicFramePr>
                <a:graphicFrameLocks noGrp="1"/>
              </p:cNvGraphicFramePr>
              <p:nvPr>
                <p:extLst>
                  <p:ext uri="{D42A27DB-BD31-4B8C-83A1-F6EECF244321}">
                    <p14:modId xmlns:p14="http://schemas.microsoft.com/office/powerpoint/2010/main" val="1561371558"/>
                  </p:ext>
                </p:extLst>
              </p:nvPr>
            </p:nvGraphicFramePr>
            <p:xfrm>
              <a:off x="121371" y="6917446"/>
              <a:ext cx="6671091" cy="2271204"/>
            </p:xfrm>
            <a:graphic>
              <a:graphicData uri="http://schemas.openxmlformats.org/drawingml/2006/table">
                <a:tbl>
                  <a:tblPr firstRow="1" bandRow="1">
                    <a:tableStyleId>{5C22544A-7EE6-4342-B048-85BDC9FD1C3A}</a:tableStyleId>
                  </a:tblPr>
                  <a:tblGrid>
                    <a:gridCol w="2223697">
                      <a:extLst>
                        <a:ext uri="{9D8B030D-6E8A-4147-A177-3AD203B41FA5}">
                          <a16:colId xmlns:a16="http://schemas.microsoft.com/office/drawing/2014/main" val="500994839"/>
                        </a:ext>
                      </a:extLst>
                    </a:gridCol>
                    <a:gridCol w="2223697">
                      <a:extLst>
                        <a:ext uri="{9D8B030D-6E8A-4147-A177-3AD203B41FA5}">
                          <a16:colId xmlns:a16="http://schemas.microsoft.com/office/drawing/2014/main" val="1827655550"/>
                        </a:ext>
                      </a:extLst>
                    </a:gridCol>
                    <a:gridCol w="2223697">
                      <a:extLst>
                        <a:ext uri="{9D8B030D-6E8A-4147-A177-3AD203B41FA5}">
                          <a16:colId xmlns:a16="http://schemas.microsoft.com/office/drawing/2014/main" val="715580289"/>
                        </a:ext>
                      </a:extLst>
                    </a:gridCol>
                  </a:tblGrid>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274" t="-535" r="-200822" b="-1010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00000" t="-535" r="-100273" b="-1010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200548" t="-535" r="-548" b="-101070"/>
                          </a:stretch>
                        </a:blipFill>
                      </a:tcPr>
                    </a:tc>
                    <a:extLst>
                      <a:ext uri="{0D108BD9-81ED-4DB2-BD59-A6C34878D82A}">
                        <a16:rowId xmlns:a16="http://schemas.microsoft.com/office/drawing/2014/main" val="2603658512"/>
                      </a:ext>
                    </a:extLst>
                  </a:tr>
                  <a:tr h="11356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274" t="-100535" r="-200822" b="-10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00000" t="-100535" r="-100273" b="-10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200548" t="-100535" r="-548" b="-1070"/>
                          </a:stretch>
                        </a:blipFill>
                      </a:tcPr>
                    </a:tc>
                    <a:extLst>
                      <a:ext uri="{0D108BD9-81ED-4DB2-BD59-A6C34878D82A}">
                        <a16:rowId xmlns:a16="http://schemas.microsoft.com/office/drawing/2014/main" val="2930130892"/>
                      </a:ext>
                    </a:extLst>
                  </a:tr>
                </a:tbl>
              </a:graphicData>
            </a:graphic>
          </p:graphicFrame>
        </mc:Fallback>
      </mc:AlternateContent>
      <p:grpSp>
        <p:nvGrpSpPr>
          <p:cNvPr id="8" name="Group 7">
            <a:extLst>
              <a:ext uri="{FF2B5EF4-FFF2-40B4-BE49-F238E27FC236}">
                <a16:creationId xmlns:a16="http://schemas.microsoft.com/office/drawing/2014/main" id="{274AD460-8793-6BD9-F093-53FDF6B947D4}"/>
              </a:ext>
            </a:extLst>
          </p:cNvPr>
          <p:cNvGrpSpPr/>
          <p:nvPr/>
        </p:nvGrpSpPr>
        <p:grpSpPr>
          <a:xfrm>
            <a:off x="276448" y="7334827"/>
            <a:ext cx="1961270" cy="680819"/>
            <a:chOff x="279010" y="4052708"/>
            <a:chExt cx="2771775" cy="824901"/>
          </a:xfrm>
        </p:grpSpPr>
        <p:pic>
          <p:nvPicPr>
            <p:cNvPr id="10" name="Picture 9">
              <a:extLst>
                <a:ext uri="{FF2B5EF4-FFF2-40B4-BE49-F238E27FC236}">
                  <a16:creationId xmlns:a16="http://schemas.microsoft.com/office/drawing/2014/main" id="{EA4A55E5-AF28-7186-0FEE-42C4A664F2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010" y="4401359"/>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13">
              <a:extLst>
                <a:ext uri="{FF2B5EF4-FFF2-40B4-BE49-F238E27FC236}">
                  <a16:creationId xmlns:a16="http://schemas.microsoft.com/office/drawing/2014/main" id="{B5E74DB0-873C-C516-8ACC-E6624A9FA94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4233" y="4052708"/>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5" name="Straight Connector 14">
              <a:extLst>
                <a:ext uri="{FF2B5EF4-FFF2-40B4-BE49-F238E27FC236}">
                  <a16:creationId xmlns:a16="http://schemas.microsoft.com/office/drawing/2014/main" id="{5CD3C1DB-147E-E98E-175A-BBAB58FD7ED6}"/>
                </a:ext>
              </a:extLst>
            </p:cNvPr>
            <p:cNvCxnSpPr>
              <a:endCxn id="48" idx="1"/>
            </p:cNvCxnSpPr>
            <p:nvPr/>
          </p:nvCxnSpPr>
          <p:spPr>
            <a:xfrm flipV="1">
              <a:off x="763167" y="4171771"/>
              <a:ext cx="1196371" cy="190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48" name="Picture 8">
              <a:extLst>
                <a:ext uri="{FF2B5EF4-FFF2-40B4-BE49-F238E27FC236}">
                  <a16:creationId xmlns:a16="http://schemas.microsoft.com/office/drawing/2014/main" id="{A686650F-1A2E-FB26-AE7A-666C950C86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9538" y="4052708"/>
              <a:ext cx="2381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49" name="Group 48">
            <a:extLst>
              <a:ext uri="{FF2B5EF4-FFF2-40B4-BE49-F238E27FC236}">
                <a16:creationId xmlns:a16="http://schemas.microsoft.com/office/drawing/2014/main" id="{FA4A914D-EB2A-ACA0-2191-189A4C899BFA}"/>
              </a:ext>
            </a:extLst>
          </p:cNvPr>
          <p:cNvGrpSpPr/>
          <p:nvPr/>
        </p:nvGrpSpPr>
        <p:grpSpPr>
          <a:xfrm>
            <a:off x="2453756" y="7334827"/>
            <a:ext cx="2100442" cy="680819"/>
            <a:chOff x="287182" y="5834422"/>
            <a:chExt cx="2771775" cy="791474"/>
          </a:xfrm>
        </p:grpSpPr>
        <p:pic>
          <p:nvPicPr>
            <p:cNvPr id="50" name="Picture 4">
              <a:extLst>
                <a:ext uri="{FF2B5EF4-FFF2-40B4-BE49-F238E27FC236}">
                  <a16:creationId xmlns:a16="http://schemas.microsoft.com/office/drawing/2014/main" id="{2372BC7D-3A88-3764-5A75-AD16150535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182" y="6149646"/>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 name="Picture 5">
              <a:extLst>
                <a:ext uri="{FF2B5EF4-FFF2-40B4-BE49-F238E27FC236}">
                  <a16:creationId xmlns:a16="http://schemas.microsoft.com/office/drawing/2014/main" id="{DDCC9CC5-BCC6-A1E2-A37B-DC3477AD95F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3422" y="5834422"/>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2" name="Straight Connector 51">
              <a:extLst>
                <a:ext uri="{FF2B5EF4-FFF2-40B4-BE49-F238E27FC236}">
                  <a16:creationId xmlns:a16="http://schemas.microsoft.com/office/drawing/2014/main" id="{1C86C5BE-F95E-2653-09D0-6110E24009B9}"/>
                </a:ext>
              </a:extLst>
            </p:cNvPr>
            <p:cNvCxnSpPr/>
            <p:nvPr/>
          </p:nvCxnSpPr>
          <p:spPr>
            <a:xfrm flipV="1">
              <a:off x="935696" y="5986803"/>
              <a:ext cx="1196371" cy="190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Picture 8">
              <a:extLst>
                <a:ext uri="{FF2B5EF4-FFF2-40B4-BE49-F238E27FC236}">
                  <a16:creationId xmlns:a16="http://schemas.microsoft.com/office/drawing/2014/main" id="{F473F101-BB7C-8347-6C80-8882EE6DD1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9784" y="5874544"/>
              <a:ext cx="243569" cy="243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4" name="Group 53">
            <a:extLst>
              <a:ext uri="{FF2B5EF4-FFF2-40B4-BE49-F238E27FC236}">
                <a16:creationId xmlns:a16="http://schemas.microsoft.com/office/drawing/2014/main" id="{E54FAA0A-002A-1FA9-E5A7-F974134629DC}"/>
              </a:ext>
            </a:extLst>
          </p:cNvPr>
          <p:cNvGrpSpPr/>
          <p:nvPr/>
        </p:nvGrpSpPr>
        <p:grpSpPr>
          <a:xfrm>
            <a:off x="4642604" y="7272568"/>
            <a:ext cx="2100442" cy="743078"/>
            <a:chOff x="228244" y="468969"/>
            <a:chExt cx="2822542" cy="834518"/>
          </a:xfrm>
        </p:grpSpPr>
        <p:pic>
          <p:nvPicPr>
            <p:cNvPr id="55" name="Picture 54">
              <a:extLst>
                <a:ext uri="{FF2B5EF4-FFF2-40B4-BE49-F238E27FC236}">
                  <a16:creationId xmlns:a16="http://schemas.microsoft.com/office/drawing/2014/main" id="{BAA26802-8C75-EA7B-77B3-C4F5A63A0A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011" y="827237"/>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6" name="Picture 55">
              <a:extLst>
                <a:ext uri="{FF2B5EF4-FFF2-40B4-BE49-F238E27FC236}">
                  <a16:creationId xmlns:a16="http://schemas.microsoft.com/office/drawing/2014/main" id="{B5E394AB-0DE5-AA34-C773-E9C41521B3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244" y="468969"/>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7" name="Straight Connector 56">
              <a:extLst>
                <a:ext uri="{FF2B5EF4-FFF2-40B4-BE49-F238E27FC236}">
                  <a16:creationId xmlns:a16="http://schemas.microsoft.com/office/drawing/2014/main" id="{DA781A7E-C3AC-C0DB-8181-16546ECD5024}"/>
                </a:ext>
              </a:extLst>
            </p:cNvPr>
            <p:cNvCxnSpPr>
              <a:endCxn id="58" idx="1"/>
            </p:cNvCxnSpPr>
            <p:nvPr/>
          </p:nvCxnSpPr>
          <p:spPr>
            <a:xfrm>
              <a:off x="363976" y="607082"/>
              <a:ext cx="1586116" cy="96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58" name="Picture 8">
              <a:extLst>
                <a:ext uri="{FF2B5EF4-FFF2-40B4-BE49-F238E27FC236}">
                  <a16:creationId xmlns:a16="http://schemas.microsoft.com/office/drawing/2014/main" id="{4641E477-0D61-3358-E66F-54291EA470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0092" y="497636"/>
              <a:ext cx="2381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9" name="Group 58">
            <a:extLst>
              <a:ext uri="{FF2B5EF4-FFF2-40B4-BE49-F238E27FC236}">
                <a16:creationId xmlns:a16="http://schemas.microsoft.com/office/drawing/2014/main" id="{D7B878C0-9421-086F-A711-BE4698FBCC2D}"/>
              </a:ext>
            </a:extLst>
          </p:cNvPr>
          <p:cNvGrpSpPr/>
          <p:nvPr/>
        </p:nvGrpSpPr>
        <p:grpSpPr>
          <a:xfrm>
            <a:off x="253283" y="8450555"/>
            <a:ext cx="1984436" cy="707616"/>
            <a:chOff x="225365" y="1760788"/>
            <a:chExt cx="2825421" cy="724889"/>
          </a:xfrm>
        </p:grpSpPr>
        <p:pic>
          <p:nvPicPr>
            <p:cNvPr id="60" name="Picture 59">
              <a:extLst>
                <a:ext uri="{FF2B5EF4-FFF2-40B4-BE49-F238E27FC236}">
                  <a16:creationId xmlns:a16="http://schemas.microsoft.com/office/drawing/2014/main" id="{60E8D3B3-FC23-01AE-55BB-5032275826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3876" y="1760788"/>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1" name="Straight Connector 60">
              <a:extLst>
                <a:ext uri="{FF2B5EF4-FFF2-40B4-BE49-F238E27FC236}">
                  <a16:creationId xmlns:a16="http://schemas.microsoft.com/office/drawing/2014/main" id="{69684F6D-55C8-340F-4905-8C4FADB4FAF5}"/>
                </a:ext>
              </a:extLst>
            </p:cNvPr>
            <p:cNvCxnSpPr/>
            <p:nvPr/>
          </p:nvCxnSpPr>
          <p:spPr>
            <a:xfrm>
              <a:off x="361097" y="1898901"/>
              <a:ext cx="1688510" cy="96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62" name="Picture 61">
              <a:extLst>
                <a:ext uri="{FF2B5EF4-FFF2-40B4-BE49-F238E27FC236}">
                  <a16:creationId xmlns:a16="http://schemas.microsoft.com/office/drawing/2014/main" id="{D6012EFA-838C-A6D2-49A9-CE2439DB9C0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365" y="1760788"/>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3" name="Picture 62">
              <a:extLst>
                <a:ext uri="{FF2B5EF4-FFF2-40B4-BE49-F238E27FC236}">
                  <a16:creationId xmlns:a16="http://schemas.microsoft.com/office/drawing/2014/main" id="{682E5DFA-2612-3B2D-FF5C-9D69EF216E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011" y="2009427"/>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64" name="Group 63">
            <a:extLst>
              <a:ext uri="{FF2B5EF4-FFF2-40B4-BE49-F238E27FC236}">
                <a16:creationId xmlns:a16="http://schemas.microsoft.com/office/drawing/2014/main" id="{F5ADBFA0-BD45-4E54-B451-8DBCFBFFC1C9}"/>
              </a:ext>
            </a:extLst>
          </p:cNvPr>
          <p:cNvGrpSpPr/>
          <p:nvPr/>
        </p:nvGrpSpPr>
        <p:grpSpPr>
          <a:xfrm>
            <a:off x="2381655" y="8390087"/>
            <a:ext cx="2172543" cy="786389"/>
            <a:chOff x="223295" y="3149360"/>
            <a:chExt cx="2827491" cy="805851"/>
          </a:xfrm>
        </p:grpSpPr>
        <p:cxnSp>
          <p:nvCxnSpPr>
            <p:cNvPr id="65" name="Straight Connector 64">
              <a:extLst>
                <a:ext uri="{FF2B5EF4-FFF2-40B4-BE49-F238E27FC236}">
                  <a16:creationId xmlns:a16="http://schemas.microsoft.com/office/drawing/2014/main" id="{5720AAF0-3E3A-D115-0640-42B70A4A09C9}"/>
                </a:ext>
              </a:extLst>
            </p:cNvPr>
            <p:cNvCxnSpPr/>
            <p:nvPr/>
          </p:nvCxnSpPr>
          <p:spPr>
            <a:xfrm>
              <a:off x="363976" y="3258806"/>
              <a:ext cx="1688510" cy="96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66" name="Picture 65">
              <a:extLst>
                <a:ext uri="{FF2B5EF4-FFF2-40B4-BE49-F238E27FC236}">
                  <a16:creationId xmlns:a16="http://schemas.microsoft.com/office/drawing/2014/main" id="{9CEEEC9A-E8EB-EAAD-D36A-6362DBA347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011" y="3478961"/>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 name="Picture 8">
              <a:extLst>
                <a:ext uri="{FF2B5EF4-FFF2-40B4-BE49-F238E27FC236}">
                  <a16:creationId xmlns:a16="http://schemas.microsoft.com/office/drawing/2014/main" id="{CAC5D3CA-0887-E8EF-FAFB-E4027F6518E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3295" y="3149360"/>
              <a:ext cx="2381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 name="Picture 8">
              <a:extLst>
                <a:ext uri="{FF2B5EF4-FFF2-40B4-BE49-F238E27FC236}">
                  <a16:creationId xmlns:a16="http://schemas.microsoft.com/office/drawing/2014/main" id="{A88276BF-FEC1-6672-8F7A-D7FDE51DDC6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1051" y="3149360"/>
              <a:ext cx="2381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 name="Picture 8">
              <a:extLst>
                <a:ext uri="{FF2B5EF4-FFF2-40B4-BE49-F238E27FC236}">
                  <a16:creationId xmlns:a16="http://schemas.microsoft.com/office/drawing/2014/main" id="{08FFCE46-F001-6063-3463-AC319BF6AB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340" y="3149360"/>
              <a:ext cx="2381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0" name="Picture 8">
              <a:extLst>
                <a:ext uri="{FF2B5EF4-FFF2-40B4-BE49-F238E27FC236}">
                  <a16:creationId xmlns:a16="http://schemas.microsoft.com/office/drawing/2014/main" id="{419E61D9-0BFA-09CE-620C-26F80543B8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840" y="3158435"/>
              <a:ext cx="2381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1" name="Group 70">
            <a:extLst>
              <a:ext uri="{FF2B5EF4-FFF2-40B4-BE49-F238E27FC236}">
                <a16:creationId xmlns:a16="http://schemas.microsoft.com/office/drawing/2014/main" id="{24A3D955-3A99-EB3D-0772-C5E6E082E44F}"/>
              </a:ext>
            </a:extLst>
          </p:cNvPr>
          <p:cNvGrpSpPr/>
          <p:nvPr/>
        </p:nvGrpSpPr>
        <p:grpSpPr>
          <a:xfrm>
            <a:off x="4647495" y="8444663"/>
            <a:ext cx="2110792" cy="789707"/>
            <a:chOff x="227531" y="4454210"/>
            <a:chExt cx="2894603" cy="852113"/>
          </a:xfrm>
        </p:grpSpPr>
        <p:cxnSp>
          <p:nvCxnSpPr>
            <p:cNvPr id="72" name="Straight Connector 71">
              <a:extLst>
                <a:ext uri="{FF2B5EF4-FFF2-40B4-BE49-F238E27FC236}">
                  <a16:creationId xmlns:a16="http://schemas.microsoft.com/office/drawing/2014/main" id="{649FDFED-3D09-0704-F8C2-1AEFEC546937}"/>
                </a:ext>
              </a:extLst>
            </p:cNvPr>
            <p:cNvCxnSpPr/>
            <p:nvPr/>
          </p:nvCxnSpPr>
          <p:spPr>
            <a:xfrm>
              <a:off x="363976" y="4609918"/>
              <a:ext cx="1688510" cy="96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73" name="Picture 72">
              <a:extLst>
                <a:ext uri="{FF2B5EF4-FFF2-40B4-BE49-F238E27FC236}">
                  <a16:creationId xmlns:a16="http://schemas.microsoft.com/office/drawing/2014/main" id="{4DFDABB2-D860-E25D-49B2-F32C56C9804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9011" y="4830073"/>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4" name="Picture 8">
              <a:extLst>
                <a:ext uri="{FF2B5EF4-FFF2-40B4-BE49-F238E27FC236}">
                  <a16:creationId xmlns:a16="http://schemas.microsoft.com/office/drawing/2014/main" id="{90ECAB3E-8490-3614-42CE-90B29E58C4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1051" y="4500472"/>
              <a:ext cx="2381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74">
              <a:extLst>
                <a:ext uri="{FF2B5EF4-FFF2-40B4-BE49-F238E27FC236}">
                  <a16:creationId xmlns:a16="http://schemas.microsoft.com/office/drawing/2014/main" id="{620A2800-C39A-3270-DEB9-6191F297EF8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4172" y="4481421"/>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6" name="Picture 5">
              <a:extLst>
                <a:ext uri="{FF2B5EF4-FFF2-40B4-BE49-F238E27FC236}">
                  <a16:creationId xmlns:a16="http://schemas.microsoft.com/office/drawing/2014/main" id="{05B75466-B1ED-7D50-B733-63164614E3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531" y="4454210"/>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7" name="Picture 5">
              <a:extLst>
                <a:ext uri="{FF2B5EF4-FFF2-40B4-BE49-F238E27FC236}">
                  <a16:creationId xmlns:a16="http://schemas.microsoft.com/office/drawing/2014/main" id="{EDF46495-ED69-DC35-F96D-6CA17FCFD92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9707" y="4465925"/>
              <a:ext cx="271463" cy="27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8" name="Picture 77">
              <a:extLst>
                <a:ext uri="{FF2B5EF4-FFF2-40B4-BE49-F238E27FC236}">
                  <a16:creationId xmlns:a16="http://schemas.microsoft.com/office/drawing/2014/main" id="{40DD2885-8018-D938-452C-920E4635DF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359" y="4749247"/>
              <a:ext cx="277177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4131534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AA67BC-FA23-B073-0F19-E25A5B299254}"/>
              </a:ext>
            </a:extLst>
          </p:cNvPr>
          <p:cNvSpPr>
            <a:spLocks noGrp="1"/>
          </p:cNvSpPr>
          <p:nvPr>
            <p:ph type="sldNum" sz="quarter" idx="12"/>
          </p:nvPr>
        </p:nvSpPr>
        <p:spPr>
          <a:xfrm>
            <a:off x="5239330" y="9378597"/>
            <a:ext cx="1543050" cy="527403"/>
          </a:xfrm>
        </p:spPr>
        <p:txBody>
          <a:bodyPr/>
          <a:lstStyle/>
          <a:p>
            <a:fld id="{086C3A38-D272-42AA-9C88-F1FBEAE20D2C}" type="slidenum">
              <a:rPr lang="en-GB" noProof="0" smtClean="0"/>
              <a:t>9</a:t>
            </a:fld>
            <a:endParaRPr lang="en-GB" noProof="0" dirty="0"/>
          </a:p>
        </p:txBody>
      </p:sp>
      <p:sp>
        <p:nvSpPr>
          <p:cNvPr id="41" name="TextBox 40">
            <a:extLst>
              <a:ext uri="{FF2B5EF4-FFF2-40B4-BE49-F238E27FC236}">
                <a16:creationId xmlns:a16="http://schemas.microsoft.com/office/drawing/2014/main" id="{9F7A7DF8-0576-F468-DBBA-BEF102466148}"/>
              </a:ext>
            </a:extLst>
          </p:cNvPr>
          <p:cNvSpPr txBox="1"/>
          <p:nvPr/>
        </p:nvSpPr>
        <p:spPr>
          <a:xfrm>
            <a:off x="82569" y="114723"/>
            <a:ext cx="6699550" cy="338554"/>
          </a:xfrm>
          <a:prstGeom prst="rect">
            <a:avLst/>
          </a:prstGeom>
          <a:solidFill>
            <a:srgbClr val="7E2341"/>
          </a:solid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dirty="0">
                <a:solidFill>
                  <a:schemeClr val="bg1"/>
                </a:solidFill>
                <a:latin typeface="Calibri" panose="020F0502020204030204"/>
              </a:rPr>
              <a:t>Skills Check</a:t>
            </a:r>
            <a:endParaRPr kumimoji="0" lang="en-GB"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42" name="Table 50">
                <a:extLst>
                  <a:ext uri="{FF2B5EF4-FFF2-40B4-BE49-F238E27FC236}">
                    <a16:creationId xmlns:a16="http://schemas.microsoft.com/office/drawing/2014/main" id="{30FF2207-A7AB-3ADE-55E8-E6F3066E6436}"/>
                  </a:ext>
                </a:extLst>
              </p:cNvPr>
              <p:cNvGraphicFramePr>
                <a:graphicFrameLocks noGrp="1"/>
              </p:cNvGraphicFramePr>
              <p:nvPr>
                <p:extLst>
                  <p:ext uri="{D42A27DB-BD31-4B8C-83A1-F6EECF244321}">
                    <p14:modId xmlns:p14="http://schemas.microsoft.com/office/powerpoint/2010/main" val="1410841920"/>
                  </p:ext>
                </p:extLst>
              </p:nvPr>
            </p:nvGraphicFramePr>
            <p:xfrm>
              <a:off x="93455" y="444559"/>
              <a:ext cx="6671090" cy="9062512"/>
            </p:xfrm>
            <a:graphic>
              <a:graphicData uri="http://schemas.openxmlformats.org/drawingml/2006/table">
                <a:tbl>
                  <a:tblPr firstRow="1" bandRow="1">
                    <a:tableStyleId>{5C22544A-7EE6-4342-B048-85BDC9FD1C3A}</a:tableStyleId>
                  </a:tblPr>
                  <a:tblGrid>
                    <a:gridCol w="3335545">
                      <a:extLst>
                        <a:ext uri="{9D8B030D-6E8A-4147-A177-3AD203B41FA5}">
                          <a16:colId xmlns:a16="http://schemas.microsoft.com/office/drawing/2014/main" val="3265157943"/>
                        </a:ext>
                      </a:extLst>
                    </a:gridCol>
                    <a:gridCol w="3335545">
                      <a:extLst>
                        <a:ext uri="{9D8B030D-6E8A-4147-A177-3AD203B41FA5}">
                          <a16:colId xmlns:a16="http://schemas.microsoft.com/office/drawing/2014/main" val="1788426121"/>
                        </a:ext>
                      </a:extLst>
                    </a:gridCol>
                  </a:tblGrid>
                  <a:tr h="4531256">
                    <a:tc>
                      <a:txBody>
                        <a:bodyPr/>
                        <a:lstStyle/>
                        <a:p>
                          <a:pPr algn="ctr"/>
                          <a:endParaRPr lang="en-GB" sz="1600" b="0" noProof="0" dirty="0">
                            <a:solidFill>
                              <a:schemeClr val="tx1"/>
                            </a:solidFill>
                            <a:latin typeface="+mn-lt"/>
                          </a:endParaRPr>
                        </a:p>
                        <a:p>
                          <a:pPr algn="ctr"/>
                          <a:endParaRPr lang="en-GB" sz="1600" b="0" noProof="0" dirty="0">
                            <a:solidFill>
                              <a:schemeClr val="tx1"/>
                            </a:solidFill>
                            <a:latin typeface="+mn-lt"/>
                          </a:endParaRPr>
                        </a:p>
                        <a:p>
                          <a:pPr algn="ctr"/>
                          <a:r>
                            <a:rPr lang="en-GB" sz="1600" b="0" noProof="0" dirty="0">
                              <a:solidFill>
                                <a:schemeClr val="tx1"/>
                              </a:solidFill>
                              <a:latin typeface="+mn-lt"/>
                            </a:rPr>
                            <a:t>A car rental sign says:</a:t>
                          </a:r>
                        </a:p>
                        <a:p>
                          <a:pPr algn="ctr"/>
                          <a:r>
                            <a:rPr lang="en-GB" sz="1600" b="0" noProof="0" dirty="0">
                              <a:solidFill>
                                <a:schemeClr val="tx1"/>
                              </a:solidFill>
                              <a:latin typeface="+mn-lt"/>
                            </a:rPr>
                            <a:t>“</a:t>
                          </a:r>
                          <a:r>
                            <a:rPr lang="en-GB" sz="1600" b="0" i="1" noProof="0" dirty="0">
                              <a:solidFill>
                                <a:schemeClr val="tx1"/>
                              </a:solidFill>
                              <a:latin typeface="+mn-lt"/>
                            </a:rPr>
                            <a:t>You must be at least 25 years old to rent a car.</a:t>
                          </a:r>
                          <a:r>
                            <a:rPr lang="en-GB" sz="1600" b="0" noProof="0" dirty="0">
                              <a:solidFill>
                                <a:schemeClr val="tx1"/>
                              </a:solidFill>
                              <a:latin typeface="+mn-lt"/>
                            </a:rPr>
                            <a:t>”</a:t>
                          </a:r>
                        </a:p>
                        <a:p>
                          <a:pPr algn="ctr"/>
                          <a:endParaRPr lang="en-GB" sz="1600" b="0" noProof="0" dirty="0">
                            <a:solidFill>
                              <a:schemeClr val="tx1"/>
                            </a:solidFill>
                            <a:latin typeface="+mn-lt"/>
                          </a:endParaRPr>
                        </a:p>
                        <a:p>
                          <a:pPr algn="ctr"/>
                          <a:r>
                            <a:rPr lang="en-GB" sz="1600" b="0" noProof="0" dirty="0">
                              <a:solidFill>
                                <a:schemeClr val="tx1"/>
                              </a:solidFill>
                              <a:latin typeface="+mn-lt"/>
                            </a:rPr>
                            <a:t>Which inequality represents this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800" b="0" noProof="0" dirty="0">
                            <a:solidFill>
                              <a:schemeClr val="tx1"/>
                            </a:solidFill>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600" b="0" noProof="0" dirty="0">
                              <a:solidFill>
                                <a:schemeClr val="tx1"/>
                              </a:solidFill>
                              <a:latin typeface="+mn-lt"/>
                            </a:rPr>
                            <a:t>Which number line best represents the inequality </a:t>
                          </a:r>
                          <a14:m>
                            <m:oMath xmlns:m="http://schemas.openxmlformats.org/officeDocument/2006/math">
                              <m:r>
                                <a:rPr lang="en-GB" sz="1600" b="0" i="1" noProof="0" smtClean="0">
                                  <a:solidFill>
                                    <a:schemeClr val="tx1"/>
                                  </a:solidFill>
                                  <a:latin typeface="Cambria Math" panose="02040503050406030204" pitchFamily="18" charset="0"/>
                                </a:rPr>
                                <m:t>𝑥</m:t>
                              </m:r>
                              <m:r>
                                <a:rPr lang="en-GB" sz="1600" b="0" i="1" noProof="0" smtClean="0">
                                  <a:solidFill>
                                    <a:schemeClr val="tx1"/>
                                  </a:solidFill>
                                  <a:latin typeface="Cambria Math" panose="02040503050406030204" pitchFamily="18" charset="0"/>
                                </a:rPr>
                                <m:t>&lt;5</m:t>
                              </m:r>
                            </m:oMath>
                          </a14:m>
                          <a:r>
                            <a:rPr lang="en-GB" sz="1600" b="0" noProof="0" dirty="0">
                              <a:solidFill>
                                <a:schemeClr val="tx1"/>
                              </a:solidFill>
                              <a:latin typeface="+mn-lt"/>
                            </a:rPr>
                            <a:t>?</a:t>
                          </a:r>
                        </a:p>
                        <a:p>
                          <a:pPr algn="ctr"/>
                          <a:endParaRPr lang="en-GB" sz="1400" b="0" noProof="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5121655"/>
                      </a:ext>
                    </a:extLst>
                  </a:tr>
                  <a:tr h="453125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800" b="0" noProof="0" dirty="0">
                            <a:solidFill>
                              <a:schemeClr val="tx1"/>
                            </a:solidFill>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600" b="0" noProof="0" dirty="0">
                              <a:solidFill>
                                <a:schemeClr val="tx1"/>
                              </a:solidFill>
                              <a:latin typeface="+mn-lt"/>
                            </a:rPr>
                            <a:t>Which inequality is shown on this 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600" b="0" noProof="0" dirty="0">
                              <a:solidFill>
                                <a:schemeClr val="tx1"/>
                              </a:solidFill>
                              <a:latin typeface="+mn-lt"/>
                            </a:rPr>
                            <a:t>The inequalities </a:t>
                          </a:r>
                          <a14:m>
                            <m:oMath xmlns:m="http://schemas.openxmlformats.org/officeDocument/2006/math">
                              <m:r>
                                <a:rPr lang="en-GB" sz="1600" b="0" i="1" noProof="0" smtClean="0">
                                  <a:solidFill>
                                    <a:schemeClr val="tx1"/>
                                  </a:solidFill>
                                  <a:latin typeface="Cambria Math" panose="02040503050406030204" pitchFamily="18" charset="0"/>
                                </a:rPr>
                                <m:t>−1</m:t>
                              </m:r>
                              <m:r>
                                <a:rPr lang="en-GB" sz="1600" b="0" i="1" noProof="0" smtClean="0">
                                  <a:solidFill>
                                    <a:schemeClr val="tx1"/>
                                  </a:solidFill>
                                  <a:latin typeface="Cambria Math" panose="02040503050406030204" pitchFamily="18" charset="0"/>
                                  <a:ea typeface="Cambria Math" panose="02040503050406030204" pitchFamily="18" charset="0"/>
                                </a:rPr>
                                <m:t>≤</m:t>
                              </m:r>
                              <m:r>
                                <a:rPr lang="en-GB" sz="1600" b="0" i="1" noProof="0" smtClean="0">
                                  <a:solidFill>
                                    <a:schemeClr val="tx1"/>
                                  </a:solidFill>
                                  <a:latin typeface="Cambria Math" panose="02040503050406030204" pitchFamily="18" charset="0"/>
                                  <a:ea typeface="Cambria Math" panose="02040503050406030204" pitchFamily="18" charset="0"/>
                                </a:rPr>
                                <m:t>𝑥</m:t>
                              </m:r>
                              <m:r>
                                <a:rPr lang="en-GB" sz="1600" b="0" i="1" noProof="0" smtClean="0">
                                  <a:solidFill>
                                    <a:schemeClr val="tx1"/>
                                  </a:solidFill>
                                  <a:latin typeface="Cambria Math" panose="02040503050406030204" pitchFamily="18" charset="0"/>
                                  <a:ea typeface="Cambria Math" panose="02040503050406030204" pitchFamily="18" charset="0"/>
                                </a:rPr>
                                <m:t>≤4</m:t>
                              </m:r>
                            </m:oMath>
                          </a14:m>
                          <a:r>
                            <a:rPr lang="en-GB" sz="1600" b="0" noProof="0" dirty="0">
                              <a:solidFill>
                                <a:schemeClr val="tx1"/>
                              </a:solidFill>
                              <a:latin typeface="+mn-lt"/>
                            </a:rPr>
                            <a:t> and</a:t>
                          </a:r>
                          <a:r>
                            <a:rPr lang="en-GB" sz="1600" b="0" baseline="0" noProof="0" dirty="0">
                              <a:solidFill>
                                <a:schemeClr val="tx1"/>
                              </a:solidFill>
                              <a:latin typeface="+mn-lt"/>
                            </a:rPr>
                            <a:t> </a:t>
                          </a:r>
                          <a14:m>
                            <m:oMath xmlns:m="http://schemas.openxmlformats.org/officeDocument/2006/math">
                              <m:r>
                                <a:rPr lang="en-GB" sz="1600" b="0" i="1" baseline="0" noProof="0" smtClean="0">
                                  <a:solidFill>
                                    <a:schemeClr val="tx1"/>
                                  </a:solidFill>
                                  <a:latin typeface="Cambria Math" panose="02040503050406030204" pitchFamily="18" charset="0"/>
                                </a:rPr>
                                <m:t>−3</m:t>
                              </m:r>
                              <m:r>
                                <a:rPr lang="en-GB" sz="1600" b="0" i="1" baseline="0" noProof="0" smtClean="0">
                                  <a:solidFill>
                                    <a:schemeClr val="tx1"/>
                                  </a:solidFill>
                                  <a:latin typeface="Cambria Math" panose="02040503050406030204" pitchFamily="18" charset="0"/>
                                  <a:ea typeface="Cambria Math" panose="02040503050406030204" pitchFamily="18" charset="0"/>
                                </a:rPr>
                                <m:t>≤</m:t>
                              </m:r>
                              <m:r>
                                <a:rPr lang="en-GB" sz="1600" b="0" i="1" baseline="0" noProof="0" smtClean="0">
                                  <a:solidFill>
                                    <a:schemeClr val="tx1"/>
                                  </a:solidFill>
                                  <a:latin typeface="Cambria Math" panose="02040503050406030204" pitchFamily="18" charset="0"/>
                                  <a:ea typeface="Cambria Math" panose="02040503050406030204" pitchFamily="18" charset="0"/>
                                </a:rPr>
                                <m:t>𝑥</m:t>
                              </m:r>
                              <m:r>
                                <a:rPr lang="en-GB" sz="1600" b="0" i="1" baseline="0" noProof="0" smtClean="0">
                                  <a:solidFill>
                                    <a:schemeClr val="tx1"/>
                                  </a:solidFill>
                                  <a:latin typeface="Cambria Math" panose="02040503050406030204" pitchFamily="18" charset="0"/>
                                  <a:ea typeface="Cambria Math" panose="02040503050406030204" pitchFamily="18" charset="0"/>
                                </a:rPr>
                                <m:t>&lt;2</m:t>
                              </m:r>
                            </m:oMath>
                          </a14:m>
                          <a:r>
                            <a:rPr lang="en-GB" sz="1600" b="0" noProof="0" dirty="0">
                              <a:solidFill>
                                <a:schemeClr val="tx1"/>
                              </a:solidFill>
                              <a:latin typeface="+mn-lt"/>
                            </a:rPr>
                            <a:t> are shown on the number line below.</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500" b="0" noProof="0" dirty="0">
                            <a:solidFill>
                              <a:schemeClr val="tx1"/>
                            </a:solidFill>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600" b="0" noProof="0" dirty="0">
                              <a:solidFill>
                                <a:schemeClr val="tx1"/>
                              </a:solidFill>
                              <a:latin typeface="+mn-lt"/>
                            </a:rPr>
                            <a:t>Which list of numbers are value for </a:t>
                          </a:r>
                          <a:r>
                            <a:rPr lang="en-GB" sz="1600" b="1" noProof="0" dirty="0">
                              <a:solidFill>
                                <a:schemeClr val="tx1"/>
                              </a:solidFill>
                              <a:latin typeface="+mn-lt"/>
                            </a:rPr>
                            <a:t>both </a:t>
                          </a:r>
                          <a:r>
                            <a:rPr lang="en-GB" sz="1600" b="0" noProof="0" dirty="0">
                              <a:solidFill>
                                <a:schemeClr val="tx1"/>
                              </a:solidFill>
                              <a:latin typeface="+mn-lt"/>
                            </a:rPr>
                            <a:t> inequalities?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9421678"/>
                      </a:ext>
                    </a:extLst>
                  </a:tr>
                </a:tbl>
              </a:graphicData>
            </a:graphic>
          </p:graphicFrame>
        </mc:Choice>
        <mc:Fallback xmlns="">
          <p:graphicFrame>
            <p:nvGraphicFramePr>
              <p:cNvPr id="42" name="Table 50">
                <a:extLst>
                  <a:ext uri="{FF2B5EF4-FFF2-40B4-BE49-F238E27FC236}">
                    <a16:creationId xmlns:a16="http://schemas.microsoft.com/office/drawing/2014/main" id="{30FF2207-A7AB-3ADE-55E8-E6F3066E6436}"/>
                  </a:ext>
                </a:extLst>
              </p:cNvPr>
              <p:cNvGraphicFramePr>
                <a:graphicFrameLocks noGrp="1"/>
              </p:cNvGraphicFramePr>
              <p:nvPr>
                <p:extLst>
                  <p:ext uri="{D42A27DB-BD31-4B8C-83A1-F6EECF244321}">
                    <p14:modId xmlns:p14="http://schemas.microsoft.com/office/powerpoint/2010/main" val="1410841920"/>
                  </p:ext>
                </p:extLst>
              </p:nvPr>
            </p:nvGraphicFramePr>
            <p:xfrm>
              <a:off x="93455" y="444559"/>
              <a:ext cx="6671090" cy="9062512"/>
            </p:xfrm>
            <a:graphic>
              <a:graphicData uri="http://schemas.openxmlformats.org/drawingml/2006/table">
                <a:tbl>
                  <a:tblPr firstRow="1" bandRow="1">
                    <a:tableStyleId>{5C22544A-7EE6-4342-B048-85BDC9FD1C3A}</a:tableStyleId>
                  </a:tblPr>
                  <a:tblGrid>
                    <a:gridCol w="3335545">
                      <a:extLst>
                        <a:ext uri="{9D8B030D-6E8A-4147-A177-3AD203B41FA5}">
                          <a16:colId xmlns:a16="http://schemas.microsoft.com/office/drawing/2014/main" val="3265157943"/>
                        </a:ext>
                      </a:extLst>
                    </a:gridCol>
                    <a:gridCol w="3335545">
                      <a:extLst>
                        <a:ext uri="{9D8B030D-6E8A-4147-A177-3AD203B41FA5}">
                          <a16:colId xmlns:a16="http://schemas.microsoft.com/office/drawing/2014/main" val="1788426121"/>
                        </a:ext>
                      </a:extLst>
                    </a:gridCol>
                  </a:tblGrid>
                  <a:tr h="4531256">
                    <a:tc>
                      <a:txBody>
                        <a:bodyPr/>
                        <a:lstStyle/>
                        <a:p>
                          <a:pPr algn="ctr"/>
                          <a:endParaRPr lang="en-GB" sz="1600" b="0" noProof="0" dirty="0">
                            <a:solidFill>
                              <a:schemeClr val="tx1"/>
                            </a:solidFill>
                            <a:latin typeface="+mn-lt"/>
                          </a:endParaRPr>
                        </a:p>
                        <a:p>
                          <a:pPr algn="ctr"/>
                          <a:endParaRPr lang="en-GB" sz="1600" b="0" noProof="0" dirty="0">
                            <a:solidFill>
                              <a:schemeClr val="tx1"/>
                            </a:solidFill>
                            <a:latin typeface="+mn-lt"/>
                          </a:endParaRPr>
                        </a:p>
                        <a:p>
                          <a:pPr algn="ctr"/>
                          <a:r>
                            <a:rPr lang="en-GB" sz="1600" b="0" noProof="0" dirty="0">
                              <a:solidFill>
                                <a:schemeClr val="tx1"/>
                              </a:solidFill>
                              <a:latin typeface="+mn-lt"/>
                            </a:rPr>
                            <a:t>A car rental sign says:</a:t>
                          </a:r>
                        </a:p>
                        <a:p>
                          <a:pPr algn="ctr"/>
                          <a:r>
                            <a:rPr lang="en-GB" sz="1600" b="0" noProof="0" dirty="0">
                              <a:solidFill>
                                <a:schemeClr val="tx1"/>
                              </a:solidFill>
                              <a:latin typeface="+mn-lt"/>
                            </a:rPr>
                            <a:t>“</a:t>
                          </a:r>
                          <a:r>
                            <a:rPr lang="en-GB" sz="1600" b="0" i="1" noProof="0" dirty="0">
                              <a:solidFill>
                                <a:schemeClr val="tx1"/>
                              </a:solidFill>
                              <a:latin typeface="+mn-lt"/>
                            </a:rPr>
                            <a:t>You must be at least 25 years old to rent a car.</a:t>
                          </a:r>
                          <a:r>
                            <a:rPr lang="en-GB" sz="1600" b="0" noProof="0" dirty="0">
                              <a:solidFill>
                                <a:schemeClr val="tx1"/>
                              </a:solidFill>
                              <a:latin typeface="+mn-lt"/>
                            </a:rPr>
                            <a:t>”</a:t>
                          </a:r>
                        </a:p>
                        <a:p>
                          <a:pPr algn="ctr"/>
                          <a:endParaRPr lang="en-GB" sz="1600" b="0" noProof="0" dirty="0">
                            <a:solidFill>
                              <a:schemeClr val="tx1"/>
                            </a:solidFill>
                            <a:latin typeface="+mn-lt"/>
                          </a:endParaRPr>
                        </a:p>
                        <a:p>
                          <a:pPr algn="ctr"/>
                          <a:r>
                            <a:rPr lang="en-GB" sz="1600" b="0" noProof="0" dirty="0">
                              <a:solidFill>
                                <a:schemeClr val="tx1"/>
                              </a:solidFill>
                              <a:latin typeface="+mn-lt"/>
                            </a:rPr>
                            <a:t>Which inequality represents this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6" t="-134" r="-366" b="-100269"/>
                          </a:stretch>
                        </a:blipFill>
                      </a:tcPr>
                    </a:tc>
                    <a:extLst>
                      <a:ext uri="{0D108BD9-81ED-4DB2-BD59-A6C34878D82A}">
                        <a16:rowId xmlns:a16="http://schemas.microsoft.com/office/drawing/2014/main" val="2185121655"/>
                      </a:ext>
                    </a:extLst>
                  </a:tr>
                  <a:tr h="453125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800" b="0" noProof="0" dirty="0">
                            <a:solidFill>
                              <a:schemeClr val="tx1"/>
                            </a:solidFill>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600" b="0" noProof="0" dirty="0">
                              <a:solidFill>
                                <a:schemeClr val="tx1"/>
                              </a:solidFill>
                              <a:latin typeface="+mn-lt"/>
                            </a:rPr>
                            <a:t>Which inequality is shown on this 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6" t="-100134" r="-366" b="-269"/>
                          </a:stretch>
                        </a:blipFill>
                      </a:tcPr>
                    </a:tc>
                    <a:extLst>
                      <a:ext uri="{0D108BD9-81ED-4DB2-BD59-A6C34878D82A}">
                        <a16:rowId xmlns:a16="http://schemas.microsoft.com/office/drawing/2014/main" val="2299421678"/>
                      </a:ext>
                    </a:extLst>
                  </a:tr>
                </a:tbl>
              </a:graphicData>
            </a:graphic>
          </p:graphicFrame>
        </mc:Fallback>
      </mc:AlternateContent>
      <p:pic>
        <p:nvPicPr>
          <p:cNvPr id="28674" name="Picture 2">
            <a:extLst>
              <a:ext uri="{FF2B5EF4-FFF2-40B4-BE49-F238E27FC236}">
                <a16:creationId xmlns:a16="http://schemas.microsoft.com/office/drawing/2014/main" id="{3A324A80-2D13-1A5D-4DA5-A206B1FF0E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44" t="32843" r="50958" b="52860"/>
          <a:stretch>
            <a:fillRect/>
          </a:stretch>
        </p:blipFill>
        <p:spPr bwMode="auto">
          <a:xfrm>
            <a:off x="3769667" y="1398654"/>
            <a:ext cx="2590657" cy="65367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a:extLst>
              <a:ext uri="{FF2B5EF4-FFF2-40B4-BE49-F238E27FC236}">
                <a16:creationId xmlns:a16="http://schemas.microsoft.com/office/drawing/2014/main" id="{31C85F60-A73A-C25A-56AF-253357CA009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103" t="32669" r="6399" b="53034"/>
          <a:stretch>
            <a:fillRect/>
          </a:stretch>
        </p:blipFill>
        <p:spPr bwMode="auto">
          <a:xfrm>
            <a:off x="3742773" y="2236446"/>
            <a:ext cx="2590657" cy="65367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a:extLst>
              <a:ext uri="{FF2B5EF4-FFF2-40B4-BE49-F238E27FC236}">
                <a16:creationId xmlns:a16="http://schemas.microsoft.com/office/drawing/2014/main" id="{A0C0AF65-EE76-BFC6-202B-9CA2A94D74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08" t="62238" r="51394" b="23465"/>
          <a:stretch>
            <a:fillRect/>
          </a:stretch>
        </p:blipFill>
        <p:spPr bwMode="auto">
          <a:xfrm>
            <a:off x="3769667" y="3135645"/>
            <a:ext cx="2590657" cy="65367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a:extLst>
              <a:ext uri="{FF2B5EF4-FFF2-40B4-BE49-F238E27FC236}">
                <a16:creationId xmlns:a16="http://schemas.microsoft.com/office/drawing/2014/main" id="{3927B2C6-0E0C-29FE-5BF8-C957627457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856" t="60819" r="5646" b="24884"/>
          <a:stretch>
            <a:fillRect/>
          </a:stretch>
        </p:blipFill>
        <p:spPr bwMode="auto">
          <a:xfrm>
            <a:off x="3823456" y="3898674"/>
            <a:ext cx="2590657" cy="65367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a:extLst>
              <a:ext uri="{FF2B5EF4-FFF2-40B4-BE49-F238E27FC236}">
                <a16:creationId xmlns:a16="http://schemas.microsoft.com/office/drawing/2014/main" id="{ECE9974C-D179-1B34-130F-87DA45466E62}"/>
              </a:ext>
            </a:extLst>
          </p:cNvPr>
          <p:cNvPicPr>
            <a:picLocks noChangeAspect="1"/>
          </p:cNvPicPr>
          <p:nvPr/>
        </p:nvPicPr>
        <p:blipFill>
          <a:blip r:embed="rId4"/>
          <a:srcRect l="50859" t="14906" r="39012" b="72888"/>
          <a:stretch>
            <a:fillRect/>
          </a:stretch>
        </p:blipFill>
        <p:spPr>
          <a:xfrm>
            <a:off x="154345" y="2975036"/>
            <a:ext cx="604983" cy="546784"/>
          </a:xfrm>
          <a:prstGeom prst="rect">
            <a:avLst/>
          </a:prstGeom>
        </p:spPr>
      </p:pic>
      <p:pic>
        <p:nvPicPr>
          <p:cNvPr id="49" name="Picture 48">
            <a:extLst>
              <a:ext uri="{FF2B5EF4-FFF2-40B4-BE49-F238E27FC236}">
                <a16:creationId xmlns:a16="http://schemas.microsoft.com/office/drawing/2014/main" id="{21644BED-159F-9A5A-28F7-3DB65A697E73}"/>
              </a:ext>
            </a:extLst>
          </p:cNvPr>
          <p:cNvPicPr>
            <a:picLocks noChangeAspect="1"/>
          </p:cNvPicPr>
          <p:nvPr/>
        </p:nvPicPr>
        <p:blipFill>
          <a:blip r:embed="rId4"/>
          <a:srcRect l="70546" t="15807" r="15347" b="74489"/>
          <a:stretch>
            <a:fillRect/>
          </a:stretch>
        </p:blipFill>
        <p:spPr>
          <a:xfrm>
            <a:off x="829010" y="3031065"/>
            <a:ext cx="842548" cy="434725"/>
          </a:xfrm>
          <a:prstGeom prst="rect">
            <a:avLst/>
          </a:prstGeom>
        </p:spPr>
      </p:pic>
      <p:pic>
        <p:nvPicPr>
          <p:cNvPr id="51" name="Picture 50">
            <a:extLst>
              <a:ext uri="{FF2B5EF4-FFF2-40B4-BE49-F238E27FC236}">
                <a16:creationId xmlns:a16="http://schemas.microsoft.com/office/drawing/2014/main" id="{78EE630D-9E31-DD60-4B38-DADF9268C318}"/>
              </a:ext>
            </a:extLst>
          </p:cNvPr>
          <p:cNvPicPr>
            <a:picLocks noChangeAspect="1"/>
          </p:cNvPicPr>
          <p:nvPr/>
        </p:nvPicPr>
        <p:blipFill>
          <a:blip r:embed="rId4"/>
          <a:srcRect l="51240" t="34083" r="38631" b="53711"/>
          <a:stretch>
            <a:fillRect/>
          </a:stretch>
        </p:blipFill>
        <p:spPr>
          <a:xfrm>
            <a:off x="1817658" y="2983721"/>
            <a:ext cx="604983" cy="546784"/>
          </a:xfrm>
          <a:prstGeom prst="rect">
            <a:avLst/>
          </a:prstGeom>
        </p:spPr>
      </p:pic>
      <p:pic>
        <p:nvPicPr>
          <p:cNvPr id="52" name="Picture 51">
            <a:extLst>
              <a:ext uri="{FF2B5EF4-FFF2-40B4-BE49-F238E27FC236}">
                <a16:creationId xmlns:a16="http://schemas.microsoft.com/office/drawing/2014/main" id="{0536A910-BC23-29D4-4493-D34FE272D901}"/>
              </a:ext>
            </a:extLst>
          </p:cNvPr>
          <p:cNvPicPr>
            <a:picLocks noChangeAspect="1"/>
          </p:cNvPicPr>
          <p:nvPr/>
        </p:nvPicPr>
        <p:blipFill>
          <a:blip r:embed="rId4"/>
          <a:srcRect l="70796" t="34676" r="15097" b="55620"/>
          <a:stretch>
            <a:fillRect/>
          </a:stretch>
        </p:blipFill>
        <p:spPr>
          <a:xfrm>
            <a:off x="2492323" y="3039750"/>
            <a:ext cx="842548" cy="434725"/>
          </a:xfrm>
          <a:prstGeom prst="rect">
            <a:avLst/>
          </a:prstGeom>
        </p:spPr>
      </p:pic>
      <p:pic>
        <p:nvPicPr>
          <p:cNvPr id="53" name="Picture 52">
            <a:extLst>
              <a:ext uri="{FF2B5EF4-FFF2-40B4-BE49-F238E27FC236}">
                <a16:creationId xmlns:a16="http://schemas.microsoft.com/office/drawing/2014/main" id="{A98CB299-264F-6D62-EE35-BA866D915B50}"/>
              </a:ext>
            </a:extLst>
          </p:cNvPr>
          <p:cNvPicPr>
            <a:picLocks noChangeAspect="1"/>
          </p:cNvPicPr>
          <p:nvPr/>
        </p:nvPicPr>
        <p:blipFill>
          <a:blip r:embed="rId4"/>
          <a:srcRect l="51111" t="53119" r="38760" b="34675"/>
          <a:stretch>
            <a:fillRect/>
          </a:stretch>
        </p:blipFill>
        <p:spPr>
          <a:xfrm>
            <a:off x="154345" y="3670233"/>
            <a:ext cx="604983" cy="546784"/>
          </a:xfrm>
          <a:prstGeom prst="rect">
            <a:avLst/>
          </a:prstGeom>
        </p:spPr>
      </p:pic>
      <p:pic>
        <p:nvPicPr>
          <p:cNvPr id="54" name="Picture 53">
            <a:extLst>
              <a:ext uri="{FF2B5EF4-FFF2-40B4-BE49-F238E27FC236}">
                <a16:creationId xmlns:a16="http://schemas.microsoft.com/office/drawing/2014/main" id="{E969726D-C6BC-0EA2-6A78-54FC40C6A5F0}"/>
              </a:ext>
            </a:extLst>
          </p:cNvPr>
          <p:cNvPicPr>
            <a:picLocks noChangeAspect="1"/>
          </p:cNvPicPr>
          <p:nvPr/>
        </p:nvPicPr>
        <p:blipFill>
          <a:blip r:embed="rId4"/>
          <a:srcRect l="70096" t="53628" r="15797" b="36668"/>
          <a:stretch>
            <a:fillRect/>
          </a:stretch>
        </p:blipFill>
        <p:spPr>
          <a:xfrm>
            <a:off x="829010" y="3726262"/>
            <a:ext cx="842548" cy="434725"/>
          </a:xfrm>
          <a:prstGeom prst="rect">
            <a:avLst/>
          </a:prstGeom>
        </p:spPr>
      </p:pic>
      <p:pic>
        <p:nvPicPr>
          <p:cNvPr id="55" name="Picture 54">
            <a:extLst>
              <a:ext uri="{FF2B5EF4-FFF2-40B4-BE49-F238E27FC236}">
                <a16:creationId xmlns:a16="http://schemas.microsoft.com/office/drawing/2014/main" id="{CB40AD41-2C11-DDB9-7735-6299E869E26A}"/>
              </a:ext>
            </a:extLst>
          </p:cNvPr>
          <p:cNvPicPr>
            <a:picLocks noChangeAspect="1"/>
          </p:cNvPicPr>
          <p:nvPr/>
        </p:nvPicPr>
        <p:blipFill>
          <a:blip r:embed="rId4"/>
          <a:srcRect l="51240" t="72201" r="38631" b="15593"/>
          <a:stretch>
            <a:fillRect/>
          </a:stretch>
        </p:blipFill>
        <p:spPr>
          <a:xfrm>
            <a:off x="1817658" y="3678918"/>
            <a:ext cx="604983" cy="546784"/>
          </a:xfrm>
          <a:prstGeom prst="rect">
            <a:avLst/>
          </a:prstGeom>
        </p:spPr>
      </p:pic>
      <p:pic>
        <p:nvPicPr>
          <p:cNvPr id="56" name="Picture 55">
            <a:extLst>
              <a:ext uri="{FF2B5EF4-FFF2-40B4-BE49-F238E27FC236}">
                <a16:creationId xmlns:a16="http://schemas.microsoft.com/office/drawing/2014/main" id="{679D4EDF-3BAD-6077-A677-A447C55B82F2}"/>
              </a:ext>
            </a:extLst>
          </p:cNvPr>
          <p:cNvPicPr>
            <a:picLocks noChangeAspect="1"/>
          </p:cNvPicPr>
          <p:nvPr/>
        </p:nvPicPr>
        <p:blipFill>
          <a:blip r:embed="rId4"/>
          <a:srcRect l="70796" t="73638" r="15097" b="16658"/>
          <a:stretch>
            <a:fillRect/>
          </a:stretch>
        </p:blipFill>
        <p:spPr>
          <a:xfrm>
            <a:off x="2492323" y="3734947"/>
            <a:ext cx="842548" cy="434725"/>
          </a:xfrm>
          <a:prstGeom prst="rect">
            <a:avLst/>
          </a:prstGeom>
        </p:spPr>
      </p:pic>
      <p:pic>
        <p:nvPicPr>
          <p:cNvPr id="28676" name="Picture 4">
            <a:extLst>
              <a:ext uri="{FF2B5EF4-FFF2-40B4-BE49-F238E27FC236}">
                <a16:creationId xmlns:a16="http://schemas.microsoft.com/office/drawing/2014/main" id="{C9C3B3C9-00D4-27BF-1D79-450E27E4ED9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373" t="30261" r="26274" b="56109"/>
          <a:stretch>
            <a:fillRect/>
          </a:stretch>
        </p:blipFill>
        <p:spPr bwMode="auto">
          <a:xfrm>
            <a:off x="302195" y="5758399"/>
            <a:ext cx="3009905" cy="587727"/>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56">
            <a:extLst>
              <a:ext uri="{FF2B5EF4-FFF2-40B4-BE49-F238E27FC236}">
                <a16:creationId xmlns:a16="http://schemas.microsoft.com/office/drawing/2014/main" id="{623BD0A0-E63E-4382-ACD2-70D71A333590}"/>
              </a:ext>
            </a:extLst>
          </p:cNvPr>
          <p:cNvPicPr>
            <a:picLocks noChangeAspect="1"/>
          </p:cNvPicPr>
          <p:nvPr/>
        </p:nvPicPr>
        <p:blipFill>
          <a:blip r:embed="rId4"/>
          <a:srcRect l="50859" t="14906" r="39012" b="72888"/>
          <a:stretch>
            <a:fillRect/>
          </a:stretch>
        </p:blipFill>
        <p:spPr>
          <a:xfrm>
            <a:off x="650055" y="6698718"/>
            <a:ext cx="604983" cy="546784"/>
          </a:xfrm>
          <a:prstGeom prst="rect">
            <a:avLst/>
          </a:prstGeom>
        </p:spPr>
      </p:pic>
      <p:pic>
        <p:nvPicPr>
          <p:cNvPr id="58" name="Picture 57">
            <a:extLst>
              <a:ext uri="{FF2B5EF4-FFF2-40B4-BE49-F238E27FC236}">
                <a16:creationId xmlns:a16="http://schemas.microsoft.com/office/drawing/2014/main" id="{93F086AD-5AE8-19A8-FEF9-7C378740269C}"/>
              </a:ext>
            </a:extLst>
          </p:cNvPr>
          <p:cNvPicPr>
            <a:picLocks noChangeAspect="1"/>
          </p:cNvPicPr>
          <p:nvPr/>
        </p:nvPicPr>
        <p:blipFill>
          <a:blip r:embed="rId4"/>
          <a:srcRect l="51240" t="34083" r="38631" b="53711"/>
          <a:stretch>
            <a:fillRect/>
          </a:stretch>
        </p:blipFill>
        <p:spPr>
          <a:xfrm>
            <a:off x="660941" y="7286936"/>
            <a:ext cx="604983" cy="546784"/>
          </a:xfrm>
          <a:prstGeom prst="rect">
            <a:avLst/>
          </a:prstGeom>
        </p:spPr>
      </p:pic>
      <p:pic>
        <p:nvPicPr>
          <p:cNvPr id="59" name="Picture 58">
            <a:extLst>
              <a:ext uri="{FF2B5EF4-FFF2-40B4-BE49-F238E27FC236}">
                <a16:creationId xmlns:a16="http://schemas.microsoft.com/office/drawing/2014/main" id="{219A0BD6-9674-78D5-BDE2-4459CFCE7A02}"/>
              </a:ext>
            </a:extLst>
          </p:cNvPr>
          <p:cNvPicPr>
            <a:picLocks noChangeAspect="1"/>
          </p:cNvPicPr>
          <p:nvPr/>
        </p:nvPicPr>
        <p:blipFill>
          <a:blip r:embed="rId4"/>
          <a:srcRect l="51111" t="53119" r="38760" b="34675"/>
          <a:stretch>
            <a:fillRect/>
          </a:stretch>
        </p:blipFill>
        <p:spPr>
          <a:xfrm>
            <a:off x="653787" y="7890165"/>
            <a:ext cx="604983" cy="546784"/>
          </a:xfrm>
          <a:prstGeom prst="rect">
            <a:avLst/>
          </a:prstGeom>
        </p:spPr>
      </p:pic>
      <p:pic>
        <p:nvPicPr>
          <p:cNvPr id="60" name="Picture 59">
            <a:extLst>
              <a:ext uri="{FF2B5EF4-FFF2-40B4-BE49-F238E27FC236}">
                <a16:creationId xmlns:a16="http://schemas.microsoft.com/office/drawing/2014/main" id="{42BFCBA8-43B6-D8CE-490B-ED67B93E2598}"/>
              </a:ext>
            </a:extLst>
          </p:cNvPr>
          <p:cNvPicPr>
            <a:picLocks noChangeAspect="1"/>
          </p:cNvPicPr>
          <p:nvPr/>
        </p:nvPicPr>
        <p:blipFill>
          <a:blip r:embed="rId4"/>
          <a:srcRect l="51240" t="72201" r="38631" b="15593"/>
          <a:stretch>
            <a:fillRect/>
          </a:stretch>
        </p:blipFill>
        <p:spPr>
          <a:xfrm>
            <a:off x="673732" y="8474376"/>
            <a:ext cx="604983" cy="546784"/>
          </a:xfrm>
          <a:prstGeom prst="rect">
            <a:avLst/>
          </a:prstGeom>
        </p:spPr>
      </p:pic>
      <p:pic>
        <p:nvPicPr>
          <p:cNvPr id="61" name="Picture 4">
            <a:extLst>
              <a:ext uri="{FF2B5EF4-FFF2-40B4-BE49-F238E27FC236}">
                <a16:creationId xmlns:a16="http://schemas.microsoft.com/office/drawing/2014/main" id="{DAEA2F7C-42A1-BC00-B37F-FDB41D4A7C7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0277" t="46518" r="61668" b="40894"/>
          <a:stretch>
            <a:fillRect/>
          </a:stretch>
        </p:blipFill>
        <p:spPr bwMode="auto">
          <a:xfrm>
            <a:off x="1225292" y="6634026"/>
            <a:ext cx="1208986" cy="632193"/>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4">
            <a:extLst>
              <a:ext uri="{FF2B5EF4-FFF2-40B4-BE49-F238E27FC236}">
                <a16:creationId xmlns:a16="http://schemas.microsoft.com/office/drawing/2014/main" id="{1EA34054-4162-72E1-11ED-62575454849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2739" t="46738" r="19206" b="40674"/>
          <a:stretch>
            <a:fillRect/>
          </a:stretch>
        </p:blipFill>
        <p:spPr bwMode="auto">
          <a:xfrm>
            <a:off x="1247694" y="7231093"/>
            <a:ext cx="1208986" cy="63219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4">
            <a:extLst>
              <a:ext uri="{FF2B5EF4-FFF2-40B4-BE49-F238E27FC236}">
                <a16:creationId xmlns:a16="http://schemas.microsoft.com/office/drawing/2014/main" id="{84A3D419-5110-813D-595A-99D8473C431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849" t="71060" r="60096" b="16352"/>
          <a:stretch>
            <a:fillRect/>
          </a:stretch>
        </p:blipFill>
        <p:spPr bwMode="auto">
          <a:xfrm>
            <a:off x="1253383" y="7861270"/>
            <a:ext cx="1208986" cy="632193"/>
          </a:xfrm>
          <a:prstGeom prst="rect">
            <a:avLst/>
          </a:prstGeom>
          <a:noFill/>
          <a:extLst>
            <a:ext uri="{909E8E84-426E-40DD-AFC4-6F175D3DCCD1}">
              <a14:hiddenFill xmlns:a14="http://schemas.microsoft.com/office/drawing/2010/main">
                <a:solidFill>
                  <a:srgbClr val="FFFFFF"/>
                </a:solidFill>
              </a14:hiddenFill>
            </a:ext>
          </a:extLst>
        </p:spPr>
      </p:pic>
      <p:pic>
        <p:nvPicPr>
          <p:cNvPr id="28672" name="Picture 4">
            <a:extLst>
              <a:ext uri="{FF2B5EF4-FFF2-40B4-BE49-F238E27FC236}">
                <a16:creationId xmlns:a16="http://schemas.microsoft.com/office/drawing/2014/main" id="{A854D621-561F-6250-4B17-7A1D2C285F0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2507" t="71166" r="19438" b="16246"/>
          <a:stretch>
            <a:fillRect/>
          </a:stretch>
        </p:blipFill>
        <p:spPr bwMode="auto">
          <a:xfrm>
            <a:off x="1259072" y="8443879"/>
            <a:ext cx="1208986" cy="632193"/>
          </a:xfrm>
          <a:prstGeom prst="rect">
            <a:avLst/>
          </a:prstGeom>
          <a:noFill/>
          <a:extLst>
            <a:ext uri="{909E8E84-426E-40DD-AFC4-6F175D3DCCD1}">
              <a14:hiddenFill xmlns:a14="http://schemas.microsoft.com/office/drawing/2010/main">
                <a:solidFill>
                  <a:srgbClr val="FFFFFF"/>
                </a:solidFill>
              </a14:hiddenFill>
            </a:ext>
          </a:extLst>
        </p:spPr>
      </p:pic>
      <p:pic>
        <p:nvPicPr>
          <p:cNvPr id="28678" name="Picture 6">
            <a:extLst>
              <a:ext uri="{FF2B5EF4-FFF2-40B4-BE49-F238E27FC236}">
                <a16:creationId xmlns:a16="http://schemas.microsoft.com/office/drawing/2014/main" id="{66B4B622-C77A-C323-B8E9-82396B36911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25" t="32303" r="10283" b="48725"/>
          <a:stretch>
            <a:fillRect/>
          </a:stretch>
        </p:blipFill>
        <p:spPr bwMode="auto">
          <a:xfrm>
            <a:off x="3520840" y="6346126"/>
            <a:ext cx="3224503" cy="527403"/>
          </a:xfrm>
          <a:prstGeom prst="rect">
            <a:avLst/>
          </a:prstGeom>
          <a:noFill/>
          <a:extLst>
            <a:ext uri="{909E8E84-426E-40DD-AFC4-6F175D3DCCD1}">
              <a14:hiddenFill xmlns:a14="http://schemas.microsoft.com/office/drawing/2010/main">
                <a:solidFill>
                  <a:srgbClr val="FFFFFF"/>
                </a:solidFill>
              </a14:hiddenFill>
            </a:ext>
          </a:extLst>
        </p:spPr>
      </p:pic>
      <p:pic>
        <p:nvPicPr>
          <p:cNvPr id="28673" name="Picture 28672">
            <a:extLst>
              <a:ext uri="{FF2B5EF4-FFF2-40B4-BE49-F238E27FC236}">
                <a16:creationId xmlns:a16="http://schemas.microsoft.com/office/drawing/2014/main" id="{20878FB5-286F-DA98-5312-7D5B79B05AAB}"/>
              </a:ext>
            </a:extLst>
          </p:cNvPr>
          <p:cNvPicPr>
            <a:picLocks noChangeAspect="1"/>
          </p:cNvPicPr>
          <p:nvPr/>
        </p:nvPicPr>
        <p:blipFill>
          <a:blip r:embed="rId4"/>
          <a:srcRect l="50859" t="14906" r="39012" b="72888"/>
          <a:stretch>
            <a:fillRect/>
          </a:stretch>
        </p:blipFill>
        <p:spPr>
          <a:xfrm>
            <a:off x="3811951" y="7017172"/>
            <a:ext cx="604983" cy="546784"/>
          </a:xfrm>
          <a:prstGeom prst="rect">
            <a:avLst/>
          </a:prstGeom>
        </p:spPr>
      </p:pic>
      <p:pic>
        <p:nvPicPr>
          <p:cNvPr id="28675" name="Picture 28674">
            <a:extLst>
              <a:ext uri="{FF2B5EF4-FFF2-40B4-BE49-F238E27FC236}">
                <a16:creationId xmlns:a16="http://schemas.microsoft.com/office/drawing/2014/main" id="{961DC4CD-F22A-7C24-6B2E-73EE8BED3065}"/>
              </a:ext>
            </a:extLst>
          </p:cNvPr>
          <p:cNvPicPr>
            <a:picLocks noChangeAspect="1"/>
          </p:cNvPicPr>
          <p:nvPr/>
        </p:nvPicPr>
        <p:blipFill>
          <a:blip r:embed="rId4"/>
          <a:srcRect l="51240" t="34083" r="38631" b="53711"/>
          <a:stretch>
            <a:fillRect/>
          </a:stretch>
        </p:blipFill>
        <p:spPr>
          <a:xfrm>
            <a:off x="3822837" y="7605390"/>
            <a:ext cx="604983" cy="546784"/>
          </a:xfrm>
          <a:prstGeom prst="rect">
            <a:avLst/>
          </a:prstGeom>
        </p:spPr>
      </p:pic>
      <p:pic>
        <p:nvPicPr>
          <p:cNvPr id="28677" name="Picture 28676">
            <a:extLst>
              <a:ext uri="{FF2B5EF4-FFF2-40B4-BE49-F238E27FC236}">
                <a16:creationId xmlns:a16="http://schemas.microsoft.com/office/drawing/2014/main" id="{E50F0636-4D90-2EA0-4717-7EF54D57F4E9}"/>
              </a:ext>
            </a:extLst>
          </p:cNvPr>
          <p:cNvPicPr>
            <a:picLocks noChangeAspect="1"/>
          </p:cNvPicPr>
          <p:nvPr/>
        </p:nvPicPr>
        <p:blipFill>
          <a:blip r:embed="rId4"/>
          <a:srcRect l="51111" t="53119" r="38760" b="34675"/>
          <a:stretch>
            <a:fillRect/>
          </a:stretch>
        </p:blipFill>
        <p:spPr>
          <a:xfrm>
            <a:off x="3815683" y="8208619"/>
            <a:ext cx="604983" cy="546784"/>
          </a:xfrm>
          <a:prstGeom prst="rect">
            <a:avLst/>
          </a:prstGeom>
        </p:spPr>
      </p:pic>
      <p:pic>
        <p:nvPicPr>
          <p:cNvPr id="28679" name="Picture 28678">
            <a:extLst>
              <a:ext uri="{FF2B5EF4-FFF2-40B4-BE49-F238E27FC236}">
                <a16:creationId xmlns:a16="http://schemas.microsoft.com/office/drawing/2014/main" id="{7322376E-2A3C-3E7C-6C85-5403267C8438}"/>
              </a:ext>
            </a:extLst>
          </p:cNvPr>
          <p:cNvPicPr>
            <a:picLocks noChangeAspect="1"/>
          </p:cNvPicPr>
          <p:nvPr/>
        </p:nvPicPr>
        <p:blipFill>
          <a:blip r:embed="rId4"/>
          <a:srcRect l="51240" t="72201" r="38631" b="15593"/>
          <a:stretch>
            <a:fillRect/>
          </a:stretch>
        </p:blipFill>
        <p:spPr>
          <a:xfrm>
            <a:off x="3835628" y="8792830"/>
            <a:ext cx="604983" cy="546784"/>
          </a:xfrm>
          <a:prstGeom prst="rect">
            <a:avLst/>
          </a:prstGeom>
        </p:spPr>
      </p:pic>
      <p:pic>
        <p:nvPicPr>
          <p:cNvPr id="28681" name="Picture 8">
            <a:extLst>
              <a:ext uri="{FF2B5EF4-FFF2-40B4-BE49-F238E27FC236}">
                <a16:creationId xmlns:a16="http://schemas.microsoft.com/office/drawing/2014/main" id="{FDFB4944-45A6-CD0C-3EEA-DEFAA515A12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479" t="66579" r="78606" b="25697"/>
          <a:stretch>
            <a:fillRect/>
          </a:stretch>
        </p:blipFill>
        <p:spPr bwMode="auto">
          <a:xfrm>
            <a:off x="4506256" y="7109155"/>
            <a:ext cx="817171" cy="397283"/>
          </a:xfrm>
          <a:prstGeom prst="rect">
            <a:avLst/>
          </a:prstGeom>
          <a:noFill/>
          <a:extLst>
            <a:ext uri="{909E8E84-426E-40DD-AFC4-6F175D3DCCD1}">
              <a14:hiddenFill xmlns:a14="http://schemas.microsoft.com/office/drawing/2010/main">
                <a:solidFill>
                  <a:srgbClr val="FFFFFF"/>
                </a:solidFill>
              </a14:hiddenFill>
            </a:ext>
          </a:extLst>
        </p:spPr>
      </p:pic>
      <p:pic>
        <p:nvPicPr>
          <p:cNvPr id="28682" name="Picture 8">
            <a:extLst>
              <a:ext uri="{FF2B5EF4-FFF2-40B4-BE49-F238E27FC236}">
                <a16:creationId xmlns:a16="http://schemas.microsoft.com/office/drawing/2014/main" id="{8CABFA14-2F69-3D1E-C5B9-F0BA2F04457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5589" t="66551" r="32496" b="25725"/>
          <a:stretch>
            <a:fillRect/>
          </a:stretch>
        </p:blipFill>
        <p:spPr bwMode="auto">
          <a:xfrm>
            <a:off x="4521463" y="8328264"/>
            <a:ext cx="817171" cy="397283"/>
          </a:xfrm>
          <a:prstGeom prst="rect">
            <a:avLst/>
          </a:prstGeom>
          <a:noFill/>
          <a:extLst>
            <a:ext uri="{909E8E84-426E-40DD-AFC4-6F175D3DCCD1}">
              <a14:hiddenFill xmlns:a14="http://schemas.microsoft.com/office/drawing/2010/main">
                <a:solidFill>
                  <a:srgbClr val="FFFFFF"/>
                </a:solidFill>
              </a14:hiddenFill>
            </a:ext>
          </a:extLst>
        </p:spPr>
      </p:pic>
      <p:pic>
        <p:nvPicPr>
          <p:cNvPr id="28683" name="Picture 8">
            <a:extLst>
              <a:ext uri="{FF2B5EF4-FFF2-40B4-BE49-F238E27FC236}">
                <a16:creationId xmlns:a16="http://schemas.microsoft.com/office/drawing/2014/main" id="{8D11DA8B-435C-728F-5FEC-C94350777F9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52" t="65682" r="54933" b="26594"/>
          <a:stretch>
            <a:fillRect/>
          </a:stretch>
        </p:blipFill>
        <p:spPr bwMode="auto">
          <a:xfrm>
            <a:off x="4492268" y="7680140"/>
            <a:ext cx="817171" cy="397283"/>
          </a:xfrm>
          <a:prstGeom prst="rect">
            <a:avLst/>
          </a:prstGeom>
          <a:noFill/>
          <a:extLst>
            <a:ext uri="{909E8E84-426E-40DD-AFC4-6F175D3DCCD1}">
              <a14:hiddenFill xmlns:a14="http://schemas.microsoft.com/office/drawing/2010/main">
                <a:solidFill>
                  <a:srgbClr val="FFFFFF"/>
                </a:solidFill>
              </a14:hiddenFill>
            </a:ext>
          </a:extLst>
        </p:spPr>
      </p:pic>
      <p:pic>
        <p:nvPicPr>
          <p:cNvPr id="28684" name="Picture 8">
            <a:extLst>
              <a:ext uri="{FF2B5EF4-FFF2-40B4-BE49-F238E27FC236}">
                <a16:creationId xmlns:a16="http://schemas.microsoft.com/office/drawing/2014/main" id="{0DFB5E57-F0AF-2FA1-7159-C56FCCB6EA9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1546" t="65504" r="538" b="27135"/>
          <a:stretch>
            <a:fillRect/>
          </a:stretch>
        </p:blipFill>
        <p:spPr bwMode="auto">
          <a:xfrm>
            <a:off x="4521463" y="8866069"/>
            <a:ext cx="1914599" cy="378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694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DFCE1C-6CB7-D91F-B9A4-597043932D17}"/>
              </a:ext>
            </a:extLst>
          </p:cNvPr>
          <p:cNvSpPr/>
          <p:nvPr/>
        </p:nvSpPr>
        <p:spPr>
          <a:xfrm>
            <a:off x="0" y="40341"/>
            <a:ext cx="1620000" cy="252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noProof="0" dirty="0"/>
              <a:t>Exam Questions</a:t>
            </a:r>
          </a:p>
        </p:txBody>
      </p:sp>
      <p:pic>
        <p:nvPicPr>
          <p:cNvPr id="30724" name="Picture 4">
            <a:extLst>
              <a:ext uri="{FF2B5EF4-FFF2-40B4-BE49-F238E27FC236}">
                <a16:creationId xmlns:a16="http://schemas.microsoft.com/office/drawing/2014/main" id="{974BF0C0-0F78-0F21-C0AC-D9907BB7E5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048" y="4392341"/>
            <a:ext cx="557053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3EB2028-94DC-15B9-A485-B7A499C555CA}"/>
              </a:ext>
            </a:extLst>
          </p:cNvPr>
          <p:cNvSpPr txBox="1"/>
          <p:nvPr/>
        </p:nvSpPr>
        <p:spPr>
          <a:xfrm>
            <a:off x="154642" y="3737787"/>
            <a:ext cx="6548716" cy="2744662"/>
          </a:xfrm>
          <a:prstGeom prst="rect">
            <a:avLst/>
          </a:prstGeom>
          <a:noFill/>
        </p:spPr>
        <p:txBody>
          <a:bodyPr wrap="square">
            <a:spAutoFit/>
          </a:bodyPr>
          <a:lstStyle/>
          <a:p>
            <a:pPr>
              <a:lnSpc>
                <a:spcPct val="115000"/>
              </a:lnSpc>
              <a:spcBef>
                <a:spcPts val="600"/>
              </a:spcBef>
            </a:pPr>
            <a:r>
              <a:rPr lang="en-GB" sz="1200" b="1" kern="0" dirty="0">
                <a:ea typeface="Times New Roman" panose="02020603050405020304" pitchFamily="18" charset="0"/>
                <a:cs typeface="Times New Roman" panose="02020603050405020304" pitchFamily="18" charset="0"/>
              </a:rPr>
              <a:t>Question 2.</a:t>
            </a:r>
          </a:p>
          <a:p>
            <a:pPr>
              <a:lnSpc>
                <a:spcPct val="115000"/>
              </a:lnSpc>
              <a:spcBef>
                <a:spcPts val="600"/>
              </a:spcBef>
            </a:pPr>
            <a:r>
              <a:rPr lang="en-GB" sz="1200" kern="0" dirty="0">
                <a:effectLst/>
                <a:ea typeface="Times New Roman" panose="02020603050405020304" pitchFamily="18" charset="0"/>
                <a:cs typeface="Times New Roman" panose="02020603050405020304" pitchFamily="18" charset="0"/>
              </a:rPr>
              <a:t>Here is a number line.</a:t>
            </a:r>
          </a:p>
          <a:p>
            <a:pPr>
              <a:lnSpc>
                <a:spcPct val="115000"/>
              </a:lnSpc>
              <a:spcBef>
                <a:spcPts val="600"/>
              </a:spcBef>
              <a:spcAft>
                <a:spcPts val="600"/>
              </a:spcAft>
            </a:pPr>
            <a:endParaRPr lang="en-GB" sz="1200" kern="0" dirty="0">
              <a:ea typeface="Times New Roman" panose="02020603050405020304" pitchFamily="18" charset="0"/>
              <a:cs typeface="Times New Roman" panose="02020603050405020304" pitchFamily="18" charset="0"/>
            </a:endParaRPr>
          </a:p>
          <a:p>
            <a:pPr>
              <a:lnSpc>
                <a:spcPct val="115000"/>
              </a:lnSpc>
              <a:spcBef>
                <a:spcPts val="600"/>
              </a:spcBef>
              <a:spcAft>
                <a:spcPts val="600"/>
              </a:spcAft>
            </a:pPr>
            <a:endParaRPr lang="en-GB" sz="1200" kern="0" dirty="0">
              <a:effectLst/>
              <a:ea typeface="Times New Roman" panose="02020603050405020304" pitchFamily="18" charset="0"/>
              <a:cs typeface="Times New Roman" panose="02020603050405020304" pitchFamily="18" charset="0"/>
            </a:endParaRPr>
          </a:p>
          <a:p>
            <a:r>
              <a:rPr lang="en-GB" sz="1200" dirty="0"/>
              <a:t>Write down the inequality shown on the number line</a:t>
            </a:r>
          </a:p>
          <a:p>
            <a:pPr algn="r"/>
            <a:endParaRPr lang="en-GB" sz="1200" dirty="0"/>
          </a:p>
          <a:p>
            <a:pPr algn="r"/>
            <a:br>
              <a:rPr lang="en-GB" sz="1200" dirty="0"/>
            </a:br>
            <a:r>
              <a:rPr lang="en-GB" sz="1200" dirty="0"/>
              <a:t> ........................................................... </a:t>
            </a:r>
          </a:p>
          <a:p>
            <a:pPr algn="r"/>
            <a:r>
              <a:rPr lang="en-GB" sz="1200" b="1" dirty="0"/>
              <a:t>(Total for question is 2 marks)</a:t>
            </a:r>
            <a:endParaRPr lang="en-GB" sz="1200" dirty="0"/>
          </a:p>
          <a:p>
            <a:pPr algn="r"/>
            <a:r>
              <a:rPr lang="en-GB" sz="1200" dirty="0"/>
              <a:t> </a:t>
            </a:r>
          </a:p>
          <a:p>
            <a:pPr>
              <a:lnSpc>
                <a:spcPct val="115000"/>
              </a:lnSpc>
              <a:spcBef>
                <a:spcPts val="600"/>
              </a:spcBef>
              <a:spcAft>
                <a:spcPts val="600"/>
              </a:spcAft>
            </a:pPr>
            <a:endParaRPr lang="en-GB" sz="1400" kern="100" dirty="0">
              <a:effectLst/>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A227F6-5A05-A7F9-E7BD-D7D43C8C7280}"/>
                  </a:ext>
                </a:extLst>
              </p:cNvPr>
              <p:cNvSpPr txBox="1"/>
              <p:nvPr/>
            </p:nvSpPr>
            <p:spPr>
              <a:xfrm>
                <a:off x="154642" y="280134"/>
                <a:ext cx="6548716" cy="3616375"/>
              </a:xfrm>
              <a:prstGeom prst="rect">
                <a:avLst/>
              </a:prstGeom>
              <a:noFill/>
            </p:spPr>
            <p:txBody>
              <a:bodyPr wrap="square">
                <a:spAutoFit/>
              </a:bodyPr>
              <a:lstStyle/>
              <a:p>
                <a:pPr>
                  <a:lnSpc>
                    <a:spcPct val="115000"/>
                  </a:lnSpc>
                  <a:spcBef>
                    <a:spcPts val="600"/>
                  </a:spcBef>
                </a:pPr>
                <a:r>
                  <a:rPr lang="en-GB" sz="1200" b="1" kern="0" dirty="0">
                    <a:effectLst/>
                    <a:ea typeface="Times New Roman" panose="02020603050405020304" pitchFamily="18" charset="0"/>
                    <a:cs typeface="Times New Roman" panose="02020603050405020304" pitchFamily="18" charset="0"/>
                  </a:rPr>
                  <a:t>Question 1.</a:t>
                </a:r>
              </a:p>
              <a:p>
                <a:pPr>
                  <a:lnSpc>
                    <a:spcPct val="115000"/>
                  </a:lnSpc>
                  <a:spcBef>
                    <a:spcPts val="600"/>
                  </a:spcBef>
                  <a:spcAft>
                    <a:spcPts val="600"/>
                  </a:spcAft>
                </a:pPr>
                <a:r>
                  <a:rPr lang="en-GB" sz="1200" kern="0" dirty="0">
                    <a:effectLst/>
                    <a:ea typeface="Times New Roman" panose="02020603050405020304" pitchFamily="18" charset="0"/>
                    <a:cs typeface="Times New Roman" panose="02020603050405020304" pitchFamily="18" charset="0"/>
                  </a:rPr>
                  <a:t>(a)  Write down the inequality shown on this number line.</a:t>
                </a:r>
              </a:p>
              <a:p>
                <a:pPr>
                  <a:lnSpc>
                    <a:spcPct val="115000"/>
                  </a:lnSpc>
                  <a:spcBef>
                    <a:spcPts val="600"/>
                  </a:spcBef>
                  <a:spcAft>
                    <a:spcPts val="600"/>
                  </a:spcAft>
                </a:pPr>
                <a:endParaRPr lang="en-GB" sz="1200" kern="0" dirty="0">
                  <a:effectLst/>
                  <a:ea typeface="Times New Roman" panose="02020603050405020304" pitchFamily="18" charset="0"/>
                  <a:cs typeface="Times New Roman" panose="02020603050405020304" pitchFamily="18" charset="0"/>
                </a:endParaRPr>
              </a:p>
              <a:p>
                <a:pPr>
                  <a:lnSpc>
                    <a:spcPct val="115000"/>
                  </a:lnSpc>
                  <a:spcBef>
                    <a:spcPts val="600"/>
                  </a:spcBef>
                  <a:spcAft>
                    <a:spcPts val="600"/>
                  </a:spcAft>
                </a:pPr>
                <a:endParaRPr lang="en-GB" sz="1200" kern="0" dirty="0">
                  <a:ea typeface="Times New Roman" panose="02020603050405020304" pitchFamily="18" charset="0"/>
                  <a:cs typeface="Times New Roman" panose="02020603050405020304" pitchFamily="18" charset="0"/>
                </a:endParaRPr>
              </a:p>
              <a:p>
                <a:pPr>
                  <a:lnSpc>
                    <a:spcPct val="115000"/>
                  </a:lnSpc>
                  <a:spcBef>
                    <a:spcPts val="600"/>
                  </a:spcBef>
                  <a:spcAft>
                    <a:spcPts val="600"/>
                  </a:spcAft>
                </a:pPr>
                <a:endParaRPr lang="en-GB" sz="1200" kern="0" dirty="0">
                  <a:effectLst/>
                  <a:ea typeface="Times New Roman" panose="02020603050405020304" pitchFamily="18" charset="0"/>
                  <a:cs typeface="Times New Roman" panose="02020603050405020304" pitchFamily="18" charset="0"/>
                </a:endParaRPr>
              </a:p>
              <a:p>
                <a:pPr algn="r"/>
                <a:r>
                  <a:rPr lang="en-GB" sz="1200" dirty="0"/>
                  <a:t>........................................................... </a:t>
                </a:r>
              </a:p>
              <a:p>
                <a:pPr algn="r"/>
                <a:r>
                  <a:rPr lang="en-GB" sz="1200" b="1" dirty="0"/>
                  <a:t>(1)</a:t>
                </a:r>
                <a:endParaRPr lang="en-GB" sz="1200" dirty="0"/>
              </a:p>
              <a:p>
                <a:r>
                  <a:rPr lang="en-GB" sz="1200" dirty="0"/>
                  <a:t>(b)  On the number line below, show the inequality </a:t>
                </a:r>
                <a14:m>
                  <m:oMath xmlns:m="http://schemas.openxmlformats.org/officeDocument/2006/math">
                    <m:r>
                      <a:rPr lang="en-GB" sz="1200" i="1" dirty="0" smtClean="0">
                        <a:latin typeface="Cambria Math" panose="02040503050406030204" pitchFamily="18" charset="0"/>
                      </a:rPr>
                      <m:t>–3 ≤ </m:t>
                    </m:r>
                    <m:r>
                      <a:rPr lang="en-GB" sz="1200" i="1" dirty="0" smtClean="0">
                        <a:latin typeface="Cambria Math" panose="02040503050406030204" pitchFamily="18" charset="0"/>
                      </a:rPr>
                      <m:t>𝑦</m:t>
                    </m:r>
                    <m:r>
                      <a:rPr lang="en-GB" sz="1200" i="1" dirty="0" smtClean="0">
                        <a:latin typeface="Cambria Math" panose="02040503050406030204" pitchFamily="18" charset="0"/>
                      </a:rPr>
                      <m:t> &lt; 4</m:t>
                    </m:r>
                  </m:oMath>
                </a14:m>
                <a:endParaRPr lang="en-GB" sz="1200" dirty="0"/>
              </a:p>
              <a:p>
                <a:pPr algn="r"/>
                <a:endParaRPr lang="en-GB" sz="1200" dirty="0"/>
              </a:p>
              <a:p>
                <a:pPr algn="r"/>
                <a:endParaRPr lang="en-GB" sz="1200" dirty="0"/>
              </a:p>
              <a:p>
                <a:pPr algn="r"/>
                <a:endParaRPr lang="en-GB" sz="1200" dirty="0"/>
              </a:p>
              <a:p>
                <a:pPr algn="r"/>
                <a:endParaRPr lang="en-GB" sz="1200" dirty="0"/>
              </a:p>
              <a:p>
                <a:pPr algn="r"/>
                <a:r>
                  <a:rPr lang="en-GB" sz="1200" b="1" dirty="0"/>
                  <a:t>(2)</a:t>
                </a:r>
                <a:r>
                  <a:rPr lang="en-GB" sz="1200" dirty="0"/>
                  <a:t> </a:t>
                </a:r>
              </a:p>
              <a:p>
                <a:pPr algn="r"/>
                <a:r>
                  <a:rPr lang="en-GB" sz="1200" b="1" dirty="0"/>
                  <a:t>(Total for question is 3 marks)</a:t>
                </a:r>
                <a:endParaRPr lang="en-GB" sz="1200" dirty="0"/>
              </a:p>
              <a:p>
                <a:endParaRPr lang="en-GB" sz="1200" kern="100" dirty="0">
                  <a:effectLst/>
                  <a:ea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EEA227F6-5A05-A7F9-E7BD-D7D43C8C7280}"/>
                  </a:ext>
                </a:extLst>
              </p:cNvPr>
              <p:cNvSpPr txBox="1">
                <a:spLocks noRot="1" noChangeAspect="1" noMove="1" noResize="1" noEditPoints="1" noAdjustHandles="1" noChangeArrowheads="1" noChangeShapeType="1" noTextEdit="1"/>
              </p:cNvSpPr>
              <p:nvPr/>
            </p:nvSpPr>
            <p:spPr>
              <a:xfrm>
                <a:off x="154642" y="280134"/>
                <a:ext cx="6548716" cy="3616375"/>
              </a:xfrm>
              <a:prstGeom prst="rect">
                <a:avLst/>
              </a:prstGeom>
              <a:blipFill>
                <a:blip r:embed="rId3"/>
                <a:stretch>
                  <a:fillRect r="-930"/>
                </a:stretch>
              </a:blipFill>
            </p:spPr>
            <p:txBody>
              <a:bodyPr/>
              <a:lstStyle/>
              <a:p>
                <a:r>
                  <a:rPr lang="en-GB">
                    <a:noFill/>
                  </a:rPr>
                  <a:t> </a:t>
                </a:r>
              </a:p>
            </p:txBody>
          </p:sp>
        </mc:Fallback>
      </mc:AlternateContent>
      <p:pic>
        <p:nvPicPr>
          <p:cNvPr id="30725" name="Picture 5">
            <a:extLst>
              <a:ext uri="{FF2B5EF4-FFF2-40B4-BE49-F238E27FC236}">
                <a16:creationId xmlns:a16="http://schemas.microsoft.com/office/drawing/2014/main" id="{A709B04B-83CD-F556-8CE3-B028779BCE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048" y="935689"/>
            <a:ext cx="5378311" cy="614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6">
            <a:extLst>
              <a:ext uri="{FF2B5EF4-FFF2-40B4-BE49-F238E27FC236}">
                <a16:creationId xmlns:a16="http://schemas.microsoft.com/office/drawing/2014/main" id="{BD649F06-B2F5-7509-43F5-35FB483091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 y="2982154"/>
            <a:ext cx="58674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986C8F4-A227-ADF1-31E7-ED1A81BFD6B3}"/>
                  </a:ext>
                </a:extLst>
              </p:cNvPr>
              <p:cNvSpPr txBox="1"/>
              <p:nvPr/>
            </p:nvSpPr>
            <p:spPr>
              <a:xfrm>
                <a:off x="154642" y="5934916"/>
                <a:ext cx="6548716" cy="3839769"/>
              </a:xfrm>
              <a:prstGeom prst="rect">
                <a:avLst/>
              </a:prstGeom>
              <a:noFill/>
            </p:spPr>
            <p:txBody>
              <a:bodyPr wrap="square">
                <a:spAutoFit/>
              </a:bodyPr>
              <a:lstStyle/>
              <a:p>
                <a:pPr>
                  <a:lnSpc>
                    <a:spcPct val="115000"/>
                  </a:lnSpc>
                  <a:spcBef>
                    <a:spcPts val="600"/>
                  </a:spcBef>
                  <a:spcAft>
                    <a:spcPts val="600"/>
                  </a:spcAft>
                </a:pPr>
                <a:r>
                  <a:rPr lang="en-GB" sz="1200" b="1" kern="0" dirty="0">
                    <a:ea typeface="Times New Roman" panose="02020603050405020304" pitchFamily="18" charset="0"/>
                    <a:cs typeface="Times New Roman" panose="02020603050405020304" pitchFamily="18" charset="0"/>
                  </a:rPr>
                  <a:t>Question 3.</a:t>
                </a:r>
                <a:endParaRPr lang="en-GB" sz="1200" i="1" kern="0" dirty="0">
                  <a:effectLst/>
                  <a:latin typeface="Cambria Math" panose="02040503050406030204" pitchFamily="18" charset="0"/>
                  <a:ea typeface="Times New Roman" panose="02020603050405020304" pitchFamily="18" charset="0"/>
                  <a:cs typeface="Times New Roman" panose="02020603050405020304" pitchFamily="18" charset="0"/>
                </a:endParaRPr>
              </a:p>
              <a:p>
                <a:pPr>
                  <a:lnSpc>
                    <a:spcPct val="115000"/>
                  </a:lnSpc>
                  <a:spcBef>
                    <a:spcPts val="600"/>
                  </a:spcBef>
                  <a:spcAft>
                    <a:spcPts val="600"/>
                  </a:spcAft>
                  <a:buNone/>
                </a:pPr>
                <a14:m>
                  <m:oMath xmlns:m="http://schemas.openxmlformats.org/officeDocument/2006/math">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𝑛</m:t>
                    </m:r>
                  </m:oMath>
                </a14:m>
                <a:r>
                  <a:rPr lang="en-GB" sz="1200" i="1" kern="0" dirty="0">
                    <a:effectLst/>
                    <a:latin typeface="Arial" panose="020B0604020202020204" pitchFamily="34" charset="0"/>
                    <a:ea typeface="Times New Roman" panose="02020603050405020304" pitchFamily="18" charset="0"/>
                    <a:cs typeface="Times New Roman" panose="02020603050405020304" pitchFamily="18" charset="0"/>
                  </a:rPr>
                  <a:t> </a:t>
                </a:r>
                <a: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t>is an integer.</a:t>
                </a:r>
                <a:endParaRPr lang="en-GB" sz="12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600"/>
                  </a:spcBef>
                  <a:spcAft>
                    <a:spcPts val="600"/>
                  </a:spcAft>
                  <a:buNone/>
                </a:pPr>
                <a: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t>(a) Write down all the possible values of </a:t>
                </a:r>
                <a14:m>
                  <m:oMath xmlns:m="http://schemas.openxmlformats.org/officeDocument/2006/math">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𝑛</m:t>
                    </m:r>
                  </m:oMath>
                </a14:m>
                <a: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t>.</a:t>
                </a:r>
                <a:endParaRPr lang="en-GB" sz="12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lgn="r">
                  <a:lnSpc>
                    <a:spcPct val="115000"/>
                  </a:lnSpc>
                  <a:spcBef>
                    <a:spcPts val="600"/>
                  </a:spcBef>
                  <a:spcAft>
                    <a:spcPts val="600"/>
                  </a:spcAft>
                  <a:buNone/>
                </a:pPr>
                <a: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t>      </a:t>
                </a:r>
                <a:r>
                  <a:rPr lang="en-GB" sz="1200" dirty="0"/>
                  <a:t> ...........................................................</a:t>
                </a:r>
                <a:endParaRPr lang="en-GB" sz="12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lgn="r">
                  <a:lnSpc>
                    <a:spcPct val="115000"/>
                  </a:lnSpc>
                  <a:spcAft>
                    <a:spcPts val="800"/>
                  </a:spcAft>
                  <a:buNone/>
                </a:pPr>
                <a:r>
                  <a:rPr lang="en-GB" sz="1200" b="1" kern="0" dirty="0">
                    <a:effectLst/>
                    <a:latin typeface="Arial" panose="020B0604020202020204" pitchFamily="34" charset="0"/>
                    <a:ea typeface="Times New Roman" panose="02020603050405020304" pitchFamily="18" charset="0"/>
                    <a:cs typeface="Times New Roman" panose="02020603050405020304" pitchFamily="18" charset="0"/>
                  </a:rPr>
                  <a:t>(2)</a:t>
                </a:r>
                <a:endParaRPr lang="en-GB" sz="12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600"/>
                  </a:spcBef>
                  <a:spcAft>
                    <a:spcPts val="600"/>
                  </a:spcAft>
                </a:pPr>
                <a: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t>(b) Write down the inequalities represented on the number line.</a:t>
                </a:r>
              </a:p>
              <a:p>
                <a:pPr>
                  <a:lnSpc>
                    <a:spcPct val="115000"/>
                  </a:lnSpc>
                  <a:spcBef>
                    <a:spcPts val="600"/>
                  </a:spcBef>
                  <a:spcAft>
                    <a:spcPts val="600"/>
                  </a:spcAft>
                </a:pPr>
                <a:endParaRPr lang="en-GB" sz="1200" kern="0" dirty="0">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Bef>
                    <a:spcPts val="600"/>
                  </a:spcBef>
                  <a:spcAft>
                    <a:spcPts val="600"/>
                  </a:spcAft>
                </a:pPr>
                <a:endParaRPr lang="en-GB" sz="200" kern="0" dirty="0">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Bef>
                    <a:spcPts val="600"/>
                  </a:spcBef>
                  <a:spcAft>
                    <a:spcPts val="600"/>
                  </a:spcAft>
                </a:pPr>
                <a:endParaRPr lang="en-GB" sz="1200" kern="0" dirty="0">
                  <a:effectLst/>
                  <a:latin typeface="Arial" panose="020B0604020202020204" pitchFamily="34" charset="0"/>
                  <a:ea typeface="Times New Roman" panose="02020603050405020304" pitchFamily="18" charset="0"/>
                  <a:cs typeface="Times New Roman" panose="02020603050405020304" pitchFamily="18" charset="0"/>
                </a:endParaRPr>
              </a:p>
              <a:p>
                <a:r>
                  <a:rPr lang="en-GB" sz="1200" dirty="0"/>
                  <a:t> </a:t>
                </a:r>
              </a:p>
              <a:p>
                <a:pPr algn="r"/>
                <a:r>
                  <a:rPr lang="en-GB" sz="1200" dirty="0"/>
                  <a:t>       ...........................................................</a:t>
                </a:r>
              </a:p>
              <a:p>
                <a:pPr algn="r"/>
                <a:r>
                  <a:rPr lang="en-GB" sz="1200" b="1" dirty="0"/>
                  <a:t>(2)</a:t>
                </a:r>
                <a:endParaRPr lang="en-GB" sz="1200" dirty="0"/>
              </a:p>
              <a:p>
                <a:pPr algn="r"/>
                <a:r>
                  <a:rPr lang="en-GB" sz="1200" b="1" dirty="0"/>
                  <a:t>(Total for Question is 4 marks)</a:t>
                </a:r>
                <a:endParaRPr lang="en-GB" sz="1200" dirty="0"/>
              </a:p>
            </p:txBody>
          </p:sp>
        </mc:Choice>
        <mc:Fallback xmlns="">
          <p:sp>
            <p:nvSpPr>
              <p:cNvPr id="10" name="TextBox 9">
                <a:extLst>
                  <a:ext uri="{FF2B5EF4-FFF2-40B4-BE49-F238E27FC236}">
                    <a16:creationId xmlns:a16="http://schemas.microsoft.com/office/drawing/2014/main" id="{9986C8F4-A227-ADF1-31E7-ED1A81BFD6B3}"/>
                  </a:ext>
                </a:extLst>
              </p:cNvPr>
              <p:cNvSpPr txBox="1">
                <a:spLocks noRot="1" noChangeAspect="1" noMove="1" noResize="1" noEditPoints="1" noAdjustHandles="1" noChangeArrowheads="1" noChangeShapeType="1" noTextEdit="1"/>
              </p:cNvSpPr>
              <p:nvPr/>
            </p:nvSpPr>
            <p:spPr>
              <a:xfrm>
                <a:off x="154642" y="5934916"/>
                <a:ext cx="6548716" cy="3839769"/>
              </a:xfrm>
              <a:prstGeom prst="rect">
                <a:avLst/>
              </a:prstGeom>
              <a:blipFill>
                <a:blip r:embed="rId6"/>
                <a:stretch>
                  <a:fillRect/>
                </a:stretch>
              </a:blipFill>
            </p:spPr>
            <p:txBody>
              <a:bodyPr/>
              <a:lstStyle/>
              <a:p>
                <a:r>
                  <a:rPr lang="en-GB">
                    <a:noFill/>
                  </a:rPr>
                  <a:t> </a:t>
                </a:r>
              </a:p>
            </p:txBody>
          </p:sp>
        </mc:Fallback>
      </mc:AlternateContent>
      <p:pic>
        <p:nvPicPr>
          <p:cNvPr id="30727" name="Picture 7">
            <a:extLst>
              <a:ext uri="{FF2B5EF4-FFF2-40B4-BE49-F238E27FC236}">
                <a16:creationId xmlns:a16="http://schemas.microsoft.com/office/drawing/2014/main" id="{3EE32619-DED5-44F7-78A6-709A21CF918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0000" y="8004643"/>
            <a:ext cx="46323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C5C7384-C774-E70E-92F0-87480881ACC7}"/>
                  </a:ext>
                </a:extLst>
              </p:cNvPr>
              <p:cNvSpPr txBox="1"/>
              <p:nvPr/>
            </p:nvSpPr>
            <p:spPr>
              <a:xfrm>
                <a:off x="2147888" y="6015427"/>
                <a:ext cx="1956547"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 –4 &lt; </m:t>
                      </m:r>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𝑛</m:t>
                      </m:r>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 ≤ 1</m:t>
                      </m:r>
                    </m:oMath>
                  </m:oMathPara>
                </a14:m>
                <a:endParaRPr lang="en-GB" dirty="0"/>
              </a:p>
            </p:txBody>
          </p:sp>
        </mc:Choice>
        <mc:Fallback xmlns="">
          <p:sp>
            <p:nvSpPr>
              <p:cNvPr id="12" name="TextBox 11">
                <a:extLst>
                  <a:ext uri="{FF2B5EF4-FFF2-40B4-BE49-F238E27FC236}">
                    <a16:creationId xmlns:a16="http://schemas.microsoft.com/office/drawing/2014/main" id="{5C5C7384-C774-E70E-92F0-87480881ACC7}"/>
                  </a:ext>
                </a:extLst>
              </p:cNvPr>
              <p:cNvSpPr txBox="1">
                <a:spLocks noRot="1" noChangeAspect="1" noMove="1" noResize="1" noEditPoints="1" noAdjustHandles="1" noChangeArrowheads="1" noChangeShapeType="1" noTextEdit="1"/>
              </p:cNvSpPr>
              <p:nvPr/>
            </p:nvSpPr>
            <p:spPr>
              <a:xfrm>
                <a:off x="2147888" y="6015427"/>
                <a:ext cx="1956547" cy="276999"/>
              </a:xfrm>
              <a:prstGeom prst="rect">
                <a:avLst/>
              </a:prstGeom>
              <a:blipFill>
                <a:blip r:embed="rId8"/>
                <a:stretch>
                  <a:fillRect/>
                </a:stretch>
              </a:blipFill>
            </p:spPr>
            <p:txBody>
              <a:bodyPr/>
              <a:lstStyle/>
              <a:p>
                <a:r>
                  <a:rPr lang="en-GB">
                    <a:noFill/>
                  </a:rPr>
                  <a:t> </a:t>
                </a:r>
              </a:p>
            </p:txBody>
          </p:sp>
        </mc:Fallback>
      </mc:AlternateContent>
      <p:sp>
        <p:nvSpPr>
          <p:cNvPr id="13" name="Slide Number Placeholder 1">
            <a:extLst>
              <a:ext uri="{FF2B5EF4-FFF2-40B4-BE49-F238E27FC236}">
                <a16:creationId xmlns:a16="http://schemas.microsoft.com/office/drawing/2014/main" id="{18FD253A-6FA7-8A35-341D-0378D40E95E6}"/>
              </a:ext>
            </a:extLst>
          </p:cNvPr>
          <p:cNvSpPr>
            <a:spLocks noGrp="1"/>
          </p:cNvSpPr>
          <p:nvPr>
            <p:ph type="sldNum" sz="quarter" idx="12"/>
          </p:nvPr>
        </p:nvSpPr>
        <p:spPr>
          <a:xfrm>
            <a:off x="5223060" y="9519155"/>
            <a:ext cx="1543050" cy="527403"/>
          </a:xfrm>
        </p:spPr>
        <p:txBody>
          <a:bodyPr/>
          <a:lstStyle/>
          <a:p>
            <a:fld id="{086C3A38-D272-42AA-9C88-F1FBEAE20D2C}" type="slidenum">
              <a:rPr lang="en-GB" noProof="0" smtClean="0"/>
              <a:t>10</a:t>
            </a:fld>
            <a:endParaRPr lang="en-GB" noProof="0" dirty="0"/>
          </a:p>
        </p:txBody>
      </p:sp>
      <p:cxnSp>
        <p:nvCxnSpPr>
          <p:cNvPr id="15" name="Straight Connector 14">
            <a:extLst>
              <a:ext uri="{FF2B5EF4-FFF2-40B4-BE49-F238E27FC236}">
                <a16:creationId xmlns:a16="http://schemas.microsoft.com/office/drawing/2014/main" id="{E47C2C99-C4DF-CAF6-A47B-4E59885E538B}"/>
              </a:ext>
            </a:extLst>
          </p:cNvPr>
          <p:cNvCxnSpPr>
            <a:cxnSpLocks/>
          </p:cNvCxnSpPr>
          <p:nvPr/>
        </p:nvCxnSpPr>
        <p:spPr>
          <a:xfrm>
            <a:off x="218515" y="3737787"/>
            <a:ext cx="6420970"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82F3F48E-3EC6-224D-605F-68A1BC15ADB5}"/>
              </a:ext>
            </a:extLst>
          </p:cNvPr>
          <p:cNvCxnSpPr>
            <a:cxnSpLocks/>
          </p:cNvCxnSpPr>
          <p:nvPr/>
        </p:nvCxnSpPr>
        <p:spPr>
          <a:xfrm>
            <a:off x="218515" y="5975257"/>
            <a:ext cx="6420970" cy="0"/>
          </a:xfrm>
          <a:prstGeom prst="line">
            <a:avLst/>
          </a:prstGeom>
        </p:spPr>
        <p:style>
          <a:lnRef idx="1">
            <a:schemeClr val="dk1"/>
          </a:lnRef>
          <a:fillRef idx="0">
            <a:schemeClr val="dk1"/>
          </a:fillRef>
          <a:effectRef idx="0">
            <a:schemeClr val="dk1"/>
          </a:effectRef>
          <a:fontRef idx="minor">
            <a:schemeClr val="tx1"/>
          </a:fontRef>
        </p:style>
      </p:cxnSp>
      <p:pic>
        <p:nvPicPr>
          <p:cNvPr id="30728" name="Picture 8">
            <a:extLst>
              <a:ext uri="{FF2B5EF4-FFF2-40B4-BE49-F238E27FC236}">
                <a16:creationId xmlns:a16="http://schemas.microsoft.com/office/drawing/2014/main" id="{882AB2AC-FC45-94E6-4065-AA1E6037D80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11764" y="4316654"/>
            <a:ext cx="6667500"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9" name="Picture 9">
            <a:extLst>
              <a:ext uri="{FF2B5EF4-FFF2-40B4-BE49-F238E27FC236}">
                <a16:creationId xmlns:a16="http://schemas.microsoft.com/office/drawing/2014/main" id="{677E53CB-9346-8053-C0F8-28976F7E674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11764" y="254829"/>
            <a:ext cx="6735763"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0" name="Picture 10">
            <a:extLst>
              <a:ext uri="{FF2B5EF4-FFF2-40B4-BE49-F238E27FC236}">
                <a16:creationId xmlns:a16="http://schemas.microsoft.com/office/drawing/2014/main" id="{28ED6A72-7559-4AA8-E69D-55425E9201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11764" y="7309355"/>
            <a:ext cx="6446837"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5007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0DB18-F1DC-7D3A-CE74-EE26459C5F8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EE5AFF3-01DF-8B85-3F7C-4F13325CD0F6}"/>
              </a:ext>
            </a:extLst>
          </p:cNvPr>
          <p:cNvSpPr>
            <a:spLocks noGrp="1"/>
          </p:cNvSpPr>
          <p:nvPr>
            <p:ph type="sldNum" sz="quarter" idx="12"/>
          </p:nvPr>
        </p:nvSpPr>
        <p:spPr>
          <a:xfrm>
            <a:off x="5296163" y="9467690"/>
            <a:ext cx="1543050" cy="527403"/>
          </a:xfrm>
        </p:spPr>
        <p:txBody>
          <a:bodyPr/>
          <a:lstStyle/>
          <a:p>
            <a:fld id="{19F1D9CC-7119-45EC-A96C-D8C0660F3AAB}" type="slidenum">
              <a:rPr lang="en-GB" noProof="0" smtClean="0">
                <a:solidFill>
                  <a:schemeClr val="tx1"/>
                </a:solidFill>
              </a:rPr>
              <a:t>11</a:t>
            </a:fld>
            <a:endParaRPr lang="en-GB" noProof="0" dirty="0">
              <a:solidFill>
                <a:schemeClr val="tx1"/>
              </a:solidFill>
            </a:endParaRPr>
          </a:p>
        </p:txBody>
      </p:sp>
      <p:sp>
        <p:nvSpPr>
          <p:cNvPr id="67" name="Rectangle 66">
            <a:extLst>
              <a:ext uri="{FF2B5EF4-FFF2-40B4-BE49-F238E27FC236}">
                <a16:creationId xmlns:a16="http://schemas.microsoft.com/office/drawing/2014/main" id="{016C63E0-5813-0649-D0DB-404FB6232679}"/>
              </a:ext>
            </a:extLst>
          </p:cNvPr>
          <p:cNvSpPr/>
          <p:nvPr/>
        </p:nvSpPr>
        <p:spPr>
          <a:xfrm>
            <a:off x="86108" y="309496"/>
            <a:ext cx="6679742" cy="16116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noProof="0" dirty="0">
              <a:solidFill>
                <a:sysClr val="windowText" lastClr="000000"/>
              </a:solidFill>
            </a:endParaRPr>
          </a:p>
        </p:txBody>
      </p:sp>
      <p:sp>
        <p:nvSpPr>
          <p:cNvPr id="70" name="Rectangle 69">
            <a:extLst>
              <a:ext uri="{FF2B5EF4-FFF2-40B4-BE49-F238E27FC236}">
                <a16:creationId xmlns:a16="http://schemas.microsoft.com/office/drawing/2014/main" id="{0AE419D2-75EC-87CC-D160-F162FCD5634D}"/>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noProof="0" dirty="0"/>
              <a:t>Subtopic 2C: </a:t>
            </a:r>
            <a:r>
              <a:rPr lang="en-GB" noProof="0" dirty="0">
                <a:solidFill>
                  <a:schemeClr val="bg1"/>
                </a:solidFill>
              </a:rPr>
              <a:t>Solving Single-Ended Linear Inequalities</a:t>
            </a:r>
          </a:p>
        </p:txBody>
      </p:sp>
      <p:sp>
        <p:nvSpPr>
          <p:cNvPr id="71" name="TextBox 70">
            <a:extLst>
              <a:ext uri="{FF2B5EF4-FFF2-40B4-BE49-F238E27FC236}">
                <a16:creationId xmlns:a16="http://schemas.microsoft.com/office/drawing/2014/main" id="{4DD2D4CA-B53B-9609-CFA4-F77DC4EAAE07}"/>
              </a:ext>
            </a:extLst>
          </p:cNvPr>
          <p:cNvSpPr txBox="1"/>
          <p:nvPr/>
        </p:nvSpPr>
        <p:spPr>
          <a:xfrm>
            <a:off x="65376" y="685396"/>
            <a:ext cx="1399768" cy="276999"/>
          </a:xfrm>
          <a:prstGeom prst="rect">
            <a:avLst/>
          </a:prstGeom>
          <a:noFill/>
        </p:spPr>
        <p:txBody>
          <a:bodyPr wrap="square" rtlCol="0">
            <a:spAutoFit/>
          </a:bodyPr>
          <a:lstStyle/>
          <a:p>
            <a:r>
              <a:rPr lang="en-GB" sz="1200" b="1" noProof="0" dirty="0"/>
              <a:t>Objectives:</a:t>
            </a:r>
          </a:p>
        </p:txBody>
      </p:sp>
      <p:sp>
        <p:nvSpPr>
          <p:cNvPr id="72" name="TextBox 71">
            <a:extLst>
              <a:ext uri="{FF2B5EF4-FFF2-40B4-BE49-F238E27FC236}">
                <a16:creationId xmlns:a16="http://schemas.microsoft.com/office/drawing/2014/main" id="{57BF9039-70C3-11BF-C529-39FC2C5B5C8B}"/>
              </a:ext>
            </a:extLst>
          </p:cNvPr>
          <p:cNvSpPr txBox="1"/>
          <p:nvPr/>
        </p:nvSpPr>
        <p:spPr>
          <a:xfrm>
            <a:off x="76371" y="895230"/>
            <a:ext cx="4667990" cy="646331"/>
          </a:xfrm>
          <a:prstGeom prst="rect">
            <a:avLst/>
          </a:prstGeom>
          <a:noFill/>
        </p:spPr>
        <p:txBody>
          <a:bodyPr wrap="square" rtlCol="0">
            <a:spAutoFit/>
          </a:bodyPr>
          <a:lstStyle/>
          <a:p>
            <a:pPr marL="342900" indent="-342900">
              <a:buFont typeface="+mj-lt"/>
              <a:buAutoNum type="arabicPeriod"/>
            </a:pPr>
            <a:r>
              <a:rPr lang="en-GB" sz="1200" noProof="0" dirty="0"/>
              <a:t>To be able to solve one-step inequalities.</a:t>
            </a:r>
          </a:p>
          <a:p>
            <a:pPr marL="342900" indent="-342900">
              <a:buFont typeface="+mj-lt"/>
              <a:buAutoNum type="arabicPeriod"/>
            </a:pPr>
            <a:r>
              <a:rPr lang="en-GB" sz="1200" noProof="0" dirty="0"/>
              <a:t>To be able to solve two-step inequalities</a:t>
            </a:r>
          </a:p>
          <a:p>
            <a:pPr marL="342900" indent="-342900">
              <a:buFont typeface="+mj-lt"/>
              <a:buAutoNum type="arabicPeriod"/>
            </a:pPr>
            <a:r>
              <a:rPr lang="en-GB" sz="1200" noProof="0" dirty="0"/>
              <a:t>To be able to solve inequalities with negative unknowns</a:t>
            </a:r>
          </a:p>
        </p:txBody>
      </p:sp>
      <p:sp>
        <p:nvSpPr>
          <p:cNvPr id="73" name="TextBox 72">
            <a:extLst>
              <a:ext uri="{FF2B5EF4-FFF2-40B4-BE49-F238E27FC236}">
                <a16:creationId xmlns:a16="http://schemas.microsoft.com/office/drawing/2014/main" id="{48699E5E-47F3-8B71-EC9E-7A10A24467F4}"/>
              </a:ext>
            </a:extLst>
          </p:cNvPr>
          <p:cNvSpPr txBox="1"/>
          <p:nvPr/>
        </p:nvSpPr>
        <p:spPr>
          <a:xfrm>
            <a:off x="142969" y="356923"/>
            <a:ext cx="6534707" cy="276999"/>
          </a:xfrm>
          <a:prstGeom prst="rect">
            <a:avLst/>
          </a:prstGeom>
          <a:noFill/>
          <a:ln>
            <a:solidFill>
              <a:schemeClr val="tx1"/>
            </a:solidFill>
          </a:ln>
        </p:spPr>
        <p:txBody>
          <a:bodyPr wrap="square" lIns="91440" tIns="45720" rIns="91440" bIns="45720" rtlCol="0" anchor="t">
            <a:spAutoFit/>
          </a:bodyPr>
          <a:lstStyle/>
          <a:p>
            <a:pPr algn="ctr"/>
            <a:r>
              <a:rPr lang="en-GB" sz="1200" noProof="0" dirty="0"/>
              <a:t>LEARNING OUTCOME: To understand and solve simple inequalities</a:t>
            </a:r>
          </a:p>
        </p:txBody>
      </p:sp>
      <p:sp>
        <p:nvSpPr>
          <p:cNvPr id="74" name="TextBox 73">
            <a:extLst>
              <a:ext uri="{FF2B5EF4-FFF2-40B4-BE49-F238E27FC236}">
                <a16:creationId xmlns:a16="http://schemas.microsoft.com/office/drawing/2014/main" id="{EDC03834-6C99-F613-6F15-A692198C328E}"/>
              </a:ext>
            </a:extLst>
          </p:cNvPr>
          <p:cNvSpPr txBox="1"/>
          <p:nvPr/>
        </p:nvSpPr>
        <p:spPr>
          <a:xfrm>
            <a:off x="5689600" y="812148"/>
            <a:ext cx="986253" cy="1015663"/>
          </a:xfrm>
          <a:prstGeom prst="rect">
            <a:avLst/>
          </a:prstGeom>
          <a:noFill/>
          <a:ln w="12700">
            <a:solidFill>
              <a:schemeClr val="tx1"/>
            </a:solidFill>
          </a:ln>
        </p:spPr>
        <p:txBody>
          <a:bodyPr wrap="square" rtlCol="0">
            <a:spAutoFit/>
          </a:bodyPr>
          <a:lstStyle/>
          <a:p>
            <a:r>
              <a:rPr lang="en-GB" sz="1200" b="1" u="sng" noProof="0" dirty="0"/>
              <a:t>Keywords:</a:t>
            </a:r>
            <a:endParaRPr lang="en-GB" sz="1200" noProof="0" dirty="0"/>
          </a:p>
          <a:p>
            <a:pPr marL="171450" indent="-171450">
              <a:buFontTx/>
              <a:buChar char="-"/>
            </a:pPr>
            <a:r>
              <a:rPr lang="en-GB" sz="1200" noProof="0" dirty="0"/>
              <a:t>Inequality</a:t>
            </a:r>
          </a:p>
          <a:p>
            <a:pPr marL="171450" indent="-171450">
              <a:buFontTx/>
              <a:buChar char="-"/>
            </a:pPr>
            <a:r>
              <a:rPr lang="en-GB" sz="1200" noProof="0" dirty="0"/>
              <a:t>Solution</a:t>
            </a:r>
          </a:p>
          <a:p>
            <a:pPr marL="171450" indent="-171450">
              <a:buFontTx/>
              <a:buChar char="-"/>
            </a:pPr>
            <a:r>
              <a:rPr lang="en-GB" sz="1200" noProof="0" dirty="0"/>
              <a:t>Unknown</a:t>
            </a:r>
          </a:p>
          <a:p>
            <a:pPr marL="171450" indent="-171450">
              <a:buFontTx/>
              <a:buChar char="-"/>
            </a:pPr>
            <a:r>
              <a:rPr lang="en-GB" sz="1200" noProof="0" dirty="0"/>
              <a:t>Variable</a:t>
            </a:r>
          </a:p>
        </p:txBody>
      </p:sp>
      <p:sp>
        <p:nvSpPr>
          <p:cNvPr id="15" name="Rectangle 14">
            <a:extLst>
              <a:ext uri="{FF2B5EF4-FFF2-40B4-BE49-F238E27FC236}">
                <a16:creationId xmlns:a16="http://schemas.microsoft.com/office/drawing/2014/main" id="{23432F13-EA12-0F66-EA1D-7F2DC53D801D}"/>
              </a:ext>
            </a:extLst>
          </p:cNvPr>
          <p:cNvSpPr/>
          <p:nvPr/>
        </p:nvSpPr>
        <p:spPr>
          <a:xfrm>
            <a:off x="86108" y="1974611"/>
            <a:ext cx="6679742" cy="12498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Introduction:</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Now that you know how to represent inequalities on a number line, it's time to combine this with</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solving them. You'll begin by recapping how to solve linear inequalities, using the same inverse</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operation method you’ve used to solve equations. Once you've solved the inequality, you'll represent</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full solution as a lost of integers or on a number line to show all the values that make it true. This step is important because it helps you visualise the solution and check that it makes sense in context.</a:t>
            </a:r>
            <a:endParaRPr lang="en-GB" noProof="0" dirty="0"/>
          </a:p>
        </p:txBody>
      </p:sp>
      <p:pic>
        <p:nvPicPr>
          <p:cNvPr id="16" name="Picture 2" descr="Number lines / Misunderstandings / Patterns / Topdrawer / Home - Topdrawer">
            <a:extLst>
              <a:ext uri="{FF2B5EF4-FFF2-40B4-BE49-F238E27FC236}">
                <a16:creationId xmlns:a16="http://schemas.microsoft.com/office/drawing/2014/main" id="{86F2D120-8104-B704-CEC6-81CD795495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2427" y="5331057"/>
            <a:ext cx="2813425" cy="41284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Number lines / Misunderstandings / Patterns / Topdrawer / Home - Topdrawer">
            <a:extLst>
              <a:ext uri="{FF2B5EF4-FFF2-40B4-BE49-F238E27FC236}">
                <a16:creationId xmlns:a16="http://schemas.microsoft.com/office/drawing/2014/main" id="{F7076FE9-BA0A-91B7-6C91-57024B50EA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2428" y="8858641"/>
            <a:ext cx="2813424" cy="41284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6DAD806B-EF2C-A3F5-1568-3006D164AF9B}"/>
                  </a:ext>
                </a:extLst>
              </p:cNvPr>
              <p:cNvGraphicFramePr>
                <a:graphicFrameLocks noGrp="1"/>
              </p:cNvGraphicFramePr>
              <p:nvPr>
                <p:extLst>
                  <p:ext uri="{D42A27DB-BD31-4B8C-83A1-F6EECF244321}">
                    <p14:modId xmlns:p14="http://schemas.microsoft.com/office/powerpoint/2010/main" val="3909741090"/>
                  </p:ext>
                </p:extLst>
              </p:nvPr>
            </p:nvGraphicFramePr>
            <p:xfrm>
              <a:off x="86108" y="3675192"/>
              <a:ext cx="6671090" cy="5670515"/>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205318">
                      <a:extLst>
                        <a:ext uri="{9D8B030D-6E8A-4147-A177-3AD203B41FA5}">
                          <a16:colId xmlns:a16="http://schemas.microsoft.com/office/drawing/2014/main" val="1034895713"/>
                        </a:ext>
                      </a:extLst>
                    </a:gridCol>
                    <a:gridCol w="3086151">
                      <a:extLst>
                        <a:ext uri="{9D8B030D-6E8A-4147-A177-3AD203B41FA5}">
                          <a16:colId xmlns:a16="http://schemas.microsoft.com/office/drawing/2014/main" val="1986191842"/>
                        </a:ext>
                      </a:extLst>
                    </a:gridCol>
                  </a:tblGrid>
                  <a:tr h="371837">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371837">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b="0" noProof="0" dirty="0">
                              <a:solidFill>
                                <a:schemeClr val="tx1"/>
                              </a:solidFill>
                              <a:latin typeface="+mn-lt"/>
                            </a:rPr>
                            <a:t>Recall your steps required for solving equations.</a:t>
                          </a: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a:t>
                          </a:r>
                          <a:r>
                            <a:rPr lang="en-GB" sz="1200" b="0" noProof="0" dirty="0">
                              <a:solidFill>
                                <a:schemeClr val="tx1"/>
                              </a:solidFill>
                              <a:latin typeface="+mn-lt"/>
                            </a:rPr>
                            <a:t>Isolate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by performing the inverse operation to both sides of the inequality.</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The solution tells you exactly what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is greater or smaller than.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+6 ≤10</m:t>
                                </m:r>
                              </m:oMath>
                            </m:oMathPara>
                          </a14:m>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371837">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3592709853"/>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f>
                                  <m:fPr>
                                    <m:ctrlPr>
                                      <a:rPr lang="en-GB" sz="1200" b="0" i="1" baseline="0" noProof="0" smtClean="0">
                                        <a:solidFill>
                                          <a:schemeClr val="tx1"/>
                                        </a:solidFill>
                                        <a:latin typeface="Cambria Math" panose="02040503050406030204" pitchFamily="18" charset="0"/>
                                      </a:rPr>
                                    </m:ctrlPr>
                                  </m:fPr>
                                  <m:num>
                                    <m:r>
                                      <a:rPr lang="en-GB" sz="1200" b="0" i="1" baseline="0" noProof="0" smtClean="0">
                                        <a:solidFill>
                                          <a:schemeClr val="tx1"/>
                                        </a:solidFill>
                                        <a:latin typeface="Cambria Math" panose="02040503050406030204" pitchFamily="18" charset="0"/>
                                      </a:rPr>
                                      <m:t>𝑥</m:t>
                                    </m:r>
                                  </m:num>
                                  <m:den>
                                    <m:r>
                                      <a:rPr lang="en-GB" sz="1200" b="0" i="1" baseline="0" noProof="0" smtClean="0">
                                        <a:solidFill>
                                          <a:schemeClr val="tx1"/>
                                        </a:solidFill>
                                        <a:latin typeface="Cambria Math" panose="02040503050406030204" pitchFamily="18" charset="0"/>
                                      </a:rPr>
                                      <m:t>3</m:t>
                                    </m:r>
                                  </m:den>
                                </m:f>
                                <m:r>
                                  <a:rPr lang="en-GB" sz="1200" b="0" i="1" baseline="0" noProof="0" smtClean="0">
                                    <a:solidFill>
                                      <a:schemeClr val="tx1"/>
                                    </a:solidFill>
                                    <a:latin typeface="Cambria Math" panose="02040503050406030204" pitchFamily="18" charset="0"/>
                                  </a:rPr>
                                  <m:t>&gt;12</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smallest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371837">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1802611207"/>
                      </a:ext>
                    </a:extLst>
                  </a:tr>
                  <a:tr h="139438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+4≥14</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baseline="0" noProof="0" dirty="0">
                            <a:solidFill>
                              <a:schemeClr val="tx1"/>
                            </a:solidFill>
                          </a:endParaRP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Choice>
        <mc:Fallback xmlns="">
          <p:graphicFrame>
            <p:nvGraphicFramePr>
              <p:cNvPr id="8" name="Table 7">
                <a:extLst>
                  <a:ext uri="{FF2B5EF4-FFF2-40B4-BE49-F238E27FC236}">
                    <a16:creationId xmlns:a16="http://schemas.microsoft.com/office/drawing/2014/main" id="{6DAD806B-EF2C-A3F5-1568-3006D164AF9B}"/>
                  </a:ext>
                </a:extLst>
              </p:cNvPr>
              <p:cNvGraphicFramePr>
                <a:graphicFrameLocks noGrp="1"/>
              </p:cNvGraphicFramePr>
              <p:nvPr>
                <p:extLst>
                  <p:ext uri="{D42A27DB-BD31-4B8C-83A1-F6EECF244321}">
                    <p14:modId xmlns:p14="http://schemas.microsoft.com/office/powerpoint/2010/main" val="3909741090"/>
                  </p:ext>
                </p:extLst>
              </p:nvPr>
            </p:nvGraphicFramePr>
            <p:xfrm>
              <a:off x="86108" y="3675192"/>
              <a:ext cx="6671090" cy="5670515"/>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205318">
                      <a:extLst>
                        <a:ext uri="{9D8B030D-6E8A-4147-A177-3AD203B41FA5}">
                          <a16:colId xmlns:a16="http://schemas.microsoft.com/office/drawing/2014/main" val="1034895713"/>
                        </a:ext>
                      </a:extLst>
                    </a:gridCol>
                    <a:gridCol w="3086151">
                      <a:extLst>
                        <a:ext uri="{9D8B030D-6E8A-4147-A177-3AD203B41FA5}">
                          <a16:colId xmlns:a16="http://schemas.microsoft.com/office/drawing/2014/main" val="1986191842"/>
                        </a:ext>
                      </a:extLst>
                    </a:gridCol>
                  </a:tblGrid>
                  <a:tr h="371837">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371837">
                    <a:tc rowSpan="6">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42" t="-7118" r="-385398" b="-230"/>
                          </a:stretch>
                        </a:blip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707" t="-53712" r="-140608" b="-254585"/>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371837">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3592709853"/>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707" t="-180786" r="-140608" b="-127511"/>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smallest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371837">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1802611207"/>
                      </a:ext>
                    </a:extLst>
                  </a:tr>
                  <a:tr h="139438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707" t="-307424" r="-140608" b="-873"/>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baseline="0" noProof="0" dirty="0">
                            <a:solidFill>
                              <a:schemeClr val="tx1"/>
                            </a:solidFill>
                          </a:endParaRP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Fallback>
      </mc:AlternateContent>
      <p:sp>
        <p:nvSpPr>
          <p:cNvPr id="13" name="Rectangle 12">
            <a:extLst>
              <a:ext uri="{FF2B5EF4-FFF2-40B4-BE49-F238E27FC236}">
                <a16:creationId xmlns:a16="http://schemas.microsoft.com/office/drawing/2014/main" id="{D71ECD93-146E-90E6-0E12-F08203D076B4}"/>
              </a:ext>
            </a:extLst>
          </p:cNvPr>
          <p:cNvSpPr/>
          <p:nvPr/>
        </p:nvSpPr>
        <p:spPr>
          <a:xfrm>
            <a:off x="-18787" y="3310309"/>
            <a:ext cx="6858000" cy="252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noProof="0" dirty="0">
                <a:solidFill>
                  <a:schemeClr val="bg1"/>
                </a:solidFill>
              </a:rPr>
              <a:t>Solving Single-Ended Linear Inequalities – One Step</a:t>
            </a:r>
          </a:p>
        </p:txBody>
      </p:sp>
    </p:spTree>
    <p:extLst>
      <p:ext uri="{BB962C8B-B14F-4D97-AF65-F5344CB8AC3E}">
        <p14:creationId xmlns:p14="http://schemas.microsoft.com/office/powerpoint/2010/main" val="857558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F1B4801-2B3B-019D-406E-1F4A04569AE3}"/>
              </a:ext>
            </a:extLst>
          </p:cNvPr>
          <p:cNvSpPr>
            <a:spLocks noGrp="1"/>
          </p:cNvSpPr>
          <p:nvPr>
            <p:ph type="sldNum" sz="quarter" idx="12"/>
          </p:nvPr>
        </p:nvSpPr>
        <p:spPr>
          <a:xfrm>
            <a:off x="5296163" y="9467690"/>
            <a:ext cx="1543050" cy="527403"/>
          </a:xfrm>
        </p:spPr>
        <p:txBody>
          <a:bodyPr/>
          <a:lstStyle/>
          <a:p>
            <a:fld id="{19F1D9CC-7119-45EC-A96C-D8C0660F3AAB}" type="slidenum">
              <a:rPr lang="en-GB" noProof="0" smtClean="0">
                <a:solidFill>
                  <a:schemeClr val="tx1"/>
                </a:solidFill>
              </a:rPr>
              <a:t>12</a:t>
            </a:fld>
            <a:endParaRPr lang="en-GB" noProof="0" dirty="0">
              <a:solidFill>
                <a:schemeClr val="tx1"/>
              </a:solidFill>
            </a:endParaRPr>
          </a:p>
        </p:txBody>
      </p:sp>
      <p:sp>
        <p:nvSpPr>
          <p:cNvPr id="3" name="Rectangle 2">
            <a:extLst>
              <a:ext uri="{FF2B5EF4-FFF2-40B4-BE49-F238E27FC236}">
                <a16:creationId xmlns:a16="http://schemas.microsoft.com/office/drawing/2014/main" id="{02F7BFCC-94FE-C94F-1202-DAC5AB3F72A2}"/>
              </a:ext>
            </a:extLst>
          </p:cNvPr>
          <p:cNvSpPr/>
          <p:nvPr/>
        </p:nvSpPr>
        <p:spPr>
          <a:xfrm>
            <a:off x="0" y="59284"/>
            <a:ext cx="1620000" cy="252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p:sp>
        <p:nvSpPr>
          <p:cNvPr id="4" name="TextBox 3">
            <a:extLst>
              <a:ext uri="{FF2B5EF4-FFF2-40B4-BE49-F238E27FC236}">
                <a16:creationId xmlns:a16="http://schemas.microsoft.com/office/drawing/2014/main" id="{169ACC34-F243-FE40-143C-517E9F97B14E}"/>
              </a:ext>
            </a:extLst>
          </p:cNvPr>
          <p:cNvSpPr txBox="1"/>
          <p:nvPr/>
        </p:nvSpPr>
        <p:spPr>
          <a:xfrm>
            <a:off x="1620000" y="59284"/>
            <a:ext cx="4210494" cy="276999"/>
          </a:xfrm>
          <a:prstGeom prst="rect">
            <a:avLst/>
          </a:prstGeom>
          <a:noFill/>
        </p:spPr>
        <p:txBody>
          <a:bodyPr wrap="square" rtlCol="0">
            <a:spAutoFit/>
          </a:bodyPr>
          <a:lstStyle/>
          <a:p>
            <a:r>
              <a:rPr lang="en-GB" sz="1200" b="1" noProof="0" dirty="0"/>
              <a:t>Question 1. </a:t>
            </a:r>
            <a:r>
              <a:rPr lang="en-GB" sz="1200" noProof="0" dirty="0"/>
              <a:t>Solve the inequalities below:</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6F35293F-B2FE-FD07-6048-11852794F705}"/>
                  </a:ext>
                </a:extLst>
              </p:cNvPr>
              <p:cNvGraphicFramePr>
                <a:graphicFrameLocks noGrp="1"/>
              </p:cNvGraphicFramePr>
              <p:nvPr>
                <p:extLst>
                  <p:ext uri="{D42A27DB-BD31-4B8C-83A1-F6EECF244321}">
                    <p14:modId xmlns:p14="http://schemas.microsoft.com/office/powerpoint/2010/main" val="1302873490"/>
                  </p:ext>
                </p:extLst>
              </p:nvPr>
            </p:nvGraphicFramePr>
            <p:xfrm>
              <a:off x="166622" y="395996"/>
              <a:ext cx="6524756" cy="4104000"/>
            </p:xfrm>
            <a:graphic>
              <a:graphicData uri="http://schemas.openxmlformats.org/drawingml/2006/table">
                <a:tbl>
                  <a:tblPr firstRow="1" bandRow="1">
                    <a:tableStyleId>{5940675A-B579-460E-94D1-54222C63F5DA}</a:tableStyleId>
                  </a:tblPr>
                  <a:tblGrid>
                    <a:gridCol w="1631189">
                      <a:extLst>
                        <a:ext uri="{9D8B030D-6E8A-4147-A177-3AD203B41FA5}">
                          <a16:colId xmlns:a16="http://schemas.microsoft.com/office/drawing/2014/main" val="3744780004"/>
                        </a:ext>
                      </a:extLst>
                    </a:gridCol>
                    <a:gridCol w="1631189">
                      <a:extLst>
                        <a:ext uri="{9D8B030D-6E8A-4147-A177-3AD203B41FA5}">
                          <a16:colId xmlns:a16="http://schemas.microsoft.com/office/drawing/2014/main" val="1560465477"/>
                        </a:ext>
                      </a:extLst>
                    </a:gridCol>
                    <a:gridCol w="1631189">
                      <a:extLst>
                        <a:ext uri="{9D8B030D-6E8A-4147-A177-3AD203B41FA5}">
                          <a16:colId xmlns:a16="http://schemas.microsoft.com/office/drawing/2014/main" val="2206989580"/>
                        </a:ext>
                      </a:extLst>
                    </a:gridCol>
                    <a:gridCol w="1631189">
                      <a:extLst>
                        <a:ext uri="{9D8B030D-6E8A-4147-A177-3AD203B41FA5}">
                          <a16:colId xmlns:a16="http://schemas.microsoft.com/office/drawing/2014/main" val="1035349548"/>
                        </a:ext>
                      </a:extLst>
                    </a:gridCol>
                  </a:tblGrid>
                  <a:tr h="1368000">
                    <a:tc>
                      <a:txBody>
                        <a:bodyPr/>
                        <a:lstStyle/>
                        <a:p>
                          <a:r>
                            <a:rPr lang="en-GB" noProof="0" dirty="0"/>
                            <a:t>a)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+7≥13</m:t>
                              </m:r>
                            </m:oMath>
                          </a14:m>
                          <a:endParaRPr lang="en-GB" noProof="0" dirty="0"/>
                        </a:p>
                      </a:txBody>
                      <a:tcPr/>
                    </a:tc>
                    <a:tc>
                      <a:txBody>
                        <a:bodyPr/>
                        <a:lstStyle/>
                        <a:p>
                          <a:r>
                            <a:rPr lang="en-GB" noProof="0" dirty="0"/>
                            <a:t>b)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+5&lt;7</m:t>
                              </m:r>
                            </m:oMath>
                          </a14:m>
                          <a:endParaRPr lang="en-GB" noProof="0" dirty="0"/>
                        </a:p>
                      </a:txBody>
                      <a:tcPr/>
                    </a:tc>
                    <a:tc>
                      <a:txBody>
                        <a:bodyPr/>
                        <a:lstStyle/>
                        <a:p>
                          <a:r>
                            <a:rPr lang="en-GB" noProof="0" dirty="0"/>
                            <a:t>c)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−10 ≤3</m:t>
                              </m:r>
                            </m:oMath>
                          </a14:m>
                          <a:endParaRPr lang="en-GB" noProof="0" dirty="0"/>
                        </a:p>
                      </a:txBody>
                      <a:tcPr/>
                    </a:tc>
                    <a:tc>
                      <a:txBody>
                        <a:bodyPr/>
                        <a:lstStyle/>
                        <a:p>
                          <a:r>
                            <a:rPr lang="en-GB" noProof="0" dirty="0"/>
                            <a:t>d)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−3&gt;4</m:t>
                              </m:r>
                            </m:oMath>
                          </a14:m>
                          <a:endParaRPr lang="en-GB" noProof="0" dirty="0"/>
                        </a:p>
                      </a:txBody>
                      <a:tcPr/>
                    </a:tc>
                    <a:extLst>
                      <a:ext uri="{0D108BD9-81ED-4DB2-BD59-A6C34878D82A}">
                        <a16:rowId xmlns:a16="http://schemas.microsoft.com/office/drawing/2014/main" val="2276223022"/>
                      </a:ext>
                    </a:extLst>
                  </a:tr>
                  <a:tr h="1368000">
                    <a:tc>
                      <a:txBody>
                        <a:bodyPr/>
                        <a:lstStyle/>
                        <a:p>
                          <a:r>
                            <a:rPr lang="en-GB" noProof="0" dirty="0"/>
                            <a:t>e)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5</m:t>
                                  </m:r>
                                </m:den>
                              </m:f>
                              <m:r>
                                <a:rPr lang="en-GB" b="0" i="1" noProof="0" smtClean="0">
                                  <a:latin typeface="Cambria Math" panose="02040503050406030204" pitchFamily="18" charset="0"/>
                                </a:rPr>
                                <m:t>&lt;10</m:t>
                              </m:r>
                            </m:oMath>
                          </a14:m>
                          <a:endParaRPr lang="en-GB" noProof="0" dirty="0"/>
                        </a:p>
                      </a:txBody>
                      <a:tcPr/>
                    </a:tc>
                    <a:tc>
                      <a:txBody>
                        <a:bodyPr/>
                        <a:lstStyle/>
                        <a:p>
                          <a:r>
                            <a:rPr lang="en-GB" noProof="0" dirty="0"/>
                            <a:t>f) </a:t>
                          </a:r>
                          <a14:m>
                            <m:oMath xmlns:m="http://schemas.openxmlformats.org/officeDocument/2006/math">
                              <m:r>
                                <a:rPr lang="en-GB" b="0" i="1" noProof="0" smtClean="0">
                                  <a:latin typeface="Cambria Math" panose="02040503050406030204" pitchFamily="18" charset="0"/>
                                </a:rPr>
                                <m:t>4</m:t>
                              </m:r>
                              <m:r>
                                <a:rPr lang="en-GB" b="0" i="1" noProof="0" smtClean="0">
                                  <a:latin typeface="Cambria Math" panose="02040503050406030204" pitchFamily="18" charset="0"/>
                                </a:rPr>
                                <m:t>𝑥</m:t>
                              </m:r>
                              <m:r>
                                <a:rPr lang="en-GB" b="0" i="1" noProof="0" smtClean="0">
                                  <a:latin typeface="Cambria Math" panose="02040503050406030204" pitchFamily="18" charset="0"/>
                                </a:rPr>
                                <m:t>≥24</m:t>
                              </m:r>
                            </m:oMath>
                          </a14:m>
                          <a:endParaRPr lang="en-GB" noProof="0" dirty="0"/>
                        </a:p>
                      </a:txBody>
                      <a:tcPr/>
                    </a:tc>
                    <a:tc>
                      <a:txBody>
                        <a:bodyPr/>
                        <a:lstStyle/>
                        <a:p>
                          <a:r>
                            <a:rPr lang="en-GB" noProof="0" dirty="0"/>
                            <a:t>g) </a:t>
                          </a:r>
                          <a14:m>
                            <m:oMath xmlns:m="http://schemas.openxmlformats.org/officeDocument/2006/math">
                              <m:f>
                                <m:fPr>
                                  <m:ctrlPr>
                                    <a:rPr lang="en-GB" b="0" i="1" noProof="0" smtClean="0">
                                      <a:solidFill>
                                        <a:schemeClr val="tx1"/>
                                      </a:solidFill>
                                      <a:latin typeface="Cambria Math" panose="02040503050406030204" pitchFamily="18" charset="0"/>
                                    </a:rPr>
                                  </m:ctrlPr>
                                </m:fPr>
                                <m:num>
                                  <m:r>
                                    <a:rPr lang="en-GB" b="0" i="1" noProof="0" smtClean="0">
                                      <a:solidFill>
                                        <a:schemeClr val="tx1"/>
                                      </a:solidFill>
                                      <a:latin typeface="Cambria Math" panose="02040503050406030204" pitchFamily="18" charset="0"/>
                                    </a:rPr>
                                    <m:t>𝑥</m:t>
                                  </m:r>
                                </m:num>
                                <m:den>
                                  <m:r>
                                    <a:rPr lang="en-GB" b="0" i="1" noProof="0" smtClean="0">
                                      <a:solidFill>
                                        <a:schemeClr val="tx1"/>
                                      </a:solidFill>
                                      <a:latin typeface="Cambria Math" panose="02040503050406030204" pitchFamily="18" charset="0"/>
                                    </a:rPr>
                                    <m:t>9</m:t>
                                  </m:r>
                                </m:den>
                              </m:f>
                              <m:r>
                                <a:rPr lang="en-GB" b="0" i="1" noProof="0" smtClean="0">
                                  <a:solidFill>
                                    <a:schemeClr val="tx1"/>
                                  </a:solidFill>
                                  <a:latin typeface="Cambria Math" panose="02040503050406030204" pitchFamily="18" charset="0"/>
                                </a:rPr>
                                <m:t>≥4</m:t>
                              </m:r>
                            </m:oMath>
                          </a14:m>
                          <a:endParaRPr lang="en-GB" noProof="0" dirty="0"/>
                        </a:p>
                      </a:txBody>
                      <a:tcPr/>
                    </a:tc>
                    <a:tc>
                      <a:txBody>
                        <a:bodyPr/>
                        <a:lstStyle/>
                        <a:p>
                          <a:r>
                            <a:rPr lang="en-GB" noProof="0" dirty="0"/>
                            <a:t>h)</a:t>
                          </a:r>
                          <a14:m>
                            <m:oMath xmlns:m="http://schemas.openxmlformats.org/officeDocument/2006/math">
                              <m:r>
                                <a:rPr lang="en-GB" b="0" i="0" noProof="0" smtClean="0">
                                  <a:latin typeface="Cambria Math" panose="02040503050406030204" pitchFamily="18" charset="0"/>
                                </a:rPr>
                                <m:t>  </m:t>
                              </m:r>
                              <m:r>
                                <a:rPr lang="en-GB" b="0" i="1" noProof="0" smtClean="0">
                                  <a:latin typeface="Cambria Math" panose="02040503050406030204" pitchFamily="18" charset="0"/>
                                </a:rPr>
                                <m:t>9</m:t>
                              </m:r>
                              <m:r>
                                <a:rPr lang="en-GB" b="0" i="1" noProof="0" smtClean="0">
                                  <a:latin typeface="Cambria Math" panose="02040503050406030204" pitchFamily="18" charset="0"/>
                                </a:rPr>
                                <m:t>𝑥</m:t>
                              </m:r>
                              <m:r>
                                <a:rPr lang="en-GB" b="0" i="1" noProof="0" smtClean="0">
                                  <a:latin typeface="Cambria Math" panose="02040503050406030204" pitchFamily="18" charset="0"/>
                                </a:rPr>
                                <m:t>&lt;108</m:t>
                              </m:r>
                            </m:oMath>
                          </a14:m>
                          <a:endParaRPr lang="en-GB" noProof="0" dirty="0"/>
                        </a:p>
                      </a:txBody>
                      <a:tcPr/>
                    </a:tc>
                    <a:extLst>
                      <a:ext uri="{0D108BD9-81ED-4DB2-BD59-A6C34878D82A}">
                        <a16:rowId xmlns:a16="http://schemas.microsoft.com/office/drawing/2014/main" val="277500905"/>
                      </a:ext>
                    </a:extLst>
                  </a:tr>
                  <a:tr h="1368000">
                    <a:tc>
                      <a:txBody>
                        <a:bodyPr/>
                        <a:lstStyle/>
                        <a:p>
                          <a:r>
                            <a:rPr lang="en-GB" noProof="0" dirty="0" err="1"/>
                            <a:t>i</a:t>
                          </a:r>
                          <a:r>
                            <a:rPr lang="en-GB" noProof="0" dirty="0"/>
                            <a:t>)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−5≥9</m:t>
                              </m:r>
                            </m:oMath>
                          </a14:m>
                          <a:endParaRPr lang="en-GB" noProof="0" dirty="0"/>
                        </a:p>
                      </a:txBody>
                      <a:tcPr/>
                    </a:tc>
                    <a:tc>
                      <a:txBody>
                        <a:bodyPr/>
                        <a:lstStyle/>
                        <a:p>
                          <a:r>
                            <a:rPr lang="en-GB" noProof="0" dirty="0"/>
                            <a:t>j)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8</m:t>
                                  </m:r>
                                </m:den>
                              </m:f>
                              <m:r>
                                <a:rPr lang="en-GB" b="0" i="1" noProof="0" smtClean="0">
                                  <a:latin typeface="Cambria Math" panose="02040503050406030204" pitchFamily="18" charset="0"/>
                                </a:rPr>
                                <m:t>&lt;15</m:t>
                              </m:r>
                            </m:oMath>
                          </a14:m>
                          <a:endParaRPr lang="en-GB" noProof="0" dirty="0"/>
                        </a:p>
                      </a:txBody>
                      <a:tcPr/>
                    </a:tc>
                    <a:tc>
                      <a:txBody>
                        <a:bodyPr/>
                        <a:lstStyle/>
                        <a:p>
                          <a:r>
                            <a:rPr lang="en-GB" noProof="0" dirty="0"/>
                            <a:t>k) </a:t>
                          </a:r>
                          <a14:m>
                            <m:oMath xmlns:m="http://schemas.openxmlformats.org/officeDocument/2006/math">
                              <m:r>
                                <a:rPr lang="en-GB" b="0" i="1" noProof="0" smtClean="0">
                                  <a:latin typeface="Cambria Math" panose="02040503050406030204" pitchFamily="18" charset="0"/>
                                </a:rPr>
                                <m:t>3</m:t>
                              </m:r>
                              <m:r>
                                <a:rPr lang="en-GB" b="0" i="1" noProof="0" smtClean="0">
                                  <a:latin typeface="Cambria Math" panose="02040503050406030204" pitchFamily="18" charset="0"/>
                                </a:rPr>
                                <m:t>𝑥</m:t>
                              </m:r>
                              <m:r>
                                <a:rPr lang="en-GB" b="0" i="1" noProof="0" smtClean="0">
                                  <a:latin typeface="Cambria Math" panose="02040503050406030204" pitchFamily="18" charset="0"/>
                                </a:rPr>
                                <m:t>&gt;25.2</m:t>
                              </m:r>
                            </m:oMath>
                          </a14:m>
                          <a:endParaRPr lang="en-GB" noProof="0" dirty="0"/>
                        </a:p>
                      </a:txBody>
                      <a:tcPr/>
                    </a:tc>
                    <a:tc>
                      <a:txBody>
                        <a:bodyPr/>
                        <a:lstStyle/>
                        <a:p>
                          <a:r>
                            <a:rPr lang="en-GB" noProof="0" dirty="0"/>
                            <a:t>l)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+1.5&lt;7.8</m:t>
                              </m:r>
                            </m:oMath>
                          </a14:m>
                          <a:endParaRPr lang="en-GB" noProof="0" dirty="0"/>
                        </a:p>
                      </a:txBody>
                      <a:tcPr/>
                    </a:tc>
                    <a:extLst>
                      <a:ext uri="{0D108BD9-81ED-4DB2-BD59-A6C34878D82A}">
                        <a16:rowId xmlns:a16="http://schemas.microsoft.com/office/drawing/2014/main" val="970137041"/>
                      </a:ext>
                    </a:extLst>
                  </a:tr>
                </a:tbl>
              </a:graphicData>
            </a:graphic>
          </p:graphicFrame>
        </mc:Choice>
        <mc:Fallback xmlns="">
          <p:graphicFrame>
            <p:nvGraphicFramePr>
              <p:cNvPr id="5" name="Table 4">
                <a:extLst>
                  <a:ext uri="{FF2B5EF4-FFF2-40B4-BE49-F238E27FC236}">
                    <a16:creationId xmlns:a16="http://schemas.microsoft.com/office/drawing/2014/main" id="{6F35293F-B2FE-FD07-6048-11852794F705}"/>
                  </a:ext>
                </a:extLst>
              </p:cNvPr>
              <p:cNvGraphicFramePr>
                <a:graphicFrameLocks noGrp="1"/>
              </p:cNvGraphicFramePr>
              <p:nvPr>
                <p:extLst>
                  <p:ext uri="{D42A27DB-BD31-4B8C-83A1-F6EECF244321}">
                    <p14:modId xmlns:p14="http://schemas.microsoft.com/office/powerpoint/2010/main" val="1302873490"/>
                  </p:ext>
                </p:extLst>
              </p:nvPr>
            </p:nvGraphicFramePr>
            <p:xfrm>
              <a:off x="166622" y="395996"/>
              <a:ext cx="6524756" cy="4104000"/>
            </p:xfrm>
            <a:graphic>
              <a:graphicData uri="http://schemas.openxmlformats.org/drawingml/2006/table">
                <a:tbl>
                  <a:tblPr firstRow="1" bandRow="1">
                    <a:tableStyleId>{5940675A-B579-460E-94D1-54222C63F5DA}</a:tableStyleId>
                  </a:tblPr>
                  <a:tblGrid>
                    <a:gridCol w="1631189">
                      <a:extLst>
                        <a:ext uri="{9D8B030D-6E8A-4147-A177-3AD203B41FA5}">
                          <a16:colId xmlns:a16="http://schemas.microsoft.com/office/drawing/2014/main" val="3744780004"/>
                        </a:ext>
                      </a:extLst>
                    </a:gridCol>
                    <a:gridCol w="1631189">
                      <a:extLst>
                        <a:ext uri="{9D8B030D-6E8A-4147-A177-3AD203B41FA5}">
                          <a16:colId xmlns:a16="http://schemas.microsoft.com/office/drawing/2014/main" val="1560465477"/>
                        </a:ext>
                      </a:extLst>
                    </a:gridCol>
                    <a:gridCol w="1631189">
                      <a:extLst>
                        <a:ext uri="{9D8B030D-6E8A-4147-A177-3AD203B41FA5}">
                          <a16:colId xmlns:a16="http://schemas.microsoft.com/office/drawing/2014/main" val="2206989580"/>
                        </a:ext>
                      </a:extLst>
                    </a:gridCol>
                    <a:gridCol w="1631189">
                      <a:extLst>
                        <a:ext uri="{9D8B030D-6E8A-4147-A177-3AD203B41FA5}">
                          <a16:colId xmlns:a16="http://schemas.microsoft.com/office/drawing/2014/main" val="1035349548"/>
                        </a:ext>
                      </a:extLst>
                    </a:gridCol>
                  </a:tblGrid>
                  <a:tr h="1368000">
                    <a:tc>
                      <a:txBody>
                        <a:bodyPr/>
                        <a:lstStyle/>
                        <a:p>
                          <a:endParaRPr lang="en-US"/>
                        </a:p>
                      </a:txBody>
                      <a:tcPr>
                        <a:blipFill>
                          <a:blip r:embed="rId2"/>
                          <a:stretch>
                            <a:fillRect l="-373" t="-444" r="-300373" b="-200889"/>
                          </a:stretch>
                        </a:blipFill>
                      </a:tcPr>
                    </a:tc>
                    <a:tc>
                      <a:txBody>
                        <a:bodyPr/>
                        <a:lstStyle/>
                        <a:p>
                          <a:endParaRPr lang="en-US"/>
                        </a:p>
                      </a:txBody>
                      <a:tcPr>
                        <a:blipFill>
                          <a:blip r:embed="rId2"/>
                          <a:stretch>
                            <a:fillRect l="-100373" t="-444" r="-200373" b="-200889"/>
                          </a:stretch>
                        </a:blipFill>
                      </a:tcPr>
                    </a:tc>
                    <a:tc>
                      <a:txBody>
                        <a:bodyPr/>
                        <a:lstStyle/>
                        <a:p>
                          <a:endParaRPr lang="en-US"/>
                        </a:p>
                      </a:txBody>
                      <a:tcPr>
                        <a:blipFill>
                          <a:blip r:embed="rId2"/>
                          <a:stretch>
                            <a:fillRect l="-201124" t="-444" r="-101124" b="-200889"/>
                          </a:stretch>
                        </a:blipFill>
                      </a:tcPr>
                    </a:tc>
                    <a:tc>
                      <a:txBody>
                        <a:bodyPr/>
                        <a:lstStyle/>
                        <a:p>
                          <a:endParaRPr lang="en-US"/>
                        </a:p>
                      </a:txBody>
                      <a:tcPr>
                        <a:blipFill>
                          <a:blip r:embed="rId2"/>
                          <a:stretch>
                            <a:fillRect l="-300000" t="-444" r="-746" b="-200889"/>
                          </a:stretch>
                        </a:blipFill>
                      </a:tcPr>
                    </a:tc>
                    <a:extLst>
                      <a:ext uri="{0D108BD9-81ED-4DB2-BD59-A6C34878D82A}">
                        <a16:rowId xmlns:a16="http://schemas.microsoft.com/office/drawing/2014/main" val="2276223022"/>
                      </a:ext>
                    </a:extLst>
                  </a:tr>
                  <a:tr h="1368000">
                    <a:tc>
                      <a:txBody>
                        <a:bodyPr/>
                        <a:lstStyle/>
                        <a:p>
                          <a:endParaRPr lang="en-US"/>
                        </a:p>
                      </a:txBody>
                      <a:tcPr>
                        <a:blipFill>
                          <a:blip r:embed="rId2"/>
                          <a:stretch>
                            <a:fillRect l="-373" t="-100444" r="-300373" b="-100889"/>
                          </a:stretch>
                        </a:blipFill>
                      </a:tcPr>
                    </a:tc>
                    <a:tc>
                      <a:txBody>
                        <a:bodyPr/>
                        <a:lstStyle/>
                        <a:p>
                          <a:endParaRPr lang="en-US"/>
                        </a:p>
                      </a:txBody>
                      <a:tcPr>
                        <a:blipFill>
                          <a:blip r:embed="rId2"/>
                          <a:stretch>
                            <a:fillRect l="-100373" t="-100444" r="-200373" b="-100889"/>
                          </a:stretch>
                        </a:blipFill>
                      </a:tcPr>
                    </a:tc>
                    <a:tc>
                      <a:txBody>
                        <a:bodyPr/>
                        <a:lstStyle/>
                        <a:p>
                          <a:endParaRPr lang="en-US"/>
                        </a:p>
                      </a:txBody>
                      <a:tcPr>
                        <a:blipFill>
                          <a:blip r:embed="rId2"/>
                          <a:stretch>
                            <a:fillRect l="-201124" t="-100444" r="-101124" b="-100889"/>
                          </a:stretch>
                        </a:blipFill>
                      </a:tcPr>
                    </a:tc>
                    <a:tc>
                      <a:txBody>
                        <a:bodyPr/>
                        <a:lstStyle/>
                        <a:p>
                          <a:endParaRPr lang="en-US"/>
                        </a:p>
                      </a:txBody>
                      <a:tcPr>
                        <a:blipFill>
                          <a:blip r:embed="rId2"/>
                          <a:stretch>
                            <a:fillRect l="-300000" t="-100444" r="-746" b="-100889"/>
                          </a:stretch>
                        </a:blipFill>
                      </a:tcPr>
                    </a:tc>
                    <a:extLst>
                      <a:ext uri="{0D108BD9-81ED-4DB2-BD59-A6C34878D82A}">
                        <a16:rowId xmlns:a16="http://schemas.microsoft.com/office/drawing/2014/main" val="277500905"/>
                      </a:ext>
                    </a:extLst>
                  </a:tr>
                  <a:tr h="1368000">
                    <a:tc>
                      <a:txBody>
                        <a:bodyPr/>
                        <a:lstStyle/>
                        <a:p>
                          <a:endParaRPr lang="en-US"/>
                        </a:p>
                      </a:txBody>
                      <a:tcPr>
                        <a:blipFill>
                          <a:blip r:embed="rId2"/>
                          <a:stretch>
                            <a:fillRect l="-373" t="-200444" r="-300373" b="-889"/>
                          </a:stretch>
                        </a:blipFill>
                      </a:tcPr>
                    </a:tc>
                    <a:tc>
                      <a:txBody>
                        <a:bodyPr/>
                        <a:lstStyle/>
                        <a:p>
                          <a:endParaRPr lang="en-US"/>
                        </a:p>
                      </a:txBody>
                      <a:tcPr>
                        <a:blipFill>
                          <a:blip r:embed="rId2"/>
                          <a:stretch>
                            <a:fillRect l="-100373" t="-200444" r="-200373" b="-889"/>
                          </a:stretch>
                        </a:blipFill>
                      </a:tcPr>
                    </a:tc>
                    <a:tc>
                      <a:txBody>
                        <a:bodyPr/>
                        <a:lstStyle/>
                        <a:p>
                          <a:endParaRPr lang="en-US"/>
                        </a:p>
                      </a:txBody>
                      <a:tcPr>
                        <a:blipFill>
                          <a:blip r:embed="rId2"/>
                          <a:stretch>
                            <a:fillRect l="-201124" t="-200444" r="-101124" b="-889"/>
                          </a:stretch>
                        </a:blipFill>
                      </a:tcPr>
                    </a:tc>
                    <a:tc>
                      <a:txBody>
                        <a:bodyPr/>
                        <a:lstStyle/>
                        <a:p>
                          <a:endParaRPr lang="en-US"/>
                        </a:p>
                      </a:txBody>
                      <a:tcPr>
                        <a:blipFill>
                          <a:blip r:embed="rId2"/>
                          <a:stretch>
                            <a:fillRect l="-300000" t="-200444" r="-746" b="-889"/>
                          </a:stretch>
                        </a:blipFill>
                      </a:tcPr>
                    </a:tc>
                    <a:extLst>
                      <a:ext uri="{0D108BD9-81ED-4DB2-BD59-A6C34878D82A}">
                        <a16:rowId xmlns:a16="http://schemas.microsoft.com/office/drawing/2014/main" val="97013704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3C665884-84BD-520C-4AFD-3A3166C71FDA}"/>
                  </a:ext>
                </a:extLst>
              </p:cNvPr>
              <p:cNvGraphicFramePr>
                <a:graphicFrameLocks noGrp="1"/>
              </p:cNvGraphicFramePr>
              <p:nvPr>
                <p:extLst>
                  <p:ext uri="{D42A27DB-BD31-4B8C-83A1-F6EECF244321}">
                    <p14:modId xmlns:p14="http://schemas.microsoft.com/office/powerpoint/2010/main" val="2596090223"/>
                  </p:ext>
                </p:extLst>
              </p:nvPr>
            </p:nvGraphicFramePr>
            <p:xfrm>
              <a:off x="166624" y="4923755"/>
              <a:ext cx="6524756" cy="4680000"/>
            </p:xfrm>
            <a:graphic>
              <a:graphicData uri="http://schemas.openxmlformats.org/drawingml/2006/table">
                <a:tbl>
                  <a:tblPr firstRow="1" bandRow="1">
                    <a:tableStyleId>{5C22544A-7EE6-4342-B048-85BDC9FD1C3A}</a:tableStyleId>
                  </a:tblPr>
                  <a:tblGrid>
                    <a:gridCol w="1631189">
                      <a:extLst>
                        <a:ext uri="{9D8B030D-6E8A-4147-A177-3AD203B41FA5}">
                          <a16:colId xmlns:a16="http://schemas.microsoft.com/office/drawing/2014/main" val="4089598588"/>
                        </a:ext>
                      </a:extLst>
                    </a:gridCol>
                    <a:gridCol w="1631189">
                      <a:extLst>
                        <a:ext uri="{9D8B030D-6E8A-4147-A177-3AD203B41FA5}">
                          <a16:colId xmlns:a16="http://schemas.microsoft.com/office/drawing/2014/main" val="527698258"/>
                        </a:ext>
                      </a:extLst>
                    </a:gridCol>
                    <a:gridCol w="1631189">
                      <a:extLst>
                        <a:ext uri="{9D8B030D-6E8A-4147-A177-3AD203B41FA5}">
                          <a16:colId xmlns:a16="http://schemas.microsoft.com/office/drawing/2014/main" val="364624522"/>
                        </a:ext>
                      </a:extLst>
                    </a:gridCol>
                    <a:gridCol w="1631189">
                      <a:extLst>
                        <a:ext uri="{9D8B030D-6E8A-4147-A177-3AD203B41FA5}">
                          <a16:colId xmlns:a16="http://schemas.microsoft.com/office/drawing/2014/main" val="1669872017"/>
                        </a:ext>
                      </a:extLst>
                    </a:gridCol>
                  </a:tblGrid>
                  <a:tr h="1368000">
                    <a:tc>
                      <a:txBody>
                        <a:bodyPr/>
                        <a:lstStyle/>
                        <a:p>
                          <a:r>
                            <a:rPr lang="en-GB" b="0" noProof="0" dirty="0">
                              <a:solidFill>
                                <a:schemeClr val="tx1"/>
                              </a:solidFill>
                            </a:rPr>
                            <a:t>a) </a:t>
                          </a:r>
                          <a14:m>
                            <m:oMath xmlns:m="http://schemas.openxmlformats.org/officeDocument/2006/math">
                              <m:r>
                                <a:rPr lang="en-GB" b="0" i="1" noProof="0" smtClean="0">
                                  <a:solidFill>
                                    <a:schemeClr val="tx1"/>
                                  </a:solidFill>
                                  <a:latin typeface="Cambria Math" panose="02040503050406030204" pitchFamily="18" charset="0"/>
                                </a:rPr>
                                <m:t>𝑥</m:t>
                              </m:r>
                              <m:r>
                                <a:rPr lang="en-GB" b="0" i="1" noProof="0" smtClean="0">
                                  <a:solidFill>
                                    <a:schemeClr val="tx1"/>
                                  </a:solidFill>
                                  <a:latin typeface="Cambria Math" panose="02040503050406030204" pitchFamily="18" charset="0"/>
                                </a:rPr>
                                <m:t>+9 ≤20</m:t>
                              </m:r>
                            </m:oMath>
                          </a14:m>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b="0" noProof="0" dirty="0">
                              <a:solidFill>
                                <a:schemeClr val="tx1"/>
                              </a:solidFill>
                            </a:rPr>
                            <a:t>b)</a:t>
                          </a:r>
                          <a14:m>
                            <m:oMath xmlns:m="http://schemas.openxmlformats.org/officeDocument/2006/math">
                              <m:r>
                                <a:rPr lang="en-GB" b="0" i="0" noProof="0" smtClean="0">
                                  <a:solidFill>
                                    <a:schemeClr val="tx1"/>
                                  </a:solidFill>
                                  <a:latin typeface="Cambria Math" panose="02040503050406030204" pitchFamily="18" charset="0"/>
                                </a:rPr>
                                <m:t> </m:t>
                              </m:r>
                              <m:r>
                                <a:rPr lang="en-GB" b="0" i="1" noProof="0" smtClean="0">
                                  <a:solidFill>
                                    <a:schemeClr val="tx1"/>
                                  </a:solidFill>
                                  <a:latin typeface="Cambria Math" panose="02040503050406030204" pitchFamily="18" charset="0"/>
                                </a:rPr>
                                <m:t>𝑥</m:t>
                              </m:r>
                              <m:r>
                                <a:rPr lang="en-GB" b="0" i="1" noProof="0" smtClean="0">
                                  <a:solidFill>
                                    <a:schemeClr val="tx1"/>
                                  </a:solidFill>
                                  <a:latin typeface="Cambria Math" panose="02040503050406030204" pitchFamily="18" charset="0"/>
                                </a:rPr>
                                <m:t>−8≤20</m:t>
                              </m:r>
                            </m:oMath>
                          </a14:m>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b="0" noProof="0" dirty="0">
                              <a:solidFill>
                                <a:schemeClr val="tx1"/>
                              </a:solidFill>
                            </a:rPr>
                            <a:t>c)</a:t>
                          </a:r>
                          <a14:m>
                            <m:oMath xmlns:m="http://schemas.openxmlformats.org/officeDocument/2006/math">
                              <m:r>
                                <a:rPr lang="en-GB" b="0" i="0" noProof="0" smtClean="0">
                                  <a:solidFill>
                                    <a:schemeClr val="tx1"/>
                                  </a:solidFill>
                                  <a:latin typeface="Cambria Math" panose="02040503050406030204" pitchFamily="18" charset="0"/>
                                </a:rPr>
                                <m:t>  </m:t>
                              </m:r>
                              <m:f>
                                <m:fPr>
                                  <m:ctrlPr>
                                    <a:rPr lang="en-GB" b="0" i="1" noProof="0" smtClean="0">
                                      <a:solidFill>
                                        <a:schemeClr val="tx1"/>
                                      </a:solidFill>
                                      <a:latin typeface="Cambria Math" panose="02040503050406030204" pitchFamily="18" charset="0"/>
                                    </a:rPr>
                                  </m:ctrlPr>
                                </m:fPr>
                                <m:num>
                                  <m:r>
                                    <a:rPr lang="en-GB" b="0" i="1" noProof="0" smtClean="0">
                                      <a:solidFill>
                                        <a:schemeClr val="tx1"/>
                                      </a:solidFill>
                                      <a:latin typeface="Cambria Math" panose="02040503050406030204" pitchFamily="18" charset="0"/>
                                    </a:rPr>
                                    <m:t>𝑥</m:t>
                                  </m:r>
                                </m:num>
                                <m:den>
                                  <m:r>
                                    <a:rPr lang="en-GB" b="0" i="1" noProof="0" smtClean="0">
                                      <a:solidFill>
                                        <a:schemeClr val="tx1"/>
                                      </a:solidFill>
                                      <a:latin typeface="Cambria Math" panose="02040503050406030204" pitchFamily="18" charset="0"/>
                                    </a:rPr>
                                    <m:t>4</m:t>
                                  </m:r>
                                </m:den>
                              </m:f>
                              <m:r>
                                <a:rPr lang="en-GB" b="0" i="1" noProof="0" smtClean="0">
                                  <a:solidFill>
                                    <a:schemeClr val="tx1"/>
                                  </a:solidFill>
                                  <a:latin typeface="Cambria Math" panose="02040503050406030204" pitchFamily="18" charset="0"/>
                                </a:rPr>
                                <m:t>&gt;3</m:t>
                              </m:r>
                            </m:oMath>
                          </a14:m>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b="0" noProof="0" dirty="0">
                              <a:solidFill>
                                <a:schemeClr val="tx1"/>
                              </a:solidFill>
                            </a:rPr>
                            <a:t>d)</a:t>
                          </a:r>
                          <a14:m>
                            <m:oMath xmlns:m="http://schemas.openxmlformats.org/officeDocument/2006/math">
                              <m:r>
                                <a:rPr lang="en-GB" b="0" i="0" noProof="0" smtClean="0">
                                  <a:solidFill>
                                    <a:schemeClr val="tx1"/>
                                  </a:solidFill>
                                  <a:latin typeface="Cambria Math" panose="02040503050406030204" pitchFamily="18" charset="0"/>
                                </a:rPr>
                                <m:t> </m:t>
                              </m:r>
                              <m:r>
                                <a:rPr lang="en-GB" b="0" i="1" noProof="0" smtClean="0">
                                  <a:solidFill>
                                    <a:schemeClr val="tx1"/>
                                  </a:solidFill>
                                  <a:latin typeface="Cambria Math" panose="02040503050406030204" pitchFamily="18" charset="0"/>
                                </a:rPr>
                                <m:t>9</m:t>
                              </m:r>
                              <m:r>
                                <a:rPr lang="en-GB" b="0" i="1" noProof="0" smtClean="0">
                                  <a:solidFill>
                                    <a:schemeClr val="tx1"/>
                                  </a:solidFill>
                                  <a:latin typeface="Cambria Math" panose="02040503050406030204" pitchFamily="18" charset="0"/>
                                </a:rPr>
                                <m:t>𝑥</m:t>
                              </m:r>
                              <m:r>
                                <a:rPr lang="en-GB" b="0" i="1" noProof="0" smtClean="0">
                                  <a:solidFill>
                                    <a:schemeClr val="tx1"/>
                                  </a:solidFill>
                                  <a:latin typeface="Cambria Math" panose="02040503050406030204" pitchFamily="18" charset="0"/>
                                </a:rPr>
                                <m:t>&gt;45</m:t>
                              </m:r>
                            </m:oMath>
                          </a14:m>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662906"/>
                      </a:ext>
                    </a:extLst>
                  </a:tr>
                  <a:tr h="972000">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7208401"/>
                      </a:ext>
                    </a:extLst>
                  </a:tr>
                  <a:tr h="1368000">
                    <a:tc>
                      <a:txBody>
                        <a:bodyPr/>
                        <a:lstStyle/>
                        <a:p>
                          <a:r>
                            <a:rPr lang="en-GB" b="0" noProof="0" dirty="0">
                              <a:solidFill>
                                <a:schemeClr val="tx1"/>
                              </a:solidFill>
                            </a:rPr>
                            <a:t>e) </a:t>
                          </a:r>
                          <a14:m>
                            <m:oMath xmlns:m="http://schemas.openxmlformats.org/officeDocument/2006/math">
                              <m:r>
                                <a:rPr lang="en-GB" b="0" i="1" noProof="0" smtClean="0">
                                  <a:solidFill>
                                    <a:schemeClr val="tx1"/>
                                  </a:solidFill>
                                  <a:latin typeface="Cambria Math" panose="02040503050406030204" pitchFamily="18" charset="0"/>
                                </a:rPr>
                                <m:t>𝑥</m:t>
                              </m:r>
                              <m:r>
                                <a:rPr lang="en-GB" b="0" i="1" noProof="0" smtClean="0">
                                  <a:solidFill>
                                    <a:schemeClr val="tx1"/>
                                  </a:solidFill>
                                  <a:latin typeface="Cambria Math" panose="02040503050406030204" pitchFamily="18" charset="0"/>
                                </a:rPr>
                                <m:t>+13 ≥24</m:t>
                              </m:r>
                            </m:oMath>
                          </a14:m>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b="0" noProof="0" dirty="0">
                              <a:solidFill>
                                <a:schemeClr val="tx1"/>
                              </a:solidFill>
                            </a:rPr>
                            <a:t>f) </a:t>
                          </a:r>
                          <a14:m>
                            <m:oMath xmlns:m="http://schemas.openxmlformats.org/officeDocument/2006/math">
                              <m:r>
                                <a:rPr lang="en-GB" b="0" i="1" noProof="0" smtClean="0">
                                  <a:solidFill>
                                    <a:schemeClr val="tx1"/>
                                  </a:solidFill>
                                  <a:latin typeface="Cambria Math" panose="02040503050406030204" pitchFamily="18" charset="0"/>
                                </a:rPr>
                                <m:t>8</m:t>
                              </m:r>
                              <m:r>
                                <a:rPr lang="en-GB" b="0" i="1" noProof="0" smtClean="0">
                                  <a:solidFill>
                                    <a:schemeClr val="tx1"/>
                                  </a:solidFill>
                                  <a:latin typeface="Cambria Math" panose="02040503050406030204" pitchFamily="18" charset="0"/>
                                </a:rPr>
                                <m:t>𝑥</m:t>
                              </m:r>
                              <m:r>
                                <a:rPr lang="en-GB" b="0" i="1" noProof="0" smtClean="0">
                                  <a:solidFill>
                                    <a:schemeClr val="tx1"/>
                                  </a:solidFill>
                                  <a:latin typeface="Cambria Math" panose="02040503050406030204" pitchFamily="18" charset="0"/>
                                </a:rPr>
                                <m:t>≤72</m:t>
                              </m:r>
                            </m:oMath>
                          </a14:m>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b="0" noProof="0" dirty="0">
                              <a:solidFill>
                                <a:schemeClr val="tx1"/>
                              </a:solidFill>
                            </a:rPr>
                            <a:t>g)</a:t>
                          </a:r>
                          <a14:m>
                            <m:oMath xmlns:m="http://schemas.openxmlformats.org/officeDocument/2006/math">
                              <m:r>
                                <a:rPr lang="en-GB" b="0" i="0" noProof="0" smtClean="0">
                                  <a:solidFill>
                                    <a:schemeClr val="tx1"/>
                                  </a:solidFill>
                                  <a:latin typeface="Cambria Math" panose="02040503050406030204" pitchFamily="18" charset="0"/>
                                </a:rPr>
                                <m:t> </m:t>
                              </m:r>
                              <m:r>
                                <a:rPr lang="en-GB" b="0" i="1" noProof="0" smtClean="0">
                                  <a:solidFill>
                                    <a:schemeClr val="tx1"/>
                                  </a:solidFill>
                                  <a:latin typeface="Cambria Math" panose="02040503050406030204" pitchFamily="18" charset="0"/>
                                </a:rPr>
                                <m:t>𝑥</m:t>
                              </m:r>
                              <m:r>
                                <a:rPr lang="en-GB" b="0" i="1" noProof="0" smtClean="0">
                                  <a:solidFill>
                                    <a:schemeClr val="tx1"/>
                                  </a:solidFill>
                                  <a:latin typeface="Cambria Math" panose="02040503050406030204" pitchFamily="18" charset="0"/>
                                </a:rPr>
                                <m:t>−9.3&gt;10.12</m:t>
                              </m:r>
                            </m:oMath>
                          </a14:m>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b="0" noProof="0" dirty="0">
                              <a:solidFill>
                                <a:schemeClr val="tx1"/>
                              </a:solidFill>
                            </a:rPr>
                            <a:t>h)</a:t>
                          </a:r>
                          <a14:m>
                            <m:oMath xmlns:m="http://schemas.openxmlformats.org/officeDocument/2006/math">
                              <m:r>
                                <a:rPr lang="en-GB" b="0" i="0" noProof="0" smtClean="0">
                                  <a:latin typeface="Cambria Math" panose="02040503050406030204" pitchFamily="18" charset="0"/>
                                </a:rPr>
                                <m:t> </m:t>
                              </m:r>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4</m:t>
                                  </m:r>
                                </m:den>
                              </m:f>
                              <m:r>
                                <a:rPr lang="en-GB" b="0" i="1" noProof="0" smtClean="0">
                                  <a:latin typeface="Cambria Math" panose="02040503050406030204" pitchFamily="18" charset="0"/>
                                </a:rPr>
                                <m:t>&gt;1.4</m:t>
                              </m:r>
                            </m:oMath>
                          </a14:m>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9760234"/>
                      </a:ext>
                    </a:extLst>
                  </a:tr>
                  <a:tr h="972000">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6943404"/>
                      </a:ext>
                    </a:extLst>
                  </a:tr>
                </a:tbl>
              </a:graphicData>
            </a:graphic>
          </p:graphicFrame>
        </mc:Choice>
        <mc:Fallback xmlns="">
          <p:graphicFrame>
            <p:nvGraphicFramePr>
              <p:cNvPr id="6" name="Table 5">
                <a:extLst>
                  <a:ext uri="{FF2B5EF4-FFF2-40B4-BE49-F238E27FC236}">
                    <a16:creationId xmlns:a16="http://schemas.microsoft.com/office/drawing/2014/main" id="{3C665884-84BD-520C-4AFD-3A3166C71FDA}"/>
                  </a:ext>
                </a:extLst>
              </p:cNvPr>
              <p:cNvGraphicFramePr>
                <a:graphicFrameLocks noGrp="1"/>
              </p:cNvGraphicFramePr>
              <p:nvPr>
                <p:extLst>
                  <p:ext uri="{D42A27DB-BD31-4B8C-83A1-F6EECF244321}">
                    <p14:modId xmlns:p14="http://schemas.microsoft.com/office/powerpoint/2010/main" val="2596090223"/>
                  </p:ext>
                </p:extLst>
              </p:nvPr>
            </p:nvGraphicFramePr>
            <p:xfrm>
              <a:off x="166624" y="4923755"/>
              <a:ext cx="6524756" cy="4680000"/>
            </p:xfrm>
            <a:graphic>
              <a:graphicData uri="http://schemas.openxmlformats.org/drawingml/2006/table">
                <a:tbl>
                  <a:tblPr firstRow="1" bandRow="1">
                    <a:tableStyleId>{5C22544A-7EE6-4342-B048-85BDC9FD1C3A}</a:tableStyleId>
                  </a:tblPr>
                  <a:tblGrid>
                    <a:gridCol w="1631189">
                      <a:extLst>
                        <a:ext uri="{9D8B030D-6E8A-4147-A177-3AD203B41FA5}">
                          <a16:colId xmlns:a16="http://schemas.microsoft.com/office/drawing/2014/main" val="4089598588"/>
                        </a:ext>
                      </a:extLst>
                    </a:gridCol>
                    <a:gridCol w="1631189">
                      <a:extLst>
                        <a:ext uri="{9D8B030D-6E8A-4147-A177-3AD203B41FA5}">
                          <a16:colId xmlns:a16="http://schemas.microsoft.com/office/drawing/2014/main" val="527698258"/>
                        </a:ext>
                      </a:extLst>
                    </a:gridCol>
                    <a:gridCol w="1631189">
                      <a:extLst>
                        <a:ext uri="{9D8B030D-6E8A-4147-A177-3AD203B41FA5}">
                          <a16:colId xmlns:a16="http://schemas.microsoft.com/office/drawing/2014/main" val="364624522"/>
                        </a:ext>
                      </a:extLst>
                    </a:gridCol>
                    <a:gridCol w="1631189">
                      <a:extLst>
                        <a:ext uri="{9D8B030D-6E8A-4147-A177-3AD203B41FA5}">
                          <a16:colId xmlns:a16="http://schemas.microsoft.com/office/drawing/2014/main" val="1669872017"/>
                        </a:ext>
                      </a:extLst>
                    </a:gridCol>
                  </a:tblGrid>
                  <a:tr h="136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3" t="-444" r="-300373" b="-242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73" t="-444" r="-200373" b="-242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24" t="-444" r="-101124" b="-242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444" r="-746" b="-242667"/>
                          </a:stretch>
                        </a:blipFill>
                      </a:tcPr>
                    </a:tc>
                    <a:extLst>
                      <a:ext uri="{0D108BD9-81ED-4DB2-BD59-A6C34878D82A}">
                        <a16:rowId xmlns:a16="http://schemas.microsoft.com/office/drawing/2014/main" val="334662906"/>
                      </a:ext>
                    </a:extLst>
                  </a:tr>
                  <a:tr h="972000">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7208401"/>
                      </a:ext>
                    </a:extLst>
                  </a:tr>
                  <a:tr h="136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3" t="-172321" r="-300373" b="-7232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73" t="-172321" r="-200373" b="-7232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24" t="-172321" r="-101124" b="-7232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72321" r="-746" b="-72321"/>
                          </a:stretch>
                        </a:blipFill>
                      </a:tcPr>
                    </a:tc>
                    <a:extLst>
                      <a:ext uri="{0D108BD9-81ED-4DB2-BD59-A6C34878D82A}">
                        <a16:rowId xmlns:a16="http://schemas.microsoft.com/office/drawing/2014/main" val="1329760234"/>
                      </a:ext>
                    </a:extLst>
                  </a:tr>
                  <a:tr h="972000">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6943404"/>
                      </a:ext>
                    </a:extLst>
                  </a:tr>
                </a:tbl>
              </a:graphicData>
            </a:graphic>
          </p:graphicFrame>
        </mc:Fallback>
      </mc:AlternateContent>
      <p:sp>
        <p:nvSpPr>
          <p:cNvPr id="7" name="TextBox 6">
            <a:extLst>
              <a:ext uri="{FF2B5EF4-FFF2-40B4-BE49-F238E27FC236}">
                <a16:creationId xmlns:a16="http://schemas.microsoft.com/office/drawing/2014/main" id="{4946D77D-0E67-2DCE-AE29-04CF517DD3A4}"/>
              </a:ext>
            </a:extLst>
          </p:cNvPr>
          <p:cNvSpPr txBox="1"/>
          <p:nvPr/>
        </p:nvSpPr>
        <p:spPr>
          <a:xfrm>
            <a:off x="166622" y="4582485"/>
            <a:ext cx="6524755" cy="276999"/>
          </a:xfrm>
          <a:prstGeom prst="rect">
            <a:avLst/>
          </a:prstGeom>
          <a:noFill/>
        </p:spPr>
        <p:txBody>
          <a:bodyPr wrap="square" rtlCol="0">
            <a:spAutoFit/>
          </a:bodyPr>
          <a:lstStyle/>
          <a:p>
            <a:r>
              <a:rPr lang="en-GB" sz="1200" b="1" noProof="0" dirty="0"/>
              <a:t>Question 2. </a:t>
            </a:r>
            <a:r>
              <a:rPr lang="en-GB" sz="1200" noProof="0" dirty="0"/>
              <a:t>Solve the inequalities below &amp; list the five smallest or largest integers that satisfy them:</a:t>
            </a:r>
          </a:p>
        </p:txBody>
      </p:sp>
    </p:spTree>
    <p:extLst>
      <p:ext uri="{BB962C8B-B14F-4D97-AF65-F5344CB8AC3E}">
        <p14:creationId xmlns:p14="http://schemas.microsoft.com/office/powerpoint/2010/main" val="3279240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FD34C5-D5B5-640D-50E0-A89372D82A91}"/>
              </a:ext>
            </a:extLst>
          </p:cNvPr>
          <p:cNvSpPr txBox="1"/>
          <p:nvPr/>
        </p:nvSpPr>
        <p:spPr>
          <a:xfrm>
            <a:off x="114299" y="0"/>
            <a:ext cx="6375400" cy="276999"/>
          </a:xfrm>
          <a:prstGeom prst="rect">
            <a:avLst/>
          </a:prstGeom>
          <a:noFill/>
        </p:spPr>
        <p:txBody>
          <a:bodyPr wrap="square" rtlCol="0">
            <a:spAutoFit/>
          </a:bodyPr>
          <a:lstStyle/>
          <a:p>
            <a:r>
              <a:rPr lang="en-GB" sz="1200" b="1" noProof="0" dirty="0"/>
              <a:t>Question 3</a:t>
            </a:r>
            <a:r>
              <a:rPr lang="en-GB" sz="1200" noProof="0" dirty="0"/>
              <a:t>. Solve the inequalities, then </a:t>
            </a:r>
            <a:r>
              <a:rPr lang="en-GB" sz="1200" b="1" noProof="0" dirty="0"/>
              <a:t>represent the solutions on the number lines below</a:t>
            </a:r>
            <a:r>
              <a:rPr lang="en-GB" sz="1200" noProof="0" dirty="0"/>
              <a:t>:</a:t>
            </a: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FA7ECC46-257D-45EC-AAC9-AFD6F4AD9BAD}"/>
                  </a:ext>
                </a:extLst>
              </p:cNvPr>
              <p:cNvGraphicFramePr>
                <a:graphicFrameLocks noGrp="1"/>
              </p:cNvGraphicFramePr>
              <p:nvPr>
                <p:extLst>
                  <p:ext uri="{D42A27DB-BD31-4B8C-83A1-F6EECF244321}">
                    <p14:modId xmlns:p14="http://schemas.microsoft.com/office/powerpoint/2010/main" val="1701454317"/>
                  </p:ext>
                </p:extLst>
              </p:nvPr>
            </p:nvGraphicFramePr>
            <p:xfrm>
              <a:off x="127000" y="276999"/>
              <a:ext cx="6616701" cy="9360000"/>
            </p:xfrm>
            <a:graphic>
              <a:graphicData uri="http://schemas.openxmlformats.org/drawingml/2006/table">
                <a:tbl>
                  <a:tblPr firstRow="1" bandRow="1">
                    <a:tableStyleId>{5940675A-B579-460E-94D1-54222C63F5DA}</a:tableStyleId>
                  </a:tblPr>
                  <a:tblGrid>
                    <a:gridCol w="2205567">
                      <a:extLst>
                        <a:ext uri="{9D8B030D-6E8A-4147-A177-3AD203B41FA5}">
                          <a16:colId xmlns:a16="http://schemas.microsoft.com/office/drawing/2014/main" val="2384007914"/>
                        </a:ext>
                      </a:extLst>
                    </a:gridCol>
                    <a:gridCol w="2205567">
                      <a:extLst>
                        <a:ext uri="{9D8B030D-6E8A-4147-A177-3AD203B41FA5}">
                          <a16:colId xmlns:a16="http://schemas.microsoft.com/office/drawing/2014/main" val="4237948093"/>
                        </a:ext>
                      </a:extLst>
                    </a:gridCol>
                    <a:gridCol w="2205567">
                      <a:extLst>
                        <a:ext uri="{9D8B030D-6E8A-4147-A177-3AD203B41FA5}">
                          <a16:colId xmlns:a16="http://schemas.microsoft.com/office/drawing/2014/main" val="162324655"/>
                        </a:ext>
                      </a:extLst>
                    </a:gridCol>
                  </a:tblGrid>
                  <a:tr h="1368000">
                    <a:tc>
                      <a:txBody>
                        <a:bodyPr/>
                        <a:lstStyle/>
                        <a:p>
                          <a:r>
                            <a:rPr lang="en-GB" noProof="0" dirty="0"/>
                            <a:t>a)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+4≥15</m:t>
                              </m:r>
                            </m:oMath>
                          </a14:m>
                          <a:endParaRPr lang="en-GB" noProof="0" dirty="0"/>
                        </a:p>
                      </a:txBody>
                      <a:tcPr/>
                    </a:tc>
                    <a:tc>
                      <a:txBody>
                        <a:bodyPr/>
                        <a:lstStyle/>
                        <a:p>
                          <a:r>
                            <a:rPr lang="en-GB" noProof="0" dirty="0"/>
                            <a:t>b)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+2&lt;7</m:t>
                              </m:r>
                            </m:oMath>
                          </a14:m>
                          <a:endParaRPr lang="en-GB" noProof="0" dirty="0"/>
                        </a:p>
                      </a:txBody>
                      <a:tcPr/>
                    </a:tc>
                    <a:tc>
                      <a:txBody>
                        <a:bodyPr/>
                        <a:lstStyle/>
                        <a:p>
                          <a:r>
                            <a:rPr lang="en-GB" noProof="0" dirty="0"/>
                            <a:t>c)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+1 ≤14</m:t>
                              </m:r>
                            </m:oMath>
                          </a14:m>
                          <a:endParaRPr lang="en-GB" noProof="0" dirty="0"/>
                        </a:p>
                      </a:txBody>
                      <a:tcPr/>
                    </a:tc>
                    <a:extLst>
                      <a:ext uri="{0D108BD9-81ED-4DB2-BD59-A6C34878D82A}">
                        <a16:rowId xmlns:a16="http://schemas.microsoft.com/office/drawing/2014/main" val="1374350365"/>
                      </a:ext>
                    </a:extLst>
                  </a:tr>
                  <a:tr h="972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1898583161"/>
                      </a:ext>
                    </a:extLst>
                  </a:tr>
                  <a:tr h="1368000">
                    <a:tc>
                      <a:txBody>
                        <a:bodyPr/>
                        <a:lstStyle/>
                        <a:p>
                          <a:r>
                            <a:rPr lang="en-GB" b="0" i="0" noProof="0" dirty="0">
                              <a:latin typeface="+mn-lt"/>
                            </a:rPr>
                            <a:t>d)</a:t>
                          </a:r>
                          <a:r>
                            <a:rPr lang="en-GB" b="0" i="0" baseline="0" noProof="0" dirty="0">
                              <a:latin typeface="+mn-lt"/>
                            </a:rPr>
                            <a:t>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−4&gt;9</m:t>
                              </m:r>
                            </m:oMath>
                          </a14:m>
                          <a:endParaRPr lang="en-GB" noProof="0" dirty="0"/>
                        </a:p>
                      </a:txBody>
                      <a:tcPr/>
                    </a:tc>
                    <a:tc>
                      <a:txBody>
                        <a:bodyPr/>
                        <a:lstStyle/>
                        <a:p>
                          <a:r>
                            <a:rPr lang="en-GB" noProof="0" dirty="0"/>
                            <a:t>e)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−6≥8</m:t>
                              </m:r>
                            </m:oMath>
                          </a14:m>
                          <a:endParaRPr lang="en-GB" noProof="0" dirty="0"/>
                        </a:p>
                      </a:txBody>
                      <a:tcPr/>
                    </a:tc>
                    <a:tc>
                      <a:txBody>
                        <a:bodyPr/>
                        <a:lstStyle/>
                        <a:p>
                          <a:r>
                            <a:rPr lang="en-GB" noProof="0" dirty="0"/>
                            <a:t>f)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−4 ≤5</m:t>
                              </m:r>
                            </m:oMath>
                          </a14:m>
                          <a:endParaRPr lang="en-GB" noProof="0" dirty="0"/>
                        </a:p>
                      </a:txBody>
                      <a:tcPr/>
                    </a:tc>
                    <a:extLst>
                      <a:ext uri="{0D108BD9-81ED-4DB2-BD59-A6C34878D82A}">
                        <a16:rowId xmlns:a16="http://schemas.microsoft.com/office/drawing/2014/main" val="1501816564"/>
                      </a:ext>
                    </a:extLst>
                  </a:tr>
                  <a:tr h="972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1948736854"/>
                      </a:ext>
                    </a:extLst>
                  </a:tr>
                  <a:tr h="1368000">
                    <a:tc>
                      <a:txBody>
                        <a:bodyPr/>
                        <a:lstStyle/>
                        <a:p>
                          <a:r>
                            <a:rPr lang="en-GB" noProof="0" dirty="0"/>
                            <a:t>g)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3</m:t>
                                  </m:r>
                                </m:den>
                              </m:f>
                              <m:r>
                                <a:rPr lang="en-GB" b="0" i="1" noProof="0" smtClean="0">
                                  <a:latin typeface="Cambria Math" panose="02040503050406030204" pitchFamily="18" charset="0"/>
                                </a:rPr>
                                <m:t>&gt;4</m:t>
                              </m:r>
                            </m:oMath>
                          </a14:m>
                          <a:endParaRPr lang="en-GB" noProof="0" dirty="0"/>
                        </a:p>
                      </a:txBody>
                      <a:tcPr/>
                    </a:tc>
                    <a:tc>
                      <a:txBody>
                        <a:bodyPr/>
                        <a:lstStyle/>
                        <a:p>
                          <a:r>
                            <a:rPr lang="en-GB" noProof="0" dirty="0"/>
                            <a:t>h)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2</m:t>
                                  </m:r>
                                </m:den>
                              </m:f>
                              <m:r>
                                <a:rPr lang="en-GB" b="0" i="1" noProof="0" smtClean="0">
                                  <a:latin typeface="Cambria Math" panose="02040503050406030204" pitchFamily="18" charset="0"/>
                                </a:rPr>
                                <m:t>&lt;6</m:t>
                              </m:r>
                            </m:oMath>
                          </a14:m>
                          <a:endParaRPr lang="en-GB" noProof="0" dirty="0"/>
                        </a:p>
                      </a:txBody>
                      <a:tcPr/>
                    </a:tc>
                    <a:tc>
                      <a:txBody>
                        <a:bodyPr/>
                        <a:lstStyle/>
                        <a:p>
                          <a:r>
                            <a:rPr lang="en-GB" noProof="0" dirty="0" err="1"/>
                            <a:t>i</a:t>
                          </a:r>
                          <a:r>
                            <a:rPr lang="en-GB" noProof="0" dirty="0"/>
                            <a:t>)</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3</m:t>
                                  </m:r>
                                </m:den>
                              </m:f>
                              <m:r>
                                <a:rPr lang="en-GB" b="0" i="1" noProof="0" smtClean="0">
                                  <a:latin typeface="Cambria Math" panose="02040503050406030204" pitchFamily="18" charset="0"/>
                                </a:rPr>
                                <m:t>≥2</m:t>
                              </m:r>
                            </m:oMath>
                          </a14:m>
                          <a:endParaRPr lang="en-GB" noProof="0" dirty="0"/>
                        </a:p>
                      </a:txBody>
                      <a:tcPr/>
                    </a:tc>
                    <a:extLst>
                      <a:ext uri="{0D108BD9-81ED-4DB2-BD59-A6C34878D82A}">
                        <a16:rowId xmlns:a16="http://schemas.microsoft.com/office/drawing/2014/main" val="2754232948"/>
                      </a:ext>
                    </a:extLst>
                  </a:tr>
                  <a:tr h="972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619318097"/>
                      </a:ext>
                    </a:extLst>
                  </a:tr>
                  <a:tr h="1368000">
                    <a:tc>
                      <a:txBody>
                        <a:bodyPr/>
                        <a:lstStyle/>
                        <a:p>
                          <a:r>
                            <a:rPr lang="en-GB" noProof="0" dirty="0"/>
                            <a:t>l) </a:t>
                          </a:r>
                          <a14:m>
                            <m:oMath xmlns:m="http://schemas.openxmlformats.org/officeDocument/2006/math">
                              <m:r>
                                <a:rPr lang="en-GB" b="0" i="1" noProof="0" smtClean="0">
                                  <a:latin typeface="Cambria Math" panose="02040503050406030204" pitchFamily="18" charset="0"/>
                                </a:rPr>
                                <m:t>6</m:t>
                              </m:r>
                              <m:r>
                                <a:rPr lang="en-GB" b="0" i="1" noProof="0" smtClean="0">
                                  <a:latin typeface="Cambria Math" panose="02040503050406030204" pitchFamily="18" charset="0"/>
                                </a:rPr>
                                <m:t>𝑥</m:t>
                              </m:r>
                              <m:r>
                                <a:rPr lang="en-GB" b="0" i="1" noProof="0" smtClean="0">
                                  <a:latin typeface="Cambria Math" panose="02040503050406030204" pitchFamily="18" charset="0"/>
                                </a:rPr>
                                <m:t>≥24</m:t>
                              </m:r>
                            </m:oMath>
                          </a14:m>
                          <a:endParaRPr lang="en-GB" noProof="0" dirty="0"/>
                        </a:p>
                      </a:txBody>
                      <a:tcPr/>
                    </a:tc>
                    <a:tc>
                      <a:txBody>
                        <a:bodyPr/>
                        <a:lstStyle/>
                        <a:p>
                          <a:r>
                            <a:rPr lang="en-GB" noProof="0" dirty="0"/>
                            <a:t>k) </a:t>
                          </a:r>
                          <a14:m>
                            <m:oMath xmlns:m="http://schemas.openxmlformats.org/officeDocument/2006/math">
                              <m:r>
                                <a:rPr lang="en-GB" b="0" i="1" noProof="0" smtClean="0">
                                  <a:latin typeface="Cambria Math" panose="02040503050406030204" pitchFamily="18" charset="0"/>
                                </a:rPr>
                                <m:t>2</m:t>
                              </m:r>
                              <m:r>
                                <a:rPr lang="en-GB" b="0" i="1" noProof="0" smtClean="0">
                                  <a:latin typeface="Cambria Math" panose="02040503050406030204" pitchFamily="18" charset="0"/>
                                </a:rPr>
                                <m:t>𝑥</m:t>
                              </m:r>
                              <m:r>
                                <a:rPr lang="en-GB" b="0" i="1" noProof="0" smtClean="0">
                                  <a:latin typeface="Cambria Math" panose="02040503050406030204" pitchFamily="18" charset="0"/>
                                </a:rPr>
                                <m:t>&gt;28</m:t>
                              </m:r>
                            </m:oMath>
                          </a14:m>
                          <a:endParaRPr lang="en-GB" noProof="0" dirty="0"/>
                        </a:p>
                      </a:txBody>
                      <a:tcPr/>
                    </a:tc>
                    <a:tc>
                      <a:txBody>
                        <a:bodyPr/>
                        <a:lstStyle/>
                        <a:p>
                          <a:r>
                            <a:rPr lang="en-GB" noProof="0" dirty="0"/>
                            <a:t>l) </a:t>
                          </a:r>
                          <a14:m>
                            <m:oMath xmlns:m="http://schemas.openxmlformats.org/officeDocument/2006/math">
                              <m:r>
                                <a:rPr lang="en-GB" b="0" i="1" noProof="0" smtClean="0">
                                  <a:latin typeface="Cambria Math" panose="02040503050406030204" pitchFamily="18" charset="0"/>
                                </a:rPr>
                                <m:t>4</m:t>
                              </m:r>
                              <m:r>
                                <a:rPr lang="en-GB" b="0" i="1" noProof="0" smtClean="0">
                                  <a:latin typeface="Cambria Math" panose="02040503050406030204" pitchFamily="18" charset="0"/>
                                </a:rPr>
                                <m:t>𝑥</m:t>
                              </m:r>
                              <m:r>
                                <a:rPr lang="en-GB" b="0" i="1" noProof="0" smtClean="0">
                                  <a:latin typeface="Cambria Math" panose="02040503050406030204" pitchFamily="18" charset="0"/>
                                </a:rPr>
                                <m:t>≤56</m:t>
                              </m:r>
                            </m:oMath>
                          </a14:m>
                          <a:endParaRPr lang="en-GB" noProof="0" dirty="0"/>
                        </a:p>
                      </a:txBody>
                      <a:tcPr/>
                    </a:tc>
                    <a:extLst>
                      <a:ext uri="{0D108BD9-81ED-4DB2-BD59-A6C34878D82A}">
                        <a16:rowId xmlns:a16="http://schemas.microsoft.com/office/drawing/2014/main" val="1436227419"/>
                      </a:ext>
                    </a:extLst>
                  </a:tr>
                  <a:tr h="972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659427151"/>
                      </a:ext>
                    </a:extLst>
                  </a:tr>
                </a:tbl>
              </a:graphicData>
            </a:graphic>
          </p:graphicFrame>
        </mc:Choice>
        <mc:Fallback>
          <p:graphicFrame>
            <p:nvGraphicFramePr>
              <p:cNvPr id="3" name="Table 2">
                <a:extLst>
                  <a:ext uri="{FF2B5EF4-FFF2-40B4-BE49-F238E27FC236}">
                    <a16:creationId xmlns:a16="http://schemas.microsoft.com/office/drawing/2014/main" id="{FA7ECC46-257D-45EC-AAC9-AFD6F4AD9BAD}"/>
                  </a:ext>
                </a:extLst>
              </p:cNvPr>
              <p:cNvGraphicFramePr>
                <a:graphicFrameLocks noGrp="1"/>
              </p:cNvGraphicFramePr>
              <p:nvPr>
                <p:extLst>
                  <p:ext uri="{D42A27DB-BD31-4B8C-83A1-F6EECF244321}">
                    <p14:modId xmlns:p14="http://schemas.microsoft.com/office/powerpoint/2010/main" val="1701454317"/>
                  </p:ext>
                </p:extLst>
              </p:nvPr>
            </p:nvGraphicFramePr>
            <p:xfrm>
              <a:off x="127000" y="276999"/>
              <a:ext cx="6616701" cy="9360000"/>
            </p:xfrm>
            <a:graphic>
              <a:graphicData uri="http://schemas.openxmlformats.org/drawingml/2006/table">
                <a:tbl>
                  <a:tblPr firstRow="1" bandRow="1">
                    <a:tableStyleId>{5940675A-B579-460E-94D1-54222C63F5DA}</a:tableStyleId>
                  </a:tblPr>
                  <a:tblGrid>
                    <a:gridCol w="2205567">
                      <a:extLst>
                        <a:ext uri="{9D8B030D-6E8A-4147-A177-3AD203B41FA5}">
                          <a16:colId xmlns:a16="http://schemas.microsoft.com/office/drawing/2014/main" val="2384007914"/>
                        </a:ext>
                      </a:extLst>
                    </a:gridCol>
                    <a:gridCol w="2205567">
                      <a:extLst>
                        <a:ext uri="{9D8B030D-6E8A-4147-A177-3AD203B41FA5}">
                          <a16:colId xmlns:a16="http://schemas.microsoft.com/office/drawing/2014/main" val="4237948093"/>
                        </a:ext>
                      </a:extLst>
                    </a:gridCol>
                    <a:gridCol w="2205567">
                      <a:extLst>
                        <a:ext uri="{9D8B030D-6E8A-4147-A177-3AD203B41FA5}">
                          <a16:colId xmlns:a16="http://schemas.microsoft.com/office/drawing/2014/main" val="162324655"/>
                        </a:ext>
                      </a:extLst>
                    </a:gridCol>
                  </a:tblGrid>
                  <a:tr h="1368000">
                    <a:tc>
                      <a:txBody>
                        <a:bodyPr/>
                        <a:lstStyle/>
                        <a:p>
                          <a:endParaRPr lang="en-US"/>
                        </a:p>
                      </a:txBody>
                      <a:tcPr>
                        <a:blipFill>
                          <a:blip r:embed="rId2"/>
                          <a:stretch>
                            <a:fillRect l="-276" t="-446" r="-200829" b="-586607"/>
                          </a:stretch>
                        </a:blipFill>
                      </a:tcPr>
                    </a:tc>
                    <a:tc>
                      <a:txBody>
                        <a:bodyPr/>
                        <a:lstStyle/>
                        <a:p>
                          <a:endParaRPr lang="en-US"/>
                        </a:p>
                      </a:txBody>
                      <a:tcPr>
                        <a:blipFill>
                          <a:blip r:embed="rId2"/>
                          <a:stretch>
                            <a:fillRect l="-100000" t="-446" r="-100275" b="-586607"/>
                          </a:stretch>
                        </a:blipFill>
                      </a:tcPr>
                    </a:tc>
                    <a:tc>
                      <a:txBody>
                        <a:bodyPr/>
                        <a:lstStyle/>
                        <a:p>
                          <a:endParaRPr lang="en-US"/>
                        </a:p>
                      </a:txBody>
                      <a:tcPr>
                        <a:blipFill>
                          <a:blip r:embed="rId2"/>
                          <a:stretch>
                            <a:fillRect l="-200552" t="-446" r="-552" b="-586607"/>
                          </a:stretch>
                        </a:blipFill>
                      </a:tcPr>
                    </a:tc>
                    <a:extLst>
                      <a:ext uri="{0D108BD9-81ED-4DB2-BD59-A6C34878D82A}">
                        <a16:rowId xmlns:a16="http://schemas.microsoft.com/office/drawing/2014/main" val="1374350365"/>
                      </a:ext>
                    </a:extLst>
                  </a:tr>
                  <a:tr h="972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1898583161"/>
                      </a:ext>
                    </a:extLst>
                  </a:tr>
                  <a:tr h="1368000">
                    <a:tc>
                      <a:txBody>
                        <a:bodyPr/>
                        <a:lstStyle/>
                        <a:p>
                          <a:endParaRPr lang="en-US"/>
                        </a:p>
                      </a:txBody>
                      <a:tcPr>
                        <a:blipFill>
                          <a:blip r:embed="rId2"/>
                          <a:stretch>
                            <a:fillRect l="-276" t="-171875" r="-200829" b="-415179"/>
                          </a:stretch>
                        </a:blipFill>
                      </a:tcPr>
                    </a:tc>
                    <a:tc>
                      <a:txBody>
                        <a:bodyPr/>
                        <a:lstStyle/>
                        <a:p>
                          <a:endParaRPr lang="en-US"/>
                        </a:p>
                      </a:txBody>
                      <a:tcPr>
                        <a:blipFill>
                          <a:blip r:embed="rId2"/>
                          <a:stretch>
                            <a:fillRect l="-100000" t="-171875" r="-100275" b="-415179"/>
                          </a:stretch>
                        </a:blipFill>
                      </a:tcPr>
                    </a:tc>
                    <a:tc>
                      <a:txBody>
                        <a:bodyPr/>
                        <a:lstStyle/>
                        <a:p>
                          <a:endParaRPr lang="en-US"/>
                        </a:p>
                      </a:txBody>
                      <a:tcPr>
                        <a:blipFill>
                          <a:blip r:embed="rId2"/>
                          <a:stretch>
                            <a:fillRect l="-200552" t="-171875" r="-552" b="-415179"/>
                          </a:stretch>
                        </a:blipFill>
                      </a:tcPr>
                    </a:tc>
                    <a:extLst>
                      <a:ext uri="{0D108BD9-81ED-4DB2-BD59-A6C34878D82A}">
                        <a16:rowId xmlns:a16="http://schemas.microsoft.com/office/drawing/2014/main" val="1501816564"/>
                      </a:ext>
                    </a:extLst>
                  </a:tr>
                  <a:tr h="972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1948736854"/>
                      </a:ext>
                    </a:extLst>
                  </a:tr>
                  <a:tr h="1368000">
                    <a:tc>
                      <a:txBody>
                        <a:bodyPr/>
                        <a:lstStyle/>
                        <a:p>
                          <a:endParaRPr lang="en-US"/>
                        </a:p>
                      </a:txBody>
                      <a:tcPr>
                        <a:blipFill>
                          <a:blip r:embed="rId2"/>
                          <a:stretch>
                            <a:fillRect l="-276" t="-343304" r="-200829" b="-243750"/>
                          </a:stretch>
                        </a:blipFill>
                      </a:tcPr>
                    </a:tc>
                    <a:tc>
                      <a:txBody>
                        <a:bodyPr/>
                        <a:lstStyle/>
                        <a:p>
                          <a:endParaRPr lang="en-US"/>
                        </a:p>
                      </a:txBody>
                      <a:tcPr>
                        <a:blipFill>
                          <a:blip r:embed="rId2"/>
                          <a:stretch>
                            <a:fillRect l="-100000" t="-343304" r="-100275" b="-243750"/>
                          </a:stretch>
                        </a:blipFill>
                      </a:tcPr>
                    </a:tc>
                    <a:tc>
                      <a:txBody>
                        <a:bodyPr/>
                        <a:lstStyle/>
                        <a:p>
                          <a:endParaRPr lang="en-US"/>
                        </a:p>
                      </a:txBody>
                      <a:tcPr>
                        <a:blipFill>
                          <a:blip r:embed="rId2"/>
                          <a:stretch>
                            <a:fillRect l="-200552" t="-343304" r="-552" b="-243750"/>
                          </a:stretch>
                        </a:blipFill>
                      </a:tcPr>
                    </a:tc>
                    <a:extLst>
                      <a:ext uri="{0D108BD9-81ED-4DB2-BD59-A6C34878D82A}">
                        <a16:rowId xmlns:a16="http://schemas.microsoft.com/office/drawing/2014/main" val="2754232948"/>
                      </a:ext>
                    </a:extLst>
                  </a:tr>
                  <a:tr h="972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619318097"/>
                      </a:ext>
                    </a:extLst>
                  </a:tr>
                  <a:tr h="1368000">
                    <a:tc>
                      <a:txBody>
                        <a:bodyPr/>
                        <a:lstStyle/>
                        <a:p>
                          <a:endParaRPr lang="en-US"/>
                        </a:p>
                      </a:txBody>
                      <a:tcPr>
                        <a:blipFill>
                          <a:blip r:embed="rId2"/>
                          <a:stretch>
                            <a:fillRect l="-276" t="-514732" r="-200829" b="-72321"/>
                          </a:stretch>
                        </a:blipFill>
                      </a:tcPr>
                    </a:tc>
                    <a:tc>
                      <a:txBody>
                        <a:bodyPr/>
                        <a:lstStyle/>
                        <a:p>
                          <a:endParaRPr lang="en-US"/>
                        </a:p>
                      </a:txBody>
                      <a:tcPr>
                        <a:blipFill>
                          <a:blip r:embed="rId2"/>
                          <a:stretch>
                            <a:fillRect l="-100000" t="-514732" r="-100275" b="-72321"/>
                          </a:stretch>
                        </a:blipFill>
                      </a:tcPr>
                    </a:tc>
                    <a:tc>
                      <a:txBody>
                        <a:bodyPr/>
                        <a:lstStyle/>
                        <a:p>
                          <a:endParaRPr lang="en-US"/>
                        </a:p>
                      </a:txBody>
                      <a:tcPr>
                        <a:blipFill>
                          <a:blip r:embed="rId2"/>
                          <a:stretch>
                            <a:fillRect l="-200552" t="-514732" r="-552" b="-72321"/>
                          </a:stretch>
                        </a:blipFill>
                      </a:tcPr>
                    </a:tc>
                    <a:extLst>
                      <a:ext uri="{0D108BD9-81ED-4DB2-BD59-A6C34878D82A}">
                        <a16:rowId xmlns:a16="http://schemas.microsoft.com/office/drawing/2014/main" val="1436227419"/>
                      </a:ext>
                    </a:extLst>
                  </a:tr>
                  <a:tr h="972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659427151"/>
                      </a:ext>
                    </a:extLst>
                  </a:tr>
                </a:tbl>
              </a:graphicData>
            </a:graphic>
          </p:graphicFrame>
        </mc:Fallback>
      </mc:AlternateContent>
      <p:sp>
        <p:nvSpPr>
          <p:cNvPr id="4" name="Slide Number Placeholder 5">
            <a:extLst>
              <a:ext uri="{FF2B5EF4-FFF2-40B4-BE49-F238E27FC236}">
                <a16:creationId xmlns:a16="http://schemas.microsoft.com/office/drawing/2014/main" id="{4F78C4A7-04F5-CF93-151D-92A43D43C4B3}"/>
              </a:ext>
            </a:extLst>
          </p:cNvPr>
          <p:cNvSpPr>
            <a:spLocks noGrp="1"/>
          </p:cNvSpPr>
          <p:nvPr>
            <p:ph type="sldNum" sz="quarter" idx="12"/>
          </p:nvPr>
        </p:nvSpPr>
        <p:spPr>
          <a:xfrm>
            <a:off x="5296163" y="9467690"/>
            <a:ext cx="1543050" cy="527403"/>
          </a:xfrm>
        </p:spPr>
        <p:txBody>
          <a:bodyPr/>
          <a:lstStyle/>
          <a:p>
            <a:fld id="{19F1D9CC-7119-45EC-A96C-D8C0660F3AAB}" type="slidenum">
              <a:rPr lang="en-GB" noProof="0" smtClean="0">
                <a:solidFill>
                  <a:schemeClr val="tx1"/>
                </a:solidFill>
              </a:rPr>
              <a:t>13</a:t>
            </a:fld>
            <a:endParaRPr lang="en-GB" noProof="0" dirty="0">
              <a:solidFill>
                <a:schemeClr val="tx1"/>
              </a:solidFill>
            </a:endParaRPr>
          </a:p>
        </p:txBody>
      </p:sp>
      <p:pic>
        <p:nvPicPr>
          <p:cNvPr id="1026" name="Picture 2" descr="Number lines / Misunderstandings / Patterns / Topdrawer / Home - Topdrawer">
            <a:extLst>
              <a:ext uri="{FF2B5EF4-FFF2-40B4-BE49-F238E27FC236}">
                <a16:creationId xmlns:a16="http://schemas.microsoft.com/office/drawing/2014/main" id="{6A4A407A-5FF5-61F0-24A3-6B14C72C7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418" y="2220390"/>
            <a:ext cx="2088000" cy="30639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Number lines / Misunderstandings / Patterns / Topdrawer / Home - Topdrawer">
            <a:extLst>
              <a:ext uri="{FF2B5EF4-FFF2-40B4-BE49-F238E27FC236}">
                <a16:creationId xmlns:a16="http://schemas.microsoft.com/office/drawing/2014/main" id="{4ADCE9F0-181C-66A5-1D47-E0B7CF04F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1350" y="2220390"/>
            <a:ext cx="2088000" cy="30639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umber lines / Misunderstandings / Patterns / Topdrawer / Home - Topdrawer">
            <a:extLst>
              <a:ext uri="{FF2B5EF4-FFF2-40B4-BE49-F238E27FC236}">
                <a16:creationId xmlns:a16="http://schemas.microsoft.com/office/drawing/2014/main" id="{E1F34F43-BBCC-F05D-69FA-624104DE64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18" y="4601014"/>
            <a:ext cx="2088000" cy="3063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Number lines / Misunderstandings / Patterns / Topdrawer / Home - Topdrawer">
            <a:extLst>
              <a:ext uri="{FF2B5EF4-FFF2-40B4-BE49-F238E27FC236}">
                <a16:creationId xmlns:a16="http://schemas.microsoft.com/office/drawing/2014/main" id="{738CF494-6CE8-28F9-9242-F958C9B190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18" y="6909874"/>
            <a:ext cx="2088000" cy="3063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Number lines / Misunderstandings / Patterns / Topdrawer / Home - Topdrawer">
            <a:extLst>
              <a:ext uri="{FF2B5EF4-FFF2-40B4-BE49-F238E27FC236}">
                <a16:creationId xmlns:a16="http://schemas.microsoft.com/office/drawing/2014/main" id="{7BA3FBFC-6EDC-F34E-79F5-90E39334BA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418" y="9216921"/>
            <a:ext cx="2088000" cy="3063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ole numbers between 3 and 15 | Homework.Study.com">
            <a:extLst>
              <a:ext uri="{FF2B5EF4-FFF2-40B4-BE49-F238E27FC236}">
                <a16:creationId xmlns:a16="http://schemas.microsoft.com/office/drawing/2014/main" id="{323E7F6A-4AFE-2D33-A950-DA12156BA86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4606350" y="2261715"/>
            <a:ext cx="2088000" cy="30993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Whole numbers between 3 and 15 | Homework.Study.com">
            <a:extLst>
              <a:ext uri="{FF2B5EF4-FFF2-40B4-BE49-F238E27FC236}">
                <a16:creationId xmlns:a16="http://schemas.microsoft.com/office/drawing/2014/main" id="{56656670-7E86-1277-FD98-E935F4E476F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183061" y="4601014"/>
            <a:ext cx="2088000" cy="30993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Whole numbers between 3 and 15 | Homework.Study.com">
            <a:extLst>
              <a:ext uri="{FF2B5EF4-FFF2-40B4-BE49-F238E27FC236}">
                <a16:creationId xmlns:a16="http://schemas.microsoft.com/office/drawing/2014/main" id="{E9DDE4CC-492C-A350-F4AC-43BCE6ADAA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2400135" y="4601014"/>
            <a:ext cx="2088000" cy="30993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Whole numbers between 3 and 15 | Homework.Study.com">
            <a:extLst>
              <a:ext uri="{FF2B5EF4-FFF2-40B4-BE49-F238E27FC236}">
                <a16:creationId xmlns:a16="http://schemas.microsoft.com/office/drawing/2014/main" id="{4AFFFC7E-DE28-EB0F-8BA0-323EE1252A4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183061" y="6928405"/>
            <a:ext cx="2088000" cy="309937"/>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Whole numbers between 3 and 15 | Homework.Study.com">
            <a:extLst>
              <a:ext uri="{FF2B5EF4-FFF2-40B4-BE49-F238E27FC236}">
                <a16:creationId xmlns:a16="http://schemas.microsoft.com/office/drawing/2014/main" id="{A827D596-ECFD-3FB4-C9B2-B6A4CEC557E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2400135" y="6928405"/>
            <a:ext cx="2088000" cy="30993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Whole numbers between 3 and 15 | Homework.Study.com">
            <a:extLst>
              <a:ext uri="{FF2B5EF4-FFF2-40B4-BE49-F238E27FC236}">
                <a16:creationId xmlns:a16="http://schemas.microsoft.com/office/drawing/2014/main" id="{C6F713AE-4FB1-5A26-9078-5395A1112A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2400135" y="9261464"/>
            <a:ext cx="2088000" cy="30993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Whole numbers between 3 and 15 | Homework.Study.com">
            <a:extLst>
              <a:ext uri="{FF2B5EF4-FFF2-40B4-BE49-F238E27FC236}">
                <a16:creationId xmlns:a16="http://schemas.microsoft.com/office/drawing/2014/main" id="{98842608-88D4-D465-7F49-B89D0D0848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4606350" y="9261464"/>
            <a:ext cx="2088000" cy="309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075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5CA9AE4-054F-273A-3A7B-9D70532DC890}"/>
              </a:ext>
            </a:extLst>
          </p:cNvPr>
          <p:cNvSpPr>
            <a:spLocks noGrp="1"/>
          </p:cNvSpPr>
          <p:nvPr>
            <p:ph type="sldNum" sz="quarter" idx="12"/>
          </p:nvPr>
        </p:nvSpPr>
        <p:spPr>
          <a:xfrm>
            <a:off x="5161693" y="9400455"/>
            <a:ext cx="1543050" cy="527403"/>
          </a:xfrm>
        </p:spPr>
        <p:txBody>
          <a:bodyPr/>
          <a:lstStyle/>
          <a:p>
            <a:fld id="{19F1D9CC-7119-45EC-A96C-D8C0660F3AAB}" type="slidenum">
              <a:rPr lang="en-GB" noProof="0" smtClean="0">
                <a:solidFill>
                  <a:schemeClr val="tx1"/>
                </a:solidFill>
              </a:rPr>
              <a:t>14</a:t>
            </a:fld>
            <a:endParaRPr lang="en-GB" noProof="0" dirty="0">
              <a:solidFill>
                <a:schemeClr val="tx1"/>
              </a:solidFill>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0F8D016F-7530-A00E-912F-E17C9FC8D9C1}"/>
                  </a:ext>
                </a:extLst>
              </p:cNvPr>
              <p:cNvGraphicFramePr>
                <a:graphicFrameLocks noGrp="1"/>
              </p:cNvGraphicFramePr>
              <p:nvPr>
                <p:extLst>
                  <p:ext uri="{D42A27DB-BD31-4B8C-83A1-F6EECF244321}">
                    <p14:modId xmlns:p14="http://schemas.microsoft.com/office/powerpoint/2010/main" val="4243055751"/>
                  </p:ext>
                </p:extLst>
              </p:nvPr>
            </p:nvGraphicFramePr>
            <p:xfrm>
              <a:off x="166621" y="6052122"/>
              <a:ext cx="6524756" cy="3710442"/>
            </p:xfrm>
            <a:graphic>
              <a:graphicData uri="http://schemas.openxmlformats.org/drawingml/2006/table">
                <a:tbl>
                  <a:tblPr firstRow="1" bandRow="1">
                    <a:tableStyleId>{5940675A-B579-460E-94D1-54222C63F5DA}</a:tableStyleId>
                  </a:tblPr>
                  <a:tblGrid>
                    <a:gridCol w="1631189">
                      <a:extLst>
                        <a:ext uri="{9D8B030D-6E8A-4147-A177-3AD203B41FA5}">
                          <a16:colId xmlns:a16="http://schemas.microsoft.com/office/drawing/2014/main" val="2302255844"/>
                        </a:ext>
                      </a:extLst>
                    </a:gridCol>
                    <a:gridCol w="1631189">
                      <a:extLst>
                        <a:ext uri="{9D8B030D-6E8A-4147-A177-3AD203B41FA5}">
                          <a16:colId xmlns:a16="http://schemas.microsoft.com/office/drawing/2014/main" val="3322822873"/>
                        </a:ext>
                      </a:extLst>
                    </a:gridCol>
                    <a:gridCol w="1631189">
                      <a:extLst>
                        <a:ext uri="{9D8B030D-6E8A-4147-A177-3AD203B41FA5}">
                          <a16:colId xmlns:a16="http://schemas.microsoft.com/office/drawing/2014/main" val="312792007"/>
                        </a:ext>
                      </a:extLst>
                    </a:gridCol>
                    <a:gridCol w="1631189">
                      <a:extLst>
                        <a:ext uri="{9D8B030D-6E8A-4147-A177-3AD203B41FA5}">
                          <a16:colId xmlns:a16="http://schemas.microsoft.com/office/drawing/2014/main" val="2052006874"/>
                        </a:ext>
                      </a:extLst>
                    </a:gridCol>
                  </a:tblGrid>
                  <a:tr h="1236814">
                    <a:tc>
                      <a:txBody>
                        <a:bodyPr/>
                        <a:lstStyle/>
                        <a:p>
                          <a:r>
                            <a:rPr lang="en-GB" sz="1200" noProof="0" dirty="0"/>
                            <a:t>a) </a:t>
                          </a:r>
                          <a14:m>
                            <m:oMath xmlns:m="http://schemas.openxmlformats.org/officeDocument/2006/math">
                              <m:r>
                                <a:rPr lang="en-GB" sz="1200" b="0" i="0"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+7≥13</m:t>
                              </m:r>
                            </m:oMath>
                          </a14:m>
                          <a:endParaRPr lang="en-GB" sz="1200" noProof="0" dirty="0"/>
                        </a:p>
                      </a:txBody>
                      <a:tcPr/>
                    </a:tc>
                    <a:tc>
                      <a:txBody>
                        <a:bodyPr/>
                        <a:lstStyle/>
                        <a:p>
                          <a:r>
                            <a:rPr lang="en-GB" sz="1200" noProof="0" dirty="0"/>
                            <a:t>b) </a:t>
                          </a:r>
                          <a14:m>
                            <m:oMath xmlns:m="http://schemas.openxmlformats.org/officeDocument/2006/math">
                              <m:r>
                                <a:rPr lang="en-GB" sz="1200" b="0" i="0"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+5&lt;11</m:t>
                              </m:r>
                            </m:oMath>
                          </a14:m>
                          <a:endParaRPr lang="en-GB" sz="1200" noProof="0" dirty="0"/>
                        </a:p>
                      </a:txBody>
                      <a:tcPr/>
                    </a:tc>
                    <a:tc>
                      <a:txBody>
                        <a:bodyPr/>
                        <a:lstStyle/>
                        <a:p>
                          <a:r>
                            <a:rPr lang="en-GB" sz="1200" noProof="0" dirty="0"/>
                            <a:t>c) </a:t>
                          </a:r>
                          <a14:m>
                            <m:oMath xmlns:m="http://schemas.openxmlformats.org/officeDocument/2006/math">
                              <m:r>
                                <a:rPr lang="en-GB" sz="1200" b="0" i="0" noProof="0" smtClean="0">
                                  <a:latin typeface="Cambria Math" panose="02040503050406030204" pitchFamily="18" charset="0"/>
                                </a:rPr>
                                <m:t>5</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+9 ≤44</m:t>
                              </m:r>
                            </m:oMath>
                          </a14:m>
                          <a:endParaRPr lang="en-GB" sz="1200" noProof="0" dirty="0"/>
                        </a:p>
                      </a:txBody>
                      <a:tcPr/>
                    </a:tc>
                    <a:tc>
                      <a:txBody>
                        <a:bodyPr/>
                        <a:lstStyle/>
                        <a:p>
                          <a:r>
                            <a:rPr lang="en-GB" sz="1200" noProof="0" dirty="0"/>
                            <a:t>d) </a:t>
                          </a:r>
                          <a14:m>
                            <m:oMath xmlns:m="http://schemas.openxmlformats.org/officeDocument/2006/math">
                              <m:r>
                                <a:rPr lang="en-GB" sz="1200" b="0" i="0"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+12 ≥24</m:t>
                              </m:r>
                            </m:oMath>
                          </a14:m>
                          <a:endParaRPr lang="en-GB" sz="1200" noProof="0" dirty="0"/>
                        </a:p>
                      </a:txBody>
                      <a:tcPr/>
                    </a:tc>
                    <a:extLst>
                      <a:ext uri="{0D108BD9-81ED-4DB2-BD59-A6C34878D82A}">
                        <a16:rowId xmlns:a16="http://schemas.microsoft.com/office/drawing/2014/main" val="1893893378"/>
                      </a:ext>
                    </a:extLst>
                  </a:tr>
                  <a:tr h="1236814">
                    <a:tc>
                      <a:txBody>
                        <a:bodyPr/>
                        <a:lstStyle/>
                        <a:p>
                          <a:r>
                            <a:rPr lang="en-GB" sz="1200" noProof="0" dirty="0"/>
                            <a:t>e) </a:t>
                          </a:r>
                          <a14:m>
                            <m:oMath xmlns:m="http://schemas.openxmlformats.org/officeDocument/2006/math">
                              <m:r>
                                <a:rPr lang="en-GB" sz="1200" b="0" i="0" noProof="0" smtClean="0">
                                  <a:latin typeface="Cambria Math" panose="02040503050406030204" pitchFamily="18" charset="0"/>
                                </a:rPr>
                                <m:t>7</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−3&gt;4</m:t>
                              </m:r>
                            </m:oMath>
                          </a14:m>
                          <a:endParaRPr lang="en-GB" sz="1200" noProof="0" dirty="0"/>
                        </a:p>
                      </a:txBody>
                      <a:tcPr/>
                    </a:tc>
                    <a:tc>
                      <a:txBody>
                        <a:bodyPr/>
                        <a:lstStyle/>
                        <a:p>
                          <a:r>
                            <a:rPr lang="en-GB" sz="1200" noProof="0" dirty="0"/>
                            <a:t>f) </a:t>
                          </a:r>
                          <a14:m>
                            <m:oMath xmlns:m="http://schemas.openxmlformats.org/officeDocument/2006/math">
                              <m:r>
                                <a:rPr lang="en-GB" sz="1200" b="0" i="0"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−5≥23</m:t>
                              </m:r>
                            </m:oMath>
                          </a14:m>
                          <a:endParaRPr lang="en-GB" sz="1200" noProof="0" dirty="0"/>
                        </a:p>
                      </a:txBody>
                      <a:tcPr/>
                    </a:tc>
                    <a:tc>
                      <a:txBody>
                        <a:bodyPr/>
                        <a:lstStyle/>
                        <a:p>
                          <a:r>
                            <a:rPr lang="en-GB" sz="1200" noProof="0" dirty="0"/>
                            <a:t>g) </a:t>
                          </a:r>
                          <a14:m>
                            <m:oMath xmlns:m="http://schemas.openxmlformats.org/officeDocument/2006/math">
                              <m:r>
                                <a:rPr lang="en-GB" sz="1200" b="0" i="0"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−10 ≤12</m:t>
                              </m:r>
                            </m:oMath>
                          </a14:m>
                          <a:endParaRPr lang="en-GB" sz="1200" noProof="0" dirty="0"/>
                        </a:p>
                      </a:txBody>
                      <a:tcPr/>
                    </a:tc>
                    <a:tc>
                      <a:txBody>
                        <a:bodyPr/>
                        <a:lstStyle/>
                        <a:p>
                          <a:r>
                            <a:rPr lang="en-GB" sz="1200" noProof="0" dirty="0"/>
                            <a:t>h) </a:t>
                          </a:r>
                          <a14:m>
                            <m:oMath xmlns:m="http://schemas.openxmlformats.org/officeDocument/2006/math">
                              <m:r>
                                <a:rPr lang="en-GB" sz="1200" b="0" i="0" noProof="0" smtClean="0">
                                  <a:latin typeface="Cambria Math" panose="02040503050406030204" pitchFamily="18" charset="0"/>
                                </a:rPr>
                                <m:t>5</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−8≤17</m:t>
                              </m:r>
                            </m:oMath>
                          </a14:m>
                          <a:endParaRPr lang="en-GB" sz="1200" noProof="0" dirty="0"/>
                        </a:p>
                      </a:txBody>
                      <a:tcPr/>
                    </a:tc>
                    <a:extLst>
                      <a:ext uri="{0D108BD9-81ED-4DB2-BD59-A6C34878D82A}">
                        <a16:rowId xmlns:a16="http://schemas.microsoft.com/office/drawing/2014/main" val="862029127"/>
                      </a:ext>
                    </a:extLst>
                  </a:tr>
                  <a:tr h="1236814">
                    <a:tc>
                      <a:txBody>
                        <a:bodyPr/>
                        <a:lstStyle/>
                        <a:p>
                          <a:r>
                            <a:rPr lang="en-GB" sz="1200" noProof="0" dirty="0" err="1"/>
                            <a:t>i</a:t>
                          </a:r>
                          <a:r>
                            <a:rPr lang="en-GB" sz="1200" noProof="0" dirty="0"/>
                            <a:t>)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4</m:t>
                                  </m:r>
                                </m:den>
                              </m:f>
                              <m:r>
                                <a:rPr lang="en-GB" sz="1200" b="0" i="1" noProof="0" smtClean="0">
                                  <a:latin typeface="Cambria Math" panose="02040503050406030204" pitchFamily="18" charset="0"/>
                                </a:rPr>
                                <m:t>+1&gt;7</m:t>
                              </m:r>
                            </m:oMath>
                          </a14:m>
                          <a:endParaRPr lang="en-GB" sz="1200" noProof="0" dirty="0"/>
                        </a:p>
                      </a:txBody>
                      <a:tcPr/>
                    </a:tc>
                    <a:tc>
                      <a:txBody>
                        <a:bodyPr/>
                        <a:lstStyle/>
                        <a:p>
                          <a:r>
                            <a:rPr lang="en-GB" sz="1200" noProof="0" dirty="0"/>
                            <a:t>j)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+7&lt;11</m:t>
                              </m:r>
                            </m:oMath>
                          </a14:m>
                          <a:endParaRPr lang="en-GB" sz="1200" noProof="0" dirty="0"/>
                        </a:p>
                      </a:txBody>
                      <a:tcPr/>
                    </a:tc>
                    <a:tc>
                      <a:txBody>
                        <a:bodyPr/>
                        <a:lstStyle/>
                        <a:p>
                          <a:r>
                            <a:rPr lang="en-GB" sz="1200" noProof="0" dirty="0"/>
                            <a:t>k)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9</m:t>
                                  </m:r>
                                </m:den>
                              </m:f>
                              <m:r>
                                <a:rPr lang="en-GB" sz="1200" b="0" i="1" noProof="0" smtClean="0">
                                  <a:latin typeface="Cambria Math" panose="02040503050406030204" pitchFamily="18" charset="0"/>
                                </a:rPr>
                                <m:t>−3≥5</m:t>
                              </m:r>
                            </m:oMath>
                          </a14:m>
                          <a:endParaRPr lang="en-GB" sz="1200" noProof="0" dirty="0"/>
                        </a:p>
                      </a:txBody>
                      <a:tcPr/>
                    </a:tc>
                    <a:tc>
                      <a:txBody>
                        <a:bodyPr/>
                        <a:lstStyle/>
                        <a:p>
                          <a:r>
                            <a:rPr lang="en-GB" sz="1200" noProof="0" dirty="0"/>
                            <a:t>l)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8</m:t>
                                  </m:r>
                                </m:den>
                              </m:f>
                              <m:r>
                                <a:rPr lang="en-GB" sz="1200" b="0" i="1" noProof="0" smtClean="0">
                                  <a:latin typeface="Cambria Math" panose="02040503050406030204" pitchFamily="18" charset="0"/>
                                </a:rPr>
                                <m:t>−2&lt;10</m:t>
                              </m:r>
                            </m:oMath>
                          </a14:m>
                          <a:endParaRPr lang="en-GB" sz="1200" noProof="0" dirty="0"/>
                        </a:p>
                      </a:txBody>
                      <a:tcPr/>
                    </a:tc>
                    <a:extLst>
                      <a:ext uri="{0D108BD9-81ED-4DB2-BD59-A6C34878D82A}">
                        <a16:rowId xmlns:a16="http://schemas.microsoft.com/office/drawing/2014/main" val="2586837551"/>
                      </a:ext>
                    </a:extLst>
                  </a:tr>
                </a:tbl>
              </a:graphicData>
            </a:graphic>
          </p:graphicFrame>
        </mc:Choice>
        <mc:Fallback xmlns="">
          <p:graphicFrame>
            <p:nvGraphicFramePr>
              <p:cNvPr id="5" name="Table 4">
                <a:extLst>
                  <a:ext uri="{FF2B5EF4-FFF2-40B4-BE49-F238E27FC236}">
                    <a16:creationId xmlns:a16="http://schemas.microsoft.com/office/drawing/2014/main" id="{0F8D016F-7530-A00E-912F-E17C9FC8D9C1}"/>
                  </a:ext>
                </a:extLst>
              </p:cNvPr>
              <p:cNvGraphicFramePr>
                <a:graphicFrameLocks noGrp="1"/>
              </p:cNvGraphicFramePr>
              <p:nvPr>
                <p:extLst>
                  <p:ext uri="{D42A27DB-BD31-4B8C-83A1-F6EECF244321}">
                    <p14:modId xmlns:p14="http://schemas.microsoft.com/office/powerpoint/2010/main" val="4243055751"/>
                  </p:ext>
                </p:extLst>
              </p:nvPr>
            </p:nvGraphicFramePr>
            <p:xfrm>
              <a:off x="166621" y="6052122"/>
              <a:ext cx="6524756" cy="3710442"/>
            </p:xfrm>
            <a:graphic>
              <a:graphicData uri="http://schemas.openxmlformats.org/drawingml/2006/table">
                <a:tbl>
                  <a:tblPr firstRow="1" bandRow="1">
                    <a:tableStyleId>{5940675A-B579-460E-94D1-54222C63F5DA}</a:tableStyleId>
                  </a:tblPr>
                  <a:tblGrid>
                    <a:gridCol w="1631189">
                      <a:extLst>
                        <a:ext uri="{9D8B030D-6E8A-4147-A177-3AD203B41FA5}">
                          <a16:colId xmlns:a16="http://schemas.microsoft.com/office/drawing/2014/main" val="2302255844"/>
                        </a:ext>
                      </a:extLst>
                    </a:gridCol>
                    <a:gridCol w="1631189">
                      <a:extLst>
                        <a:ext uri="{9D8B030D-6E8A-4147-A177-3AD203B41FA5}">
                          <a16:colId xmlns:a16="http://schemas.microsoft.com/office/drawing/2014/main" val="3322822873"/>
                        </a:ext>
                      </a:extLst>
                    </a:gridCol>
                    <a:gridCol w="1631189">
                      <a:extLst>
                        <a:ext uri="{9D8B030D-6E8A-4147-A177-3AD203B41FA5}">
                          <a16:colId xmlns:a16="http://schemas.microsoft.com/office/drawing/2014/main" val="312792007"/>
                        </a:ext>
                      </a:extLst>
                    </a:gridCol>
                    <a:gridCol w="1631189">
                      <a:extLst>
                        <a:ext uri="{9D8B030D-6E8A-4147-A177-3AD203B41FA5}">
                          <a16:colId xmlns:a16="http://schemas.microsoft.com/office/drawing/2014/main" val="2052006874"/>
                        </a:ext>
                      </a:extLst>
                    </a:gridCol>
                  </a:tblGrid>
                  <a:tr h="1236814">
                    <a:tc>
                      <a:txBody>
                        <a:bodyPr/>
                        <a:lstStyle/>
                        <a:p>
                          <a:endParaRPr lang="en-US"/>
                        </a:p>
                      </a:txBody>
                      <a:tcPr>
                        <a:blipFill>
                          <a:blip r:embed="rId2"/>
                          <a:stretch>
                            <a:fillRect l="-373" t="-493" r="-300373" b="-201478"/>
                          </a:stretch>
                        </a:blipFill>
                      </a:tcPr>
                    </a:tc>
                    <a:tc>
                      <a:txBody>
                        <a:bodyPr/>
                        <a:lstStyle/>
                        <a:p>
                          <a:endParaRPr lang="en-US"/>
                        </a:p>
                      </a:txBody>
                      <a:tcPr>
                        <a:blipFill>
                          <a:blip r:embed="rId2"/>
                          <a:stretch>
                            <a:fillRect l="-100373" t="-493" r="-200373" b="-201478"/>
                          </a:stretch>
                        </a:blipFill>
                      </a:tcPr>
                    </a:tc>
                    <a:tc>
                      <a:txBody>
                        <a:bodyPr/>
                        <a:lstStyle/>
                        <a:p>
                          <a:endParaRPr lang="en-US"/>
                        </a:p>
                      </a:txBody>
                      <a:tcPr>
                        <a:blipFill>
                          <a:blip r:embed="rId2"/>
                          <a:stretch>
                            <a:fillRect l="-201124" t="-493" r="-101124" b="-201478"/>
                          </a:stretch>
                        </a:blipFill>
                      </a:tcPr>
                    </a:tc>
                    <a:tc>
                      <a:txBody>
                        <a:bodyPr/>
                        <a:lstStyle/>
                        <a:p>
                          <a:endParaRPr lang="en-US"/>
                        </a:p>
                      </a:txBody>
                      <a:tcPr>
                        <a:blipFill>
                          <a:blip r:embed="rId2"/>
                          <a:stretch>
                            <a:fillRect l="-300000" t="-493" r="-746" b="-201478"/>
                          </a:stretch>
                        </a:blipFill>
                      </a:tcPr>
                    </a:tc>
                    <a:extLst>
                      <a:ext uri="{0D108BD9-81ED-4DB2-BD59-A6C34878D82A}">
                        <a16:rowId xmlns:a16="http://schemas.microsoft.com/office/drawing/2014/main" val="1893893378"/>
                      </a:ext>
                    </a:extLst>
                  </a:tr>
                  <a:tr h="1236814">
                    <a:tc>
                      <a:txBody>
                        <a:bodyPr/>
                        <a:lstStyle/>
                        <a:p>
                          <a:endParaRPr lang="en-US"/>
                        </a:p>
                      </a:txBody>
                      <a:tcPr>
                        <a:blipFill>
                          <a:blip r:embed="rId2"/>
                          <a:stretch>
                            <a:fillRect l="-373" t="-100000" r="-300373" b="-100490"/>
                          </a:stretch>
                        </a:blipFill>
                      </a:tcPr>
                    </a:tc>
                    <a:tc>
                      <a:txBody>
                        <a:bodyPr/>
                        <a:lstStyle/>
                        <a:p>
                          <a:endParaRPr lang="en-US"/>
                        </a:p>
                      </a:txBody>
                      <a:tcPr>
                        <a:blipFill>
                          <a:blip r:embed="rId2"/>
                          <a:stretch>
                            <a:fillRect l="-100373" t="-100000" r="-200373" b="-100490"/>
                          </a:stretch>
                        </a:blipFill>
                      </a:tcPr>
                    </a:tc>
                    <a:tc>
                      <a:txBody>
                        <a:bodyPr/>
                        <a:lstStyle/>
                        <a:p>
                          <a:endParaRPr lang="en-US"/>
                        </a:p>
                      </a:txBody>
                      <a:tcPr>
                        <a:blipFill>
                          <a:blip r:embed="rId2"/>
                          <a:stretch>
                            <a:fillRect l="-201124" t="-100000" r="-101124" b="-100490"/>
                          </a:stretch>
                        </a:blipFill>
                      </a:tcPr>
                    </a:tc>
                    <a:tc>
                      <a:txBody>
                        <a:bodyPr/>
                        <a:lstStyle/>
                        <a:p>
                          <a:endParaRPr lang="en-US"/>
                        </a:p>
                      </a:txBody>
                      <a:tcPr>
                        <a:blipFill>
                          <a:blip r:embed="rId2"/>
                          <a:stretch>
                            <a:fillRect l="-300000" t="-100000" r="-746" b="-100490"/>
                          </a:stretch>
                        </a:blipFill>
                      </a:tcPr>
                    </a:tc>
                    <a:extLst>
                      <a:ext uri="{0D108BD9-81ED-4DB2-BD59-A6C34878D82A}">
                        <a16:rowId xmlns:a16="http://schemas.microsoft.com/office/drawing/2014/main" val="862029127"/>
                      </a:ext>
                    </a:extLst>
                  </a:tr>
                  <a:tr h="1236814">
                    <a:tc>
                      <a:txBody>
                        <a:bodyPr/>
                        <a:lstStyle/>
                        <a:p>
                          <a:endParaRPr lang="en-US"/>
                        </a:p>
                      </a:txBody>
                      <a:tcPr>
                        <a:blipFill>
                          <a:blip r:embed="rId2"/>
                          <a:stretch>
                            <a:fillRect l="-373" t="-200985" r="-300373" b="-985"/>
                          </a:stretch>
                        </a:blipFill>
                      </a:tcPr>
                    </a:tc>
                    <a:tc>
                      <a:txBody>
                        <a:bodyPr/>
                        <a:lstStyle/>
                        <a:p>
                          <a:endParaRPr lang="en-US"/>
                        </a:p>
                      </a:txBody>
                      <a:tcPr>
                        <a:blipFill>
                          <a:blip r:embed="rId2"/>
                          <a:stretch>
                            <a:fillRect l="-100373" t="-200985" r="-200373" b="-985"/>
                          </a:stretch>
                        </a:blipFill>
                      </a:tcPr>
                    </a:tc>
                    <a:tc>
                      <a:txBody>
                        <a:bodyPr/>
                        <a:lstStyle/>
                        <a:p>
                          <a:endParaRPr lang="en-US"/>
                        </a:p>
                      </a:txBody>
                      <a:tcPr>
                        <a:blipFill>
                          <a:blip r:embed="rId2"/>
                          <a:stretch>
                            <a:fillRect l="-201124" t="-200985" r="-101124" b="-985"/>
                          </a:stretch>
                        </a:blipFill>
                      </a:tcPr>
                    </a:tc>
                    <a:tc>
                      <a:txBody>
                        <a:bodyPr/>
                        <a:lstStyle/>
                        <a:p>
                          <a:endParaRPr lang="en-US"/>
                        </a:p>
                      </a:txBody>
                      <a:tcPr>
                        <a:blipFill>
                          <a:blip r:embed="rId2"/>
                          <a:stretch>
                            <a:fillRect l="-300000" t="-200985" r="-746" b="-985"/>
                          </a:stretch>
                        </a:blipFill>
                      </a:tcPr>
                    </a:tc>
                    <a:extLst>
                      <a:ext uri="{0D108BD9-81ED-4DB2-BD59-A6C34878D82A}">
                        <a16:rowId xmlns:a16="http://schemas.microsoft.com/office/drawing/2014/main" val="2586837551"/>
                      </a:ext>
                    </a:extLst>
                  </a:tr>
                </a:tbl>
              </a:graphicData>
            </a:graphic>
          </p:graphicFrame>
        </mc:Fallback>
      </mc:AlternateContent>
      <p:sp>
        <p:nvSpPr>
          <p:cNvPr id="6" name="Rectangle 5">
            <a:extLst>
              <a:ext uri="{FF2B5EF4-FFF2-40B4-BE49-F238E27FC236}">
                <a16:creationId xmlns:a16="http://schemas.microsoft.com/office/drawing/2014/main" id="{22840650-EA97-F182-80F1-3A3C76DC7D81}"/>
              </a:ext>
            </a:extLst>
          </p:cNvPr>
          <p:cNvSpPr/>
          <p:nvPr/>
        </p:nvSpPr>
        <p:spPr>
          <a:xfrm>
            <a:off x="0" y="5712471"/>
            <a:ext cx="1676309" cy="27699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p:sp>
        <p:nvSpPr>
          <p:cNvPr id="7" name="TextBox 6">
            <a:extLst>
              <a:ext uri="{FF2B5EF4-FFF2-40B4-BE49-F238E27FC236}">
                <a16:creationId xmlns:a16="http://schemas.microsoft.com/office/drawing/2014/main" id="{DD53CB77-3701-02B2-37D2-14E12872BD61}"/>
              </a:ext>
            </a:extLst>
          </p:cNvPr>
          <p:cNvSpPr txBox="1"/>
          <p:nvPr/>
        </p:nvSpPr>
        <p:spPr>
          <a:xfrm>
            <a:off x="1703203" y="5712472"/>
            <a:ext cx="4210494" cy="276999"/>
          </a:xfrm>
          <a:prstGeom prst="rect">
            <a:avLst/>
          </a:prstGeom>
          <a:noFill/>
        </p:spPr>
        <p:txBody>
          <a:bodyPr wrap="square" rtlCol="0">
            <a:spAutoFit/>
          </a:bodyPr>
          <a:lstStyle/>
          <a:p>
            <a:r>
              <a:rPr lang="en-GB" sz="1200" b="1" noProof="0" dirty="0"/>
              <a:t>Question 4</a:t>
            </a:r>
            <a:r>
              <a:rPr lang="en-GB" sz="1200" noProof="0" dirty="0"/>
              <a:t>. Solve the inequalities below:</a:t>
            </a:r>
          </a:p>
        </p:txBody>
      </p:sp>
      <p:pic>
        <p:nvPicPr>
          <p:cNvPr id="8" name="Picture 2" descr="Number lines / Misunderstandings / Patterns / Topdrawer / Home - Topdrawer">
            <a:extLst>
              <a:ext uri="{FF2B5EF4-FFF2-40B4-BE49-F238E27FC236}">
                <a16:creationId xmlns:a16="http://schemas.microsoft.com/office/drawing/2014/main" id="{C4BD4B22-F01A-5747-5344-E5DD0128B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219" y="1884893"/>
            <a:ext cx="2823000" cy="41424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FC6F60CF-C743-DB61-9105-B71ECE614797}"/>
                  </a:ext>
                </a:extLst>
              </p:cNvPr>
              <p:cNvGraphicFramePr>
                <a:graphicFrameLocks noGrp="1"/>
              </p:cNvGraphicFramePr>
              <p:nvPr>
                <p:extLst>
                  <p:ext uri="{D42A27DB-BD31-4B8C-83A1-F6EECF244321}">
                    <p14:modId xmlns:p14="http://schemas.microsoft.com/office/powerpoint/2010/main" val="1063318436"/>
                  </p:ext>
                </p:extLst>
              </p:nvPr>
            </p:nvGraphicFramePr>
            <p:xfrm>
              <a:off x="93455" y="314652"/>
              <a:ext cx="6671090" cy="5335167"/>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205318">
                      <a:extLst>
                        <a:ext uri="{9D8B030D-6E8A-4147-A177-3AD203B41FA5}">
                          <a16:colId xmlns:a16="http://schemas.microsoft.com/office/drawing/2014/main" val="1034895713"/>
                        </a:ext>
                      </a:extLst>
                    </a:gridCol>
                    <a:gridCol w="3086151">
                      <a:extLst>
                        <a:ext uri="{9D8B030D-6E8A-4147-A177-3AD203B41FA5}">
                          <a16:colId xmlns:a16="http://schemas.microsoft.com/office/drawing/2014/main" val="1986191842"/>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b="0" noProof="0" dirty="0">
                              <a:solidFill>
                                <a:schemeClr val="tx1"/>
                              </a:solidFill>
                              <a:latin typeface="+mn-lt"/>
                            </a:rPr>
                            <a:t>Recall your steps required for solving equations.</a:t>
                          </a: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a:t>
                          </a:r>
                          <a:r>
                            <a:rPr lang="en-GB" sz="1200" b="0" noProof="0" dirty="0">
                              <a:solidFill>
                                <a:schemeClr val="tx1"/>
                              </a:solidFill>
                              <a:latin typeface="+mn-lt"/>
                            </a:rPr>
                            <a:t>Isolate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by performing the inverse operation to both sides of the inequality.</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The solution tells you exactly what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is greater or smaller than.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3</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−5≥22</m:t>
                                </m:r>
                              </m:oMath>
                            </m:oMathPara>
                          </a14:m>
                          <a:endParaRPr lang="en-GB" sz="1200" baseline="0" noProof="0" dirty="0">
                            <a:solidFill>
                              <a:schemeClr val="tx1"/>
                            </a:solidFill>
                          </a:endParaRPr>
                        </a:p>
                        <a:p>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3592709853"/>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f>
                                  <m:fPr>
                                    <m:ctrlPr>
                                      <a:rPr lang="en-GB" sz="1200" b="0" i="1" baseline="0" noProof="0" smtClean="0">
                                        <a:solidFill>
                                          <a:schemeClr val="tx1"/>
                                        </a:solidFill>
                                        <a:latin typeface="Cambria Math" panose="02040503050406030204" pitchFamily="18" charset="0"/>
                                      </a:rPr>
                                    </m:ctrlPr>
                                  </m:fPr>
                                  <m:num>
                                    <m:r>
                                      <a:rPr lang="en-GB" sz="1200" b="0" i="1" baseline="0" noProof="0" smtClean="0">
                                        <a:solidFill>
                                          <a:schemeClr val="tx1"/>
                                        </a:solidFill>
                                        <a:latin typeface="Cambria Math" panose="02040503050406030204" pitchFamily="18" charset="0"/>
                                      </a:rPr>
                                      <m:t>𝑥</m:t>
                                    </m:r>
                                  </m:num>
                                  <m:den>
                                    <m:r>
                                      <a:rPr lang="en-GB" sz="1200" b="0" i="1" baseline="0" noProof="0" smtClean="0">
                                        <a:solidFill>
                                          <a:schemeClr val="tx1"/>
                                        </a:solidFill>
                                        <a:latin typeface="Cambria Math" panose="02040503050406030204" pitchFamily="18" charset="0"/>
                                      </a:rPr>
                                      <m:t>3</m:t>
                                    </m:r>
                                  </m:den>
                                </m:f>
                                <m:r>
                                  <a:rPr lang="en-GB" sz="1200" b="0" i="1" baseline="0" noProof="0" smtClean="0">
                                    <a:solidFill>
                                      <a:schemeClr val="tx1"/>
                                    </a:solidFill>
                                    <a:latin typeface="Cambria Math" panose="02040503050406030204" pitchFamily="18" charset="0"/>
                                  </a:rPr>
                                  <m:t>+1&gt;13</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smallest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1802611207"/>
                      </a:ext>
                    </a:extLst>
                  </a:tr>
                  <a:tr h="139438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2</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+6 ≤16</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largest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Choice>
        <mc:Fallback xmlns="">
          <p:graphicFrame>
            <p:nvGraphicFramePr>
              <p:cNvPr id="9" name="Table 8">
                <a:extLst>
                  <a:ext uri="{FF2B5EF4-FFF2-40B4-BE49-F238E27FC236}">
                    <a16:creationId xmlns:a16="http://schemas.microsoft.com/office/drawing/2014/main" id="{FC6F60CF-C743-DB61-9105-B71ECE614797}"/>
                  </a:ext>
                </a:extLst>
              </p:cNvPr>
              <p:cNvGraphicFramePr>
                <a:graphicFrameLocks noGrp="1"/>
              </p:cNvGraphicFramePr>
              <p:nvPr>
                <p:extLst>
                  <p:ext uri="{D42A27DB-BD31-4B8C-83A1-F6EECF244321}">
                    <p14:modId xmlns:p14="http://schemas.microsoft.com/office/powerpoint/2010/main" val="1063318436"/>
                  </p:ext>
                </p:extLst>
              </p:nvPr>
            </p:nvGraphicFramePr>
            <p:xfrm>
              <a:off x="93455" y="314652"/>
              <a:ext cx="6671090" cy="5335167"/>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205318">
                      <a:extLst>
                        <a:ext uri="{9D8B030D-6E8A-4147-A177-3AD203B41FA5}">
                          <a16:colId xmlns:a16="http://schemas.microsoft.com/office/drawing/2014/main" val="1034895713"/>
                        </a:ext>
                      </a:extLst>
                    </a:gridCol>
                    <a:gridCol w="3086151">
                      <a:extLst>
                        <a:ext uri="{9D8B030D-6E8A-4147-A177-3AD203B41FA5}">
                          <a16:colId xmlns:a16="http://schemas.microsoft.com/office/drawing/2014/main" val="1986191842"/>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42" t="-5790" r="-385398" b="-241"/>
                          </a:stretch>
                        </a:blip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707" t="-41921" r="-140608" b="-241921"/>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3592709853"/>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707" t="-162445" r="-140608" b="-121397"/>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smallest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1802611207"/>
                      </a:ext>
                    </a:extLst>
                  </a:tr>
                  <a:tr h="139438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707" t="-282969" r="-140608" b="-873"/>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largest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Fallback>
      </mc:AlternateContent>
      <p:sp>
        <p:nvSpPr>
          <p:cNvPr id="11" name="Rectangle 10">
            <a:extLst>
              <a:ext uri="{FF2B5EF4-FFF2-40B4-BE49-F238E27FC236}">
                <a16:creationId xmlns:a16="http://schemas.microsoft.com/office/drawing/2014/main" id="{7E7A7D50-17D0-D706-917B-99D91F88DAE3}"/>
              </a:ext>
            </a:extLst>
          </p:cNvPr>
          <p:cNvSpPr/>
          <p:nvPr/>
        </p:nvSpPr>
        <p:spPr>
          <a:xfrm>
            <a:off x="0" y="0"/>
            <a:ext cx="6858000" cy="252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noProof="0" dirty="0">
                <a:solidFill>
                  <a:schemeClr val="bg1"/>
                </a:solidFill>
              </a:rPr>
              <a:t>Solving Single-Ended Linear Inequalities – Two Step</a:t>
            </a:r>
          </a:p>
        </p:txBody>
      </p:sp>
    </p:spTree>
    <p:extLst>
      <p:ext uri="{BB962C8B-B14F-4D97-AF65-F5344CB8AC3E}">
        <p14:creationId xmlns:p14="http://schemas.microsoft.com/office/powerpoint/2010/main" val="1578618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FA7ECC46-257D-45EC-AAC9-AFD6F4AD9BAD}"/>
                  </a:ext>
                </a:extLst>
              </p:cNvPr>
              <p:cNvGraphicFramePr>
                <a:graphicFrameLocks noGrp="1"/>
              </p:cNvGraphicFramePr>
              <p:nvPr>
                <p:extLst>
                  <p:ext uri="{D42A27DB-BD31-4B8C-83A1-F6EECF244321}">
                    <p14:modId xmlns:p14="http://schemas.microsoft.com/office/powerpoint/2010/main" val="2701195155"/>
                  </p:ext>
                </p:extLst>
              </p:nvPr>
            </p:nvGraphicFramePr>
            <p:xfrm>
              <a:off x="120649" y="357654"/>
              <a:ext cx="6616701" cy="4176000"/>
            </p:xfrm>
            <a:graphic>
              <a:graphicData uri="http://schemas.openxmlformats.org/drawingml/2006/table">
                <a:tbl>
                  <a:tblPr firstRow="1" bandRow="1">
                    <a:tableStyleId>{5940675A-B579-460E-94D1-54222C63F5DA}</a:tableStyleId>
                  </a:tblPr>
                  <a:tblGrid>
                    <a:gridCol w="2205567">
                      <a:extLst>
                        <a:ext uri="{9D8B030D-6E8A-4147-A177-3AD203B41FA5}">
                          <a16:colId xmlns:a16="http://schemas.microsoft.com/office/drawing/2014/main" val="2384007914"/>
                        </a:ext>
                      </a:extLst>
                    </a:gridCol>
                    <a:gridCol w="2205567">
                      <a:extLst>
                        <a:ext uri="{9D8B030D-6E8A-4147-A177-3AD203B41FA5}">
                          <a16:colId xmlns:a16="http://schemas.microsoft.com/office/drawing/2014/main" val="4237948093"/>
                        </a:ext>
                      </a:extLst>
                    </a:gridCol>
                    <a:gridCol w="2205567">
                      <a:extLst>
                        <a:ext uri="{9D8B030D-6E8A-4147-A177-3AD203B41FA5}">
                          <a16:colId xmlns:a16="http://schemas.microsoft.com/office/drawing/2014/main" val="162324655"/>
                        </a:ext>
                      </a:extLst>
                    </a:gridCol>
                  </a:tblGrid>
                  <a:tr h="1440000">
                    <a:tc>
                      <a:txBody>
                        <a:bodyPr/>
                        <a:lstStyle/>
                        <a:p>
                          <a:r>
                            <a:rPr lang="en-GB" noProof="0" dirty="0"/>
                            <a:t>a) </a:t>
                          </a:r>
                          <a14:m>
                            <m:oMath xmlns:m="http://schemas.openxmlformats.org/officeDocument/2006/math">
                              <m:r>
                                <a:rPr lang="en-GB" b="0" i="0" noProof="0" smtClean="0">
                                  <a:latin typeface="Cambria Math" panose="02040503050406030204" pitchFamily="18" charset="0"/>
                                </a:rPr>
                                <m:t>3</m:t>
                              </m:r>
                              <m:r>
                                <a:rPr lang="en-GB" b="0" i="1" noProof="0" smtClean="0">
                                  <a:latin typeface="Cambria Math" panose="02040503050406030204" pitchFamily="18" charset="0"/>
                                </a:rPr>
                                <m:t>𝑥</m:t>
                              </m:r>
                              <m:r>
                                <a:rPr lang="en-GB" b="0" i="1" noProof="0" smtClean="0">
                                  <a:latin typeface="Cambria Math" panose="02040503050406030204" pitchFamily="18" charset="0"/>
                                </a:rPr>
                                <m:t>+4≥34</m:t>
                              </m:r>
                            </m:oMath>
                          </a14:m>
                          <a:endParaRPr lang="en-GB" noProof="0" dirty="0"/>
                        </a:p>
                      </a:txBody>
                      <a:tcPr/>
                    </a:tc>
                    <a:tc>
                      <a:txBody>
                        <a:bodyPr/>
                        <a:lstStyle/>
                        <a:p>
                          <a:r>
                            <a:rPr lang="en-GB" noProof="0" dirty="0"/>
                            <a:t>b) </a:t>
                          </a:r>
                          <a14:m>
                            <m:oMath xmlns:m="http://schemas.openxmlformats.org/officeDocument/2006/math">
                              <m:r>
                                <a:rPr lang="en-GB" b="0" i="0" noProof="0" smtClean="0">
                                  <a:latin typeface="Cambria Math" panose="02040503050406030204" pitchFamily="18" charset="0"/>
                                </a:rPr>
                                <m:t>2</m:t>
                              </m:r>
                              <m:r>
                                <a:rPr lang="en-GB" b="0" i="1" noProof="0" smtClean="0">
                                  <a:latin typeface="Cambria Math" panose="02040503050406030204" pitchFamily="18" charset="0"/>
                                </a:rPr>
                                <m:t>𝑥</m:t>
                              </m:r>
                              <m:r>
                                <a:rPr lang="en-GB" b="0" i="1" noProof="0" smtClean="0">
                                  <a:latin typeface="Cambria Math" panose="02040503050406030204" pitchFamily="18" charset="0"/>
                                </a:rPr>
                                <m:t>+2&lt;12</m:t>
                              </m:r>
                            </m:oMath>
                          </a14:m>
                          <a:endParaRPr lang="en-GB" noProof="0" dirty="0"/>
                        </a:p>
                      </a:txBody>
                      <a:tcPr/>
                    </a:tc>
                    <a:tc>
                      <a:txBody>
                        <a:bodyPr/>
                        <a:lstStyle/>
                        <a:p>
                          <a:r>
                            <a:rPr lang="en-GB" noProof="0" dirty="0"/>
                            <a:t>c) </a:t>
                          </a:r>
                          <a14:m>
                            <m:oMath xmlns:m="http://schemas.openxmlformats.org/officeDocument/2006/math">
                              <m:r>
                                <a:rPr lang="en-GB" b="0" i="0" noProof="0" smtClean="0">
                                  <a:latin typeface="Cambria Math" panose="02040503050406030204" pitchFamily="18" charset="0"/>
                                </a:rPr>
                                <m:t>4</m:t>
                              </m:r>
                              <m:r>
                                <a:rPr lang="en-GB" b="0" i="1" noProof="0" smtClean="0">
                                  <a:latin typeface="Cambria Math" panose="02040503050406030204" pitchFamily="18" charset="0"/>
                                </a:rPr>
                                <m:t>𝑥</m:t>
                              </m:r>
                              <m:r>
                                <a:rPr lang="en-GB" b="0" i="1" noProof="0" smtClean="0">
                                  <a:latin typeface="Cambria Math" panose="02040503050406030204" pitchFamily="18" charset="0"/>
                                </a:rPr>
                                <m:t>+1 ≤33</m:t>
                              </m:r>
                            </m:oMath>
                          </a14:m>
                          <a:endParaRPr lang="en-GB" noProof="0" dirty="0"/>
                        </a:p>
                      </a:txBody>
                      <a:tcPr/>
                    </a:tc>
                    <a:extLst>
                      <a:ext uri="{0D108BD9-81ED-4DB2-BD59-A6C34878D82A}">
                        <a16:rowId xmlns:a16="http://schemas.microsoft.com/office/drawing/2014/main" val="1374350365"/>
                      </a:ext>
                    </a:extLst>
                  </a:tr>
                  <a:tr h="648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552888491"/>
                      </a:ext>
                    </a:extLst>
                  </a:tr>
                  <a:tr h="1440000">
                    <a:tc>
                      <a:txBody>
                        <a:bodyPr/>
                        <a:lstStyle/>
                        <a:p>
                          <a:r>
                            <a:rPr lang="en-GB" b="0" i="0" noProof="0" dirty="0">
                              <a:latin typeface="+mn-lt"/>
                            </a:rPr>
                            <a:t>d)</a:t>
                          </a:r>
                          <a:r>
                            <a:rPr lang="en-GB" b="0" i="0" baseline="0" noProof="0" dirty="0">
                              <a:latin typeface="+mn-lt"/>
                            </a:rPr>
                            <a:t> </a:t>
                          </a:r>
                          <a14:m>
                            <m:oMath xmlns:m="http://schemas.openxmlformats.org/officeDocument/2006/math">
                              <m:r>
                                <a:rPr lang="en-GB" b="0" i="0" noProof="0" smtClean="0">
                                  <a:latin typeface="Cambria Math" panose="02040503050406030204" pitchFamily="18" charset="0"/>
                                </a:rPr>
                                <m:t>5</m:t>
                              </m:r>
                              <m:r>
                                <a:rPr lang="en-GB" b="0" i="1" noProof="0" smtClean="0">
                                  <a:latin typeface="Cambria Math" panose="02040503050406030204" pitchFamily="18" charset="0"/>
                                </a:rPr>
                                <m:t>𝑥</m:t>
                              </m:r>
                              <m:r>
                                <a:rPr lang="en-GB" b="0" i="1" noProof="0" smtClean="0">
                                  <a:latin typeface="Cambria Math" panose="02040503050406030204" pitchFamily="18" charset="0"/>
                                </a:rPr>
                                <m:t>−4&gt;56</m:t>
                              </m:r>
                            </m:oMath>
                          </a14:m>
                          <a:endParaRPr lang="en-GB" noProof="0" dirty="0"/>
                        </a:p>
                      </a:txBody>
                      <a:tcPr/>
                    </a:tc>
                    <a:tc>
                      <a:txBody>
                        <a:bodyPr/>
                        <a:lstStyle/>
                        <a:p>
                          <a:r>
                            <a:rPr lang="en-GB" noProof="0" dirty="0"/>
                            <a:t>e) </a:t>
                          </a:r>
                          <a14:m>
                            <m:oMath xmlns:m="http://schemas.openxmlformats.org/officeDocument/2006/math">
                              <m:r>
                                <a:rPr lang="en-GB" b="0" i="0" noProof="0" smtClean="0">
                                  <a:latin typeface="Cambria Math" panose="02040503050406030204" pitchFamily="18" charset="0"/>
                                </a:rPr>
                                <m:t>3</m:t>
                              </m:r>
                              <m:r>
                                <a:rPr lang="en-GB" b="0" i="1" noProof="0" smtClean="0">
                                  <a:latin typeface="Cambria Math" panose="02040503050406030204" pitchFamily="18" charset="0"/>
                                </a:rPr>
                                <m:t>𝑥</m:t>
                              </m:r>
                              <m:r>
                                <a:rPr lang="en-GB" b="0" i="1" noProof="0" smtClean="0">
                                  <a:latin typeface="Cambria Math" panose="02040503050406030204" pitchFamily="18" charset="0"/>
                                </a:rPr>
                                <m:t>−6≥18</m:t>
                              </m:r>
                            </m:oMath>
                          </a14:m>
                          <a:endParaRPr lang="en-GB" noProof="0" dirty="0"/>
                        </a:p>
                      </a:txBody>
                      <a:tcPr/>
                    </a:tc>
                    <a:tc>
                      <a:txBody>
                        <a:bodyPr/>
                        <a:lstStyle/>
                        <a:p>
                          <a:r>
                            <a:rPr lang="en-GB" noProof="0" dirty="0"/>
                            <a:t>f) </a:t>
                          </a:r>
                          <a14:m>
                            <m:oMath xmlns:m="http://schemas.openxmlformats.org/officeDocument/2006/math">
                              <m:r>
                                <a:rPr lang="en-GB" b="0" i="0" noProof="0" smtClean="0">
                                  <a:latin typeface="Cambria Math" panose="02040503050406030204" pitchFamily="18" charset="0"/>
                                </a:rPr>
                                <m:t>5</m:t>
                              </m:r>
                              <m:r>
                                <a:rPr lang="en-GB" b="0" i="1" noProof="0" smtClean="0">
                                  <a:latin typeface="Cambria Math" panose="02040503050406030204" pitchFamily="18" charset="0"/>
                                </a:rPr>
                                <m:t>𝑥</m:t>
                              </m:r>
                              <m:r>
                                <a:rPr lang="en-GB" b="0" i="1" noProof="0" smtClean="0">
                                  <a:latin typeface="Cambria Math" panose="02040503050406030204" pitchFamily="18" charset="0"/>
                                </a:rPr>
                                <m:t>−11 ≤89</m:t>
                              </m:r>
                            </m:oMath>
                          </a14:m>
                          <a:endParaRPr lang="en-GB" noProof="0" dirty="0"/>
                        </a:p>
                      </a:txBody>
                      <a:tcPr/>
                    </a:tc>
                    <a:extLst>
                      <a:ext uri="{0D108BD9-81ED-4DB2-BD59-A6C34878D82A}">
                        <a16:rowId xmlns:a16="http://schemas.microsoft.com/office/drawing/2014/main" val="1501816564"/>
                      </a:ext>
                    </a:extLst>
                  </a:tr>
                  <a:tr h="648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4169668067"/>
                      </a:ext>
                    </a:extLst>
                  </a:tr>
                </a:tbl>
              </a:graphicData>
            </a:graphic>
          </p:graphicFrame>
        </mc:Choice>
        <mc:Fallback xmlns="">
          <p:graphicFrame>
            <p:nvGraphicFramePr>
              <p:cNvPr id="3" name="Table 2">
                <a:extLst>
                  <a:ext uri="{FF2B5EF4-FFF2-40B4-BE49-F238E27FC236}">
                    <a16:creationId xmlns:a16="http://schemas.microsoft.com/office/drawing/2014/main" id="{FA7ECC46-257D-45EC-AAC9-AFD6F4AD9BAD}"/>
                  </a:ext>
                </a:extLst>
              </p:cNvPr>
              <p:cNvGraphicFramePr>
                <a:graphicFrameLocks noGrp="1"/>
              </p:cNvGraphicFramePr>
              <p:nvPr>
                <p:extLst>
                  <p:ext uri="{D42A27DB-BD31-4B8C-83A1-F6EECF244321}">
                    <p14:modId xmlns:p14="http://schemas.microsoft.com/office/powerpoint/2010/main" val="2701195155"/>
                  </p:ext>
                </p:extLst>
              </p:nvPr>
            </p:nvGraphicFramePr>
            <p:xfrm>
              <a:off x="120649" y="357654"/>
              <a:ext cx="6616701" cy="4176000"/>
            </p:xfrm>
            <a:graphic>
              <a:graphicData uri="http://schemas.openxmlformats.org/drawingml/2006/table">
                <a:tbl>
                  <a:tblPr firstRow="1" bandRow="1">
                    <a:tableStyleId>{5940675A-B579-460E-94D1-54222C63F5DA}</a:tableStyleId>
                  </a:tblPr>
                  <a:tblGrid>
                    <a:gridCol w="2205567">
                      <a:extLst>
                        <a:ext uri="{9D8B030D-6E8A-4147-A177-3AD203B41FA5}">
                          <a16:colId xmlns:a16="http://schemas.microsoft.com/office/drawing/2014/main" val="2384007914"/>
                        </a:ext>
                      </a:extLst>
                    </a:gridCol>
                    <a:gridCol w="2205567">
                      <a:extLst>
                        <a:ext uri="{9D8B030D-6E8A-4147-A177-3AD203B41FA5}">
                          <a16:colId xmlns:a16="http://schemas.microsoft.com/office/drawing/2014/main" val="4237948093"/>
                        </a:ext>
                      </a:extLst>
                    </a:gridCol>
                    <a:gridCol w="2205567">
                      <a:extLst>
                        <a:ext uri="{9D8B030D-6E8A-4147-A177-3AD203B41FA5}">
                          <a16:colId xmlns:a16="http://schemas.microsoft.com/office/drawing/2014/main" val="162324655"/>
                        </a:ext>
                      </a:extLst>
                    </a:gridCol>
                  </a:tblGrid>
                  <a:tr h="1440000">
                    <a:tc>
                      <a:txBody>
                        <a:bodyPr/>
                        <a:lstStyle/>
                        <a:p>
                          <a:endParaRPr lang="en-US"/>
                        </a:p>
                      </a:txBody>
                      <a:tcPr>
                        <a:blipFill>
                          <a:blip r:embed="rId2"/>
                          <a:stretch>
                            <a:fillRect l="-276" t="-422" r="-200829" b="-190295"/>
                          </a:stretch>
                        </a:blipFill>
                      </a:tcPr>
                    </a:tc>
                    <a:tc>
                      <a:txBody>
                        <a:bodyPr/>
                        <a:lstStyle/>
                        <a:p>
                          <a:endParaRPr lang="en-US"/>
                        </a:p>
                      </a:txBody>
                      <a:tcPr>
                        <a:blipFill>
                          <a:blip r:embed="rId2"/>
                          <a:stretch>
                            <a:fillRect l="-100000" t="-422" r="-100275" b="-190295"/>
                          </a:stretch>
                        </a:blipFill>
                      </a:tcPr>
                    </a:tc>
                    <a:tc>
                      <a:txBody>
                        <a:bodyPr/>
                        <a:lstStyle/>
                        <a:p>
                          <a:endParaRPr lang="en-US"/>
                        </a:p>
                      </a:txBody>
                      <a:tcPr>
                        <a:blipFill>
                          <a:blip r:embed="rId2"/>
                          <a:stretch>
                            <a:fillRect l="-200552" t="-422" r="-552" b="-190295"/>
                          </a:stretch>
                        </a:blipFill>
                      </a:tcPr>
                    </a:tc>
                    <a:extLst>
                      <a:ext uri="{0D108BD9-81ED-4DB2-BD59-A6C34878D82A}">
                        <a16:rowId xmlns:a16="http://schemas.microsoft.com/office/drawing/2014/main" val="1374350365"/>
                      </a:ext>
                    </a:extLst>
                  </a:tr>
                  <a:tr h="648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552888491"/>
                      </a:ext>
                    </a:extLst>
                  </a:tr>
                  <a:tr h="1440000">
                    <a:tc>
                      <a:txBody>
                        <a:bodyPr/>
                        <a:lstStyle/>
                        <a:p>
                          <a:endParaRPr lang="en-US"/>
                        </a:p>
                      </a:txBody>
                      <a:tcPr>
                        <a:blipFill>
                          <a:blip r:embed="rId2"/>
                          <a:stretch>
                            <a:fillRect l="-276" t="-145148" r="-200829" b="-45570"/>
                          </a:stretch>
                        </a:blipFill>
                      </a:tcPr>
                    </a:tc>
                    <a:tc>
                      <a:txBody>
                        <a:bodyPr/>
                        <a:lstStyle/>
                        <a:p>
                          <a:endParaRPr lang="en-US"/>
                        </a:p>
                      </a:txBody>
                      <a:tcPr>
                        <a:blipFill>
                          <a:blip r:embed="rId2"/>
                          <a:stretch>
                            <a:fillRect l="-100000" t="-145148" r="-100275" b="-45570"/>
                          </a:stretch>
                        </a:blipFill>
                      </a:tcPr>
                    </a:tc>
                    <a:tc>
                      <a:txBody>
                        <a:bodyPr/>
                        <a:lstStyle/>
                        <a:p>
                          <a:endParaRPr lang="en-US"/>
                        </a:p>
                      </a:txBody>
                      <a:tcPr>
                        <a:blipFill>
                          <a:blip r:embed="rId2"/>
                          <a:stretch>
                            <a:fillRect l="-200552" t="-145148" r="-552" b="-45570"/>
                          </a:stretch>
                        </a:blipFill>
                      </a:tcPr>
                    </a:tc>
                    <a:extLst>
                      <a:ext uri="{0D108BD9-81ED-4DB2-BD59-A6C34878D82A}">
                        <a16:rowId xmlns:a16="http://schemas.microsoft.com/office/drawing/2014/main" val="1501816564"/>
                      </a:ext>
                    </a:extLst>
                  </a:tr>
                  <a:tr h="648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4169668067"/>
                      </a:ext>
                    </a:extLst>
                  </a:tr>
                </a:tbl>
              </a:graphicData>
            </a:graphic>
          </p:graphicFrame>
        </mc:Fallback>
      </mc:AlternateContent>
      <p:sp>
        <p:nvSpPr>
          <p:cNvPr id="4" name="Slide Number Placeholder 5">
            <a:extLst>
              <a:ext uri="{FF2B5EF4-FFF2-40B4-BE49-F238E27FC236}">
                <a16:creationId xmlns:a16="http://schemas.microsoft.com/office/drawing/2014/main" id="{4F78C4A7-04F5-CF93-151D-92A43D43C4B3}"/>
              </a:ext>
            </a:extLst>
          </p:cNvPr>
          <p:cNvSpPr>
            <a:spLocks noGrp="1"/>
          </p:cNvSpPr>
          <p:nvPr>
            <p:ph type="sldNum" sz="quarter" idx="12"/>
          </p:nvPr>
        </p:nvSpPr>
        <p:spPr>
          <a:xfrm>
            <a:off x="5274391" y="9500348"/>
            <a:ext cx="1543050" cy="527403"/>
          </a:xfrm>
        </p:spPr>
        <p:txBody>
          <a:bodyPr/>
          <a:lstStyle/>
          <a:p>
            <a:fld id="{19F1D9CC-7119-45EC-A96C-D8C0660F3AAB}" type="slidenum">
              <a:rPr lang="en-GB" noProof="0" smtClean="0">
                <a:solidFill>
                  <a:schemeClr val="tx1"/>
                </a:solidFill>
              </a:rPr>
              <a:t>15</a:t>
            </a:fld>
            <a:endParaRPr lang="en-GB" noProof="0" dirty="0">
              <a:solidFill>
                <a:schemeClr val="tx1"/>
              </a:solidFill>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A2A56114-04E8-FD38-5BCB-FF684B382E8A}"/>
                  </a:ext>
                </a:extLst>
              </p:cNvPr>
              <p:cNvGraphicFramePr>
                <a:graphicFrameLocks noGrp="1"/>
              </p:cNvGraphicFramePr>
              <p:nvPr>
                <p:extLst>
                  <p:ext uri="{D42A27DB-BD31-4B8C-83A1-F6EECF244321}">
                    <p14:modId xmlns:p14="http://schemas.microsoft.com/office/powerpoint/2010/main" val="1743504268"/>
                  </p:ext>
                </p:extLst>
              </p:nvPr>
            </p:nvGraphicFramePr>
            <p:xfrm>
              <a:off x="120649" y="4862900"/>
              <a:ext cx="6616701" cy="4824000"/>
            </p:xfrm>
            <a:graphic>
              <a:graphicData uri="http://schemas.openxmlformats.org/drawingml/2006/table">
                <a:tbl>
                  <a:tblPr firstRow="1" bandRow="1">
                    <a:tableStyleId>{5940675A-B579-460E-94D1-54222C63F5DA}</a:tableStyleId>
                  </a:tblPr>
                  <a:tblGrid>
                    <a:gridCol w="2205567">
                      <a:extLst>
                        <a:ext uri="{9D8B030D-6E8A-4147-A177-3AD203B41FA5}">
                          <a16:colId xmlns:a16="http://schemas.microsoft.com/office/drawing/2014/main" val="3271448838"/>
                        </a:ext>
                      </a:extLst>
                    </a:gridCol>
                    <a:gridCol w="2205567">
                      <a:extLst>
                        <a:ext uri="{9D8B030D-6E8A-4147-A177-3AD203B41FA5}">
                          <a16:colId xmlns:a16="http://schemas.microsoft.com/office/drawing/2014/main" val="225105559"/>
                        </a:ext>
                      </a:extLst>
                    </a:gridCol>
                    <a:gridCol w="2205567">
                      <a:extLst>
                        <a:ext uri="{9D8B030D-6E8A-4147-A177-3AD203B41FA5}">
                          <a16:colId xmlns:a16="http://schemas.microsoft.com/office/drawing/2014/main" val="1550012542"/>
                        </a:ext>
                      </a:extLst>
                    </a:gridCol>
                  </a:tblGrid>
                  <a:tr h="1512000">
                    <a:tc>
                      <a:txBody>
                        <a:bodyPr/>
                        <a:lstStyle/>
                        <a:p>
                          <a:r>
                            <a:rPr lang="en-GB" noProof="0" dirty="0"/>
                            <a:t>g)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3</m:t>
                                  </m:r>
                                </m:den>
                              </m:f>
                              <m:r>
                                <a:rPr lang="en-GB" b="0" i="1" noProof="0" smtClean="0">
                                  <a:latin typeface="Cambria Math" panose="02040503050406030204" pitchFamily="18" charset="0"/>
                                </a:rPr>
                                <m:t>+6&lt;11</m:t>
                              </m:r>
                            </m:oMath>
                          </a14:m>
                          <a:endParaRPr lang="en-GB" noProof="0" dirty="0"/>
                        </a:p>
                      </a:txBody>
                      <a:tcPr/>
                    </a:tc>
                    <a:tc>
                      <a:txBody>
                        <a:bodyPr/>
                        <a:lstStyle/>
                        <a:p>
                          <a:r>
                            <a:rPr lang="en-GB" noProof="0" dirty="0"/>
                            <a:t>h)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2</m:t>
                                  </m:r>
                                </m:den>
                              </m:f>
                              <m:r>
                                <a:rPr lang="en-GB" b="0" i="1" noProof="0" smtClean="0">
                                  <a:latin typeface="Cambria Math" panose="02040503050406030204" pitchFamily="18" charset="0"/>
                                </a:rPr>
                                <m:t>−3&lt;4</m:t>
                              </m:r>
                            </m:oMath>
                          </a14:m>
                          <a:endParaRPr lang="en-GB" noProof="0" dirty="0"/>
                        </a:p>
                      </a:txBody>
                      <a:tcPr/>
                    </a:tc>
                    <a:tc>
                      <a:txBody>
                        <a:bodyPr/>
                        <a:lstStyle/>
                        <a:p>
                          <a:r>
                            <a:rPr lang="en-GB" noProof="0" dirty="0" err="1"/>
                            <a:t>i</a:t>
                          </a:r>
                          <a:r>
                            <a:rPr lang="en-GB" noProof="0" dirty="0"/>
                            <a:t>)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2</m:t>
                                  </m:r>
                                </m:den>
                              </m:f>
                              <m:r>
                                <a:rPr lang="en-GB" b="0" i="1" noProof="0" smtClean="0">
                                  <a:latin typeface="Cambria Math" panose="02040503050406030204" pitchFamily="18" charset="0"/>
                                </a:rPr>
                                <m:t>−5≥2</m:t>
                              </m:r>
                            </m:oMath>
                          </a14:m>
                          <a:endParaRPr lang="en-GB" noProof="0" dirty="0"/>
                        </a:p>
                      </a:txBody>
                      <a:tcPr/>
                    </a:tc>
                    <a:extLst>
                      <a:ext uri="{0D108BD9-81ED-4DB2-BD59-A6C34878D82A}">
                        <a16:rowId xmlns:a16="http://schemas.microsoft.com/office/drawing/2014/main" val="2058084118"/>
                      </a:ext>
                    </a:extLst>
                  </a:tr>
                  <a:tr h="900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684954038"/>
                      </a:ext>
                    </a:extLst>
                  </a:tr>
                  <a:tr h="1512000">
                    <a:tc>
                      <a:txBody>
                        <a:bodyPr/>
                        <a:lstStyle/>
                        <a:p>
                          <a:r>
                            <a:rPr lang="en-GB" noProof="0" dirty="0"/>
                            <a:t>l) </a:t>
                          </a:r>
                          <a14:m>
                            <m:oMath xmlns:m="http://schemas.openxmlformats.org/officeDocument/2006/math">
                              <m:r>
                                <a:rPr lang="en-GB" b="0" i="1" noProof="0" smtClean="0">
                                  <a:latin typeface="Cambria Math" panose="02040503050406030204" pitchFamily="18" charset="0"/>
                                </a:rPr>
                                <m:t>6</m:t>
                              </m:r>
                              <m:r>
                                <a:rPr lang="en-GB" b="0" i="1" noProof="0" smtClean="0">
                                  <a:latin typeface="Cambria Math" panose="02040503050406030204" pitchFamily="18" charset="0"/>
                                </a:rPr>
                                <m:t>𝑥</m:t>
                              </m:r>
                              <m:r>
                                <a:rPr lang="en-GB" b="0" i="1" noProof="0" smtClean="0">
                                  <a:latin typeface="Cambria Math" panose="02040503050406030204" pitchFamily="18" charset="0"/>
                                </a:rPr>
                                <m:t>+1≥4</m:t>
                              </m:r>
                            </m:oMath>
                          </a14:m>
                          <a:endParaRPr lang="en-GB" noProof="0" dirty="0"/>
                        </a:p>
                      </a:txBody>
                      <a:tcPr/>
                    </a:tc>
                    <a:tc>
                      <a:txBody>
                        <a:bodyPr/>
                        <a:lstStyle/>
                        <a:p>
                          <a:r>
                            <a:rPr lang="en-GB" noProof="0" dirty="0"/>
                            <a:t>k) </a:t>
                          </a:r>
                          <a14:m>
                            <m:oMath xmlns:m="http://schemas.openxmlformats.org/officeDocument/2006/math">
                              <m:r>
                                <a:rPr lang="en-GB" b="0" i="1" noProof="0" smtClean="0">
                                  <a:latin typeface="Cambria Math" panose="02040503050406030204" pitchFamily="18" charset="0"/>
                                </a:rPr>
                                <m:t>2</m:t>
                              </m:r>
                              <m:r>
                                <a:rPr lang="en-GB" b="0" i="1" noProof="0" smtClean="0">
                                  <a:latin typeface="Cambria Math" panose="02040503050406030204" pitchFamily="18" charset="0"/>
                                </a:rPr>
                                <m:t>𝑥</m:t>
                              </m:r>
                              <m:r>
                                <a:rPr lang="en-GB" b="0" i="1" noProof="0" smtClean="0">
                                  <a:latin typeface="Cambria Math" panose="02040503050406030204" pitchFamily="18" charset="0"/>
                                </a:rPr>
                                <m:t>−10&gt;−7</m:t>
                              </m:r>
                            </m:oMath>
                          </a14:m>
                          <a:endParaRPr lang="en-GB" noProof="0" dirty="0"/>
                        </a:p>
                      </a:txBody>
                      <a:tcPr/>
                    </a:tc>
                    <a:tc>
                      <a:txBody>
                        <a:bodyPr/>
                        <a:lstStyle/>
                        <a:p>
                          <a:r>
                            <a:rPr lang="en-GB" noProof="0" dirty="0"/>
                            <a:t>l) </a:t>
                          </a:r>
                          <a14:m>
                            <m:oMath xmlns:m="http://schemas.openxmlformats.org/officeDocument/2006/math">
                              <m:r>
                                <a:rPr lang="en-GB" b="0" i="1" noProof="0" smtClean="0">
                                  <a:latin typeface="Cambria Math" panose="02040503050406030204" pitchFamily="18" charset="0"/>
                                </a:rPr>
                                <m:t>4</m:t>
                              </m:r>
                              <m:r>
                                <a:rPr lang="en-GB" b="0" i="1" noProof="0" smtClean="0">
                                  <a:latin typeface="Cambria Math" panose="02040503050406030204" pitchFamily="18" charset="0"/>
                                </a:rPr>
                                <m:t>𝑥</m:t>
                              </m:r>
                              <m:r>
                                <a:rPr lang="en-GB" b="0" i="1" noProof="0" smtClean="0">
                                  <a:latin typeface="Cambria Math" panose="02040503050406030204" pitchFamily="18" charset="0"/>
                                </a:rPr>
                                <m:t>−3≤57</m:t>
                              </m:r>
                            </m:oMath>
                          </a14:m>
                          <a:endParaRPr lang="en-GB" noProof="0" dirty="0"/>
                        </a:p>
                      </a:txBody>
                      <a:tcPr/>
                    </a:tc>
                    <a:extLst>
                      <a:ext uri="{0D108BD9-81ED-4DB2-BD59-A6C34878D82A}">
                        <a16:rowId xmlns:a16="http://schemas.microsoft.com/office/drawing/2014/main" val="3035983427"/>
                      </a:ext>
                    </a:extLst>
                  </a:tr>
                  <a:tr h="900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1288008237"/>
                      </a:ext>
                    </a:extLst>
                  </a:tr>
                </a:tbl>
              </a:graphicData>
            </a:graphic>
          </p:graphicFrame>
        </mc:Choice>
        <mc:Fallback xmlns="">
          <p:graphicFrame>
            <p:nvGraphicFramePr>
              <p:cNvPr id="5" name="Table 4">
                <a:extLst>
                  <a:ext uri="{FF2B5EF4-FFF2-40B4-BE49-F238E27FC236}">
                    <a16:creationId xmlns:a16="http://schemas.microsoft.com/office/drawing/2014/main" id="{A2A56114-04E8-FD38-5BCB-FF684B382E8A}"/>
                  </a:ext>
                </a:extLst>
              </p:cNvPr>
              <p:cNvGraphicFramePr>
                <a:graphicFrameLocks noGrp="1"/>
              </p:cNvGraphicFramePr>
              <p:nvPr>
                <p:extLst>
                  <p:ext uri="{D42A27DB-BD31-4B8C-83A1-F6EECF244321}">
                    <p14:modId xmlns:p14="http://schemas.microsoft.com/office/powerpoint/2010/main" val="1743504268"/>
                  </p:ext>
                </p:extLst>
              </p:nvPr>
            </p:nvGraphicFramePr>
            <p:xfrm>
              <a:off x="120649" y="4862900"/>
              <a:ext cx="6616701" cy="4824000"/>
            </p:xfrm>
            <a:graphic>
              <a:graphicData uri="http://schemas.openxmlformats.org/drawingml/2006/table">
                <a:tbl>
                  <a:tblPr firstRow="1" bandRow="1">
                    <a:tableStyleId>{5940675A-B579-460E-94D1-54222C63F5DA}</a:tableStyleId>
                  </a:tblPr>
                  <a:tblGrid>
                    <a:gridCol w="2205567">
                      <a:extLst>
                        <a:ext uri="{9D8B030D-6E8A-4147-A177-3AD203B41FA5}">
                          <a16:colId xmlns:a16="http://schemas.microsoft.com/office/drawing/2014/main" val="3271448838"/>
                        </a:ext>
                      </a:extLst>
                    </a:gridCol>
                    <a:gridCol w="2205567">
                      <a:extLst>
                        <a:ext uri="{9D8B030D-6E8A-4147-A177-3AD203B41FA5}">
                          <a16:colId xmlns:a16="http://schemas.microsoft.com/office/drawing/2014/main" val="225105559"/>
                        </a:ext>
                      </a:extLst>
                    </a:gridCol>
                    <a:gridCol w="2205567">
                      <a:extLst>
                        <a:ext uri="{9D8B030D-6E8A-4147-A177-3AD203B41FA5}">
                          <a16:colId xmlns:a16="http://schemas.microsoft.com/office/drawing/2014/main" val="1550012542"/>
                        </a:ext>
                      </a:extLst>
                    </a:gridCol>
                  </a:tblGrid>
                  <a:tr h="1512000">
                    <a:tc>
                      <a:txBody>
                        <a:bodyPr/>
                        <a:lstStyle/>
                        <a:p>
                          <a:endParaRPr lang="en-US"/>
                        </a:p>
                      </a:txBody>
                      <a:tcPr>
                        <a:blipFill>
                          <a:blip r:embed="rId3"/>
                          <a:stretch>
                            <a:fillRect l="-276" t="-402" r="-200829" b="-219277"/>
                          </a:stretch>
                        </a:blipFill>
                      </a:tcPr>
                    </a:tc>
                    <a:tc>
                      <a:txBody>
                        <a:bodyPr/>
                        <a:lstStyle/>
                        <a:p>
                          <a:endParaRPr lang="en-US"/>
                        </a:p>
                      </a:txBody>
                      <a:tcPr>
                        <a:blipFill>
                          <a:blip r:embed="rId3"/>
                          <a:stretch>
                            <a:fillRect l="-100000" t="-402" r="-100275" b="-219277"/>
                          </a:stretch>
                        </a:blipFill>
                      </a:tcPr>
                    </a:tc>
                    <a:tc>
                      <a:txBody>
                        <a:bodyPr/>
                        <a:lstStyle/>
                        <a:p>
                          <a:endParaRPr lang="en-US"/>
                        </a:p>
                      </a:txBody>
                      <a:tcPr>
                        <a:blipFill>
                          <a:blip r:embed="rId3"/>
                          <a:stretch>
                            <a:fillRect l="-200552" t="-402" r="-552" b="-219277"/>
                          </a:stretch>
                        </a:blipFill>
                      </a:tcPr>
                    </a:tc>
                    <a:extLst>
                      <a:ext uri="{0D108BD9-81ED-4DB2-BD59-A6C34878D82A}">
                        <a16:rowId xmlns:a16="http://schemas.microsoft.com/office/drawing/2014/main" val="2058084118"/>
                      </a:ext>
                    </a:extLst>
                  </a:tr>
                  <a:tr h="900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684954038"/>
                      </a:ext>
                    </a:extLst>
                  </a:tr>
                  <a:tr h="1512000">
                    <a:tc>
                      <a:txBody>
                        <a:bodyPr/>
                        <a:lstStyle/>
                        <a:p>
                          <a:endParaRPr lang="en-US"/>
                        </a:p>
                      </a:txBody>
                      <a:tcPr>
                        <a:blipFill>
                          <a:blip r:embed="rId3"/>
                          <a:stretch>
                            <a:fillRect l="-276" t="-160484" r="-200829" b="-60484"/>
                          </a:stretch>
                        </a:blipFill>
                      </a:tcPr>
                    </a:tc>
                    <a:tc>
                      <a:txBody>
                        <a:bodyPr/>
                        <a:lstStyle/>
                        <a:p>
                          <a:endParaRPr lang="en-US"/>
                        </a:p>
                      </a:txBody>
                      <a:tcPr>
                        <a:blipFill>
                          <a:blip r:embed="rId3"/>
                          <a:stretch>
                            <a:fillRect l="-100000" t="-160484" r="-100275" b="-60484"/>
                          </a:stretch>
                        </a:blipFill>
                      </a:tcPr>
                    </a:tc>
                    <a:tc>
                      <a:txBody>
                        <a:bodyPr/>
                        <a:lstStyle/>
                        <a:p>
                          <a:endParaRPr lang="en-US"/>
                        </a:p>
                      </a:txBody>
                      <a:tcPr>
                        <a:blipFill>
                          <a:blip r:embed="rId3"/>
                          <a:stretch>
                            <a:fillRect l="-200552" t="-160484" r="-552" b="-60484"/>
                          </a:stretch>
                        </a:blipFill>
                      </a:tcPr>
                    </a:tc>
                    <a:extLst>
                      <a:ext uri="{0D108BD9-81ED-4DB2-BD59-A6C34878D82A}">
                        <a16:rowId xmlns:a16="http://schemas.microsoft.com/office/drawing/2014/main" val="3035983427"/>
                      </a:ext>
                    </a:extLst>
                  </a:tr>
                  <a:tr h="900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1288008237"/>
                      </a:ext>
                    </a:extLst>
                  </a:tr>
                </a:tbl>
              </a:graphicData>
            </a:graphic>
          </p:graphicFrame>
        </mc:Fallback>
      </mc:AlternateContent>
      <p:sp>
        <p:nvSpPr>
          <p:cNvPr id="9" name="TextBox 8">
            <a:extLst>
              <a:ext uri="{FF2B5EF4-FFF2-40B4-BE49-F238E27FC236}">
                <a16:creationId xmlns:a16="http://schemas.microsoft.com/office/drawing/2014/main" id="{F0BE44F4-33B3-C855-E793-EB3CBDD30AB5}"/>
              </a:ext>
            </a:extLst>
          </p:cNvPr>
          <p:cNvSpPr txBox="1"/>
          <p:nvPr/>
        </p:nvSpPr>
        <p:spPr>
          <a:xfrm>
            <a:off x="40558" y="4585901"/>
            <a:ext cx="6674994" cy="276999"/>
          </a:xfrm>
          <a:prstGeom prst="rect">
            <a:avLst/>
          </a:prstGeom>
          <a:noFill/>
        </p:spPr>
        <p:txBody>
          <a:bodyPr wrap="square">
            <a:spAutoFit/>
          </a:bodyPr>
          <a:lstStyle/>
          <a:p>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Question 6.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Solve the inequalities, then </a:t>
            </a:r>
            <a:r>
              <a:rPr lang="en-GB" sz="1200" b="1" noProof="0" dirty="0"/>
              <a:t>represent the solutions on the number lines below</a:t>
            </a:r>
            <a:r>
              <a:rPr lang="en-GB" sz="1200" noProof="0" dirty="0"/>
              <a:t>:</a:t>
            </a:r>
            <a:endParaRPr lang="en-GB" noProof="0" dirty="0"/>
          </a:p>
        </p:txBody>
      </p:sp>
      <p:pic>
        <p:nvPicPr>
          <p:cNvPr id="10" name="Picture 4" descr="Whole numbers between 3 and 15 | Homework.Study.com">
            <a:extLst>
              <a:ext uri="{FF2B5EF4-FFF2-40B4-BE49-F238E27FC236}">
                <a16:creationId xmlns:a16="http://schemas.microsoft.com/office/drawing/2014/main" id="{26C9452B-DA88-4D2F-91E6-D218391C7E8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190335" y="6899881"/>
            <a:ext cx="2088000" cy="30993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Whole numbers between 3 and 15 | Homework.Study.com">
            <a:extLst>
              <a:ext uri="{FF2B5EF4-FFF2-40B4-BE49-F238E27FC236}">
                <a16:creationId xmlns:a16="http://schemas.microsoft.com/office/drawing/2014/main" id="{8258514D-F7CE-D45D-0C99-EA205D8563B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2384999" y="6899881"/>
            <a:ext cx="2088000" cy="30993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Whole numbers between 3 and 15 | Homework.Study.com">
            <a:extLst>
              <a:ext uri="{FF2B5EF4-FFF2-40B4-BE49-F238E27FC236}">
                <a16:creationId xmlns:a16="http://schemas.microsoft.com/office/drawing/2014/main" id="{83C769A8-D148-884A-181D-40DB5FAD0EC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4579665" y="6899881"/>
            <a:ext cx="2088000" cy="30993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Whole numbers between 3 and 15 | Homework.Study.com">
            <a:extLst>
              <a:ext uri="{FF2B5EF4-FFF2-40B4-BE49-F238E27FC236}">
                <a16:creationId xmlns:a16="http://schemas.microsoft.com/office/drawing/2014/main" id="{CF835DE0-7215-C07F-32FC-05BA521A51F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8" t="24117" r="7153" b="20000"/>
          <a:stretch/>
        </p:blipFill>
        <p:spPr bwMode="auto">
          <a:xfrm>
            <a:off x="4627552" y="9238408"/>
            <a:ext cx="2088000" cy="309937"/>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id="{E68424A9-094C-2731-EB11-0046402D4F8C}"/>
              </a:ext>
            </a:extLst>
          </p:cNvPr>
          <p:cNvGrpSpPr/>
          <p:nvPr/>
        </p:nvGrpSpPr>
        <p:grpSpPr>
          <a:xfrm>
            <a:off x="117172" y="9122518"/>
            <a:ext cx="2384245" cy="434582"/>
            <a:chOff x="117172" y="9122518"/>
            <a:chExt cx="2384245" cy="434582"/>
          </a:xfrm>
        </p:grpSpPr>
        <p:pic>
          <p:nvPicPr>
            <p:cNvPr id="17" name="Picture 16">
              <a:extLst>
                <a:ext uri="{FF2B5EF4-FFF2-40B4-BE49-F238E27FC236}">
                  <a16:creationId xmlns:a16="http://schemas.microsoft.com/office/drawing/2014/main" id="{DF6598A3-65E3-A49F-F1B0-14AC8BF172C6}"/>
                </a:ext>
              </a:extLst>
            </p:cNvPr>
            <p:cNvPicPr>
              <a:picLocks noChangeAspect="1"/>
            </p:cNvPicPr>
            <p:nvPr/>
          </p:nvPicPr>
          <p:blipFill>
            <a:blip r:embed="rId5"/>
            <a:srcRect r="8973" b="11586"/>
            <a:stretch/>
          </p:blipFill>
          <p:spPr>
            <a:xfrm>
              <a:off x="190336" y="9122518"/>
              <a:ext cx="2088000" cy="309937"/>
            </a:xfrm>
            <a:prstGeom prst="rect">
              <a:avLst/>
            </a:prstGeom>
          </p:spPr>
        </p:pic>
        <p:sp>
          <p:nvSpPr>
            <p:cNvPr id="18" name="TextBox 17">
              <a:extLst>
                <a:ext uri="{FF2B5EF4-FFF2-40B4-BE49-F238E27FC236}">
                  <a16:creationId xmlns:a16="http://schemas.microsoft.com/office/drawing/2014/main" id="{86715051-1CA5-9A9D-2A44-354E27626C34}"/>
                </a:ext>
              </a:extLst>
            </p:cNvPr>
            <p:cNvSpPr txBox="1"/>
            <p:nvPr/>
          </p:nvSpPr>
          <p:spPr>
            <a:xfrm>
              <a:off x="117172" y="9266247"/>
              <a:ext cx="263214" cy="276999"/>
            </a:xfrm>
            <a:prstGeom prst="rect">
              <a:avLst/>
            </a:prstGeom>
            <a:noFill/>
          </p:spPr>
          <p:txBody>
            <a:bodyPr wrap="none" rtlCol="0">
              <a:spAutoFit/>
            </a:bodyPr>
            <a:lstStyle/>
            <a:p>
              <a:r>
                <a:rPr lang="en-GB" sz="1200" noProof="0" dirty="0"/>
                <a:t>0</a:t>
              </a:r>
            </a:p>
          </p:txBody>
        </p:sp>
        <p:sp>
          <p:nvSpPr>
            <p:cNvPr id="19" name="TextBox 18">
              <a:extLst>
                <a:ext uri="{FF2B5EF4-FFF2-40B4-BE49-F238E27FC236}">
                  <a16:creationId xmlns:a16="http://schemas.microsoft.com/office/drawing/2014/main" id="{F3B4F825-3435-2AA4-7BAB-E0AB97698728}"/>
                </a:ext>
              </a:extLst>
            </p:cNvPr>
            <p:cNvSpPr txBox="1"/>
            <p:nvPr/>
          </p:nvSpPr>
          <p:spPr>
            <a:xfrm>
              <a:off x="498173" y="9270402"/>
              <a:ext cx="263214" cy="276999"/>
            </a:xfrm>
            <a:prstGeom prst="rect">
              <a:avLst/>
            </a:prstGeom>
            <a:noFill/>
          </p:spPr>
          <p:txBody>
            <a:bodyPr wrap="none" rtlCol="0">
              <a:spAutoFit/>
            </a:bodyPr>
            <a:lstStyle/>
            <a:p>
              <a:r>
                <a:rPr lang="en-GB" sz="1200" noProof="0" dirty="0"/>
                <a:t>1</a:t>
              </a:r>
            </a:p>
          </p:txBody>
        </p:sp>
        <p:sp>
          <p:nvSpPr>
            <p:cNvPr id="20" name="TextBox 19">
              <a:extLst>
                <a:ext uri="{FF2B5EF4-FFF2-40B4-BE49-F238E27FC236}">
                  <a16:creationId xmlns:a16="http://schemas.microsoft.com/office/drawing/2014/main" id="{54F93488-3ACD-5F87-44C7-9D9817E361AB}"/>
                </a:ext>
              </a:extLst>
            </p:cNvPr>
            <p:cNvSpPr txBox="1"/>
            <p:nvPr/>
          </p:nvSpPr>
          <p:spPr>
            <a:xfrm>
              <a:off x="868988" y="9280101"/>
              <a:ext cx="488338" cy="276999"/>
            </a:xfrm>
            <a:prstGeom prst="rect">
              <a:avLst/>
            </a:prstGeom>
            <a:noFill/>
          </p:spPr>
          <p:txBody>
            <a:bodyPr wrap="square" rtlCol="0">
              <a:spAutoFit/>
            </a:bodyPr>
            <a:lstStyle/>
            <a:p>
              <a:r>
                <a:rPr lang="en-GB" sz="1200" noProof="0" dirty="0"/>
                <a:t>2</a:t>
              </a:r>
            </a:p>
          </p:txBody>
        </p:sp>
        <p:sp>
          <p:nvSpPr>
            <p:cNvPr id="21" name="TextBox 20">
              <a:extLst>
                <a:ext uri="{FF2B5EF4-FFF2-40B4-BE49-F238E27FC236}">
                  <a16:creationId xmlns:a16="http://schemas.microsoft.com/office/drawing/2014/main" id="{DF6B3BC1-0C2C-4509-DD60-9231028CD369}"/>
                </a:ext>
              </a:extLst>
            </p:cNvPr>
            <p:cNvSpPr txBox="1"/>
            <p:nvPr/>
          </p:nvSpPr>
          <p:spPr>
            <a:xfrm>
              <a:off x="1253265" y="9280101"/>
              <a:ext cx="488338" cy="276999"/>
            </a:xfrm>
            <a:prstGeom prst="rect">
              <a:avLst/>
            </a:prstGeom>
            <a:noFill/>
          </p:spPr>
          <p:txBody>
            <a:bodyPr wrap="square" rtlCol="0">
              <a:spAutoFit/>
            </a:bodyPr>
            <a:lstStyle/>
            <a:p>
              <a:r>
                <a:rPr lang="en-GB" sz="1200" noProof="0" dirty="0"/>
                <a:t>3</a:t>
              </a:r>
            </a:p>
          </p:txBody>
        </p:sp>
        <p:sp>
          <p:nvSpPr>
            <p:cNvPr id="22" name="TextBox 21">
              <a:extLst>
                <a:ext uri="{FF2B5EF4-FFF2-40B4-BE49-F238E27FC236}">
                  <a16:creationId xmlns:a16="http://schemas.microsoft.com/office/drawing/2014/main" id="{C4883E82-5D68-264A-C4E9-E9EB253DDC75}"/>
                </a:ext>
              </a:extLst>
            </p:cNvPr>
            <p:cNvSpPr txBox="1"/>
            <p:nvPr/>
          </p:nvSpPr>
          <p:spPr>
            <a:xfrm>
              <a:off x="1628802" y="9280101"/>
              <a:ext cx="488338" cy="276999"/>
            </a:xfrm>
            <a:prstGeom prst="rect">
              <a:avLst/>
            </a:prstGeom>
            <a:noFill/>
          </p:spPr>
          <p:txBody>
            <a:bodyPr wrap="square" rtlCol="0">
              <a:spAutoFit/>
            </a:bodyPr>
            <a:lstStyle/>
            <a:p>
              <a:r>
                <a:rPr lang="en-GB" sz="1200" noProof="0" dirty="0"/>
                <a:t>4</a:t>
              </a:r>
            </a:p>
          </p:txBody>
        </p:sp>
        <p:sp>
          <p:nvSpPr>
            <p:cNvPr id="23" name="TextBox 22">
              <a:extLst>
                <a:ext uri="{FF2B5EF4-FFF2-40B4-BE49-F238E27FC236}">
                  <a16:creationId xmlns:a16="http://schemas.microsoft.com/office/drawing/2014/main" id="{A0A4165B-92FE-AEC7-B7DE-5792EA5C5375}"/>
                </a:ext>
              </a:extLst>
            </p:cNvPr>
            <p:cNvSpPr txBox="1"/>
            <p:nvPr/>
          </p:nvSpPr>
          <p:spPr>
            <a:xfrm>
              <a:off x="2013079" y="9280101"/>
              <a:ext cx="488338" cy="276999"/>
            </a:xfrm>
            <a:prstGeom prst="rect">
              <a:avLst/>
            </a:prstGeom>
            <a:noFill/>
          </p:spPr>
          <p:txBody>
            <a:bodyPr wrap="square" rtlCol="0">
              <a:spAutoFit/>
            </a:bodyPr>
            <a:lstStyle/>
            <a:p>
              <a:r>
                <a:rPr lang="en-GB" sz="1200" noProof="0" dirty="0"/>
                <a:t>5</a:t>
              </a:r>
            </a:p>
          </p:txBody>
        </p:sp>
      </p:grpSp>
      <p:grpSp>
        <p:nvGrpSpPr>
          <p:cNvPr id="25" name="Group 24">
            <a:extLst>
              <a:ext uri="{FF2B5EF4-FFF2-40B4-BE49-F238E27FC236}">
                <a16:creationId xmlns:a16="http://schemas.microsoft.com/office/drawing/2014/main" id="{1F6D2C3A-6A02-0A7A-C1F4-9B80E1E209D0}"/>
              </a:ext>
            </a:extLst>
          </p:cNvPr>
          <p:cNvGrpSpPr/>
          <p:nvPr/>
        </p:nvGrpSpPr>
        <p:grpSpPr>
          <a:xfrm>
            <a:off x="2348023" y="9122518"/>
            <a:ext cx="2384245" cy="434582"/>
            <a:chOff x="117172" y="9122518"/>
            <a:chExt cx="2384245" cy="434582"/>
          </a:xfrm>
        </p:grpSpPr>
        <p:pic>
          <p:nvPicPr>
            <p:cNvPr id="26" name="Picture 25">
              <a:extLst>
                <a:ext uri="{FF2B5EF4-FFF2-40B4-BE49-F238E27FC236}">
                  <a16:creationId xmlns:a16="http://schemas.microsoft.com/office/drawing/2014/main" id="{36C954C8-8A1E-E056-A9E3-32FFF787DF1A}"/>
                </a:ext>
              </a:extLst>
            </p:cNvPr>
            <p:cNvPicPr>
              <a:picLocks noChangeAspect="1"/>
            </p:cNvPicPr>
            <p:nvPr/>
          </p:nvPicPr>
          <p:blipFill>
            <a:blip r:embed="rId5"/>
            <a:srcRect r="8973" b="11586"/>
            <a:stretch/>
          </p:blipFill>
          <p:spPr>
            <a:xfrm>
              <a:off x="190336" y="9122518"/>
              <a:ext cx="2088000" cy="309937"/>
            </a:xfrm>
            <a:prstGeom prst="rect">
              <a:avLst/>
            </a:prstGeom>
          </p:spPr>
        </p:pic>
        <p:sp>
          <p:nvSpPr>
            <p:cNvPr id="27" name="TextBox 26">
              <a:extLst>
                <a:ext uri="{FF2B5EF4-FFF2-40B4-BE49-F238E27FC236}">
                  <a16:creationId xmlns:a16="http://schemas.microsoft.com/office/drawing/2014/main" id="{F02ABC02-F39F-C24F-FCCD-671C51211451}"/>
                </a:ext>
              </a:extLst>
            </p:cNvPr>
            <p:cNvSpPr txBox="1"/>
            <p:nvPr/>
          </p:nvSpPr>
          <p:spPr>
            <a:xfrm>
              <a:off x="117172" y="9266247"/>
              <a:ext cx="263214" cy="276999"/>
            </a:xfrm>
            <a:prstGeom prst="rect">
              <a:avLst/>
            </a:prstGeom>
            <a:noFill/>
          </p:spPr>
          <p:txBody>
            <a:bodyPr wrap="none" rtlCol="0">
              <a:spAutoFit/>
            </a:bodyPr>
            <a:lstStyle/>
            <a:p>
              <a:r>
                <a:rPr lang="en-GB" sz="1200" noProof="0" dirty="0"/>
                <a:t>0</a:t>
              </a:r>
            </a:p>
          </p:txBody>
        </p:sp>
        <p:sp>
          <p:nvSpPr>
            <p:cNvPr id="28" name="TextBox 27">
              <a:extLst>
                <a:ext uri="{FF2B5EF4-FFF2-40B4-BE49-F238E27FC236}">
                  <a16:creationId xmlns:a16="http://schemas.microsoft.com/office/drawing/2014/main" id="{6B7C2A50-4B34-1777-5961-44A81A406939}"/>
                </a:ext>
              </a:extLst>
            </p:cNvPr>
            <p:cNvSpPr txBox="1"/>
            <p:nvPr/>
          </p:nvSpPr>
          <p:spPr>
            <a:xfrm>
              <a:off x="498173" y="9270402"/>
              <a:ext cx="263214" cy="276999"/>
            </a:xfrm>
            <a:prstGeom prst="rect">
              <a:avLst/>
            </a:prstGeom>
            <a:noFill/>
          </p:spPr>
          <p:txBody>
            <a:bodyPr wrap="none" rtlCol="0">
              <a:spAutoFit/>
            </a:bodyPr>
            <a:lstStyle/>
            <a:p>
              <a:r>
                <a:rPr lang="en-GB" sz="1200" noProof="0" dirty="0"/>
                <a:t>1</a:t>
              </a:r>
            </a:p>
          </p:txBody>
        </p:sp>
        <p:sp>
          <p:nvSpPr>
            <p:cNvPr id="29" name="TextBox 28">
              <a:extLst>
                <a:ext uri="{FF2B5EF4-FFF2-40B4-BE49-F238E27FC236}">
                  <a16:creationId xmlns:a16="http://schemas.microsoft.com/office/drawing/2014/main" id="{2701B8B0-0159-E6E7-0D5A-E94116894B40}"/>
                </a:ext>
              </a:extLst>
            </p:cNvPr>
            <p:cNvSpPr txBox="1"/>
            <p:nvPr/>
          </p:nvSpPr>
          <p:spPr>
            <a:xfrm>
              <a:off x="868988" y="9280101"/>
              <a:ext cx="488338" cy="276999"/>
            </a:xfrm>
            <a:prstGeom prst="rect">
              <a:avLst/>
            </a:prstGeom>
            <a:noFill/>
          </p:spPr>
          <p:txBody>
            <a:bodyPr wrap="square" rtlCol="0">
              <a:spAutoFit/>
            </a:bodyPr>
            <a:lstStyle/>
            <a:p>
              <a:r>
                <a:rPr lang="en-GB" sz="1200" noProof="0" dirty="0"/>
                <a:t>2</a:t>
              </a:r>
            </a:p>
          </p:txBody>
        </p:sp>
        <p:sp>
          <p:nvSpPr>
            <p:cNvPr id="30" name="TextBox 29">
              <a:extLst>
                <a:ext uri="{FF2B5EF4-FFF2-40B4-BE49-F238E27FC236}">
                  <a16:creationId xmlns:a16="http://schemas.microsoft.com/office/drawing/2014/main" id="{9853053F-5FBB-F22F-E1B4-6D931EFB6ED4}"/>
                </a:ext>
              </a:extLst>
            </p:cNvPr>
            <p:cNvSpPr txBox="1"/>
            <p:nvPr/>
          </p:nvSpPr>
          <p:spPr>
            <a:xfrm>
              <a:off x="1253265" y="9280101"/>
              <a:ext cx="488338" cy="276999"/>
            </a:xfrm>
            <a:prstGeom prst="rect">
              <a:avLst/>
            </a:prstGeom>
            <a:noFill/>
          </p:spPr>
          <p:txBody>
            <a:bodyPr wrap="square" rtlCol="0">
              <a:spAutoFit/>
            </a:bodyPr>
            <a:lstStyle/>
            <a:p>
              <a:r>
                <a:rPr lang="en-GB" sz="1200" noProof="0" dirty="0"/>
                <a:t>3</a:t>
              </a:r>
            </a:p>
          </p:txBody>
        </p:sp>
        <p:sp>
          <p:nvSpPr>
            <p:cNvPr id="31" name="TextBox 30">
              <a:extLst>
                <a:ext uri="{FF2B5EF4-FFF2-40B4-BE49-F238E27FC236}">
                  <a16:creationId xmlns:a16="http://schemas.microsoft.com/office/drawing/2014/main" id="{951EF00F-CDA7-E580-577F-19F7D18D9C85}"/>
                </a:ext>
              </a:extLst>
            </p:cNvPr>
            <p:cNvSpPr txBox="1"/>
            <p:nvPr/>
          </p:nvSpPr>
          <p:spPr>
            <a:xfrm>
              <a:off x="1628802" y="9280101"/>
              <a:ext cx="488338" cy="276999"/>
            </a:xfrm>
            <a:prstGeom prst="rect">
              <a:avLst/>
            </a:prstGeom>
            <a:noFill/>
          </p:spPr>
          <p:txBody>
            <a:bodyPr wrap="square" rtlCol="0">
              <a:spAutoFit/>
            </a:bodyPr>
            <a:lstStyle/>
            <a:p>
              <a:r>
                <a:rPr lang="en-GB" sz="1200" noProof="0" dirty="0"/>
                <a:t>4</a:t>
              </a:r>
            </a:p>
          </p:txBody>
        </p:sp>
        <p:sp>
          <p:nvSpPr>
            <p:cNvPr id="32" name="TextBox 31">
              <a:extLst>
                <a:ext uri="{FF2B5EF4-FFF2-40B4-BE49-F238E27FC236}">
                  <a16:creationId xmlns:a16="http://schemas.microsoft.com/office/drawing/2014/main" id="{933614D5-8C12-0C2D-BF2E-6DA4BA7A6592}"/>
                </a:ext>
              </a:extLst>
            </p:cNvPr>
            <p:cNvSpPr txBox="1"/>
            <p:nvPr/>
          </p:nvSpPr>
          <p:spPr>
            <a:xfrm>
              <a:off x="2013079" y="9280101"/>
              <a:ext cx="488338" cy="276999"/>
            </a:xfrm>
            <a:prstGeom prst="rect">
              <a:avLst/>
            </a:prstGeom>
            <a:noFill/>
          </p:spPr>
          <p:txBody>
            <a:bodyPr wrap="square" rtlCol="0">
              <a:spAutoFit/>
            </a:bodyPr>
            <a:lstStyle/>
            <a:p>
              <a:r>
                <a:rPr lang="en-GB" sz="1200" noProof="0" dirty="0"/>
                <a:t>5</a:t>
              </a:r>
            </a:p>
          </p:txBody>
        </p:sp>
      </p:grpSp>
      <p:sp>
        <p:nvSpPr>
          <p:cNvPr id="43" name="TextBox 42">
            <a:extLst>
              <a:ext uri="{FF2B5EF4-FFF2-40B4-BE49-F238E27FC236}">
                <a16:creationId xmlns:a16="http://schemas.microsoft.com/office/drawing/2014/main" id="{AD28B133-43B2-CD9E-3463-6F60657CB3C2}"/>
              </a:ext>
            </a:extLst>
          </p:cNvPr>
          <p:cNvSpPr txBox="1"/>
          <p:nvPr/>
        </p:nvSpPr>
        <p:spPr>
          <a:xfrm>
            <a:off x="-35643" y="80688"/>
            <a:ext cx="7046043" cy="276999"/>
          </a:xfrm>
          <a:prstGeom prst="rect">
            <a:avLst/>
          </a:prstGeom>
          <a:noFill/>
        </p:spPr>
        <p:txBody>
          <a:bodyPr wrap="square" rtlCol="0">
            <a:spAutoFit/>
          </a:bodyPr>
          <a:lstStyle/>
          <a:p>
            <a:r>
              <a:rPr lang="en-GB" sz="1200" b="1" noProof="0" dirty="0"/>
              <a:t>Question 5. </a:t>
            </a:r>
            <a:r>
              <a:rPr lang="en-GB" sz="1200" noProof="0" dirty="0"/>
              <a:t>Solve the inequalities, then list the first five smallest or largest integers that satisfy them:</a:t>
            </a:r>
          </a:p>
        </p:txBody>
      </p:sp>
    </p:spTree>
    <p:extLst>
      <p:ext uri="{BB962C8B-B14F-4D97-AF65-F5344CB8AC3E}">
        <p14:creationId xmlns:p14="http://schemas.microsoft.com/office/powerpoint/2010/main" val="2271499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E3A3E393-169C-3A58-82F0-80338A4BF010}"/>
              </a:ext>
            </a:extLst>
          </p:cNvPr>
          <p:cNvGrpSpPr/>
          <p:nvPr/>
        </p:nvGrpSpPr>
        <p:grpSpPr>
          <a:xfrm>
            <a:off x="0" y="0"/>
            <a:ext cx="6812276" cy="5859395"/>
            <a:chOff x="0" y="0"/>
            <a:chExt cx="6812276" cy="7792983"/>
          </a:xfrm>
        </p:grpSpPr>
        <p:grpSp>
          <p:nvGrpSpPr>
            <p:cNvPr id="8" name="Group 7">
              <a:extLst>
                <a:ext uri="{FF2B5EF4-FFF2-40B4-BE49-F238E27FC236}">
                  <a16:creationId xmlns:a16="http://schemas.microsoft.com/office/drawing/2014/main" id="{E457D711-51D5-8028-8909-A948BB61D3B3}"/>
                </a:ext>
              </a:extLst>
            </p:cNvPr>
            <p:cNvGrpSpPr/>
            <p:nvPr/>
          </p:nvGrpSpPr>
          <p:grpSpPr>
            <a:xfrm>
              <a:off x="0" y="0"/>
              <a:ext cx="6779619" cy="6353298"/>
              <a:chOff x="0" y="0"/>
              <a:chExt cx="6779619" cy="6353298"/>
            </a:xfrm>
          </p:grpSpPr>
          <p:pic>
            <p:nvPicPr>
              <p:cNvPr id="12" name="Picture 11">
                <a:extLst>
                  <a:ext uri="{FF2B5EF4-FFF2-40B4-BE49-F238E27FC236}">
                    <a16:creationId xmlns:a16="http://schemas.microsoft.com/office/drawing/2014/main" id="{8483A35F-3E8E-FA0F-6B55-43D2C04AD963}"/>
                  </a:ext>
                </a:extLst>
              </p:cNvPr>
              <p:cNvPicPr>
                <a:picLocks noChangeAspect="1"/>
              </p:cNvPicPr>
              <p:nvPr/>
            </p:nvPicPr>
            <p:blipFill rotWithShape="1">
              <a:blip r:embed="rId2"/>
              <a:srcRect l="3025" t="4979" r="4130" b="3452"/>
              <a:stretch/>
            </p:blipFill>
            <p:spPr>
              <a:xfrm>
                <a:off x="0" y="0"/>
                <a:ext cx="4984291" cy="6353298"/>
              </a:xfrm>
              <a:prstGeom prst="rect">
                <a:avLst/>
              </a:prstGeom>
            </p:spPr>
          </p:pic>
          <p:pic>
            <p:nvPicPr>
              <p:cNvPr id="15" name="Picture 14">
                <a:extLst>
                  <a:ext uri="{FF2B5EF4-FFF2-40B4-BE49-F238E27FC236}">
                    <a16:creationId xmlns:a16="http://schemas.microsoft.com/office/drawing/2014/main" id="{D2385650-092B-EA8A-0D2D-D9FDE274F248}"/>
                  </a:ext>
                </a:extLst>
              </p:cNvPr>
              <p:cNvPicPr>
                <a:picLocks noChangeAspect="1"/>
              </p:cNvPicPr>
              <p:nvPr/>
            </p:nvPicPr>
            <p:blipFill rotWithShape="1">
              <a:blip r:embed="rId2"/>
              <a:srcRect l="7910" t="5294" r="58113" b="5410"/>
              <a:stretch/>
            </p:blipFill>
            <p:spPr>
              <a:xfrm>
                <a:off x="4955623" y="21772"/>
                <a:ext cx="1823996" cy="6195686"/>
              </a:xfrm>
              <a:prstGeom prst="rect">
                <a:avLst/>
              </a:prstGeom>
            </p:spPr>
          </p:pic>
        </p:grpSp>
        <p:sp>
          <p:nvSpPr>
            <p:cNvPr id="16" name="Rectangle 15">
              <a:extLst>
                <a:ext uri="{FF2B5EF4-FFF2-40B4-BE49-F238E27FC236}">
                  <a16:creationId xmlns:a16="http://schemas.microsoft.com/office/drawing/2014/main" id="{5515B5F1-E517-8952-B021-39BD8C78B92F}"/>
                </a:ext>
              </a:extLst>
            </p:cNvPr>
            <p:cNvSpPr/>
            <p:nvPr/>
          </p:nvSpPr>
          <p:spPr>
            <a:xfrm>
              <a:off x="0" y="1"/>
              <a:ext cx="6812276" cy="77929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2" name="Slide Number Placeholder 1">
            <a:extLst>
              <a:ext uri="{FF2B5EF4-FFF2-40B4-BE49-F238E27FC236}">
                <a16:creationId xmlns:a16="http://schemas.microsoft.com/office/drawing/2014/main" id="{DFECAB43-1676-EA73-0001-1576FB87D49D}"/>
              </a:ext>
            </a:extLst>
          </p:cNvPr>
          <p:cNvSpPr>
            <a:spLocks noGrp="1"/>
          </p:cNvSpPr>
          <p:nvPr>
            <p:ph type="sldNum" sz="quarter" idx="12"/>
          </p:nvPr>
        </p:nvSpPr>
        <p:spPr>
          <a:xfrm>
            <a:off x="5158586" y="9425205"/>
            <a:ext cx="1543050" cy="527403"/>
          </a:xfrm>
        </p:spPr>
        <p:txBody>
          <a:bodyPr/>
          <a:lstStyle/>
          <a:p>
            <a:fld id="{086C3A38-D272-42AA-9C88-F1FBEAE20D2C}" type="slidenum">
              <a:rPr lang="en-GB" noProof="0" smtClean="0"/>
              <a:t>16</a:t>
            </a:fld>
            <a:endParaRPr lang="en-GB" noProof="0" dirty="0"/>
          </a:p>
        </p:txBody>
      </p:sp>
      <p:pic>
        <p:nvPicPr>
          <p:cNvPr id="34" name="Picture 33">
            <a:extLst>
              <a:ext uri="{FF2B5EF4-FFF2-40B4-BE49-F238E27FC236}">
                <a16:creationId xmlns:a16="http://schemas.microsoft.com/office/drawing/2014/main" id="{30A60CD1-32B0-47DA-A070-C72BD662E972}"/>
              </a:ext>
            </a:extLst>
          </p:cNvPr>
          <p:cNvPicPr>
            <a:picLocks noChangeAspect="1"/>
          </p:cNvPicPr>
          <p:nvPr/>
        </p:nvPicPr>
        <p:blipFill>
          <a:blip r:embed="rId3"/>
          <a:srcRect l="56825" t="69389" r="9524"/>
          <a:stretch/>
        </p:blipFill>
        <p:spPr>
          <a:xfrm>
            <a:off x="4156038" y="2919910"/>
            <a:ext cx="2307771" cy="1123747"/>
          </a:xfrm>
          <a:prstGeom prst="rect">
            <a:avLst/>
          </a:prstGeom>
        </p:spPr>
      </p:pic>
      <p:graphicFrame>
        <p:nvGraphicFramePr>
          <p:cNvPr id="3" name="Table 2">
            <a:extLst>
              <a:ext uri="{FF2B5EF4-FFF2-40B4-BE49-F238E27FC236}">
                <a16:creationId xmlns:a16="http://schemas.microsoft.com/office/drawing/2014/main" id="{137F03E3-4292-3157-7537-F6646F67D9C1}"/>
              </a:ext>
            </a:extLst>
          </p:cNvPr>
          <p:cNvGraphicFramePr>
            <a:graphicFrameLocks noGrp="1"/>
          </p:cNvGraphicFramePr>
          <p:nvPr>
            <p:extLst>
              <p:ext uri="{D42A27DB-BD31-4B8C-83A1-F6EECF244321}">
                <p14:modId xmlns:p14="http://schemas.microsoft.com/office/powerpoint/2010/main" val="2710232381"/>
              </p:ext>
            </p:extLst>
          </p:nvPr>
        </p:nvGraphicFramePr>
        <p:xfrm>
          <a:off x="192958" y="160720"/>
          <a:ext cx="6349354" cy="2694629"/>
        </p:xfrm>
        <a:graphic>
          <a:graphicData uri="http://schemas.openxmlformats.org/drawingml/2006/table">
            <a:tbl>
              <a:tblPr firstRow="1" bandRow="1">
                <a:tableStyleId>{5C22544A-7EE6-4342-B048-85BDC9FD1C3A}</a:tableStyleId>
              </a:tblPr>
              <a:tblGrid>
                <a:gridCol w="6349354">
                  <a:extLst>
                    <a:ext uri="{9D8B030D-6E8A-4147-A177-3AD203B41FA5}">
                      <a16:colId xmlns:a16="http://schemas.microsoft.com/office/drawing/2014/main" val="3107707989"/>
                    </a:ext>
                  </a:extLst>
                </a:gridCol>
              </a:tblGrid>
              <a:tr h="2694629">
                <a:tc>
                  <a:txBody>
                    <a:bodyPr/>
                    <a:lstStyle/>
                    <a:p>
                      <a:r>
                        <a:rPr lang="en-GB" sz="1200" b="1" noProof="0" dirty="0">
                          <a:solidFill>
                            <a:schemeClr val="tx1"/>
                          </a:solidFill>
                        </a:rPr>
                        <a:t>Question 7. </a:t>
                      </a:r>
                      <a:r>
                        <a:rPr lang="en-GB" sz="1200" b="0" noProof="0" dirty="0">
                          <a:solidFill>
                            <a:schemeClr val="tx1"/>
                          </a:solidFill>
                        </a:rPr>
                        <a:t> </a:t>
                      </a:r>
                    </a:p>
                    <a:p>
                      <a:r>
                        <a:rPr lang="en-GB" sz="1200" b="0" noProof="0" dirty="0">
                          <a:solidFill>
                            <a:schemeClr val="tx1"/>
                          </a:solidFill>
                        </a:rPr>
                        <a:t>Lauren goes shopping and has £50 to spend.</a:t>
                      </a:r>
                    </a:p>
                    <a:p>
                      <a:r>
                        <a:rPr lang="en-GB" sz="1200" b="0" noProof="0" dirty="0">
                          <a:solidFill>
                            <a:schemeClr val="tx1"/>
                          </a:solidFill>
                        </a:rPr>
                        <a:t>She bought a T-shirt and 3 pairs of leggings.</a:t>
                      </a:r>
                    </a:p>
                    <a:p>
                      <a:r>
                        <a:rPr lang="en-GB" sz="1200" b="0" noProof="0" dirty="0">
                          <a:solidFill>
                            <a:schemeClr val="tx1"/>
                          </a:solidFill>
                        </a:rPr>
                        <a:t>The T-shirt cost £23.</a:t>
                      </a:r>
                    </a:p>
                    <a:p>
                      <a:r>
                        <a:rPr lang="en-GB" sz="1200" b="0" noProof="0" dirty="0">
                          <a:solidFill>
                            <a:schemeClr val="tx1"/>
                          </a:solidFill>
                        </a:rPr>
                        <a:t>Each pair of leggings cost £x.</a:t>
                      </a:r>
                    </a:p>
                    <a:p>
                      <a:endParaRPr lang="en-GB" sz="1200" b="0" noProof="0" dirty="0">
                        <a:solidFill>
                          <a:schemeClr val="tx1"/>
                        </a:solidFill>
                      </a:endParaRPr>
                    </a:p>
                    <a:p>
                      <a:pPr marL="228600" indent="-228600">
                        <a:buAutoNum type="alphaLcParenR"/>
                      </a:pPr>
                      <a:r>
                        <a:rPr lang="en-GB" sz="1200" b="0" noProof="0" dirty="0">
                          <a:solidFill>
                            <a:schemeClr val="tx1"/>
                          </a:solidFill>
                        </a:rPr>
                        <a:t>Form an inequality in terms of x.</a:t>
                      </a: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Font typeface="+mj-lt"/>
                        <a:buAutoNum type="alphaLcParenR" startAt="2"/>
                      </a:pPr>
                      <a:r>
                        <a:rPr lang="en-GB" sz="1200" b="0" noProof="0" dirty="0">
                          <a:solidFill>
                            <a:schemeClr val="tx1"/>
                          </a:solidFill>
                        </a:rPr>
                        <a:t>Solve the inequality to find the highest possible price of the leggings.</a:t>
                      </a:r>
                    </a:p>
                    <a:p>
                      <a:pPr marL="228600" indent="-228600">
                        <a:buAutoNum type="alphaLcParenR" startAt="2"/>
                      </a:pPr>
                      <a:endParaRPr lang="en-GB" sz="1200" b="0" noProof="0" dirty="0">
                        <a:solidFill>
                          <a:schemeClr val="tx1"/>
                        </a:solidFill>
                      </a:endParaRPr>
                    </a:p>
                    <a:p>
                      <a:pPr marL="228600" indent="-228600">
                        <a:buAutoNum type="alphaLcParenR" startAt="2"/>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4606422"/>
                  </a:ext>
                </a:extLst>
              </a:tr>
            </a:tbl>
          </a:graphicData>
        </a:graphic>
      </p:graphicFrame>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FF52783-3B92-94BA-7BB6-9DB16E549100}"/>
                  </a:ext>
                </a:extLst>
              </p:cNvPr>
              <p:cNvGraphicFramePr>
                <a:graphicFrameLocks noGrp="1"/>
              </p:cNvGraphicFramePr>
              <p:nvPr>
                <p:extLst>
                  <p:ext uri="{D42A27DB-BD31-4B8C-83A1-F6EECF244321}">
                    <p14:modId xmlns:p14="http://schemas.microsoft.com/office/powerpoint/2010/main" val="3552546389"/>
                  </p:ext>
                </p:extLst>
              </p:nvPr>
            </p:nvGraphicFramePr>
            <p:xfrm>
              <a:off x="192958" y="2841875"/>
              <a:ext cx="6349354" cy="3017520"/>
            </p:xfrm>
            <a:graphic>
              <a:graphicData uri="http://schemas.openxmlformats.org/drawingml/2006/table">
                <a:tbl>
                  <a:tblPr firstRow="1" bandRow="1">
                    <a:tableStyleId>{5C22544A-7EE6-4342-B048-85BDC9FD1C3A}</a:tableStyleId>
                  </a:tblPr>
                  <a:tblGrid>
                    <a:gridCol w="6349354">
                      <a:extLst>
                        <a:ext uri="{9D8B030D-6E8A-4147-A177-3AD203B41FA5}">
                          <a16:colId xmlns:a16="http://schemas.microsoft.com/office/drawing/2014/main" val="3107707989"/>
                        </a:ext>
                      </a:extLst>
                    </a:gridCol>
                  </a:tblGrid>
                  <a:tr h="370840">
                    <a:tc>
                      <a:txBody>
                        <a:bodyPr/>
                        <a:lstStyle/>
                        <a:p>
                          <a:r>
                            <a:rPr lang="en-GB" sz="1200" b="1" noProof="0" dirty="0">
                              <a:solidFill>
                                <a:schemeClr val="tx1"/>
                              </a:solidFill>
                            </a:rPr>
                            <a:t>Question 8. </a:t>
                          </a:r>
                          <a:r>
                            <a:rPr lang="en-GB" sz="1200" b="0" noProof="0" dirty="0">
                              <a:solidFill>
                                <a:schemeClr val="tx1"/>
                              </a:solidFill>
                            </a:rPr>
                            <a:t>Farmer Taylor is placing a fence around his field. </a:t>
                          </a:r>
                        </a:p>
                        <a:p>
                          <a:r>
                            <a:rPr lang="en-GB" sz="1200" b="0" noProof="0" dirty="0">
                              <a:solidFill>
                                <a:schemeClr val="tx1"/>
                              </a:solidFill>
                            </a:rPr>
                            <a:t>He has 300 metres of fencing, but this is not enough.</a:t>
                          </a:r>
                        </a:p>
                        <a:p>
                          <a:endParaRPr lang="en-GB" sz="1200" b="0" noProof="0" dirty="0">
                            <a:solidFill>
                              <a:schemeClr val="tx1"/>
                            </a:solidFill>
                          </a:endParaRPr>
                        </a:p>
                        <a:p>
                          <a:pPr marL="228600" indent="-228600">
                            <a:buAutoNum type="alphaLcParenR"/>
                          </a:pPr>
                          <a:r>
                            <a:rPr lang="en-GB" sz="1200" b="0" noProof="0" dirty="0">
                              <a:solidFill>
                                <a:schemeClr val="tx1"/>
                              </a:solidFill>
                            </a:rPr>
                            <a:t>Form an inequality in terms of </a:t>
                          </a:r>
                          <a14:m>
                            <m:oMath xmlns:m="http://schemas.openxmlformats.org/officeDocument/2006/math">
                              <m:r>
                                <a:rPr lang="en-GB" sz="1200" b="0" i="1" noProof="0" dirty="0" smtClean="0">
                                  <a:solidFill>
                                    <a:schemeClr val="tx1"/>
                                  </a:solidFill>
                                  <a:latin typeface="Cambria Math" panose="02040503050406030204" pitchFamily="18" charset="0"/>
                                </a:rPr>
                                <m:t>𝑥</m:t>
                              </m:r>
                            </m:oMath>
                          </a14:m>
                          <a:r>
                            <a:rPr lang="en-GB" sz="1200" b="0" noProof="0" dirty="0">
                              <a:solidFill>
                                <a:schemeClr val="tx1"/>
                              </a:solidFill>
                            </a:rPr>
                            <a:t>.</a:t>
                          </a: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r>
                            <a:rPr lang="en-GB" sz="1200" b="0" noProof="0" dirty="0">
                              <a:solidFill>
                                <a:schemeClr val="tx1"/>
                              </a:solidFill>
                            </a:rPr>
                            <a:t>Solve the inequality to find the possible width of the field,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a:t>
                          </a: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r>
                            <a:rPr lang="en-GB" sz="1200" b="0" noProof="0" dirty="0">
                              <a:solidFill>
                                <a:schemeClr val="tx1"/>
                              </a:solidFill>
                            </a:rPr>
                            <a:t>What is the smallest possible integer width &amp; length of the field?</a:t>
                          </a:r>
                        </a:p>
                        <a:p>
                          <a:pPr marL="0" indent="0">
                            <a:buNone/>
                          </a:pPr>
                          <a:endParaRPr lang="en-GB" sz="1200" b="0" noProof="0" dirty="0">
                            <a:solidFill>
                              <a:schemeClr val="tx1"/>
                            </a:solidFill>
                          </a:endParaRPr>
                        </a:p>
                        <a:p>
                          <a:pPr marL="228600" indent="-228600">
                            <a:buAutoNum type="alphaLcParen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4606422"/>
                      </a:ext>
                    </a:extLst>
                  </a:tr>
                </a:tbl>
              </a:graphicData>
            </a:graphic>
          </p:graphicFrame>
        </mc:Choice>
        <mc:Fallback xmlns="">
          <p:graphicFrame>
            <p:nvGraphicFramePr>
              <p:cNvPr id="6" name="Table 5">
                <a:extLst>
                  <a:ext uri="{FF2B5EF4-FFF2-40B4-BE49-F238E27FC236}">
                    <a16:creationId xmlns:a16="http://schemas.microsoft.com/office/drawing/2014/main" id="{EFF52783-3B92-94BA-7BB6-9DB16E549100}"/>
                  </a:ext>
                </a:extLst>
              </p:cNvPr>
              <p:cNvGraphicFramePr>
                <a:graphicFrameLocks noGrp="1"/>
              </p:cNvGraphicFramePr>
              <p:nvPr>
                <p:extLst>
                  <p:ext uri="{D42A27DB-BD31-4B8C-83A1-F6EECF244321}">
                    <p14:modId xmlns:p14="http://schemas.microsoft.com/office/powerpoint/2010/main" val="3552546389"/>
                  </p:ext>
                </p:extLst>
              </p:nvPr>
            </p:nvGraphicFramePr>
            <p:xfrm>
              <a:off x="192958" y="2841875"/>
              <a:ext cx="6349354" cy="3017520"/>
            </p:xfrm>
            <a:graphic>
              <a:graphicData uri="http://schemas.openxmlformats.org/drawingml/2006/table">
                <a:tbl>
                  <a:tblPr firstRow="1" bandRow="1">
                    <a:tableStyleId>{5C22544A-7EE6-4342-B048-85BDC9FD1C3A}</a:tableStyleId>
                  </a:tblPr>
                  <a:tblGrid>
                    <a:gridCol w="6349354">
                      <a:extLst>
                        <a:ext uri="{9D8B030D-6E8A-4147-A177-3AD203B41FA5}">
                          <a16:colId xmlns:a16="http://schemas.microsoft.com/office/drawing/2014/main" val="3107707989"/>
                        </a:ext>
                      </a:extLst>
                    </a:gridCol>
                  </a:tblGrid>
                  <a:tr h="301752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6" t="-202" r="-192" b="-403"/>
                          </a:stretch>
                        </a:blipFill>
                      </a:tcPr>
                    </a:tc>
                    <a:extLst>
                      <a:ext uri="{0D108BD9-81ED-4DB2-BD59-A6C34878D82A}">
                        <a16:rowId xmlns:a16="http://schemas.microsoft.com/office/drawing/2014/main" val="824606422"/>
                      </a:ext>
                    </a:extLst>
                  </a:tr>
                </a:tbl>
              </a:graphicData>
            </a:graphic>
          </p:graphicFrame>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D9C1241-7C0E-7246-2747-ABD20DB7715C}"/>
                  </a:ext>
                </a:extLst>
              </p:cNvPr>
              <p:cNvSpPr txBox="1"/>
              <p:nvPr/>
            </p:nvSpPr>
            <p:spPr>
              <a:xfrm>
                <a:off x="192958" y="6274292"/>
                <a:ext cx="6349354" cy="3336298"/>
              </a:xfrm>
              <a:prstGeom prst="rect">
                <a:avLst/>
              </a:prstGeom>
              <a:noFill/>
            </p:spPr>
            <p:txBody>
              <a:bodyPr wrap="square">
                <a:spAutoFit/>
              </a:bodyPr>
              <a:lstStyle/>
              <a:p>
                <a:pPr>
                  <a:lnSpc>
                    <a:spcPct val="115000"/>
                  </a:lnSpc>
                  <a:spcBef>
                    <a:spcPts val="600"/>
                  </a:spcBef>
                  <a:spcAft>
                    <a:spcPts val="600"/>
                  </a:spcAft>
                </a:pPr>
                <a:r>
                  <a:rPr lang="en-GB" sz="1200" kern="0" dirty="0">
                    <a:effectLst/>
                    <a:ea typeface="Times New Roman" panose="02020603050405020304" pitchFamily="18" charset="0"/>
                    <a:cs typeface="Times New Roman" panose="02020603050405020304" pitchFamily="18" charset="0"/>
                  </a:rPr>
                  <a:t>The diagram shows triangle </a:t>
                </a:r>
                <a:r>
                  <a:rPr lang="en-GB" sz="1200" i="1" kern="0" dirty="0">
                    <a:effectLst/>
                    <a:ea typeface="Times New Roman" panose="02020603050405020304" pitchFamily="18" charset="0"/>
                    <a:cs typeface="Times New Roman" panose="02020603050405020304" pitchFamily="18" charset="0"/>
                  </a:rPr>
                  <a:t>AOB</a:t>
                </a:r>
                <a:r>
                  <a:rPr lang="en-GB" sz="1200" kern="0" dirty="0">
                    <a:effectLst/>
                    <a:ea typeface="Times New Roman" panose="02020603050405020304" pitchFamily="18" charset="0"/>
                    <a:cs typeface="Times New Roman" panose="02020603050405020304" pitchFamily="18" charset="0"/>
                  </a:rPr>
                  <a:t>.</a:t>
                </a:r>
              </a:p>
              <a:p>
                <a:r>
                  <a:rPr lang="en-GB" sz="1200" dirty="0"/>
                  <a:t>Angle </a:t>
                </a:r>
                <a:r>
                  <a:rPr lang="en-GB" sz="1200" i="1" dirty="0"/>
                  <a:t>AOB</a:t>
                </a:r>
                <a:r>
                  <a:rPr lang="en-GB" sz="1200" dirty="0"/>
                  <a:t> is </a:t>
                </a:r>
                <a:r>
                  <a:rPr lang="en-GB" sz="1200" b="1" dirty="0"/>
                  <a:t>not</a:t>
                </a:r>
                <a:r>
                  <a:rPr lang="en-GB" sz="1200" dirty="0"/>
                  <a:t> an obtuse angle.</a:t>
                </a:r>
              </a:p>
              <a:p>
                <a:endParaRPr lang="en-GB" sz="1200" dirty="0"/>
              </a:p>
              <a:p>
                <a:r>
                  <a:rPr lang="en-GB" sz="1200" dirty="0"/>
                  <a:t>Find the greatest value of </a:t>
                </a:r>
                <a14:m>
                  <m:oMath xmlns:m="http://schemas.openxmlformats.org/officeDocument/2006/math">
                    <m:r>
                      <a:rPr lang="en-GB" sz="1200" i="1" dirty="0" smtClean="0">
                        <a:latin typeface="Cambria Math" panose="02040503050406030204" pitchFamily="18" charset="0"/>
                      </a:rPr>
                      <m:t>𝑥</m:t>
                    </m:r>
                  </m:oMath>
                </a14:m>
                <a:r>
                  <a:rPr lang="en-GB" sz="1200" dirty="0"/>
                  <a:t>. </a:t>
                </a:r>
                <a:br>
                  <a:rPr lang="en-GB" sz="1200" dirty="0"/>
                </a:br>
                <a:r>
                  <a:rPr lang="en-GB" sz="1200" dirty="0"/>
                  <a:t>You must show all your working.</a:t>
                </a: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pPr algn="r"/>
                <a:endParaRPr lang="en-GB" sz="1200" dirty="0"/>
              </a:p>
              <a:p>
                <a:pPr algn="r"/>
                <a:endParaRPr lang="en-GB" sz="1200" dirty="0"/>
              </a:p>
              <a:p>
                <a:pPr algn="r"/>
                <a:r>
                  <a:rPr lang="en-GB" sz="1200" dirty="0"/>
                  <a:t>........................................................... </a:t>
                </a:r>
              </a:p>
              <a:p>
                <a:pPr algn="r"/>
                <a:r>
                  <a:rPr lang="en-GB" sz="1200" b="1" dirty="0"/>
                  <a:t>(Total for question = 3 marks)</a:t>
                </a:r>
                <a:endParaRPr lang="en-GB" sz="1200" dirty="0"/>
              </a:p>
            </p:txBody>
          </p:sp>
        </mc:Choice>
        <mc:Fallback xmlns="">
          <p:sp>
            <p:nvSpPr>
              <p:cNvPr id="23" name="TextBox 22">
                <a:extLst>
                  <a:ext uri="{FF2B5EF4-FFF2-40B4-BE49-F238E27FC236}">
                    <a16:creationId xmlns:a16="http://schemas.microsoft.com/office/drawing/2014/main" id="{AD9C1241-7C0E-7246-2747-ABD20DB7715C}"/>
                  </a:ext>
                </a:extLst>
              </p:cNvPr>
              <p:cNvSpPr txBox="1">
                <a:spLocks noRot="1" noChangeAspect="1" noMove="1" noResize="1" noEditPoints="1" noAdjustHandles="1" noChangeArrowheads="1" noChangeShapeType="1" noTextEdit="1"/>
              </p:cNvSpPr>
              <p:nvPr/>
            </p:nvSpPr>
            <p:spPr>
              <a:xfrm>
                <a:off x="192958" y="6274292"/>
                <a:ext cx="6349354" cy="3336298"/>
              </a:xfrm>
              <a:prstGeom prst="rect">
                <a:avLst/>
              </a:prstGeom>
              <a:blipFill>
                <a:blip r:embed="rId5"/>
                <a:stretch>
                  <a:fillRect l="-96" r="-961" b="-365"/>
                </a:stretch>
              </a:blipFill>
            </p:spPr>
            <p:txBody>
              <a:bodyPr/>
              <a:lstStyle/>
              <a:p>
                <a:r>
                  <a:rPr lang="en-GB">
                    <a:noFill/>
                  </a:rPr>
                  <a:t> </a:t>
                </a:r>
              </a:p>
            </p:txBody>
          </p:sp>
        </mc:Fallback>
      </mc:AlternateContent>
      <p:pic>
        <p:nvPicPr>
          <p:cNvPr id="24" name="Picture 2">
            <a:extLst>
              <a:ext uri="{FF2B5EF4-FFF2-40B4-BE49-F238E27FC236}">
                <a16:creationId xmlns:a16="http://schemas.microsoft.com/office/drawing/2014/main" id="{FC3F7BC6-B502-60A8-47DF-3DFD6CBA3F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6138" y="6274292"/>
            <a:ext cx="2874496" cy="1738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3">
            <a:extLst>
              <a:ext uri="{FF2B5EF4-FFF2-40B4-BE49-F238E27FC236}">
                <a16:creationId xmlns:a16="http://schemas.microsoft.com/office/drawing/2014/main" id="{EBB3766D-2C7A-1AFF-68B1-83BA7132EC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77597" y="6087032"/>
            <a:ext cx="6667500" cy="291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5">
            <a:extLst>
              <a:ext uri="{FF2B5EF4-FFF2-40B4-BE49-F238E27FC236}">
                <a16:creationId xmlns:a16="http://schemas.microsoft.com/office/drawing/2014/main" id="{6FC0CEC0-D128-03A6-AA53-9D9ED58686BB}"/>
              </a:ext>
            </a:extLst>
          </p:cNvPr>
          <p:cNvSpPr/>
          <p:nvPr/>
        </p:nvSpPr>
        <p:spPr>
          <a:xfrm>
            <a:off x="0" y="6003745"/>
            <a:ext cx="1620000" cy="252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noProof="0" dirty="0"/>
              <a:t>Exam Question</a:t>
            </a:r>
          </a:p>
        </p:txBody>
      </p:sp>
    </p:spTree>
    <p:extLst>
      <p:ext uri="{BB962C8B-B14F-4D97-AF65-F5344CB8AC3E}">
        <p14:creationId xmlns:p14="http://schemas.microsoft.com/office/powerpoint/2010/main" val="178473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5CA9AE4-054F-273A-3A7B-9D70532DC890}"/>
              </a:ext>
            </a:extLst>
          </p:cNvPr>
          <p:cNvSpPr>
            <a:spLocks noGrp="1"/>
          </p:cNvSpPr>
          <p:nvPr>
            <p:ph type="sldNum" sz="quarter" idx="12"/>
          </p:nvPr>
        </p:nvSpPr>
        <p:spPr>
          <a:xfrm>
            <a:off x="5230688" y="9517205"/>
            <a:ext cx="1543050" cy="527403"/>
          </a:xfrm>
        </p:spPr>
        <p:txBody>
          <a:bodyPr/>
          <a:lstStyle/>
          <a:p>
            <a:fld id="{19F1D9CC-7119-45EC-A96C-D8C0660F3AAB}" type="slidenum">
              <a:rPr lang="en-GB" noProof="0" smtClean="0">
                <a:solidFill>
                  <a:schemeClr val="tx1"/>
                </a:solidFill>
              </a:rPr>
              <a:t>17</a:t>
            </a:fld>
            <a:endParaRPr lang="en-GB" noProof="0" dirty="0">
              <a:solidFill>
                <a:schemeClr val="tx1"/>
              </a:solidFill>
            </a:endParaRPr>
          </a:p>
        </p:txBody>
      </p:sp>
      <p:sp>
        <p:nvSpPr>
          <p:cNvPr id="4" name="Rectangle 3">
            <a:extLst>
              <a:ext uri="{FF2B5EF4-FFF2-40B4-BE49-F238E27FC236}">
                <a16:creationId xmlns:a16="http://schemas.microsoft.com/office/drawing/2014/main" id="{655007F0-4720-C492-07EF-F65AA44F3494}"/>
              </a:ext>
            </a:extLst>
          </p:cNvPr>
          <p:cNvSpPr/>
          <p:nvPr/>
        </p:nvSpPr>
        <p:spPr>
          <a:xfrm>
            <a:off x="0" y="38776"/>
            <a:ext cx="6858000" cy="25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noProof="0" dirty="0">
                <a:solidFill>
                  <a:schemeClr val="bg1"/>
                </a:solidFill>
              </a:rPr>
              <a:t>Solving Two-Step </a:t>
            </a:r>
            <a:r>
              <a:rPr lang="en-GB" sz="1400" dirty="0">
                <a:solidFill>
                  <a:schemeClr val="bg1"/>
                </a:solidFill>
              </a:rPr>
              <a:t>I</a:t>
            </a:r>
            <a:r>
              <a:rPr lang="en-GB" sz="1400" noProof="0" dirty="0" err="1">
                <a:solidFill>
                  <a:schemeClr val="bg1"/>
                </a:solidFill>
              </a:rPr>
              <a:t>nequalities</a:t>
            </a:r>
            <a:r>
              <a:rPr lang="en-GB" sz="1400" noProof="0" dirty="0">
                <a:solidFill>
                  <a:schemeClr val="bg1"/>
                </a:solidFill>
              </a:rPr>
              <a:t> with Negative Solutions</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0F8D016F-7530-A00E-912F-E17C9FC8D9C1}"/>
                  </a:ext>
                </a:extLst>
              </p:cNvPr>
              <p:cNvGraphicFramePr>
                <a:graphicFrameLocks noGrp="1"/>
              </p:cNvGraphicFramePr>
              <p:nvPr>
                <p:extLst>
                  <p:ext uri="{D42A27DB-BD31-4B8C-83A1-F6EECF244321}">
                    <p14:modId xmlns:p14="http://schemas.microsoft.com/office/powerpoint/2010/main" val="1063551024"/>
                  </p:ext>
                </p:extLst>
              </p:nvPr>
            </p:nvGraphicFramePr>
            <p:xfrm>
              <a:off x="84258" y="6221542"/>
              <a:ext cx="6689480" cy="3420000"/>
            </p:xfrm>
            <a:graphic>
              <a:graphicData uri="http://schemas.openxmlformats.org/drawingml/2006/table">
                <a:tbl>
                  <a:tblPr firstRow="1" bandRow="1">
                    <a:tableStyleId>{5940675A-B579-460E-94D1-54222C63F5DA}</a:tableStyleId>
                  </a:tblPr>
                  <a:tblGrid>
                    <a:gridCol w="1672370">
                      <a:extLst>
                        <a:ext uri="{9D8B030D-6E8A-4147-A177-3AD203B41FA5}">
                          <a16:colId xmlns:a16="http://schemas.microsoft.com/office/drawing/2014/main" val="2302255844"/>
                        </a:ext>
                      </a:extLst>
                    </a:gridCol>
                    <a:gridCol w="1672370">
                      <a:extLst>
                        <a:ext uri="{9D8B030D-6E8A-4147-A177-3AD203B41FA5}">
                          <a16:colId xmlns:a16="http://schemas.microsoft.com/office/drawing/2014/main" val="3322822873"/>
                        </a:ext>
                      </a:extLst>
                    </a:gridCol>
                    <a:gridCol w="1672370">
                      <a:extLst>
                        <a:ext uri="{9D8B030D-6E8A-4147-A177-3AD203B41FA5}">
                          <a16:colId xmlns:a16="http://schemas.microsoft.com/office/drawing/2014/main" val="312792007"/>
                        </a:ext>
                      </a:extLst>
                    </a:gridCol>
                    <a:gridCol w="1672370">
                      <a:extLst>
                        <a:ext uri="{9D8B030D-6E8A-4147-A177-3AD203B41FA5}">
                          <a16:colId xmlns:a16="http://schemas.microsoft.com/office/drawing/2014/main" val="2052006874"/>
                        </a:ext>
                      </a:extLst>
                    </a:gridCol>
                  </a:tblGrid>
                  <a:tr h="1710000">
                    <a:tc>
                      <a:txBody>
                        <a:bodyPr/>
                        <a:lstStyle/>
                        <a:p>
                          <a:r>
                            <a:rPr lang="en-GB" noProof="0" dirty="0"/>
                            <a:t>a)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5</m:t>
                                  </m:r>
                                </m:den>
                              </m:f>
                              <m:r>
                                <a:rPr lang="en-GB" b="0" i="1" noProof="0" smtClean="0">
                                  <a:latin typeface="Cambria Math" panose="02040503050406030204" pitchFamily="18" charset="0"/>
                                </a:rPr>
                                <m:t>+2&gt;1</m:t>
                              </m:r>
                            </m:oMath>
                          </a14:m>
                          <a:endParaRPr lang="en-GB" noProof="0" dirty="0"/>
                        </a:p>
                      </a:txBody>
                      <a:tcPr/>
                    </a:tc>
                    <a:tc>
                      <a:txBody>
                        <a:bodyPr/>
                        <a:lstStyle/>
                        <a:p>
                          <a:r>
                            <a:rPr lang="en-GB" noProof="0" dirty="0"/>
                            <a:t>b)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r>
                                    <a:rPr lang="en-GB" b="0" i="1" noProof="0" smtClean="0">
                                      <a:latin typeface="Cambria Math" panose="02040503050406030204" pitchFamily="18" charset="0"/>
                                    </a:rPr>
                                    <m:t>+5</m:t>
                                  </m:r>
                                </m:num>
                                <m:den>
                                  <m:r>
                                    <a:rPr lang="en-GB" b="0" i="1" noProof="0" smtClean="0">
                                      <a:latin typeface="Cambria Math" panose="02040503050406030204" pitchFamily="18" charset="0"/>
                                    </a:rPr>
                                    <m:t>4</m:t>
                                  </m:r>
                                </m:den>
                              </m:f>
                              <m:r>
                                <a:rPr lang="en-GB" b="0" i="1" noProof="0" smtClean="0">
                                  <a:latin typeface="Cambria Math" panose="02040503050406030204" pitchFamily="18" charset="0"/>
                                </a:rPr>
                                <m:t>≥3</m:t>
                              </m:r>
                            </m:oMath>
                          </a14:m>
                          <a:endParaRPr lang="en-GB" noProof="0" dirty="0"/>
                        </a:p>
                      </a:txBody>
                      <a:tcPr/>
                    </a:tc>
                    <a:tc>
                      <a:txBody>
                        <a:bodyPr/>
                        <a:lstStyle/>
                        <a:p>
                          <a:r>
                            <a:rPr lang="en-GB" noProof="0" dirty="0"/>
                            <a:t>c)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r>
                                    <a:rPr lang="en-GB" b="0" i="1" noProof="0" smtClean="0">
                                      <a:latin typeface="Cambria Math" panose="02040503050406030204" pitchFamily="18" charset="0"/>
                                    </a:rPr>
                                    <m:t>−2</m:t>
                                  </m:r>
                                </m:num>
                                <m:den>
                                  <m:r>
                                    <a:rPr lang="en-GB" b="0" i="1" noProof="0" smtClean="0">
                                      <a:latin typeface="Cambria Math" panose="02040503050406030204" pitchFamily="18" charset="0"/>
                                    </a:rPr>
                                    <m:t>7</m:t>
                                  </m:r>
                                </m:den>
                              </m:f>
                              <m:r>
                                <a:rPr lang="en-GB" b="0" i="1" noProof="0" smtClean="0">
                                  <a:latin typeface="Cambria Math" panose="02040503050406030204" pitchFamily="18" charset="0"/>
                                </a:rPr>
                                <m:t>≥−5</m:t>
                              </m:r>
                            </m:oMath>
                          </a14:m>
                          <a:endParaRPr lang="en-GB" noProof="0" dirty="0"/>
                        </a:p>
                      </a:txBody>
                      <a:tcPr/>
                    </a:tc>
                    <a:tc>
                      <a:txBody>
                        <a:bodyPr/>
                        <a:lstStyle/>
                        <a:p>
                          <a:r>
                            <a:rPr lang="en-GB" noProof="0" dirty="0"/>
                            <a:t>d)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8</m:t>
                                  </m:r>
                                </m:den>
                              </m:f>
                              <m:r>
                                <a:rPr lang="en-GB" b="0" i="1" noProof="0" smtClean="0">
                                  <a:latin typeface="Cambria Math" panose="02040503050406030204" pitchFamily="18" charset="0"/>
                                </a:rPr>
                                <m:t>−3&lt;−5</m:t>
                              </m:r>
                            </m:oMath>
                          </a14:m>
                          <a:endParaRPr lang="en-GB" noProof="0" dirty="0"/>
                        </a:p>
                      </a:txBody>
                      <a:tcPr/>
                    </a:tc>
                    <a:extLst>
                      <a:ext uri="{0D108BD9-81ED-4DB2-BD59-A6C34878D82A}">
                        <a16:rowId xmlns:a16="http://schemas.microsoft.com/office/drawing/2014/main" val="1893893378"/>
                      </a:ext>
                    </a:extLst>
                  </a:tr>
                  <a:tr h="1710000">
                    <a:tc>
                      <a:txBody>
                        <a:bodyPr/>
                        <a:lstStyle/>
                        <a:p>
                          <a:r>
                            <a:rPr lang="en-GB" noProof="0" dirty="0"/>
                            <a:t>e) ) </a:t>
                          </a:r>
                          <a14:m>
                            <m:oMath xmlns:m="http://schemas.openxmlformats.org/officeDocument/2006/math">
                              <m:r>
                                <a:rPr lang="en-GB" b="0" i="1" noProof="0" smtClean="0">
                                  <a:latin typeface="Cambria Math" panose="02040503050406030204" pitchFamily="18" charset="0"/>
                                </a:rPr>
                                <m:t>3</m:t>
                              </m:r>
                              <m:r>
                                <a:rPr lang="en-GB" b="0" i="1" noProof="0" smtClean="0">
                                  <a:latin typeface="Cambria Math" panose="02040503050406030204" pitchFamily="18" charset="0"/>
                                </a:rPr>
                                <m:t>𝑥</m:t>
                              </m:r>
                              <m:r>
                                <a:rPr lang="en-GB" b="0" i="1" noProof="0" smtClean="0">
                                  <a:latin typeface="Cambria Math" panose="02040503050406030204" pitchFamily="18" charset="0"/>
                                </a:rPr>
                                <m:t>+8≤2</m:t>
                              </m:r>
                            </m:oMath>
                          </a14:m>
                          <a:endParaRPr lang="en-GB" noProof="0" dirty="0"/>
                        </a:p>
                      </a:txBody>
                      <a:tcPr/>
                    </a:tc>
                    <a:tc>
                      <a:txBody>
                        <a:bodyPr/>
                        <a:lstStyle/>
                        <a:p>
                          <a:r>
                            <a:rPr lang="en-GB" noProof="0" dirty="0"/>
                            <a:t>f) </a:t>
                          </a:r>
                          <a14:m>
                            <m:oMath xmlns:m="http://schemas.openxmlformats.org/officeDocument/2006/math">
                              <m:r>
                                <a:rPr lang="en-GB" b="0" i="1" noProof="0" smtClean="0">
                                  <a:latin typeface="Cambria Math" panose="02040503050406030204" pitchFamily="18" charset="0"/>
                                </a:rPr>
                                <m:t>4</m:t>
                              </m:r>
                              <m:r>
                                <a:rPr lang="en-GB" b="0" i="1" noProof="0" smtClean="0">
                                  <a:latin typeface="Cambria Math" panose="02040503050406030204" pitchFamily="18" charset="0"/>
                                </a:rPr>
                                <m:t>𝑥</m:t>
                              </m:r>
                              <m:r>
                                <a:rPr lang="en-GB" b="0" i="1" noProof="0" smtClean="0">
                                  <a:latin typeface="Cambria Math" panose="02040503050406030204" pitchFamily="18" charset="0"/>
                                </a:rPr>
                                <m:t>+10&gt;6</m:t>
                              </m:r>
                            </m:oMath>
                          </a14:m>
                          <a:endParaRPr lang="en-GB" noProof="0" dirty="0"/>
                        </a:p>
                      </a:txBody>
                      <a:tcPr/>
                    </a:tc>
                    <a:tc>
                      <a:txBody>
                        <a:bodyPr/>
                        <a:lstStyle/>
                        <a:p>
                          <a:r>
                            <a:rPr lang="en-GB" noProof="0" dirty="0"/>
                            <a:t>g) </a:t>
                          </a:r>
                          <a14:m>
                            <m:oMath xmlns:m="http://schemas.openxmlformats.org/officeDocument/2006/math">
                              <m:r>
                                <a:rPr lang="en-GB" b="0" i="1" noProof="0" smtClean="0">
                                  <a:latin typeface="Cambria Math" panose="02040503050406030204" pitchFamily="18" charset="0"/>
                                </a:rPr>
                                <m:t>4</m:t>
                              </m:r>
                              <m:r>
                                <a:rPr lang="en-GB" b="0" i="1" noProof="0" smtClean="0">
                                  <a:latin typeface="Cambria Math" panose="02040503050406030204" pitchFamily="18" charset="0"/>
                                </a:rPr>
                                <m:t>𝑥</m:t>
                              </m:r>
                              <m:r>
                                <a:rPr lang="en-GB" b="0" i="1" noProof="0" smtClean="0">
                                  <a:latin typeface="Cambria Math" panose="02040503050406030204" pitchFamily="18" charset="0"/>
                                </a:rPr>
                                <m:t>+6&lt;−10</m:t>
                              </m:r>
                            </m:oMath>
                          </a14:m>
                          <a:endParaRPr lang="en-GB" noProof="0" dirty="0"/>
                        </a:p>
                      </a:txBody>
                      <a:tcPr/>
                    </a:tc>
                    <a:tc>
                      <a:txBody>
                        <a:bodyPr/>
                        <a:lstStyle/>
                        <a:p>
                          <a:r>
                            <a:rPr lang="en-GB" noProof="0" dirty="0"/>
                            <a:t>h) </a:t>
                          </a:r>
                          <a14:m>
                            <m:oMath xmlns:m="http://schemas.openxmlformats.org/officeDocument/2006/math">
                              <m:r>
                                <a:rPr lang="en-GB" b="0" i="1" noProof="0" smtClean="0">
                                  <a:latin typeface="Cambria Math" panose="02040503050406030204" pitchFamily="18" charset="0"/>
                                </a:rPr>
                                <m:t>5</m:t>
                              </m:r>
                              <m:r>
                                <a:rPr lang="en-GB" b="0" i="1" noProof="0" smtClean="0">
                                  <a:latin typeface="Cambria Math" panose="02040503050406030204" pitchFamily="18" charset="0"/>
                                </a:rPr>
                                <m:t>𝑥</m:t>
                              </m:r>
                              <m:r>
                                <a:rPr lang="en-GB" b="0" i="1" noProof="0" smtClean="0">
                                  <a:latin typeface="Cambria Math" panose="02040503050406030204" pitchFamily="18" charset="0"/>
                                </a:rPr>
                                <m:t>−3&gt;−13</m:t>
                              </m:r>
                            </m:oMath>
                          </a14:m>
                          <a:endParaRPr lang="en-GB" noProof="0" dirty="0"/>
                        </a:p>
                      </a:txBody>
                      <a:tcPr/>
                    </a:tc>
                    <a:extLst>
                      <a:ext uri="{0D108BD9-81ED-4DB2-BD59-A6C34878D82A}">
                        <a16:rowId xmlns:a16="http://schemas.microsoft.com/office/drawing/2014/main" val="862029127"/>
                      </a:ext>
                    </a:extLst>
                  </a:tr>
                </a:tbl>
              </a:graphicData>
            </a:graphic>
          </p:graphicFrame>
        </mc:Choice>
        <mc:Fallback xmlns="">
          <p:graphicFrame>
            <p:nvGraphicFramePr>
              <p:cNvPr id="5" name="Table 4">
                <a:extLst>
                  <a:ext uri="{FF2B5EF4-FFF2-40B4-BE49-F238E27FC236}">
                    <a16:creationId xmlns:a16="http://schemas.microsoft.com/office/drawing/2014/main" id="{0F8D016F-7530-A00E-912F-E17C9FC8D9C1}"/>
                  </a:ext>
                </a:extLst>
              </p:cNvPr>
              <p:cNvGraphicFramePr>
                <a:graphicFrameLocks noGrp="1"/>
              </p:cNvGraphicFramePr>
              <p:nvPr>
                <p:extLst>
                  <p:ext uri="{D42A27DB-BD31-4B8C-83A1-F6EECF244321}">
                    <p14:modId xmlns:p14="http://schemas.microsoft.com/office/powerpoint/2010/main" val="1063551024"/>
                  </p:ext>
                </p:extLst>
              </p:nvPr>
            </p:nvGraphicFramePr>
            <p:xfrm>
              <a:off x="84258" y="6221542"/>
              <a:ext cx="6689480" cy="3420000"/>
            </p:xfrm>
            <a:graphic>
              <a:graphicData uri="http://schemas.openxmlformats.org/drawingml/2006/table">
                <a:tbl>
                  <a:tblPr firstRow="1" bandRow="1">
                    <a:tableStyleId>{5940675A-B579-460E-94D1-54222C63F5DA}</a:tableStyleId>
                  </a:tblPr>
                  <a:tblGrid>
                    <a:gridCol w="1672370">
                      <a:extLst>
                        <a:ext uri="{9D8B030D-6E8A-4147-A177-3AD203B41FA5}">
                          <a16:colId xmlns:a16="http://schemas.microsoft.com/office/drawing/2014/main" val="2302255844"/>
                        </a:ext>
                      </a:extLst>
                    </a:gridCol>
                    <a:gridCol w="1672370">
                      <a:extLst>
                        <a:ext uri="{9D8B030D-6E8A-4147-A177-3AD203B41FA5}">
                          <a16:colId xmlns:a16="http://schemas.microsoft.com/office/drawing/2014/main" val="3322822873"/>
                        </a:ext>
                      </a:extLst>
                    </a:gridCol>
                    <a:gridCol w="1672370">
                      <a:extLst>
                        <a:ext uri="{9D8B030D-6E8A-4147-A177-3AD203B41FA5}">
                          <a16:colId xmlns:a16="http://schemas.microsoft.com/office/drawing/2014/main" val="312792007"/>
                        </a:ext>
                      </a:extLst>
                    </a:gridCol>
                    <a:gridCol w="1672370">
                      <a:extLst>
                        <a:ext uri="{9D8B030D-6E8A-4147-A177-3AD203B41FA5}">
                          <a16:colId xmlns:a16="http://schemas.microsoft.com/office/drawing/2014/main" val="2052006874"/>
                        </a:ext>
                      </a:extLst>
                    </a:gridCol>
                  </a:tblGrid>
                  <a:tr h="1710000">
                    <a:tc>
                      <a:txBody>
                        <a:bodyPr/>
                        <a:lstStyle/>
                        <a:p>
                          <a:endParaRPr lang="en-US"/>
                        </a:p>
                      </a:txBody>
                      <a:tcPr>
                        <a:blipFill>
                          <a:blip r:embed="rId2"/>
                          <a:stretch>
                            <a:fillRect l="-364" t="-356" r="-300364" b="-100712"/>
                          </a:stretch>
                        </a:blipFill>
                      </a:tcPr>
                    </a:tc>
                    <a:tc>
                      <a:txBody>
                        <a:bodyPr/>
                        <a:lstStyle/>
                        <a:p>
                          <a:endParaRPr lang="en-US"/>
                        </a:p>
                      </a:txBody>
                      <a:tcPr>
                        <a:blipFill>
                          <a:blip r:embed="rId2"/>
                          <a:stretch>
                            <a:fillRect l="-100364" t="-356" r="-200364" b="-100712"/>
                          </a:stretch>
                        </a:blipFill>
                      </a:tcPr>
                    </a:tc>
                    <a:tc>
                      <a:txBody>
                        <a:bodyPr/>
                        <a:lstStyle/>
                        <a:p>
                          <a:endParaRPr lang="en-US"/>
                        </a:p>
                      </a:txBody>
                      <a:tcPr>
                        <a:blipFill>
                          <a:blip r:embed="rId2"/>
                          <a:stretch>
                            <a:fillRect l="-201095" t="-356" r="-101095" b="-100712"/>
                          </a:stretch>
                        </a:blipFill>
                      </a:tcPr>
                    </a:tc>
                    <a:tc>
                      <a:txBody>
                        <a:bodyPr/>
                        <a:lstStyle/>
                        <a:p>
                          <a:endParaRPr lang="en-US"/>
                        </a:p>
                      </a:txBody>
                      <a:tcPr>
                        <a:blipFill>
                          <a:blip r:embed="rId2"/>
                          <a:stretch>
                            <a:fillRect l="-300000" t="-356" r="-727" b="-100712"/>
                          </a:stretch>
                        </a:blipFill>
                      </a:tcPr>
                    </a:tc>
                    <a:extLst>
                      <a:ext uri="{0D108BD9-81ED-4DB2-BD59-A6C34878D82A}">
                        <a16:rowId xmlns:a16="http://schemas.microsoft.com/office/drawing/2014/main" val="1893893378"/>
                      </a:ext>
                    </a:extLst>
                  </a:tr>
                  <a:tr h="1710000">
                    <a:tc>
                      <a:txBody>
                        <a:bodyPr/>
                        <a:lstStyle/>
                        <a:p>
                          <a:endParaRPr lang="en-US"/>
                        </a:p>
                      </a:txBody>
                      <a:tcPr>
                        <a:blipFill>
                          <a:blip r:embed="rId2"/>
                          <a:stretch>
                            <a:fillRect l="-364" t="-100356" r="-300364" b="-712"/>
                          </a:stretch>
                        </a:blipFill>
                      </a:tcPr>
                    </a:tc>
                    <a:tc>
                      <a:txBody>
                        <a:bodyPr/>
                        <a:lstStyle/>
                        <a:p>
                          <a:endParaRPr lang="en-US"/>
                        </a:p>
                      </a:txBody>
                      <a:tcPr>
                        <a:blipFill>
                          <a:blip r:embed="rId2"/>
                          <a:stretch>
                            <a:fillRect l="-100364" t="-100356" r="-200364" b="-712"/>
                          </a:stretch>
                        </a:blipFill>
                      </a:tcPr>
                    </a:tc>
                    <a:tc>
                      <a:txBody>
                        <a:bodyPr/>
                        <a:lstStyle/>
                        <a:p>
                          <a:endParaRPr lang="en-US"/>
                        </a:p>
                      </a:txBody>
                      <a:tcPr>
                        <a:blipFill>
                          <a:blip r:embed="rId2"/>
                          <a:stretch>
                            <a:fillRect l="-201095" t="-100356" r="-101095" b="-712"/>
                          </a:stretch>
                        </a:blipFill>
                      </a:tcPr>
                    </a:tc>
                    <a:tc>
                      <a:txBody>
                        <a:bodyPr/>
                        <a:lstStyle/>
                        <a:p>
                          <a:endParaRPr lang="en-US"/>
                        </a:p>
                      </a:txBody>
                      <a:tcPr>
                        <a:blipFill>
                          <a:blip r:embed="rId2"/>
                          <a:stretch>
                            <a:fillRect l="-300000" t="-100356" r="-727" b="-712"/>
                          </a:stretch>
                        </a:blipFill>
                      </a:tcPr>
                    </a:tc>
                    <a:extLst>
                      <a:ext uri="{0D108BD9-81ED-4DB2-BD59-A6C34878D82A}">
                        <a16:rowId xmlns:a16="http://schemas.microsoft.com/office/drawing/2014/main" val="862029127"/>
                      </a:ext>
                    </a:extLst>
                  </a:tr>
                </a:tbl>
              </a:graphicData>
            </a:graphic>
          </p:graphicFrame>
        </mc:Fallback>
      </mc:AlternateContent>
      <p:sp>
        <p:nvSpPr>
          <p:cNvPr id="6" name="Rectangle 5">
            <a:extLst>
              <a:ext uri="{FF2B5EF4-FFF2-40B4-BE49-F238E27FC236}">
                <a16:creationId xmlns:a16="http://schemas.microsoft.com/office/drawing/2014/main" id="{22840650-EA97-F182-80F1-3A3C76DC7D81}"/>
              </a:ext>
            </a:extLst>
          </p:cNvPr>
          <p:cNvSpPr/>
          <p:nvPr/>
        </p:nvSpPr>
        <p:spPr>
          <a:xfrm>
            <a:off x="84258" y="5843125"/>
            <a:ext cx="1620000" cy="252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p:sp>
        <p:nvSpPr>
          <p:cNvPr id="7" name="TextBox 6">
            <a:extLst>
              <a:ext uri="{FF2B5EF4-FFF2-40B4-BE49-F238E27FC236}">
                <a16:creationId xmlns:a16="http://schemas.microsoft.com/office/drawing/2014/main" id="{DD53CB77-3701-02B2-37D2-14E12872BD61}"/>
              </a:ext>
            </a:extLst>
          </p:cNvPr>
          <p:cNvSpPr txBox="1"/>
          <p:nvPr/>
        </p:nvSpPr>
        <p:spPr>
          <a:xfrm>
            <a:off x="1760567" y="5854898"/>
            <a:ext cx="4210494" cy="276999"/>
          </a:xfrm>
          <a:prstGeom prst="rect">
            <a:avLst/>
          </a:prstGeom>
          <a:noFill/>
        </p:spPr>
        <p:txBody>
          <a:bodyPr wrap="square" rtlCol="0">
            <a:spAutoFit/>
          </a:bodyPr>
          <a:lstStyle/>
          <a:p>
            <a:r>
              <a:rPr lang="en-GB" sz="1200" b="1" noProof="0" dirty="0"/>
              <a:t>Question 9.</a:t>
            </a:r>
            <a:r>
              <a:rPr lang="en-GB" sz="1200" noProof="0" dirty="0"/>
              <a:t> Solve the inequalities below:</a:t>
            </a:r>
          </a:p>
        </p:txBody>
      </p:sp>
      <p:pic>
        <p:nvPicPr>
          <p:cNvPr id="9" name="Picture 8">
            <a:extLst>
              <a:ext uri="{FF2B5EF4-FFF2-40B4-BE49-F238E27FC236}">
                <a16:creationId xmlns:a16="http://schemas.microsoft.com/office/drawing/2014/main" id="{5C41ED91-96BC-9C42-70A2-ECF96E1E11D4}"/>
              </a:ext>
            </a:extLst>
          </p:cNvPr>
          <p:cNvPicPr>
            <a:picLocks noChangeAspect="1"/>
          </p:cNvPicPr>
          <p:nvPr/>
        </p:nvPicPr>
        <p:blipFill>
          <a:blip r:embed="rId3"/>
          <a:stretch>
            <a:fillRect/>
          </a:stretch>
        </p:blipFill>
        <p:spPr>
          <a:xfrm>
            <a:off x="3977984" y="3434916"/>
            <a:ext cx="2338255" cy="510246"/>
          </a:xfrm>
          <a:prstGeom prst="rect">
            <a:avLst/>
          </a:prstGeom>
        </p:spPr>
      </p:pic>
      <p:pic>
        <p:nvPicPr>
          <p:cNvPr id="11" name="Picture 10">
            <a:extLst>
              <a:ext uri="{FF2B5EF4-FFF2-40B4-BE49-F238E27FC236}">
                <a16:creationId xmlns:a16="http://schemas.microsoft.com/office/drawing/2014/main" id="{99A482C6-755C-35D1-90A5-92E767A7F64C}"/>
              </a:ext>
            </a:extLst>
          </p:cNvPr>
          <p:cNvPicPr>
            <a:picLocks noChangeAspect="1"/>
          </p:cNvPicPr>
          <p:nvPr/>
        </p:nvPicPr>
        <p:blipFill>
          <a:blip r:embed="rId4"/>
          <a:srcRect r="13710" b="-15378"/>
          <a:stretch/>
        </p:blipFill>
        <p:spPr>
          <a:xfrm>
            <a:off x="4037088" y="5229034"/>
            <a:ext cx="2220048" cy="499447"/>
          </a:xfrm>
          <a:prstGeom prst="rect">
            <a:avLst/>
          </a:prstGeom>
        </p:spPr>
      </p:pic>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94C7A032-7A90-5EE2-53A8-6DE073C0D7C9}"/>
                  </a:ext>
                </a:extLst>
              </p:cNvPr>
              <p:cNvGraphicFramePr>
                <a:graphicFrameLocks noGrp="1"/>
              </p:cNvGraphicFramePr>
              <p:nvPr>
                <p:extLst>
                  <p:ext uri="{D42A27DB-BD31-4B8C-83A1-F6EECF244321}">
                    <p14:modId xmlns:p14="http://schemas.microsoft.com/office/powerpoint/2010/main" val="3157128410"/>
                  </p:ext>
                </p:extLst>
              </p:nvPr>
            </p:nvGraphicFramePr>
            <p:xfrm>
              <a:off x="102648" y="393314"/>
              <a:ext cx="6671090" cy="5335167"/>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205318">
                      <a:extLst>
                        <a:ext uri="{9D8B030D-6E8A-4147-A177-3AD203B41FA5}">
                          <a16:colId xmlns:a16="http://schemas.microsoft.com/office/drawing/2014/main" val="1034895713"/>
                        </a:ext>
                      </a:extLst>
                    </a:gridCol>
                    <a:gridCol w="3086151">
                      <a:extLst>
                        <a:ext uri="{9D8B030D-6E8A-4147-A177-3AD203B41FA5}">
                          <a16:colId xmlns:a16="http://schemas.microsoft.com/office/drawing/2014/main" val="1986191842"/>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b="0" noProof="0" dirty="0">
                              <a:solidFill>
                                <a:schemeClr val="tx1"/>
                              </a:solidFill>
                              <a:latin typeface="+mn-lt"/>
                            </a:rPr>
                            <a:t>Recall your steps required for solving equations.</a:t>
                          </a: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a:t>
                          </a:r>
                          <a:r>
                            <a:rPr lang="en-GB" sz="1200" b="0" noProof="0" dirty="0">
                              <a:solidFill>
                                <a:schemeClr val="tx1"/>
                              </a:solidFill>
                              <a:latin typeface="+mn-lt"/>
                            </a:rPr>
                            <a:t>Isolate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by performing the inverse operation to both sides of the inequality.</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The solution tells you exactly what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is greater or smaller than.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baseline="0" noProof="0" smtClean="0">
                                        <a:solidFill>
                                          <a:schemeClr val="tx1"/>
                                        </a:solidFill>
                                        <a:latin typeface="Cambria Math" panose="02040503050406030204" pitchFamily="18" charset="0"/>
                                      </a:rPr>
                                    </m:ctrlPr>
                                  </m:fPr>
                                  <m:num>
                                    <m:r>
                                      <a:rPr lang="en-GB" sz="1200" b="0" i="1" baseline="0" noProof="0" smtClean="0">
                                        <a:solidFill>
                                          <a:schemeClr val="tx1"/>
                                        </a:solidFill>
                                        <a:latin typeface="Cambria Math" panose="02040503050406030204" pitchFamily="18" charset="0"/>
                                      </a:rPr>
                                      <m:t>𝑥</m:t>
                                    </m:r>
                                  </m:num>
                                  <m:den>
                                    <m:r>
                                      <a:rPr lang="en-GB" sz="1200" b="0" i="1" baseline="0" noProof="0" smtClean="0">
                                        <a:solidFill>
                                          <a:schemeClr val="tx1"/>
                                        </a:solidFill>
                                        <a:latin typeface="Cambria Math" panose="02040503050406030204" pitchFamily="18" charset="0"/>
                                      </a:rPr>
                                      <m:t>4</m:t>
                                    </m:r>
                                  </m:den>
                                </m:f>
                                <m:r>
                                  <a:rPr lang="en-GB" sz="1200" b="0" i="1" baseline="0" noProof="0" smtClean="0">
                                    <a:solidFill>
                                      <a:schemeClr val="tx1"/>
                                    </a:solidFill>
                                    <a:latin typeface="Cambria Math" panose="02040503050406030204" pitchFamily="18" charset="0"/>
                                  </a:rPr>
                                  <m:t>+10&lt;8</m:t>
                                </m:r>
                              </m:oMath>
                            </m:oMathPara>
                          </a14:m>
                          <a:endParaRPr lang="en-GB" sz="1200" baseline="0" noProof="0" dirty="0">
                            <a:solidFill>
                              <a:schemeClr val="tx1"/>
                            </a:solidFill>
                          </a:endParaRPr>
                        </a:p>
                        <a:p>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largest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3592709853"/>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2</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−5&gt;−11</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1802611207"/>
                      </a:ext>
                    </a:extLst>
                  </a:tr>
                  <a:tr h="139438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baseline="0" noProof="0" smtClean="0">
                                        <a:solidFill>
                                          <a:schemeClr val="tx1"/>
                                        </a:solidFill>
                                        <a:latin typeface="Cambria Math" panose="02040503050406030204" pitchFamily="18" charset="0"/>
                                      </a:rPr>
                                    </m:ctrlPr>
                                  </m:fPr>
                                  <m:num>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+12</m:t>
                                    </m:r>
                                  </m:num>
                                  <m:den>
                                    <m:r>
                                      <a:rPr lang="en-GB" sz="1200" b="0" i="1" baseline="0" noProof="0" smtClean="0">
                                        <a:solidFill>
                                          <a:schemeClr val="tx1"/>
                                        </a:solidFill>
                                        <a:latin typeface="Cambria Math" panose="02040503050406030204" pitchFamily="18" charset="0"/>
                                      </a:rPr>
                                      <m:t>5</m:t>
                                    </m:r>
                                  </m:den>
                                </m:f>
                                <m:r>
                                  <a:rPr lang="en-GB" sz="1200" b="0" i="1" baseline="0" noProof="0" smtClean="0">
                                    <a:solidFill>
                                      <a:schemeClr val="tx1"/>
                                    </a:solidFill>
                                    <a:latin typeface="Cambria Math" panose="02040503050406030204" pitchFamily="18" charset="0"/>
                                  </a:rPr>
                                  <m:t> ≤2</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Choice>
        <mc:Fallback xmlns="">
          <p:graphicFrame>
            <p:nvGraphicFramePr>
              <p:cNvPr id="8" name="Table 7">
                <a:extLst>
                  <a:ext uri="{FF2B5EF4-FFF2-40B4-BE49-F238E27FC236}">
                    <a16:creationId xmlns:a16="http://schemas.microsoft.com/office/drawing/2014/main" id="{94C7A032-7A90-5EE2-53A8-6DE073C0D7C9}"/>
                  </a:ext>
                </a:extLst>
              </p:cNvPr>
              <p:cNvGraphicFramePr>
                <a:graphicFrameLocks noGrp="1"/>
              </p:cNvGraphicFramePr>
              <p:nvPr>
                <p:extLst>
                  <p:ext uri="{D42A27DB-BD31-4B8C-83A1-F6EECF244321}">
                    <p14:modId xmlns:p14="http://schemas.microsoft.com/office/powerpoint/2010/main" val="3157128410"/>
                  </p:ext>
                </p:extLst>
              </p:nvPr>
            </p:nvGraphicFramePr>
            <p:xfrm>
              <a:off x="102648" y="393314"/>
              <a:ext cx="6671090" cy="5335167"/>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205318">
                      <a:extLst>
                        <a:ext uri="{9D8B030D-6E8A-4147-A177-3AD203B41FA5}">
                          <a16:colId xmlns:a16="http://schemas.microsoft.com/office/drawing/2014/main" val="1034895713"/>
                        </a:ext>
                      </a:extLst>
                    </a:gridCol>
                    <a:gridCol w="3086151">
                      <a:extLst>
                        <a:ext uri="{9D8B030D-6E8A-4147-A177-3AD203B41FA5}">
                          <a16:colId xmlns:a16="http://schemas.microsoft.com/office/drawing/2014/main" val="1986191842"/>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41" t="-5790" r="-383700" b="-241"/>
                          </a:stretch>
                        </a:blip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2983" t="-41921" r="-140608" b="-241921"/>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largest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3592709853"/>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2983" t="-162445" r="-140608" b="-121397"/>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1802611207"/>
                      </a:ext>
                    </a:extLst>
                  </a:tr>
                  <a:tr h="139438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2983" t="-282969" r="-140608" b="-873"/>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Fallback>
      </mc:AlternateContent>
    </p:spTree>
    <p:extLst>
      <p:ext uri="{BB962C8B-B14F-4D97-AF65-F5344CB8AC3E}">
        <p14:creationId xmlns:p14="http://schemas.microsoft.com/office/powerpoint/2010/main" val="1827505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FD34C5-D5B5-640D-50E0-A89372D82A91}"/>
              </a:ext>
            </a:extLst>
          </p:cNvPr>
          <p:cNvSpPr txBox="1"/>
          <p:nvPr/>
        </p:nvSpPr>
        <p:spPr>
          <a:xfrm>
            <a:off x="-32658" y="52685"/>
            <a:ext cx="7084144" cy="276999"/>
          </a:xfrm>
          <a:prstGeom prst="rect">
            <a:avLst/>
          </a:prstGeom>
          <a:noFill/>
        </p:spPr>
        <p:txBody>
          <a:bodyPr wrap="square" rtlCol="0">
            <a:spAutoFit/>
          </a:bodyPr>
          <a:lstStyle/>
          <a:p>
            <a:r>
              <a:rPr lang="en-GB" sz="1200" b="1" noProof="0" dirty="0"/>
              <a:t>Question 10.</a:t>
            </a:r>
            <a:r>
              <a:rPr lang="en-GB" sz="1200" noProof="0" dirty="0"/>
              <a:t> Solve the inequalities, then list the first five smallest or largest integers that satisfy them:</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FA7ECC46-257D-45EC-AAC9-AFD6F4AD9BAD}"/>
                  </a:ext>
                </a:extLst>
              </p:cNvPr>
              <p:cNvGraphicFramePr>
                <a:graphicFrameLocks noGrp="1"/>
              </p:cNvGraphicFramePr>
              <p:nvPr>
                <p:extLst>
                  <p:ext uri="{D42A27DB-BD31-4B8C-83A1-F6EECF244321}">
                    <p14:modId xmlns:p14="http://schemas.microsoft.com/office/powerpoint/2010/main" val="2542483376"/>
                  </p:ext>
                </p:extLst>
              </p:nvPr>
            </p:nvGraphicFramePr>
            <p:xfrm>
              <a:off x="127000" y="356668"/>
              <a:ext cx="6616701" cy="9288000"/>
            </p:xfrm>
            <a:graphic>
              <a:graphicData uri="http://schemas.openxmlformats.org/drawingml/2006/table">
                <a:tbl>
                  <a:tblPr firstRow="1" bandRow="1">
                    <a:tableStyleId>{5940675A-B579-460E-94D1-54222C63F5DA}</a:tableStyleId>
                  </a:tblPr>
                  <a:tblGrid>
                    <a:gridCol w="2205567">
                      <a:extLst>
                        <a:ext uri="{9D8B030D-6E8A-4147-A177-3AD203B41FA5}">
                          <a16:colId xmlns:a16="http://schemas.microsoft.com/office/drawing/2014/main" val="2384007914"/>
                        </a:ext>
                      </a:extLst>
                    </a:gridCol>
                    <a:gridCol w="2205567">
                      <a:extLst>
                        <a:ext uri="{9D8B030D-6E8A-4147-A177-3AD203B41FA5}">
                          <a16:colId xmlns:a16="http://schemas.microsoft.com/office/drawing/2014/main" val="4237948093"/>
                        </a:ext>
                      </a:extLst>
                    </a:gridCol>
                    <a:gridCol w="2205567">
                      <a:extLst>
                        <a:ext uri="{9D8B030D-6E8A-4147-A177-3AD203B41FA5}">
                          <a16:colId xmlns:a16="http://schemas.microsoft.com/office/drawing/2014/main" val="162324655"/>
                        </a:ext>
                      </a:extLst>
                    </a:gridCol>
                  </a:tblGrid>
                  <a:tr h="1584000">
                    <a:tc>
                      <a:txBody>
                        <a:bodyPr/>
                        <a:lstStyle/>
                        <a:p>
                          <a:r>
                            <a:rPr lang="en-GB" noProof="0" dirty="0"/>
                            <a:t>a) </a:t>
                          </a:r>
                          <a14:m>
                            <m:oMath xmlns:m="http://schemas.openxmlformats.org/officeDocument/2006/math">
                              <m:r>
                                <a:rPr lang="en-GB" b="0" i="0" noProof="0" smtClean="0">
                                  <a:latin typeface="Cambria Math" panose="02040503050406030204" pitchFamily="18" charset="0"/>
                                </a:rPr>
                                <m:t>3</m:t>
                              </m:r>
                              <m:r>
                                <a:rPr lang="en-GB" b="0" i="1" noProof="0" smtClean="0">
                                  <a:latin typeface="Cambria Math" panose="02040503050406030204" pitchFamily="18" charset="0"/>
                                </a:rPr>
                                <m:t>𝑥</m:t>
                              </m:r>
                              <m:r>
                                <a:rPr lang="en-GB" b="0" i="1" noProof="0" smtClean="0">
                                  <a:latin typeface="Cambria Math" panose="02040503050406030204" pitchFamily="18" charset="0"/>
                                </a:rPr>
                                <m:t>+4≥1</m:t>
                              </m:r>
                            </m:oMath>
                          </a14:m>
                          <a:endParaRPr lang="en-GB" noProof="0" dirty="0"/>
                        </a:p>
                      </a:txBody>
                      <a:tcPr/>
                    </a:tc>
                    <a:tc>
                      <a:txBody>
                        <a:bodyPr/>
                        <a:lstStyle/>
                        <a:p>
                          <a:r>
                            <a:rPr lang="en-GB" noProof="0" dirty="0"/>
                            <a:t>b) </a:t>
                          </a:r>
                          <a14:m>
                            <m:oMath xmlns:m="http://schemas.openxmlformats.org/officeDocument/2006/math">
                              <m:r>
                                <a:rPr lang="en-GB" b="0" i="0" noProof="0" smtClean="0">
                                  <a:latin typeface="Cambria Math" panose="02040503050406030204" pitchFamily="18" charset="0"/>
                                </a:rPr>
                                <m:t>2</m:t>
                              </m:r>
                              <m:r>
                                <a:rPr lang="en-GB" b="0" i="1" noProof="0" smtClean="0">
                                  <a:latin typeface="Cambria Math" panose="02040503050406030204" pitchFamily="18" charset="0"/>
                                </a:rPr>
                                <m:t>𝑥</m:t>
                              </m:r>
                              <m:r>
                                <a:rPr lang="en-GB" b="0" i="1" noProof="0" smtClean="0">
                                  <a:latin typeface="Cambria Math" panose="02040503050406030204" pitchFamily="18" charset="0"/>
                                </a:rPr>
                                <m:t>+2&lt;−8</m:t>
                              </m:r>
                            </m:oMath>
                          </a14:m>
                          <a:endParaRPr lang="en-GB" noProof="0" dirty="0"/>
                        </a:p>
                      </a:txBody>
                      <a:tcPr/>
                    </a:tc>
                    <a:tc>
                      <a:txBody>
                        <a:bodyPr/>
                        <a:lstStyle/>
                        <a:p>
                          <a:r>
                            <a:rPr lang="en-GB" noProof="0" dirty="0"/>
                            <a:t>c) </a:t>
                          </a:r>
                          <a14:m>
                            <m:oMath xmlns:m="http://schemas.openxmlformats.org/officeDocument/2006/math">
                              <m:r>
                                <a:rPr lang="en-GB" b="0" i="0" noProof="0" smtClean="0">
                                  <a:latin typeface="Cambria Math" panose="02040503050406030204" pitchFamily="18" charset="0"/>
                                </a:rPr>
                                <m:t>4</m:t>
                              </m:r>
                              <m:r>
                                <a:rPr lang="en-GB" b="0" i="1" noProof="0" smtClean="0">
                                  <a:latin typeface="Cambria Math" panose="02040503050406030204" pitchFamily="18" charset="0"/>
                                </a:rPr>
                                <m:t>𝑥</m:t>
                              </m:r>
                              <m:r>
                                <a:rPr lang="en-GB" b="0" i="1" noProof="0" smtClean="0">
                                  <a:latin typeface="Cambria Math" panose="02040503050406030204" pitchFamily="18" charset="0"/>
                                </a:rPr>
                                <m:t>+1 ≤−11</m:t>
                              </m:r>
                            </m:oMath>
                          </a14:m>
                          <a:endParaRPr lang="en-GB" noProof="0" dirty="0"/>
                        </a:p>
                      </a:txBody>
                      <a:tcPr/>
                    </a:tc>
                    <a:extLst>
                      <a:ext uri="{0D108BD9-81ED-4DB2-BD59-A6C34878D82A}">
                        <a16:rowId xmlns:a16="http://schemas.microsoft.com/office/drawing/2014/main" val="1374350365"/>
                      </a:ext>
                    </a:extLst>
                  </a:tr>
                  <a:tr h="792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2243362172"/>
                      </a:ext>
                    </a:extLst>
                  </a:tr>
                  <a:tr h="1584000">
                    <a:tc>
                      <a:txBody>
                        <a:bodyPr/>
                        <a:lstStyle/>
                        <a:p>
                          <a:r>
                            <a:rPr lang="en-GB" b="0" i="0" noProof="0" dirty="0">
                              <a:latin typeface="+mn-lt"/>
                            </a:rPr>
                            <a:t>d)</a:t>
                          </a:r>
                          <a:r>
                            <a:rPr lang="en-GB" b="0" i="0" baseline="0" noProof="0" dirty="0">
                              <a:latin typeface="+mn-lt"/>
                            </a:rPr>
                            <a:t> </a:t>
                          </a:r>
                          <a14:m>
                            <m:oMath xmlns:m="http://schemas.openxmlformats.org/officeDocument/2006/math">
                              <m:r>
                                <a:rPr lang="en-GB" b="0" i="0" noProof="0" smtClean="0">
                                  <a:latin typeface="Cambria Math" panose="02040503050406030204" pitchFamily="18" charset="0"/>
                                </a:rPr>
                                <m:t>5</m:t>
                              </m:r>
                              <m:r>
                                <a:rPr lang="en-GB" b="0" i="1" noProof="0" smtClean="0">
                                  <a:latin typeface="Cambria Math" panose="02040503050406030204" pitchFamily="18" charset="0"/>
                                </a:rPr>
                                <m:t>𝑥</m:t>
                              </m:r>
                              <m:r>
                                <a:rPr lang="en-GB" b="0" i="1" noProof="0" smtClean="0">
                                  <a:latin typeface="Cambria Math" panose="02040503050406030204" pitchFamily="18" charset="0"/>
                                </a:rPr>
                                <m:t>−4&gt; −14</m:t>
                              </m:r>
                            </m:oMath>
                          </a14:m>
                          <a:endParaRPr lang="en-GB" noProof="0" dirty="0"/>
                        </a:p>
                      </a:txBody>
                      <a:tcPr/>
                    </a:tc>
                    <a:tc>
                      <a:txBody>
                        <a:bodyPr/>
                        <a:lstStyle/>
                        <a:p>
                          <a:r>
                            <a:rPr lang="en-GB" noProof="0" dirty="0"/>
                            <a:t>e) </a:t>
                          </a:r>
                          <a14:m>
                            <m:oMath xmlns:m="http://schemas.openxmlformats.org/officeDocument/2006/math">
                              <m:r>
                                <a:rPr lang="en-GB" b="0" i="0" noProof="0" smtClean="0">
                                  <a:latin typeface="Cambria Math" panose="02040503050406030204" pitchFamily="18" charset="0"/>
                                </a:rPr>
                                <m:t>3</m:t>
                              </m:r>
                              <m:r>
                                <a:rPr lang="en-GB" b="0" i="1" noProof="0" smtClean="0">
                                  <a:latin typeface="Cambria Math" panose="02040503050406030204" pitchFamily="18" charset="0"/>
                                </a:rPr>
                                <m:t>𝑥</m:t>
                              </m:r>
                              <m:r>
                                <a:rPr lang="en-GB" b="0" i="1" noProof="0" smtClean="0">
                                  <a:latin typeface="Cambria Math" panose="02040503050406030204" pitchFamily="18" charset="0"/>
                                </a:rPr>
                                <m:t>−6≥−18</m:t>
                              </m:r>
                            </m:oMath>
                          </a14:m>
                          <a:endParaRPr lang="en-GB" noProof="0" dirty="0"/>
                        </a:p>
                      </a:txBody>
                      <a:tcPr/>
                    </a:tc>
                    <a:tc>
                      <a:txBody>
                        <a:bodyPr/>
                        <a:lstStyle/>
                        <a:p>
                          <a:r>
                            <a:rPr lang="en-GB" noProof="0" dirty="0"/>
                            <a:t>f) </a:t>
                          </a:r>
                          <a14:m>
                            <m:oMath xmlns:m="http://schemas.openxmlformats.org/officeDocument/2006/math">
                              <m:r>
                                <a:rPr lang="en-GB" b="0" i="0" noProof="0" smtClean="0">
                                  <a:latin typeface="Cambria Math" panose="02040503050406030204" pitchFamily="18" charset="0"/>
                                </a:rPr>
                                <m:t>5</m:t>
                              </m:r>
                              <m:r>
                                <a:rPr lang="en-GB" b="0" i="1" noProof="0" smtClean="0">
                                  <a:latin typeface="Cambria Math" panose="02040503050406030204" pitchFamily="18" charset="0"/>
                                </a:rPr>
                                <m:t>𝑥</m:t>
                              </m:r>
                              <m:r>
                                <a:rPr lang="en-GB" b="0" i="1" noProof="0" smtClean="0">
                                  <a:latin typeface="Cambria Math" panose="02040503050406030204" pitchFamily="18" charset="0"/>
                                </a:rPr>
                                <m:t>−11 ≤−31</m:t>
                              </m:r>
                            </m:oMath>
                          </a14:m>
                          <a:endParaRPr lang="en-GB" noProof="0" dirty="0"/>
                        </a:p>
                      </a:txBody>
                      <a:tcPr/>
                    </a:tc>
                    <a:extLst>
                      <a:ext uri="{0D108BD9-81ED-4DB2-BD59-A6C34878D82A}">
                        <a16:rowId xmlns:a16="http://schemas.microsoft.com/office/drawing/2014/main" val="1501816564"/>
                      </a:ext>
                    </a:extLst>
                  </a:tr>
                  <a:tr h="720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287080037"/>
                      </a:ext>
                    </a:extLst>
                  </a:tr>
                  <a:tr h="1584000">
                    <a:tc>
                      <a:txBody>
                        <a:bodyPr/>
                        <a:lstStyle/>
                        <a:p>
                          <a:r>
                            <a:rPr lang="en-GB" noProof="0" dirty="0"/>
                            <a:t>g)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3</m:t>
                                  </m:r>
                                </m:den>
                              </m:f>
                              <m:r>
                                <a:rPr lang="en-GB" b="0" i="1" noProof="0" smtClean="0">
                                  <a:latin typeface="Cambria Math" panose="02040503050406030204" pitchFamily="18" charset="0"/>
                                </a:rPr>
                                <m:t>+6&gt;0</m:t>
                              </m:r>
                            </m:oMath>
                          </a14:m>
                          <a:endParaRPr lang="en-GB" noProof="0" dirty="0"/>
                        </a:p>
                      </a:txBody>
                      <a:tcPr/>
                    </a:tc>
                    <a:tc>
                      <a:txBody>
                        <a:bodyPr/>
                        <a:lstStyle/>
                        <a:p>
                          <a:r>
                            <a:rPr lang="en-GB" noProof="0" dirty="0"/>
                            <a:t>h)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2</m:t>
                                  </m:r>
                                </m:den>
                              </m:f>
                              <m:r>
                                <a:rPr lang="en-GB" b="0" i="1" noProof="0" smtClean="0">
                                  <a:latin typeface="Cambria Math" panose="02040503050406030204" pitchFamily="18" charset="0"/>
                                </a:rPr>
                                <m:t>+4&lt;3</m:t>
                              </m:r>
                            </m:oMath>
                          </a14:m>
                          <a:endParaRPr lang="en-GB" noProof="0" dirty="0"/>
                        </a:p>
                      </a:txBody>
                      <a:tcPr/>
                    </a:tc>
                    <a:tc>
                      <a:txBody>
                        <a:bodyPr/>
                        <a:lstStyle/>
                        <a:p>
                          <a:r>
                            <a:rPr lang="en-GB" noProof="0" dirty="0" err="1"/>
                            <a:t>i</a:t>
                          </a:r>
                          <a:r>
                            <a:rPr lang="en-GB" noProof="0" dirty="0"/>
                            <a:t>) </a:t>
                          </a:r>
                          <a14:m>
                            <m:oMath xmlns:m="http://schemas.openxmlformats.org/officeDocument/2006/math">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𝑥</m:t>
                                  </m:r>
                                </m:num>
                                <m:den>
                                  <m:r>
                                    <a:rPr lang="en-GB" b="0" i="1" noProof="0" smtClean="0">
                                      <a:latin typeface="Cambria Math" panose="02040503050406030204" pitchFamily="18" charset="0"/>
                                    </a:rPr>
                                    <m:t>3</m:t>
                                  </m:r>
                                </m:den>
                              </m:f>
                              <m:r>
                                <a:rPr lang="en-GB" b="0" i="1" noProof="0" smtClean="0">
                                  <a:latin typeface="Cambria Math" panose="02040503050406030204" pitchFamily="18" charset="0"/>
                                </a:rPr>
                                <m:t>+7≥1</m:t>
                              </m:r>
                            </m:oMath>
                          </a14:m>
                          <a:endParaRPr lang="en-GB" noProof="0" dirty="0"/>
                        </a:p>
                      </a:txBody>
                      <a:tcPr/>
                    </a:tc>
                    <a:extLst>
                      <a:ext uri="{0D108BD9-81ED-4DB2-BD59-A6C34878D82A}">
                        <a16:rowId xmlns:a16="http://schemas.microsoft.com/office/drawing/2014/main" val="2754232948"/>
                      </a:ext>
                    </a:extLst>
                  </a:tr>
                  <a:tr h="720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1277435643"/>
                      </a:ext>
                    </a:extLst>
                  </a:tr>
                  <a:tr h="1584000">
                    <a:tc>
                      <a:txBody>
                        <a:bodyPr/>
                        <a:lstStyle/>
                        <a:p>
                          <a:r>
                            <a:rPr lang="en-GB" noProof="0" dirty="0"/>
                            <a:t>l) </a:t>
                          </a:r>
                          <a14:m>
                            <m:oMath xmlns:m="http://schemas.openxmlformats.org/officeDocument/2006/math">
                              <m:r>
                                <a:rPr lang="en-GB" b="0" i="1" noProof="0" smtClean="0">
                                  <a:latin typeface="Cambria Math" panose="02040503050406030204" pitchFamily="18" charset="0"/>
                                </a:rPr>
                                <m:t>6</m:t>
                              </m:r>
                              <m:r>
                                <a:rPr lang="en-GB" b="0" i="1" noProof="0" smtClean="0">
                                  <a:latin typeface="Cambria Math" panose="02040503050406030204" pitchFamily="18" charset="0"/>
                                </a:rPr>
                                <m:t>𝑥</m:t>
                              </m:r>
                              <m:r>
                                <a:rPr lang="en-GB" b="0" i="1" noProof="0" smtClean="0">
                                  <a:latin typeface="Cambria Math" panose="02040503050406030204" pitchFamily="18" charset="0"/>
                                </a:rPr>
                                <m:t>+1≥−59</m:t>
                              </m:r>
                            </m:oMath>
                          </a14:m>
                          <a:endParaRPr lang="en-GB" noProof="0" dirty="0"/>
                        </a:p>
                      </a:txBody>
                      <a:tcPr/>
                    </a:tc>
                    <a:tc>
                      <a:txBody>
                        <a:bodyPr/>
                        <a:lstStyle/>
                        <a:p>
                          <a:r>
                            <a:rPr lang="en-GB" noProof="0" dirty="0"/>
                            <a:t>k) </a:t>
                          </a:r>
                          <a14:m>
                            <m:oMath xmlns:m="http://schemas.openxmlformats.org/officeDocument/2006/math">
                              <m:r>
                                <a:rPr lang="en-GB" b="0" i="1" noProof="0" smtClean="0">
                                  <a:latin typeface="Cambria Math" panose="02040503050406030204" pitchFamily="18" charset="0"/>
                                </a:rPr>
                                <m:t>2</m:t>
                              </m:r>
                              <m:r>
                                <a:rPr lang="en-GB" b="0" i="1" noProof="0" smtClean="0">
                                  <a:latin typeface="Cambria Math" panose="02040503050406030204" pitchFamily="18" charset="0"/>
                                </a:rPr>
                                <m:t>𝑥</m:t>
                              </m:r>
                              <m:r>
                                <a:rPr lang="en-GB" b="0" i="1" noProof="0" smtClean="0">
                                  <a:latin typeface="Cambria Math" panose="02040503050406030204" pitchFamily="18" charset="0"/>
                                </a:rPr>
                                <m:t>−10&gt;−11</m:t>
                              </m:r>
                            </m:oMath>
                          </a14:m>
                          <a:endParaRPr lang="en-GB" noProof="0" dirty="0"/>
                        </a:p>
                      </a:txBody>
                      <a:tcPr/>
                    </a:tc>
                    <a:tc>
                      <a:txBody>
                        <a:bodyPr/>
                        <a:lstStyle/>
                        <a:p>
                          <a:r>
                            <a:rPr lang="en-GB" noProof="0" dirty="0"/>
                            <a:t>l) </a:t>
                          </a:r>
                          <a14:m>
                            <m:oMath xmlns:m="http://schemas.openxmlformats.org/officeDocument/2006/math">
                              <m:r>
                                <a:rPr lang="en-GB" b="0" i="1" noProof="0" smtClean="0">
                                  <a:latin typeface="Cambria Math" panose="02040503050406030204" pitchFamily="18" charset="0"/>
                                </a:rPr>
                                <m:t>4</m:t>
                              </m:r>
                              <m:r>
                                <a:rPr lang="en-GB" b="0" i="1" noProof="0" smtClean="0">
                                  <a:latin typeface="Cambria Math" panose="02040503050406030204" pitchFamily="18" charset="0"/>
                                </a:rPr>
                                <m:t>𝑥</m:t>
                              </m:r>
                              <m:r>
                                <a:rPr lang="en-GB" b="0" i="1" noProof="0" smtClean="0">
                                  <a:latin typeface="Cambria Math" panose="02040503050406030204" pitchFamily="18" charset="0"/>
                                </a:rPr>
                                <m:t>−3≤−3.4</m:t>
                              </m:r>
                            </m:oMath>
                          </a14:m>
                          <a:endParaRPr lang="en-GB" noProof="0" dirty="0"/>
                        </a:p>
                      </a:txBody>
                      <a:tcPr/>
                    </a:tc>
                    <a:extLst>
                      <a:ext uri="{0D108BD9-81ED-4DB2-BD59-A6C34878D82A}">
                        <a16:rowId xmlns:a16="http://schemas.microsoft.com/office/drawing/2014/main" val="1436227419"/>
                      </a:ext>
                    </a:extLst>
                  </a:tr>
                  <a:tr h="720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4253661327"/>
                      </a:ext>
                    </a:extLst>
                  </a:tr>
                </a:tbl>
              </a:graphicData>
            </a:graphic>
          </p:graphicFrame>
        </mc:Choice>
        <mc:Fallback xmlns="">
          <p:graphicFrame>
            <p:nvGraphicFramePr>
              <p:cNvPr id="3" name="Table 2">
                <a:extLst>
                  <a:ext uri="{FF2B5EF4-FFF2-40B4-BE49-F238E27FC236}">
                    <a16:creationId xmlns:a16="http://schemas.microsoft.com/office/drawing/2014/main" id="{FA7ECC46-257D-45EC-AAC9-AFD6F4AD9BAD}"/>
                  </a:ext>
                </a:extLst>
              </p:cNvPr>
              <p:cNvGraphicFramePr>
                <a:graphicFrameLocks noGrp="1"/>
              </p:cNvGraphicFramePr>
              <p:nvPr>
                <p:extLst>
                  <p:ext uri="{D42A27DB-BD31-4B8C-83A1-F6EECF244321}">
                    <p14:modId xmlns:p14="http://schemas.microsoft.com/office/powerpoint/2010/main" val="2542483376"/>
                  </p:ext>
                </p:extLst>
              </p:nvPr>
            </p:nvGraphicFramePr>
            <p:xfrm>
              <a:off x="127000" y="356668"/>
              <a:ext cx="6616701" cy="9288000"/>
            </p:xfrm>
            <a:graphic>
              <a:graphicData uri="http://schemas.openxmlformats.org/drawingml/2006/table">
                <a:tbl>
                  <a:tblPr firstRow="1" bandRow="1">
                    <a:tableStyleId>{5940675A-B579-460E-94D1-54222C63F5DA}</a:tableStyleId>
                  </a:tblPr>
                  <a:tblGrid>
                    <a:gridCol w="2205567">
                      <a:extLst>
                        <a:ext uri="{9D8B030D-6E8A-4147-A177-3AD203B41FA5}">
                          <a16:colId xmlns:a16="http://schemas.microsoft.com/office/drawing/2014/main" val="2384007914"/>
                        </a:ext>
                      </a:extLst>
                    </a:gridCol>
                    <a:gridCol w="2205567">
                      <a:extLst>
                        <a:ext uri="{9D8B030D-6E8A-4147-A177-3AD203B41FA5}">
                          <a16:colId xmlns:a16="http://schemas.microsoft.com/office/drawing/2014/main" val="4237948093"/>
                        </a:ext>
                      </a:extLst>
                    </a:gridCol>
                    <a:gridCol w="2205567">
                      <a:extLst>
                        <a:ext uri="{9D8B030D-6E8A-4147-A177-3AD203B41FA5}">
                          <a16:colId xmlns:a16="http://schemas.microsoft.com/office/drawing/2014/main" val="162324655"/>
                        </a:ext>
                      </a:extLst>
                    </a:gridCol>
                  </a:tblGrid>
                  <a:tr h="1584000">
                    <a:tc>
                      <a:txBody>
                        <a:bodyPr/>
                        <a:lstStyle/>
                        <a:p>
                          <a:endParaRPr lang="en-US"/>
                        </a:p>
                      </a:txBody>
                      <a:tcPr>
                        <a:blipFill>
                          <a:blip r:embed="rId3"/>
                          <a:stretch>
                            <a:fillRect l="-276" t="-385" r="-200829" b="-487308"/>
                          </a:stretch>
                        </a:blipFill>
                      </a:tcPr>
                    </a:tc>
                    <a:tc>
                      <a:txBody>
                        <a:bodyPr/>
                        <a:lstStyle/>
                        <a:p>
                          <a:endParaRPr lang="en-US"/>
                        </a:p>
                      </a:txBody>
                      <a:tcPr>
                        <a:blipFill>
                          <a:blip r:embed="rId3"/>
                          <a:stretch>
                            <a:fillRect l="-100000" t="-385" r="-100275" b="-487308"/>
                          </a:stretch>
                        </a:blipFill>
                      </a:tcPr>
                    </a:tc>
                    <a:tc>
                      <a:txBody>
                        <a:bodyPr/>
                        <a:lstStyle/>
                        <a:p>
                          <a:endParaRPr lang="en-US"/>
                        </a:p>
                      </a:txBody>
                      <a:tcPr>
                        <a:blipFill>
                          <a:blip r:embed="rId3"/>
                          <a:stretch>
                            <a:fillRect l="-200552" t="-385" r="-552" b="-487308"/>
                          </a:stretch>
                        </a:blipFill>
                      </a:tcPr>
                    </a:tc>
                    <a:extLst>
                      <a:ext uri="{0D108BD9-81ED-4DB2-BD59-A6C34878D82A}">
                        <a16:rowId xmlns:a16="http://schemas.microsoft.com/office/drawing/2014/main" val="1374350365"/>
                      </a:ext>
                    </a:extLst>
                  </a:tr>
                  <a:tr h="792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2243362172"/>
                      </a:ext>
                    </a:extLst>
                  </a:tr>
                  <a:tr h="1584000">
                    <a:tc>
                      <a:txBody>
                        <a:bodyPr/>
                        <a:lstStyle/>
                        <a:p>
                          <a:endParaRPr lang="en-US"/>
                        </a:p>
                      </a:txBody>
                      <a:tcPr>
                        <a:blipFill>
                          <a:blip r:embed="rId3"/>
                          <a:stretch>
                            <a:fillRect l="-276" t="-150385" r="-200829" b="-337308"/>
                          </a:stretch>
                        </a:blipFill>
                      </a:tcPr>
                    </a:tc>
                    <a:tc>
                      <a:txBody>
                        <a:bodyPr/>
                        <a:lstStyle/>
                        <a:p>
                          <a:endParaRPr lang="en-US"/>
                        </a:p>
                      </a:txBody>
                      <a:tcPr>
                        <a:blipFill>
                          <a:blip r:embed="rId3"/>
                          <a:stretch>
                            <a:fillRect l="-100000" t="-150385" r="-100275" b="-337308"/>
                          </a:stretch>
                        </a:blipFill>
                      </a:tcPr>
                    </a:tc>
                    <a:tc>
                      <a:txBody>
                        <a:bodyPr/>
                        <a:lstStyle/>
                        <a:p>
                          <a:endParaRPr lang="en-US"/>
                        </a:p>
                      </a:txBody>
                      <a:tcPr>
                        <a:blipFill>
                          <a:blip r:embed="rId3"/>
                          <a:stretch>
                            <a:fillRect l="-200552" t="-150385" r="-552" b="-337308"/>
                          </a:stretch>
                        </a:blipFill>
                      </a:tcPr>
                    </a:tc>
                    <a:extLst>
                      <a:ext uri="{0D108BD9-81ED-4DB2-BD59-A6C34878D82A}">
                        <a16:rowId xmlns:a16="http://schemas.microsoft.com/office/drawing/2014/main" val="1501816564"/>
                      </a:ext>
                    </a:extLst>
                  </a:tr>
                  <a:tr h="720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287080037"/>
                      </a:ext>
                    </a:extLst>
                  </a:tr>
                  <a:tr h="1584000">
                    <a:tc>
                      <a:txBody>
                        <a:bodyPr/>
                        <a:lstStyle/>
                        <a:p>
                          <a:endParaRPr lang="en-US"/>
                        </a:p>
                      </a:txBody>
                      <a:tcPr>
                        <a:blipFill>
                          <a:blip r:embed="rId3"/>
                          <a:stretch>
                            <a:fillRect l="-276" t="-295769" r="-200829" b="-191923"/>
                          </a:stretch>
                        </a:blipFill>
                      </a:tcPr>
                    </a:tc>
                    <a:tc>
                      <a:txBody>
                        <a:bodyPr/>
                        <a:lstStyle/>
                        <a:p>
                          <a:endParaRPr lang="en-US"/>
                        </a:p>
                      </a:txBody>
                      <a:tcPr>
                        <a:blipFill>
                          <a:blip r:embed="rId3"/>
                          <a:stretch>
                            <a:fillRect l="-100000" t="-295769" r="-100275" b="-191923"/>
                          </a:stretch>
                        </a:blipFill>
                      </a:tcPr>
                    </a:tc>
                    <a:tc>
                      <a:txBody>
                        <a:bodyPr/>
                        <a:lstStyle/>
                        <a:p>
                          <a:endParaRPr lang="en-US"/>
                        </a:p>
                      </a:txBody>
                      <a:tcPr>
                        <a:blipFill>
                          <a:blip r:embed="rId3"/>
                          <a:stretch>
                            <a:fillRect l="-200552" t="-295769" r="-552" b="-191923"/>
                          </a:stretch>
                        </a:blipFill>
                      </a:tcPr>
                    </a:tc>
                    <a:extLst>
                      <a:ext uri="{0D108BD9-81ED-4DB2-BD59-A6C34878D82A}">
                        <a16:rowId xmlns:a16="http://schemas.microsoft.com/office/drawing/2014/main" val="2754232948"/>
                      </a:ext>
                    </a:extLst>
                  </a:tr>
                  <a:tr h="720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1277435643"/>
                      </a:ext>
                    </a:extLst>
                  </a:tr>
                  <a:tr h="1584000">
                    <a:tc>
                      <a:txBody>
                        <a:bodyPr/>
                        <a:lstStyle/>
                        <a:p>
                          <a:endParaRPr lang="en-US"/>
                        </a:p>
                      </a:txBody>
                      <a:tcPr>
                        <a:blipFill>
                          <a:blip r:embed="rId3"/>
                          <a:stretch>
                            <a:fillRect l="-276" t="-441538" r="-200829" b="-46154"/>
                          </a:stretch>
                        </a:blipFill>
                      </a:tcPr>
                    </a:tc>
                    <a:tc>
                      <a:txBody>
                        <a:bodyPr/>
                        <a:lstStyle/>
                        <a:p>
                          <a:endParaRPr lang="en-US"/>
                        </a:p>
                      </a:txBody>
                      <a:tcPr>
                        <a:blipFill>
                          <a:blip r:embed="rId3"/>
                          <a:stretch>
                            <a:fillRect l="-100000" t="-441538" r="-100275" b="-46154"/>
                          </a:stretch>
                        </a:blipFill>
                      </a:tcPr>
                    </a:tc>
                    <a:tc>
                      <a:txBody>
                        <a:bodyPr/>
                        <a:lstStyle/>
                        <a:p>
                          <a:endParaRPr lang="en-US"/>
                        </a:p>
                      </a:txBody>
                      <a:tcPr>
                        <a:blipFill>
                          <a:blip r:embed="rId3"/>
                          <a:stretch>
                            <a:fillRect l="-200552" t="-441538" r="-552" b="-46154"/>
                          </a:stretch>
                        </a:blipFill>
                      </a:tcPr>
                    </a:tc>
                    <a:extLst>
                      <a:ext uri="{0D108BD9-81ED-4DB2-BD59-A6C34878D82A}">
                        <a16:rowId xmlns:a16="http://schemas.microsoft.com/office/drawing/2014/main" val="1436227419"/>
                      </a:ext>
                    </a:extLst>
                  </a:tr>
                  <a:tr h="720000">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4253661327"/>
                      </a:ext>
                    </a:extLst>
                  </a:tr>
                </a:tbl>
              </a:graphicData>
            </a:graphic>
          </p:graphicFrame>
        </mc:Fallback>
      </mc:AlternateContent>
      <p:sp>
        <p:nvSpPr>
          <p:cNvPr id="4" name="Slide Number Placeholder 5">
            <a:extLst>
              <a:ext uri="{FF2B5EF4-FFF2-40B4-BE49-F238E27FC236}">
                <a16:creationId xmlns:a16="http://schemas.microsoft.com/office/drawing/2014/main" id="{4F78C4A7-04F5-CF93-151D-92A43D43C4B3}"/>
              </a:ext>
            </a:extLst>
          </p:cNvPr>
          <p:cNvSpPr>
            <a:spLocks noGrp="1"/>
          </p:cNvSpPr>
          <p:nvPr>
            <p:ph type="sldNum" sz="quarter" idx="12"/>
          </p:nvPr>
        </p:nvSpPr>
        <p:spPr>
          <a:xfrm>
            <a:off x="5228920" y="9516831"/>
            <a:ext cx="1543050" cy="527403"/>
          </a:xfrm>
        </p:spPr>
        <p:txBody>
          <a:bodyPr/>
          <a:lstStyle/>
          <a:p>
            <a:fld id="{19F1D9CC-7119-45EC-A96C-D8C0660F3AAB}" type="slidenum">
              <a:rPr lang="en-GB" noProof="0" smtClean="0">
                <a:solidFill>
                  <a:schemeClr val="tx1"/>
                </a:solidFill>
              </a:rPr>
              <a:t>18</a:t>
            </a:fld>
            <a:endParaRPr lang="en-GB" noProof="0" dirty="0">
              <a:solidFill>
                <a:schemeClr val="tx1"/>
              </a:solidFill>
            </a:endParaRPr>
          </a:p>
        </p:txBody>
      </p:sp>
    </p:spTree>
    <p:extLst>
      <p:ext uri="{BB962C8B-B14F-4D97-AF65-F5344CB8AC3E}">
        <p14:creationId xmlns:p14="http://schemas.microsoft.com/office/powerpoint/2010/main" val="1634526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BAEA8-1EAE-4004-1D1E-1DBBCD9216B3}"/>
            </a:ext>
          </a:extLst>
        </p:cNvPr>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D36CE1E-5097-86A4-2584-5DB04859CCF4}"/>
              </a:ext>
            </a:extLst>
          </p:cNvPr>
          <p:cNvSpPr>
            <a:spLocks noGrp="1"/>
          </p:cNvSpPr>
          <p:nvPr>
            <p:ph type="sldNum" sz="quarter" idx="12"/>
          </p:nvPr>
        </p:nvSpPr>
        <p:spPr>
          <a:xfrm>
            <a:off x="5228920" y="9476490"/>
            <a:ext cx="1543050" cy="527403"/>
          </a:xfrm>
        </p:spPr>
        <p:txBody>
          <a:bodyPr/>
          <a:lstStyle/>
          <a:p>
            <a:fld id="{19F1D9CC-7119-45EC-A96C-D8C0660F3AAB}" type="slidenum">
              <a:rPr lang="en-GB" noProof="0" smtClean="0">
                <a:solidFill>
                  <a:schemeClr val="tx1"/>
                </a:solidFill>
              </a:rPr>
              <a:t>19</a:t>
            </a:fld>
            <a:endParaRPr lang="en-GB" noProof="0" dirty="0">
              <a:solidFill>
                <a:schemeClr val="tx1"/>
              </a:solidFill>
            </a:endParaRPr>
          </a:p>
        </p:txBody>
      </p:sp>
      <p:sp>
        <p:nvSpPr>
          <p:cNvPr id="7" name="Rectangle 6">
            <a:extLst>
              <a:ext uri="{FF2B5EF4-FFF2-40B4-BE49-F238E27FC236}">
                <a16:creationId xmlns:a16="http://schemas.microsoft.com/office/drawing/2014/main" id="{41A3C5C8-4F58-34C0-61E5-ABF8268E73E3}"/>
              </a:ext>
            </a:extLst>
          </p:cNvPr>
          <p:cNvSpPr/>
          <p:nvPr/>
        </p:nvSpPr>
        <p:spPr>
          <a:xfrm>
            <a:off x="0" y="328209"/>
            <a:ext cx="6858000" cy="25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noProof="0" dirty="0"/>
              <a:t>Solving Single-Ended Inequalities with Brackets</a:t>
            </a:r>
          </a:p>
        </p:txBody>
      </p:sp>
      <p:pic>
        <p:nvPicPr>
          <p:cNvPr id="8" name="Picture 2" descr="Number lines / Misunderstandings / Patterns / Topdrawer / Home - Topdrawer">
            <a:extLst>
              <a:ext uri="{FF2B5EF4-FFF2-40B4-BE49-F238E27FC236}">
                <a16:creationId xmlns:a16="http://schemas.microsoft.com/office/drawing/2014/main" id="{B31B6B48-B535-0E5A-418B-5F9D5EDC94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7932" y="2494429"/>
            <a:ext cx="2583980" cy="37917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Number lines / Misunderstandings / Patterns / Topdrawer / Home - Topdrawer">
            <a:extLst>
              <a:ext uri="{FF2B5EF4-FFF2-40B4-BE49-F238E27FC236}">
                <a16:creationId xmlns:a16="http://schemas.microsoft.com/office/drawing/2014/main" id="{D7836D6F-A188-54DE-9284-E0D5804058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7932" y="6527551"/>
            <a:ext cx="2583980" cy="37917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C0D83A13-2C2C-3EB3-2305-3F06B76F4097}"/>
                  </a:ext>
                </a:extLst>
              </p:cNvPr>
              <p:cNvGraphicFramePr>
                <a:graphicFrameLocks noGrp="1"/>
              </p:cNvGraphicFramePr>
              <p:nvPr>
                <p:extLst>
                  <p:ext uri="{D42A27DB-BD31-4B8C-83A1-F6EECF244321}">
                    <p14:modId xmlns:p14="http://schemas.microsoft.com/office/powerpoint/2010/main" val="287046244"/>
                  </p:ext>
                </p:extLst>
              </p:nvPr>
            </p:nvGraphicFramePr>
            <p:xfrm>
              <a:off x="101600" y="661291"/>
              <a:ext cx="6671090" cy="6364080"/>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205318">
                      <a:extLst>
                        <a:ext uri="{9D8B030D-6E8A-4147-A177-3AD203B41FA5}">
                          <a16:colId xmlns:a16="http://schemas.microsoft.com/office/drawing/2014/main" val="1034895713"/>
                        </a:ext>
                      </a:extLst>
                    </a:gridCol>
                    <a:gridCol w="3086151">
                      <a:extLst>
                        <a:ext uri="{9D8B030D-6E8A-4147-A177-3AD203B41FA5}">
                          <a16:colId xmlns:a16="http://schemas.microsoft.com/office/drawing/2014/main" val="1986191842"/>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b="0" noProof="0" dirty="0">
                              <a:solidFill>
                                <a:schemeClr val="tx1"/>
                              </a:solidFill>
                              <a:latin typeface="+mn-lt"/>
                            </a:rPr>
                            <a:t>Recall your steps required for solving equations.</a:t>
                          </a: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a:t>
                          </a:r>
                          <a:r>
                            <a:rPr lang="en-GB" sz="1200" b="0" noProof="0" dirty="0">
                              <a:solidFill>
                                <a:schemeClr val="tx1"/>
                              </a:solidFill>
                              <a:latin typeface="+mn-lt"/>
                            </a:rPr>
                            <a:t>Isolate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by performing the inverse operation to both sides of the inequality.</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The solution tells you exactly what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is greater or smaller than.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10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3</m:t>
                                </m:r>
                                <m:d>
                                  <m:dPr>
                                    <m:ctrlPr>
                                      <a:rPr lang="en-GB" sz="1200" b="0" i="1" baseline="0" noProof="0" smtClean="0">
                                        <a:solidFill>
                                          <a:schemeClr val="tx1"/>
                                        </a:solidFill>
                                        <a:latin typeface="Cambria Math" panose="02040503050406030204" pitchFamily="18" charset="0"/>
                                      </a:rPr>
                                    </m:ctrlPr>
                                  </m:dPr>
                                  <m:e>
                                    <m:r>
                                      <a:rPr lang="en-GB" sz="1200" b="0" i="1" baseline="0" noProof="0" smtClean="0">
                                        <a:solidFill>
                                          <a:schemeClr val="tx1"/>
                                        </a:solidFill>
                                        <a:latin typeface="Cambria Math" panose="02040503050406030204" pitchFamily="18" charset="0"/>
                                      </a:rPr>
                                      <m:t>2</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+1</m:t>
                                    </m:r>
                                  </m:e>
                                </m:d>
                                <m:r>
                                  <a:rPr lang="en-GB" sz="1200" b="0" i="1" baseline="0" noProof="0" smtClean="0">
                                    <a:solidFill>
                                      <a:schemeClr val="tx1"/>
                                    </a:solidFill>
                                    <a:latin typeface="Cambria Math" panose="02040503050406030204" pitchFamily="18" charset="0"/>
                                  </a:rPr>
                                  <m:t>&gt;45</m:t>
                                </m:r>
                              </m:oMath>
                            </m:oMathPara>
                          </a14:m>
                          <a:endParaRPr lang="en-GB" sz="1200" baseline="0" noProof="0" dirty="0">
                            <a:solidFill>
                              <a:schemeClr val="tx1"/>
                            </a:solidFill>
                          </a:endParaRPr>
                        </a:p>
                        <a:p>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3592709853"/>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9</m:t>
                                </m:r>
                                <m:d>
                                  <m:dPr>
                                    <m:ctrlPr>
                                      <a:rPr lang="en-GB" sz="1200" b="0" i="1" baseline="0" noProof="0" smtClean="0">
                                        <a:solidFill>
                                          <a:schemeClr val="tx1"/>
                                        </a:solidFill>
                                        <a:latin typeface="Cambria Math" panose="02040503050406030204" pitchFamily="18" charset="0"/>
                                      </a:rPr>
                                    </m:ctrlPr>
                                  </m:dPr>
                                  <m:e>
                                    <m:r>
                                      <a:rPr lang="en-GB" sz="1200" b="0" i="1" baseline="0" noProof="0" smtClean="0">
                                        <a:solidFill>
                                          <a:schemeClr val="tx1"/>
                                        </a:solidFill>
                                        <a:latin typeface="Cambria Math" panose="02040503050406030204" pitchFamily="18" charset="0"/>
                                      </a:rPr>
                                      <m:t>2</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 −3</m:t>
                                    </m:r>
                                  </m:e>
                                </m:d>
                                <m:r>
                                  <a:rPr lang="en-GB" sz="1200" b="0" i="1" baseline="0" noProof="0" smtClean="0">
                                    <a:solidFill>
                                      <a:schemeClr val="tx1"/>
                                    </a:solidFill>
                                    <a:latin typeface="Cambria Math" panose="02040503050406030204" pitchFamily="18" charset="0"/>
                                  </a:rPr>
                                  <m:t>≤8</m:t>
                                </m:r>
                                <m:r>
                                  <a:rPr lang="en-GB" sz="1200" b="0" i="1" baseline="0" noProof="0" smtClean="0">
                                    <a:solidFill>
                                      <a:schemeClr val="tx1"/>
                                    </a:solidFill>
                                    <a:latin typeface="Cambria Math" panose="02040503050406030204" pitchFamily="18" charset="0"/>
                                  </a:rPr>
                                  <m:t>1</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largest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1802611207"/>
                      </a:ext>
                    </a:extLst>
                  </a:tr>
                  <a:tr h="139438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7</m:t>
                                </m:r>
                                <m:d>
                                  <m:dPr>
                                    <m:ctrlPr>
                                      <a:rPr lang="en-GB" sz="1200" b="0" i="1" baseline="0" noProof="0" smtClean="0">
                                        <a:solidFill>
                                          <a:schemeClr val="tx1"/>
                                        </a:solidFill>
                                        <a:latin typeface="Cambria Math" panose="02040503050406030204" pitchFamily="18" charset="0"/>
                                      </a:rPr>
                                    </m:ctrlPr>
                                  </m:dPr>
                                  <m:e>
                                    <m:r>
                                      <a:rPr lang="en-GB" sz="1200" b="0" i="1" baseline="0" noProof="0" smtClean="0">
                                        <a:solidFill>
                                          <a:schemeClr val="tx1"/>
                                        </a:solidFill>
                                        <a:latin typeface="Cambria Math" panose="02040503050406030204" pitchFamily="18" charset="0"/>
                                      </a:rPr>
                                      <m:t>3</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+2</m:t>
                                    </m:r>
                                  </m:e>
                                </m:d>
                                <m:r>
                                  <a:rPr lang="en-GB" sz="1200" b="0" i="1" baseline="0" noProof="0" smtClean="0">
                                    <a:solidFill>
                                      <a:schemeClr val="tx1"/>
                                    </a:solidFill>
                                    <a:latin typeface="Cambria Math" panose="02040503050406030204" pitchFamily="18" charset="0"/>
                                  </a:rPr>
                                  <m:t>≥56</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Choice>
        <mc:Fallback>
          <p:graphicFrame>
            <p:nvGraphicFramePr>
              <p:cNvPr id="5" name="Table 4">
                <a:extLst>
                  <a:ext uri="{FF2B5EF4-FFF2-40B4-BE49-F238E27FC236}">
                    <a16:creationId xmlns:a16="http://schemas.microsoft.com/office/drawing/2014/main" id="{C0D83A13-2C2C-3EB3-2305-3F06B76F4097}"/>
                  </a:ext>
                </a:extLst>
              </p:cNvPr>
              <p:cNvGraphicFramePr>
                <a:graphicFrameLocks noGrp="1"/>
              </p:cNvGraphicFramePr>
              <p:nvPr>
                <p:extLst>
                  <p:ext uri="{D42A27DB-BD31-4B8C-83A1-F6EECF244321}">
                    <p14:modId xmlns:p14="http://schemas.microsoft.com/office/powerpoint/2010/main" val="287046244"/>
                  </p:ext>
                </p:extLst>
              </p:nvPr>
            </p:nvGraphicFramePr>
            <p:xfrm>
              <a:off x="101600" y="661291"/>
              <a:ext cx="6671090" cy="6364080"/>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205318">
                      <a:extLst>
                        <a:ext uri="{9D8B030D-6E8A-4147-A177-3AD203B41FA5}">
                          <a16:colId xmlns:a16="http://schemas.microsoft.com/office/drawing/2014/main" val="1034895713"/>
                        </a:ext>
                      </a:extLst>
                    </a:gridCol>
                    <a:gridCol w="3086151">
                      <a:extLst>
                        <a:ext uri="{9D8B030D-6E8A-4147-A177-3AD203B41FA5}">
                          <a16:colId xmlns:a16="http://schemas.microsoft.com/office/drawing/2014/main" val="1986191842"/>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41" t="-4810" r="-383700" b="-200"/>
                          </a:stretch>
                        </a:blip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10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849923782"/>
                      </a:ext>
                    </a:extLst>
                  </a:tr>
                  <a:tr h="173736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983" t="-33684" r="-140608" b="-234035"/>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3592709853"/>
                      </a:ext>
                    </a:extLst>
                  </a:tr>
                  <a:tr h="173736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983" t="-150175" r="-140608" b="-117544"/>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largest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1802611207"/>
                      </a:ext>
                    </a:extLst>
                  </a:tr>
                  <a:tr h="173736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983" t="-267018" r="-140608" b="-702"/>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Fallback>
      </mc:AlternateContent>
      <p:sp>
        <p:nvSpPr>
          <p:cNvPr id="6" name="Rectangle 5">
            <a:extLst>
              <a:ext uri="{FF2B5EF4-FFF2-40B4-BE49-F238E27FC236}">
                <a16:creationId xmlns:a16="http://schemas.microsoft.com/office/drawing/2014/main" id="{65F13A21-28E8-9BE4-F72A-5BA33A2743EB}"/>
              </a:ext>
            </a:extLst>
          </p:cNvPr>
          <p:cNvSpPr/>
          <p:nvPr/>
        </p:nvSpPr>
        <p:spPr>
          <a:xfrm>
            <a:off x="86030" y="7100715"/>
            <a:ext cx="1568888" cy="24106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p:sp>
        <p:nvSpPr>
          <p:cNvPr id="11" name="TextBox 10">
            <a:extLst>
              <a:ext uri="{FF2B5EF4-FFF2-40B4-BE49-F238E27FC236}">
                <a16:creationId xmlns:a16="http://schemas.microsoft.com/office/drawing/2014/main" id="{EC03F1EF-1FE0-D2A5-9876-A8B7399B1BED}"/>
              </a:ext>
            </a:extLst>
          </p:cNvPr>
          <p:cNvSpPr txBox="1"/>
          <p:nvPr/>
        </p:nvSpPr>
        <p:spPr>
          <a:xfrm>
            <a:off x="1627987" y="7091124"/>
            <a:ext cx="5314222" cy="276999"/>
          </a:xfrm>
          <a:prstGeom prst="rect">
            <a:avLst/>
          </a:prstGeom>
          <a:noFill/>
        </p:spPr>
        <p:txBody>
          <a:bodyPr wrap="square" rtlCol="0">
            <a:spAutoFit/>
          </a:bodyPr>
          <a:lstStyle/>
          <a:p>
            <a:r>
              <a:rPr lang="en-GB" sz="1200" b="1" noProof="0" dirty="0"/>
              <a:t>Question 11.</a:t>
            </a:r>
            <a:r>
              <a:rPr lang="en-GB" sz="1200" noProof="0" dirty="0"/>
              <a:t> Solve and </a:t>
            </a:r>
            <a:r>
              <a:rPr lang="en-GB" sz="1200" b="1" noProof="0" dirty="0"/>
              <a:t>represent the solutions on the number lines below:</a:t>
            </a:r>
            <a:endParaRPr lang="en-GB" sz="1200" noProof="0" dirty="0"/>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D76D0BA8-E6DC-F2FC-96C4-C6F1B8DEB63E}"/>
                  </a:ext>
                </a:extLst>
              </p:cNvPr>
              <p:cNvGraphicFramePr>
                <a:graphicFrameLocks noGrp="1"/>
              </p:cNvGraphicFramePr>
              <p:nvPr>
                <p:extLst>
                  <p:ext uri="{D42A27DB-BD31-4B8C-83A1-F6EECF244321}">
                    <p14:modId xmlns:p14="http://schemas.microsoft.com/office/powerpoint/2010/main" val="1785147527"/>
                  </p:ext>
                </p:extLst>
              </p:nvPr>
            </p:nvGraphicFramePr>
            <p:xfrm>
              <a:off x="86030" y="7377713"/>
              <a:ext cx="6656334" cy="2268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3744780004"/>
                        </a:ext>
                      </a:extLst>
                    </a:gridCol>
                    <a:gridCol w="2218778">
                      <a:extLst>
                        <a:ext uri="{9D8B030D-6E8A-4147-A177-3AD203B41FA5}">
                          <a16:colId xmlns:a16="http://schemas.microsoft.com/office/drawing/2014/main" val="1560465477"/>
                        </a:ext>
                      </a:extLst>
                    </a:gridCol>
                    <a:gridCol w="2218778">
                      <a:extLst>
                        <a:ext uri="{9D8B030D-6E8A-4147-A177-3AD203B41FA5}">
                          <a16:colId xmlns:a16="http://schemas.microsoft.com/office/drawing/2014/main" val="2206989580"/>
                        </a:ext>
                      </a:extLst>
                    </a:gridCol>
                  </a:tblGrid>
                  <a:tr h="1584000">
                    <a:tc>
                      <a:txBody>
                        <a:bodyPr/>
                        <a:lstStyle/>
                        <a:p>
                          <a:r>
                            <a:rPr lang="en-GB" sz="1200" noProof="0" dirty="0"/>
                            <a:t>a)  </a:t>
                          </a:r>
                          <a14:m>
                            <m:oMath xmlns:m="http://schemas.openxmlformats.org/officeDocument/2006/math">
                              <m:r>
                                <a:rPr lang="en-GB" sz="1200" b="0" i="1" noProof="0" smtClean="0">
                                  <a:latin typeface="Cambria Math" panose="02040503050406030204" pitchFamily="18" charset="0"/>
                                </a:rPr>
                                <m:t>4</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r>
                                    <a:rPr lang="en-GB" sz="1200" b="0" i="1" noProof="0" smtClean="0">
                                      <a:latin typeface="Cambria Math" panose="02040503050406030204" pitchFamily="18" charset="0"/>
                                    </a:rPr>
                                    <m:t>+5</m:t>
                                  </m:r>
                                </m:e>
                              </m:d>
                              <m:r>
                                <a:rPr lang="en-GB" sz="1200" b="0" i="1" noProof="0" smtClean="0">
                                  <a:latin typeface="Cambria Math" panose="02040503050406030204" pitchFamily="18" charset="0"/>
                                </a:rPr>
                                <m:t>&gt;28</m:t>
                              </m:r>
                            </m:oMath>
                          </a14:m>
                          <a:endParaRPr lang="en-GB" sz="1200" noProof="0" dirty="0"/>
                        </a:p>
                      </a:txBody>
                      <a:tcPr/>
                    </a:tc>
                    <a:tc>
                      <a:txBody>
                        <a:bodyPr/>
                        <a:lstStyle/>
                        <a:p>
                          <a:r>
                            <a:rPr lang="en-GB" sz="1200" noProof="0" dirty="0"/>
                            <a:t>b) </a:t>
                          </a:r>
                          <a14:m>
                            <m:oMath xmlns:m="http://schemas.openxmlformats.org/officeDocument/2006/math">
                              <m:r>
                                <a:rPr lang="en-GB" sz="1200" b="0" i="1" noProof="0" smtClean="0">
                                  <a:latin typeface="Cambria Math" panose="02040503050406030204" pitchFamily="18" charset="0"/>
                                </a:rPr>
                                <m:t>3</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e>
                              </m:d>
                              <m:r>
                                <a:rPr lang="en-GB" sz="1200" b="0" i="1" noProof="0" smtClean="0">
                                  <a:latin typeface="Cambria Math" panose="02040503050406030204" pitchFamily="18" charset="0"/>
                                </a:rPr>
                                <m:t>&lt;12</m:t>
                              </m:r>
                            </m:oMath>
                          </a14:m>
                          <a:endParaRPr lang="en-GB" sz="1200" noProof="0" dirty="0"/>
                        </a:p>
                      </a:txBody>
                      <a:tcPr/>
                    </a:tc>
                    <a:tc>
                      <a:txBody>
                        <a:bodyPr/>
                        <a:lstStyle/>
                        <a:p>
                          <a:r>
                            <a:rPr lang="en-GB" sz="1200" noProof="0" dirty="0"/>
                            <a:t>c) </a:t>
                          </a:r>
                          <a14:m>
                            <m:oMath xmlns:m="http://schemas.openxmlformats.org/officeDocument/2006/math">
                              <m:r>
                                <a:rPr lang="en-GB" sz="1200" b="0" i="1" noProof="0" smtClean="0">
                                  <a:latin typeface="Cambria Math" panose="02040503050406030204" pitchFamily="18" charset="0"/>
                                </a:rPr>
                                <m:t>5</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e>
                              </m:d>
                              <m:r>
                                <a:rPr lang="en-GB" sz="1200" b="0" i="1" noProof="0" smtClean="0">
                                  <a:latin typeface="Cambria Math" panose="02040503050406030204" pitchFamily="18" charset="0"/>
                                </a:rPr>
                                <m:t>&gt;25</m:t>
                              </m:r>
                            </m:oMath>
                          </a14:m>
                          <a:endParaRPr lang="en-GB" sz="1200" noProof="0" dirty="0"/>
                        </a:p>
                      </a:txBody>
                      <a:tcPr/>
                    </a:tc>
                    <a:extLst>
                      <a:ext uri="{0D108BD9-81ED-4DB2-BD59-A6C34878D82A}">
                        <a16:rowId xmlns:a16="http://schemas.microsoft.com/office/drawing/2014/main" val="2276223022"/>
                      </a:ext>
                    </a:extLst>
                  </a:tr>
                  <a:tr h="684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1670863752"/>
                      </a:ext>
                    </a:extLst>
                  </a:tr>
                </a:tbl>
              </a:graphicData>
            </a:graphic>
          </p:graphicFrame>
        </mc:Choice>
        <mc:Fallback xmlns="">
          <p:graphicFrame>
            <p:nvGraphicFramePr>
              <p:cNvPr id="12" name="Table 11">
                <a:extLst>
                  <a:ext uri="{FF2B5EF4-FFF2-40B4-BE49-F238E27FC236}">
                    <a16:creationId xmlns:a16="http://schemas.microsoft.com/office/drawing/2014/main" id="{D76D0BA8-E6DC-F2FC-96C4-C6F1B8DEB63E}"/>
                  </a:ext>
                </a:extLst>
              </p:cNvPr>
              <p:cNvGraphicFramePr>
                <a:graphicFrameLocks noGrp="1"/>
              </p:cNvGraphicFramePr>
              <p:nvPr>
                <p:extLst>
                  <p:ext uri="{D42A27DB-BD31-4B8C-83A1-F6EECF244321}">
                    <p14:modId xmlns:p14="http://schemas.microsoft.com/office/powerpoint/2010/main" val="1785147527"/>
                  </p:ext>
                </p:extLst>
              </p:nvPr>
            </p:nvGraphicFramePr>
            <p:xfrm>
              <a:off x="86030" y="7377713"/>
              <a:ext cx="6656334" cy="2268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3744780004"/>
                        </a:ext>
                      </a:extLst>
                    </a:gridCol>
                    <a:gridCol w="2218778">
                      <a:extLst>
                        <a:ext uri="{9D8B030D-6E8A-4147-A177-3AD203B41FA5}">
                          <a16:colId xmlns:a16="http://schemas.microsoft.com/office/drawing/2014/main" val="1560465477"/>
                        </a:ext>
                      </a:extLst>
                    </a:gridCol>
                    <a:gridCol w="2218778">
                      <a:extLst>
                        <a:ext uri="{9D8B030D-6E8A-4147-A177-3AD203B41FA5}">
                          <a16:colId xmlns:a16="http://schemas.microsoft.com/office/drawing/2014/main" val="2206989580"/>
                        </a:ext>
                      </a:extLst>
                    </a:gridCol>
                  </a:tblGrid>
                  <a:tr h="1584000">
                    <a:tc>
                      <a:txBody>
                        <a:bodyPr/>
                        <a:lstStyle/>
                        <a:p>
                          <a:endParaRPr lang="en-US"/>
                        </a:p>
                      </a:txBody>
                      <a:tcPr>
                        <a:blipFill>
                          <a:blip r:embed="rId5"/>
                          <a:stretch>
                            <a:fillRect l="-275" t="-383" r="-200824" b="-43678"/>
                          </a:stretch>
                        </a:blipFill>
                      </a:tcPr>
                    </a:tc>
                    <a:tc>
                      <a:txBody>
                        <a:bodyPr/>
                        <a:lstStyle/>
                        <a:p>
                          <a:endParaRPr lang="en-US"/>
                        </a:p>
                      </a:txBody>
                      <a:tcPr>
                        <a:blipFill>
                          <a:blip r:embed="rId5"/>
                          <a:stretch>
                            <a:fillRect l="-100000" t="-383" r="-100274" b="-43678"/>
                          </a:stretch>
                        </a:blipFill>
                      </a:tcPr>
                    </a:tc>
                    <a:tc>
                      <a:txBody>
                        <a:bodyPr/>
                        <a:lstStyle/>
                        <a:p>
                          <a:endParaRPr lang="en-US"/>
                        </a:p>
                      </a:txBody>
                      <a:tcPr>
                        <a:blipFill>
                          <a:blip r:embed="rId5"/>
                          <a:stretch>
                            <a:fillRect l="-200549" t="-383" r="-549" b="-43678"/>
                          </a:stretch>
                        </a:blipFill>
                      </a:tcPr>
                    </a:tc>
                    <a:extLst>
                      <a:ext uri="{0D108BD9-81ED-4DB2-BD59-A6C34878D82A}">
                        <a16:rowId xmlns:a16="http://schemas.microsoft.com/office/drawing/2014/main" val="2276223022"/>
                      </a:ext>
                    </a:extLst>
                  </a:tr>
                  <a:tr h="684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1670863752"/>
                      </a:ext>
                    </a:extLst>
                  </a:tr>
                </a:tbl>
              </a:graphicData>
            </a:graphic>
          </p:graphicFrame>
        </mc:Fallback>
      </mc:AlternateContent>
      <p:pic>
        <p:nvPicPr>
          <p:cNvPr id="13" name="Picture 2" descr="Number lines / Misunderstandings / Patterns / Topdrawer / Home - Topdrawer">
            <a:extLst>
              <a:ext uri="{FF2B5EF4-FFF2-40B4-BE49-F238E27FC236}">
                <a16:creationId xmlns:a16="http://schemas.microsoft.com/office/drawing/2014/main" id="{4300FFFE-F4A2-D657-0AB4-B2B1FF7387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50" y="9279112"/>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Number lines / Misunderstandings / Patterns / Topdrawer / Home - Topdrawer">
            <a:extLst>
              <a:ext uri="{FF2B5EF4-FFF2-40B4-BE49-F238E27FC236}">
                <a16:creationId xmlns:a16="http://schemas.microsoft.com/office/drawing/2014/main" id="{605BE0D0-77CE-2A01-3D40-3CC094282C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7950" y="9266409"/>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Number lines / Misunderstandings / Patterns / Topdrawer / Home - Topdrawer">
            <a:extLst>
              <a:ext uri="{FF2B5EF4-FFF2-40B4-BE49-F238E27FC236}">
                <a16:creationId xmlns:a16="http://schemas.microsoft.com/office/drawing/2014/main" id="{DFDE9B90-85D3-73C1-0C98-FCD0FBB60D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673" y="10401827"/>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umber lines / Misunderstandings / Patterns / Topdrawer / Home - Topdrawer">
            <a:extLst>
              <a:ext uri="{FF2B5EF4-FFF2-40B4-BE49-F238E27FC236}">
                <a16:creationId xmlns:a16="http://schemas.microsoft.com/office/drawing/2014/main" id="{D49F9C97-7C4F-277C-8979-3F63892119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8364" y="9265616"/>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Number lines / Misunderstandings / Patterns / Topdrawer / Home - Topdrawer">
            <a:extLst>
              <a:ext uri="{FF2B5EF4-FFF2-40B4-BE49-F238E27FC236}">
                <a16:creationId xmlns:a16="http://schemas.microsoft.com/office/drawing/2014/main" id="{9A3E66A7-1E31-D07C-4833-EF33046FE5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44" y="10405048"/>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Number lines / Misunderstandings / Patterns / Topdrawer / Home - Topdrawer">
            <a:extLst>
              <a:ext uri="{FF2B5EF4-FFF2-40B4-BE49-F238E27FC236}">
                <a16:creationId xmlns:a16="http://schemas.microsoft.com/office/drawing/2014/main" id="{780F4DBC-DB0A-4F9F-7C1D-C8A9D879C2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3316" y="10401827"/>
            <a:ext cx="2124000" cy="311679"/>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FC1D73FB-7E54-824F-8D2E-DE5A472486F3}"/>
              </a:ext>
            </a:extLst>
          </p:cNvPr>
          <p:cNvSpPr/>
          <p:nvPr/>
        </p:nvSpPr>
        <p:spPr>
          <a:xfrm>
            <a:off x="0" y="0"/>
            <a:ext cx="6858000" cy="252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noProof="0" dirty="0"/>
              <a:t>Solving Single-Ended Inequalities with Multiple Steps</a:t>
            </a:r>
          </a:p>
        </p:txBody>
      </p:sp>
    </p:spTree>
    <p:extLst>
      <p:ext uri="{BB962C8B-B14F-4D97-AF65-F5344CB8AC3E}">
        <p14:creationId xmlns:p14="http://schemas.microsoft.com/office/powerpoint/2010/main" val="2236661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F1B4801-2B3B-019D-406E-1F4A04569AE3}"/>
              </a:ext>
            </a:extLst>
          </p:cNvPr>
          <p:cNvSpPr>
            <a:spLocks noGrp="1"/>
          </p:cNvSpPr>
          <p:nvPr>
            <p:ph type="sldNum" sz="quarter" idx="12"/>
          </p:nvPr>
        </p:nvSpPr>
        <p:spPr>
          <a:xfrm>
            <a:off x="5317221" y="9400369"/>
            <a:ext cx="1543050" cy="527403"/>
          </a:xfrm>
        </p:spPr>
        <p:txBody>
          <a:bodyPr/>
          <a:lstStyle/>
          <a:p>
            <a:fld id="{19F1D9CC-7119-45EC-A96C-D8C0660F3AAB}" type="slidenum">
              <a:rPr lang="en-GB" noProof="0" smtClean="0">
                <a:solidFill>
                  <a:schemeClr val="tx1"/>
                </a:solidFill>
              </a:rPr>
              <a:t>20</a:t>
            </a:fld>
            <a:endParaRPr lang="en-GB" noProof="0" dirty="0">
              <a:solidFill>
                <a:schemeClr val="tx1"/>
              </a:solidFill>
            </a:endParaRPr>
          </a:p>
        </p:txBody>
      </p:sp>
      <p:pic>
        <p:nvPicPr>
          <p:cNvPr id="8" name="Picture 2" descr="Number lines / Misunderstandings / Patterns / Topdrawer / Home - Topdrawer">
            <a:extLst>
              <a:ext uri="{FF2B5EF4-FFF2-40B4-BE49-F238E27FC236}">
                <a16:creationId xmlns:a16="http://schemas.microsoft.com/office/drawing/2014/main" id="{99F6DB56-4453-E037-A121-710368BD71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5269" y="2293446"/>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Number lines / Misunderstandings / Patterns / Topdrawer / Home - Topdrawer">
            <a:extLst>
              <a:ext uri="{FF2B5EF4-FFF2-40B4-BE49-F238E27FC236}">
                <a16:creationId xmlns:a16="http://schemas.microsoft.com/office/drawing/2014/main" id="{6D550CE8-3F04-6D61-C02E-DC59CB107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040" y="2296667"/>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Number lines / Misunderstandings / Patterns / Topdrawer / Home - Topdrawer">
            <a:extLst>
              <a:ext uri="{FF2B5EF4-FFF2-40B4-BE49-F238E27FC236}">
                <a16:creationId xmlns:a16="http://schemas.microsoft.com/office/drawing/2014/main" id="{CE4DB83C-0D4F-7B75-11FB-928B775AB9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3912" y="2293446"/>
            <a:ext cx="2124000" cy="31167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graphicFrame>
            <p:nvGraphicFramePr>
              <p:cNvPr id="12" name="Table 11">
                <a:extLst>
                  <a:ext uri="{FF2B5EF4-FFF2-40B4-BE49-F238E27FC236}">
                    <a16:creationId xmlns:a16="http://schemas.microsoft.com/office/drawing/2014/main" id="{69A922FB-C86D-E91F-75B7-CB804E5239D7}"/>
                  </a:ext>
                </a:extLst>
              </p:cNvPr>
              <p:cNvGraphicFramePr>
                <a:graphicFrameLocks noGrp="1"/>
              </p:cNvGraphicFramePr>
              <p:nvPr>
                <p:extLst>
                  <p:ext uri="{D42A27DB-BD31-4B8C-83A1-F6EECF244321}">
                    <p14:modId xmlns:p14="http://schemas.microsoft.com/office/powerpoint/2010/main" val="2990154818"/>
                  </p:ext>
                </p:extLst>
              </p:nvPr>
            </p:nvGraphicFramePr>
            <p:xfrm>
              <a:off x="105040" y="3196943"/>
              <a:ext cx="6656334" cy="4248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3879965618"/>
                        </a:ext>
                      </a:extLst>
                    </a:gridCol>
                    <a:gridCol w="2218778">
                      <a:extLst>
                        <a:ext uri="{9D8B030D-6E8A-4147-A177-3AD203B41FA5}">
                          <a16:colId xmlns:a16="http://schemas.microsoft.com/office/drawing/2014/main" val="1070311144"/>
                        </a:ext>
                      </a:extLst>
                    </a:gridCol>
                    <a:gridCol w="2218778">
                      <a:extLst>
                        <a:ext uri="{9D8B030D-6E8A-4147-A177-3AD203B41FA5}">
                          <a16:colId xmlns:a16="http://schemas.microsoft.com/office/drawing/2014/main" val="3288267543"/>
                        </a:ext>
                      </a:extLst>
                    </a:gridCol>
                  </a:tblGrid>
                  <a:tr h="1584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a) </a:t>
                          </a:r>
                          <a14:m>
                            <m:oMath xmlns:m="http://schemas.openxmlformats.org/officeDocument/2006/math">
                              <m:r>
                                <a:rPr lang="en-GB" sz="1200" b="0" i="1" noProof="0" smtClean="0">
                                  <a:latin typeface="Cambria Math" panose="02040503050406030204" pitchFamily="18" charset="0"/>
                                </a:rPr>
                                <m:t>5</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e>
                              </m:d>
                              <m:r>
                                <a:rPr lang="en-GB" sz="1200" b="0" i="1" noProof="0" smtClean="0">
                                  <a:latin typeface="Cambria Math" panose="02040503050406030204" pitchFamily="18" charset="0"/>
                                </a:rPr>
                                <m:t>&gt;65</m:t>
                              </m:r>
                            </m:oMath>
                          </a14:m>
                          <a:endParaRPr lang="en-GB" sz="1200" noProof="0" dirty="0"/>
                        </a:p>
                        <a:p>
                          <a:endParaRPr lang="en-GB" sz="1200" noProof="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b) </a:t>
                          </a:r>
                          <a14:m>
                            <m:oMath xmlns:m="http://schemas.openxmlformats.org/officeDocument/2006/math">
                              <m:r>
                                <a:rPr lang="en-GB" sz="1200" b="0" i="1" noProof="0" smtClean="0">
                                  <a:latin typeface="Cambria Math" panose="02040503050406030204" pitchFamily="18" charset="0"/>
                                </a:rPr>
                                <m:t>10</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 −3</m:t>
                                  </m:r>
                                </m:e>
                              </m:d>
                              <m:r>
                                <a:rPr lang="en-GB" sz="1200" b="0" i="1" noProof="0" smtClean="0">
                                  <a:latin typeface="Cambria Math" panose="02040503050406030204" pitchFamily="18" charset="0"/>
                                </a:rPr>
                                <m:t>&gt;100</m:t>
                              </m:r>
                            </m:oMath>
                          </a14:m>
                          <a:endParaRPr lang="en-GB" sz="1200" noProof="0" dirty="0"/>
                        </a:p>
                        <a:p>
                          <a:endParaRPr lang="en-GB" sz="1200" noProof="0" dirty="0"/>
                        </a:p>
                      </a:txBody>
                      <a:tcPr/>
                    </a:tc>
                    <a:tc>
                      <a:txBody>
                        <a:bodyPr/>
                        <a:lstStyle/>
                        <a:p>
                          <a:r>
                            <a:rPr lang="en-GB" sz="1200" noProof="0" dirty="0"/>
                            <a:t>c) </a:t>
                          </a:r>
                          <a14:m>
                            <m:oMath xmlns:m="http://schemas.openxmlformats.org/officeDocument/2006/math">
                              <m:r>
                                <a:rPr lang="en-GB" sz="1200" b="0" i="1" noProof="0" smtClean="0">
                                  <a:latin typeface="Cambria Math" panose="02040503050406030204" pitchFamily="18" charset="0"/>
                                </a:rPr>
                                <m:t>2</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7</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+4</m:t>
                                  </m:r>
                                </m:e>
                              </m:d>
                              <m:r>
                                <a:rPr lang="en-GB" sz="1200" b="0" i="1" noProof="0" smtClean="0">
                                  <a:latin typeface="Cambria Math" panose="02040503050406030204" pitchFamily="18" charset="0"/>
                                </a:rPr>
                                <m:t>≥158</m:t>
                              </m:r>
                            </m:oMath>
                          </a14:m>
                          <a:endParaRPr lang="en-GB" sz="1200" noProof="0" dirty="0"/>
                        </a:p>
                      </a:txBody>
                      <a:tcPr/>
                    </a:tc>
                    <a:extLst>
                      <a:ext uri="{0D108BD9-81ED-4DB2-BD59-A6C34878D82A}">
                        <a16:rowId xmlns:a16="http://schemas.microsoft.com/office/drawing/2014/main" val="3733705690"/>
                      </a:ext>
                    </a:extLst>
                  </a:tr>
                  <a:tr h="540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762919930"/>
                      </a:ext>
                    </a:extLst>
                  </a:tr>
                  <a:tr h="1584000">
                    <a:tc>
                      <a:txBody>
                        <a:bodyPr/>
                        <a:lstStyle/>
                        <a:p>
                          <a:r>
                            <a:rPr lang="en-GB" sz="1200" noProof="0" dirty="0"/>
                            <a:t>d) </a:t>
                          </a:r>
                          <a14:m>
                            <m:oMath xmlns:m="http://schemas.openxmlformats.org/officeDocument/2006/math">
                              <m:r>
                                <a:rPr lang="en-GB" sz="1200" b="0" i="1" noProof="0" smtClean="0">
                                  <a:latin typeface="Cambria Math" panose="02040503050406030204" pitchFamily="18" charset="0"/>
                                </a:rPr>
                                <m:t>6</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+3</m:t>
                                  </m:r>
                                </m:e>
                              </m:d>
                              <m:r>
                                <a:rPr lang="en-GB" sz="1200" b="0" i="1" noProof="0" smtClean="0">
                                  <a:latin typeface="Cambria Math" panose="02040503050406030204" pitchFamily="18" charset="0"/>
                                </a:rPr>
                                <m:t>≤6</m:t>
                              </m:r>
                            </m:oMath>
                          </a14:m>
                          <a:endParaRPr lang="en-GB" sz="1200" noProof="0" dirty="0"/>
                        </a:p>
                      </a:txBody>
                      <a:tcPr/>
                    </a:tc>
                    <a:tc>
                      <a:txBody>
                        <a:bodyPr/>
                        <a:lstStyle/>
                        <a:p>
                          <a:r>
                            <a:rPr lang="en-GB" sz="1200" noProof="0" dirty="0"/>
                            <a:t>e) </a:t>
                          </a:r>
                          <a14:m>
                            <m:oMath xmlns:m="http://schemas.openxmlformats.org/officeDocument/2006/math">
                              <m:r>
                                <a:rPr lang="en-GB" sz="1200" b="0" i="1" noProof="0" smtClean="0">
                                  <a:latin typeface="Cambria Math" panose="02040503050406030204" pitchFamily="18" charset="0"/>
                                </a:rPr>
                                <m:t>3</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+10</m:t>
                                  </m:r>
                                </m:e>
                              </m:d>
                              <m:r>
                                <a:rPr lang="en-GB" sz="1200" b="0" i="1" noProof="0" smtClean="0">
                                  <a:latin typeface="Cambria Math" panose="02040503050406030204" pitchFamily="18" charset="0"/>
                                </a:rPr>
                                <m:t>&gt;20</m:t>
                              </m:r>
                            </m:oMath>
                          </a14:m>
                          <a:endParaRPr lang="en-GB" sz="1200" noProof="0" dirty="0"/>
                        </a:p>
                      </a:txBody>
                      <a:tcPr/>
                    </a:tc>
                    <a:tc>
                      <a:txBody>
                        <a:bodyPr/>
                        <a:lstStyle/>
                        <a:p>
                          <a:r>
                            <a:rPr lang="en-GB" sz="1200" noProof="0" dirty="0"/>
                            <a:t>f) </a:t>
                          </a:r>
                          <a14:m>
                            <m:oMath xmlns:m="http://schemas.openxmlformats.org/officeDocument/2006/math">
                              <m:r>
                                <a:rPr lang="en-GB" sz="1200" b="0" i="1" noProof="0" smtClean="0">
                                  <a:latin typeface="Cambria Math" panose="02040503050406030204" pitchFamily="18" charset="0"/>
                                </a:rPr>
                                <m:t>6</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3</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+11</m:t>
                                  </m:r>
                                </m:e>
                              </m:d>
                              <m:r>
                                <a:rPr lang="en-GB" sz="1200" b="0" i="1" noProof="0" smtClean="0">
                                  <a:latin typeface="Cambria Math" panose="02040503050406030204" pitchFamily="18" charset="0"/>
                                </a:rPr>
                                <m:t>≤12</m:t>
                              </m:r>
                            </m:oMath>
                          </a14:m>
                          <a:endParaRPr lang="en-GB" sz="1200" noProof="0" dirty="0"/>
                        </a:p>
                      </a:txBody>
                      <a:tcPr/>
                    </a:tc>
                    <a:extLst>
                      <a:ext uri="{0D108BD9-81ED-4DB2-BD59-A6C34878D82A}">
                        <a16:rowId xmlns:a16="http://schemas.microsoft.com/office/drawing/2014/main" val="3582817684"/>
                      </a:ext>
                    </a:extLst>
                  </a:tr>
                  <a:tr h="540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658238587"/>
                      </a:ext>
                    </a:extLst>
                  </a:tr>
                </a:tbl>
              </a:graphicData>
            </a:graphic>
          </p:graphicFrame>
        </mc:Choice>
        <mc:Fallback>
          <p:graphicFrame>
            <p:nvGraphicFramePr>
              <p:cNvPr id="12" name="Table 11">
                <a:extLst>
                  <a:ext uri="{FF2B5EF4-FFF2-40B4-BE49-F238E27FC236}">
                    <a16:creationId xmlns:a16="http://schemas.microsoft.com/office/drawing/2014/main" id="{69A922FB-C86D-E91F-75B7-CB804E5239D7}"/>
                  </a:ext>
                </a:extLst>
              </p:cNvPr>
              <p:cNvGraphicFramePr>
                <a:graphicFrameLocks noGrp="1"/>
              </p:cNvGraphicFramePr>
              <p:nvPr>
                <p:extLst>
                  <p:ext uri="{D42A27DB-BD31-4B8C-83A1-F6EECF244321}">
                    <p14:modId xmlns:p14="http://schemas.microsoft.com/office/powerpoint/2010/main" val="2990154818"/>
                  </p:ext>
                </p:extLst>
              </p:nvPr>
            </p:nvGraphicFramePr>
            <p:xfrm>
              <a:off x="105040" y="3196943"/>
              <a:ext cx="6656334" cy="4248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3879965618"/>
                        </a:ext>
                      </a:extLst>
                    </a:gridCol>
                    <a:gridCol w="2218778">
                      <a:extLst>
                        <a:ext uri="{9D8B030D-6E8A-4147-A177-3AD203B41FA5}">
                          <a16:colId xmlns:a16="http://schemas.microsoft.com/office/drawing/2014/main" val="1070311144"/>
                        </a:ext>
                      </a:extLst>
                    </a:gridCol>
                    <a:gridCol w="2218778">
                      <a:extLst>
                        <a:ext uri="{9D8B030D-6E8A-4147-A177-3AD203B41FA5}">
                          <a16:colId xmlns:a16="http://schemas.microsoft.com/office/drawing/2014/main" val="3288267543"/>
                        </a:ext>
                      </a:extLst>
                    </a:gridCol>
                  </a:tblGrid>
                  <a:tr h="1584000">
                    <a:tc>
                      <a:txBody>
                        <a:bodyPr/>
                        <a:lstStyle/>
                        <a:p>
                          <a:endParaRPr lang="en-US"/>
                        </a:p>
                      </a:txBody>
                      <a:tcPr>
                        <a:blipFill>
                          <a:blip r:embed="rId3"/>
                          <a:stretch>
                            <a:fillRect l="-275" t="-385" r="-200824" b="-169231"/>
                          </a:stretch>
                        </a:blipFill>
                      </a:tcPr>
                    </a:tc>
                    <a:tc>
                      <a:txBody>
                        <a:bodyPr/>
                        <a:lstStyle/>
                        <a:p>
                          <a:endParaRPr lang="en-US"/>
                        </a:p>
                      </a:txBody>
                      <a:tcPr>
                        <a:blipFill>
                          <a:blip r:embed="rId3"/>
                          <a:stretch>
                            <a:fillRect l="-100000" t="-385" r="-100274" b="-169231"/>
                          </a:stretch>
                        </a:blipFill>
                      </a:tcPr>
                    </a:tc>
                    <a:tc>
                      <a:txBody>
                        <a:bodyPr/>
                        <a:lstStyle/>
                        <a:p>
                          <a:endParaRPr lang="en-US"/>
                        </a:p>
                      </a:txBody>
                      <a:tcPr>
                        <a:blipFill>
                          <a:blip r:embed="rId3"/>
                          <a:stretch>
                            <a:fillRect l="-200549" t="-385" r="-549" b="-169231"/>
                          </a:stretch>
                        </a:blipFill>
                      </a:tcPr>
                    </a:tc>
                    <a:extLst>
                      <a:ext uri="{0D108BD9-81ED-4DB2-BD59-A6C34878D82A}">
                        <a16:rowId xmlns:a16="http://schemas.microsoft.com/office/drawing/2014/main" val="3733705690"/>
                      </a:ext>
                    </a:extLst>
                  </a:tr>
                  <a:tr h="540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762919930"/>
                      </a:ext>
                    </a:extLst>
                  </a:tr>
                  <a:tr h="1584000">
                    <a:tc>
                      <a:txBody>
                        <a:bodyPr/>
                        <a:lstStyle/>
                        <a:p>
                          <a:endParaRPr lang="en-US"/>
                        </a:p>
                      </a:txBody>
                      <a:tcPr>
                        <a:blipFill>
                          <a:blip r:embed="rId3"/>
                          <a:stretch>
                            <a:fillRect l="-275" t="-134615" r="-200824" b="-35000"/>
                          </a:stretch>
                        </a:blipFill>
                      </a:tcPr>
                    </a:tc>
                    <a:tc>
                      <a:txBody>
                        <a:bodyPr/>
                        <a:lstStyle/>
                        <a:p>
                          <a:endParaRPr lang="en-US"/>
                        </a:p>
                      </a:txBody>
                      <a:tcPr>
                        <a:blipFill>
                          <a:blip r:embed="rId3"/>
                          <a:stretch>
                            <a:fillRect l="-100000" t="-134615" r="-100274" b="-35000"/>
                          </a:stretch>
                        </a:blipFill>
                      </a:tcPr>
                    </a:tc>
                    <a:tc>
                      <a:txBody>
                        <a:bodyPr/>
                        <a:lstStyle/>
                        <a:p>
                          <a:endParaRPr lang="en-US"/>
                        </a:p>
                      </a:txBody>
                      <a:tcPr>
                        <a:blipFill>
                          <a:blip r:embed="rId3"/>
                          <a:stretch>
                            <a:fillRect l="-200549" t="-134615" r="-549" b="-35000"/>
                          </a:stretch>
                        </a:blipFill>
                      </a:tcPr>
                    </a:tc>
                    <a:extLst>
                      <a:ext uri="{0D108BD9-81ED-4DB2-BD59-A6C34878D82A}">
                        <a16:rowId xmlns:a16="http://schemas.microsoft.com/office/drawing/2014/main" val="3582817684"/>
                      </a:ext>
                    </a:extLst>
                  </a:tr>
                  <a:tr h="540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65823858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D3B5DAEB-1EDA-F50E-CB90-5BDCC871CB3B}"/>
                  </a:ext>
                </a:extLst>
              </p:cNvPr>
              <p:cNvGraphicFramePr>
                <a:graphicFrameLocks noGrp="1"/>
              </p:cNvGraphicFramePr>
              <p:nvPr>
                <p:extLst>
                  <p:ext uri="{D42A27DB-BD31-4B8C-83A1-F6EECF244321}">
                    <p14:modId xmlns:p14="http://schemas.microsoft.com/office/powerpoint/2010/main" val="3162407356"/>
                  </p:ext>
                </p:extLst>
              </p:nvPr>
            </p:nvGraphicFramePr>
            <p:xfrm>
              <a:off x="132046" y="7609333"/>
              <a:ext cx="6656334" cy="1948905"/>
            </p:xfrm>
            <a:graphic>
              <a:graphicData uri="http://schemas.openxmlformats.org/drawingml/2006/table">
                <a:tbl>
                  <a:tblPr firstRow="1" bandRow="1">
                    <a:tableStyleId>{5C22544A-7EE6-4342-B048-85BDC9FD1C3A}</a:tableStyleId>
                  </a:tblPr>
                  <a:tblGrid>
                    <a:gridCol w="6656334">
                      <a:extLst>
                        <a:ext uri="{9D8B030D-6E8A-4147-A177-3AD203B41FA5}">
                          <a16:colId xmlns:a16="http://schemas.microsoft.com/office/drawing/2014/main" val="3107707989"/>
                        </a:ext>
                      </a:extLst>
                    </a:gridCol>
                  </a:tblGrid>
                  <a:tr h="1948905">
                    <a:tc>
                      <a:txBody>
                        <a:bodyPr/>
                        <a:lstStyle/>
                        <a:p>
                          <a:r>
                            <a:rPr lang="en-GB" sz="1200" b="1" noProof="0" dirty="0">
                              <a:solidFill>
                                <a:schemeClr val="tx1"/>
                              </a:solidFill>
                            </a:rPr>
                            <a:t>Question 13. </a:t>
                          </a:r>
                          <a:r>
                            <a:rPr lang="en-GB" sz="1200" b="0" noProof="0" dirty="0">
                              <a:solidFill>
                                <a:schemeClr val="tx1"/>
                              </a:solidFill>
                            </a:rPr>
                            <a:t>Find the range of values of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that satisfies</a:t>
                          </a:r>
                          <a:r>
                            <a:rPr lang="en-GB" sz="1200" b="0" baseline="0" noProof="0" dirty="0">
                              <a:solidFill>
                                <a:schemeClr val="tx1"/>
                              </a:solidFill>
                            </a:rPr>
                            <a:t> </a:t>
                          </a:r>
                          <a:r>
                            <a:rPr lang="en-GB" sz="1200" b="1" baseline="0" noProof="0" dirty="0">
                              <a:solidFill>
                                <a:schemeClr val="tx1"/>
                              </a:solidFill>
                            </a:rPr>
                            <a:t>both</a:t>
                          </a:r>
                          <a14:m>
                            <m:oMath xmlns:m="http://schemas.openxmlformats.org/officeDocument/2006/math">
                              <m:r>
                                <a:rPr lang="en-GB" sz="1200" b="1" i="0" noProof="0" smtClean="0">
                                  <a:solidFill>
                                    <a:schemeClr val="tx1"/>
                                  </a:solidFill>
                                  <a:latin typeface="Cambria Math" panose="02040503050406030204" pitchFamily="18" charset="0"/>
                                </a:rPr>
                                <m:t>   </m:t>
                              </m:r>
                            </m:oMath>
                          </a14:m>
                          <a:endParaRPr lang="en-GB" sz="1200" b="1" i="0" noProof="0" dirty="0">
                            <a:solidFill>
                              <a:schemeClr val="tx1"/>
                            </a:solidFill>
                            <a:latin typeface="Cambria Math" panose="02040503050406030204" pitchFamily="18" charset="0"/>
                          </a:endParaRPr>
                        </a:p>
                        <a:p>
                          <a:pPr algn="ctr"/>
                          <a14:m>
                            <m:oMath xmlns:m="http://schemas.openxmlformats.org/officeDocument/2006/math">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+2)≤30</m:t>
                              </m:r>
                            </m:oMath>
                          </a14:m>
                          <a:r>
                            <a:rPr lang="en-GB" sz="1200" b="0" noProof="0" dirty="0">
                              <a:solidFill>
                                <a:schemeClr val="tx1"/>
                              </a:solidFill>
                            </a:rPr>
                            <a:t>  and   </a:t>
                          </a:r>
                          <a14:m>
                            <m:oMath xmlns:m="http://schemas.openxmlformats.org/officeDocument/2006/math">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+3&gt;21</m:t>
                              </m:r>
                            </m:oMath>
                          </a14:m>
                          <a:endParaRPr lang="en-GB" sz="1200" b="0" noProof="0" dirty="0">
                            <a:solidFill>
                              <a:schemeClr val="tx1"/>
                            </a:solidFill>
                          </a:endParaRPr>
                        </a:p>
                        <a:p>
                          <a:pPr marL="228600" indent="-228600">
                            <a:buAutoNum type="alphaLcParenR" startAt="2"/>
                          </a:pPr>
                          <a:endParaRPr lang="en-GB" sz="1200" b="0" noProof="0" dirty="0">
                            <a:solidFill>
                              <a:schemeClr val="tx1"/>
                            </a:solidFill>
                          </a:endParaRPr>
                        </a:p>
                        <a:p>
                          <a:pPr marL="228600" indent="-228600">
                            <a:buAutoNum type="alphaLcParenR" startAt="2"/>
                          </a:pPr>
                          <a:endParaRPr lang="en-GB" sz="1200" b="0" noProof="0" dirty="0">
                            <a:solidFill>
                              <a:schemeClr val="tx1"/>
                            </a:solidFill>
                          </a:endParaRPr>
                        </a:p>
                        <a:p>
                          <a:pPr marL="228600" indent="-228600">
                            <a:buAutoNum type="alphaLcParenR" startAt="2"/>
                          </a:pPr>
                          <a:endParaRPr lang="en-GB" sz="1200" b="0" noProof="0" dirty="0">
                            <a:solidFill>
                              <a:schemeClr val="tx1"/>
                            </a:solidFill>
                          </a:endParaRPr>
                        </a:p>
                        <a:p>
                          <a:pPr marL="228600" indent="-228600">
                            <a:buAutoNum type="alphaLcParenR" startAt="2"/>
                          </a:pPr>
                          <a:endParaRPr lang="en-GB" sz="1200" b="0" noProof="0" dirty="0">
                            <a:solidFill>
                              <a:schemeClr val="tx1"/>
                            </a:solidFill>
                          </a:endParaRPr>
                        </a:p>
                        <a:p>
                          <a:pPr marL="228600" indent="-228600">
                            <a:buAutoNum type="alphaLcParenR" startAt="2"/>
                          </a:pPr>
                          <a:endParaRPr lang="en-GB" sz="1200" b="0" noProof="0" dirty="0">
                            <a:solidFill>
                              <a:schemeClr val="tx1"/>
                            </a:solidFill>
                          </a:endParaRPr>
                        </a:p>
                        <a:p>
                          <a:pPr marL="228600" indent="-228600">
                            <a:buAutoNum type="alphaLcParenR" startAt="2"/>
                          </a:pPr>
                          <a:endParaRPr lang="en-GB" sz="1200" b="0" noProof="0" dirty="0">
                            <a:solidFill>
                              <a:schemeClr val="tx1"/>
                            </a:solidFill>
                          </a:endParaRPr>
                        </a:p>
                        <a:p>
                          <a:pPr marL="0" indent="0">
                            <a:buNone/>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4606422"/>
                      </a:ext>
                    </a:extLst>
                  </a:tr>
                </a:tbl>
              </a:graphicData>
            </a:graphic>
          </p:graphicFrame>
        </mc:Choice>
        <mc:Fallback xmlns="">
          <p:graphicFrame>
            <p:nvGraphicFramePr>
              <p:cNvPr id="17" name="Table 16">
                <a:extLst>
                  <a:ext uri="{FF2B5EF4-FFF2-40B4-BE49-F238E27FC236}">
                    <a16:creationId xmlns:a16="http://schemas.microsoft.com/office/drawing/2014/main" id="{D3B5DAEB-1EDA-F50E-CB90-5BDCC871CB3B}"/>
                  </a:ext>
                </a:extLst>
              </p:cNvPr>
              <p:cNvGraphicFramePr>
                <a:graphicFrameLocks noGrp="1"/>
              </p:cNvGraphicFramePr>
              <p:nvPr>
                <p:extLst>
                  <p:ext uri="{D42A27DB-BD31-4B8C-83A1-F6EECF244321}">
                    <p14:modId xmlns:p14="http://schemas.microsoft.com/office/powerpoint/2010/main" val="3162407356"/>
                  </p:ext>
                </p:extLst>
              </p:nvPr>
            </p:nvGraphicFramePr>
            <p:xfrm>
              <a:off x="132046" y="7609333"/>
              <a:ext cx="6656334" cy="1948905"/>
            </p:xfrm>
            <a:graphic>
              <a:graphicData uri="http://schemas.openxmlformats.org/drawingml/2006/table">
                <a:tbl>
                  <a:tblPr firstRow="1" bandRow="1">
                    <a:tableStyleId>{5C22544A-7EE6-4342-B048-85BDC9FD1C3A}</a:tableStyleId>
                  </a:tblPr>
                  <a:tblGrid>
                    <a:gridCol w="6656334">
                      <a:extLst>
                        <a:ext uri="{9D8B030D-6E8A-4147-A177-3AD203B41FA5}">
                          <a16:colId xmlns:a16="http://schemas.microsoft.com/office/drawing/2014/main" val="3107707989"/>
                        </a:ext>
                      </a:extLst>
                    </a:gridCol>
                  </a:tblGrid>
                  <a:tr h="194890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1" t="-313" r="-183" b="-938"/>
                          </a:stretch>
                        </a:blipFill>
                      </a:tcPr>
                    </a:tc>
                    <a:extLst>
                      <a:ext uri="{0D108BD9-81ED-4DB2-BD59-A6C34878D82A}">
                        <a16:rowId xmlns:a16="http://schemas.microsoft.com/office/drawing/2014/main" val="824606422"/>
                      </a:ext>
                    </a:extLst>
                  </a:tr>
                </a:tbl>
              </a:graphicData>
            </a:graphic>
          </p:graphicFrame>
        </mc:Fallback>
      </mc:AlternateContent>
      <p:sp>
        <p:nvSpPr>
          <p:cNvPr id="14" name="TextBox 13">
            <a:extLst>
              <a:ext uri="{FF2B5EF4-FFF2-40B4-BE49-F238E27FC236}">
                <a16:creationId xmlns:a16="http://schemas.microsoft.com/office/drawing/2014/main" id="{47016856-CD6B-6E57-3BBF-4332899B0C1B}"/>
              </a:ext>
            </a:extLst>
          </p:cNvPr>
          <p:cNvSpPr txBox="1"/>
          <p:nvPr/>
        </p:nvSpPr>
        <p:spPr>
          <a:xfrm>
            <a:off x="27497" y="2882124"/>
            <a:ext cx="6670415" cy="276999"/>
          </a:xfrm>
          <a:prstGeom prst="rect">
            <a:avLst/>
          </a:prstGeom>
          <a:noFill/>
        </p:spPr>
        <p:txBody>
          <a:bodyPr wrap="square" rtlCol="0">
            <a:spAutoFit/>
          </a:bodyPr>
          <a:lstStyle/>
          <a:p>
            <a:r>
              <a:rPr lang="en-GB" sz="1200" b="1" noProof="0" dirty="0"/>
              <a:t>Question 12. </a:t>
            </a:r>
            <a:r>
              <a:rPr lang="en-GB" sz="1200" noProof="0" dirty="0"/>
              <a:t>Solve the inequalities, then list the first five smallest or largest integers that satisfy them:</a:t>
            </a: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83E7B428-1279-4485-D9BB-8501D250664C}"/>
                  </a:ext>
                </a:extLst>
              </p:cNvPr>
              <p:cNvGraphicFramePr>
                <a:graphicFrameLocks noGrp="1"/>
              </p:cNvGraphicFramePr>
              <p:nvPr>
                <p:extLst>
                  <p:ext uri="{D42A27DB-BD31-4B8C-83A1-F6EECF244321}">
                    <p14:modId xmlns:p14="http://schemas.microsoft.com/office/powerpoint/2010/main" val="27318260"/>
                  </p:ext>
                </p:extLst>
              </p:nvPr>
            </p:nvGraphicFramePr>
            <p:xfrm>
              <a:off x="105040" y="155225"/>
              <a:ext cx="6656334" cy="2592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3744780004"/>
                        </a:ext>
                      </a:extLst>
                    </a:gridCol>
                    <a:gridCol w="2218778">
                      <a:extLst>
                        <a:ext uri="{9D8B030D-6E8A-4147-A177-3AD203B41FA5}">
                          <a16:colId xmlns:a16="http://schemas.microsoft.com/office/drawing/2014/main" val="1560465477"/>
                        </a:ext>
                      </a:extLst>
                    </a:gridCol>
                    <a:gridCol w="2218778">
                      <a:extLst>
                        <a:ext uri="{9D8B030D-6E8A-4147-A177-3AD203B41FA5}">
                          <a16:colId xmlns:a16="http://schemas.microsoft.com/office/drawing/2014/main" val="2206989580"/>
                        </a:ext>
                      </a:extLst>
                    </a:gridCol>
                  </a:tblGrid>
                  <a:tr h="1584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d) </a:t>
                          </a:r>
                          <a14:m>
                            <m:oMath xmlns:m="http://schemas.openxmlformats.org/officeDocument/2006/math">
                              <m:r>
                                <a:rPr lang="en-GB" sz="1200" b="0" i="1" noProof="0" smtClean="0">
                                  <a:latin typeface="Cambria Math" panose="02040503050406030204" pitchFamily="18" charset="0"/>
                                </a:rPr>
                                <m:t>7</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e>
                              </m:d>
                              <m:r>
                                <a:rPr lang="en-GB" sz="1200" b="0" i="1" noProof="0" smtClean="0">
                                  <a:latin typeface="Cambria Math" panose="02040503050406030204" pitchFamily="18" charset="0"/>
                                </a:rPr>
                                <m:t>≥77</m:t>
                              </m:r>
                            </m:oMath>
                          </a14:m>
                          <a:endParaRPr lang="en-GB" sz="1200" noProof="0" dirty="0"/>
                        </a:p>
                      </a:txBody>
                      <a:tcPr/>
                    </a:tc>
                    <a:tc>
                      <a:txBody>
                        <a:bodyPr/>
                        <a:lstStyle/>
                        <a:p>
                          <a:r>
                            <a:rPr lang="en-GB" sz="1200" noProof="0" dirty="0"/>
                            <a:t>e) </a:t>
                          </a:r>
                          <a14:m>
                            <m:oMath xmlns:m="http://schemas.openxmlformats.org/officeDocument/2006/math">
                              <m:r>
                                <a:rPr lang="en-GB" sz="1200" b="0" i="1" noProof="0" smtClean="0">
                                  <a:latin typeface="Cambria Math" panose="02040503050406030204" pitchFamily="18" charset="0"/>
                                </a:rPr>
                                <m:t>3</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e>
                              </m:d>
                              <m:r>
                                <a:rPr lang="en-GB" sz="1200" b="0" i="1" noProof="0" smtClean="0">
                                  <a:latin typeface="Cambria Math" panose="02040503050406030204" pitchFamily="18" charset="0"/>
                                </a:rPr>
                                <m:t>≤27</m:t>
                              </m:r>
                            </m:oMath>
                          </a14:m>
                          <a:endParaRPr lang="en-GB" sz="1200" noProof="0" dirty="0"/>
                        </a:p>
                      </a:txBody>
                      <a:tcPr/>
                    </a:tc>
                    <a:tc>
                      <a:txBody>
                        <a:bodyPr/>
                        <a:lstStyle/>
                        <a:p>
                          <a:r>
                            <a:rPr lang="en-GB" sz="1200" noProof="0" dirty="0"/>
                            <a:t>f) </a:t>
                          </a:r>
                          <a14:m>
                            <m:oMath xmlns:m="http://schemas.openxmlformats.org/officeDocument/2006/math">
                              <m:r>
                                <a:rPr lang="en-GB" sz="1200" b="0" i="1" noProof="0" smtClean="0">
                                  <a:latin typeface="Cambria Math" panose="02040503050406030204" pitchFamily="18" charset="0"/>
                                </a:rPr>
                                <m:t>2</m:t>
                              </m:r>
                              <m:d>
                                <m:dPr>
                                  <m:ctrlPr>
                                    <a:rPr lang="en-GB" sz="1200" b="0" i="1" noProof="0" smtClean="0">
                                      <a:latin typeface="Cambria Math" panose="02040503050406030204" pitchFamily="18" charset="0"/>
                                    </a:rPr>
                                  </m:ctrlPr>
                                </m:dPr>
                                <m:e>
                                  <m:r>
                                    <a:rPr lang="en-GB" sz="1200" b="0" i="1" noProof="0" smtClean="0">
                                      <a:latin typeface="Cambria Math" panose="02040503050406030204" pitchFamily="18" charset="0"/>
                                    </a:rPr>
                                    <m:t>4</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−1</m:t>
                                  </m:r>
                                </m:e>
                              </m:d>
                              <m:r>
                                <a:rPr lang="en-GB" sz="1200" b="0" i="1" noProof="0" smtClean="0">
                                  <a:latin typeface="Cambria Math" panose="02040503050406030204" pitchFamily="18" charset="0"/>
                                </a:rPr>
                                <m:t>≥22</m:t>
                              </m:r>
                            </m:oMath>
                          </a14:m>
                          <a:endParaRPr lang="en-GB" sz="1200" noProof="0" dirty="0"/>
                        </a:p>
                      </a:txBody>
                      <a:tcPr/>
                    </a:tc>
                    <a:extLst>
                      <a:ext uri="{0D108BD9-81ED-4DB2-BD59-A6C34878D82A}">
                        <a16:rowId xmlns:a16="http://schemas.microsoft.com/office/drawing/2014/main" val="2276223022"/>
                      </a:ext>
                    </a:extLst>
                  </a:tr>
                  <a:tr h="100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1670863752"/>
                      </a:ext>
                    </a:extLst>
                  </a:tr>
                </a:tbl>
              </a:graphicData>
            </a:graphic>
          </p:graphicFrame>
        </mc:Choice>
        <mc:Fallback xmlns="">
          <p:graphicFrame>
            <p:nvGraphicFramePr>
              <p:cNvPr id="13" name="Table 12">
                <a:extLst>
                  <a:ext uri="{FF2B5EF4-FFF2-40B4-BE49-F238E27FC236}">
                    <a16:creationId xmlns:a16="http://schemas.microsoft.com/office/drawing/2014/main" id="{83E7B428-1279-4485-D9BB-8501D250664C}"/>
                  </a:ext>
                </a:extLst>
              </p:cNvPr>
              <p:cNvGraphicFramePr>
                <a:graphicFrameLocks noGrp="1"/>
              </p:cNvGraphicFramePr>
              <p:nvPr>
                <p:extLst>
                  <p:ext uri="{D42A27DB-BD31-4B8C-83A1-F6EECF244321}">
                    <p14:modId xmlns:p14="http://schemas.microsoft.com/office/powerpoint/2010/main" val="27318260"/>
                  </p:ext>
                </p:extLst>
              </p:nvPr>
            </p:nvGraphicFramePr>
            <p:xfrm>
              <a:off x="105040" y="155225"/>
              <a:ext cx="6656334" cy="2592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3744780004"/>
                        </a:ext>
                      </a:extLst>
                    </a:gridCol>
                    <a:gridCol w="2218778">
                      <a:extLst>
                        <a:ext uri="{9D8B030D-6E8A-4147-A177-3AD203B41FA5}">
                          <a16:colId xmlns:a16="http://schemas.microsoft.com/office/drawing/2014/main" val="1560465477"/>
                        </a:ext>
                      </a:extLst>
                    </a:gridCol>
                    <a:gridCol w="2218778">
                      <a:extLst>
                        <a:ext uri="{9D8B030D-6E8A-4147-A177-3AD203B41FA5}">
                          <a16:colId xmlns:a16="http://schemas.microsoft.com/office/drawing/2014/main" val="2206989580"/>
                        </a:ext>
                      </a:extLst>
                    </a:gridCol>
                  </a:tblGrid>
                  <a:tr h="1584000">
                    <a:tc>
                      <a:txBody>
                        <a:bodyPr/>
                        <a:lstStyle/>
                        <a:p>
                          <a:endParaRPr lang="en-US"/>
                        </a:p>
                      </a:txBody>
                      <a:tcPr>
                        <a:blipFill>
                          <a:blip r:embed="rId5"/>
                          <a:stretch>
                            <a:fillRect l="-275" t="-385" r="-200824" b="-64615"/>
                          </a:stretch>
                        </a:blipFill>
                      </a:tcPr>
                    </a:tc>
                    <a:tc>
                      <a:txBody>
                        <a:bodyPr/>
                        <a:lstStyle/>
                        <a:p>
                          <a:endParaRPr lang="en-US"/>
                        </a:p>
                      </a:txBody>
                      <a:tcPr>
                        <a:blipFill>
                          <a:blip r:embed="rId5"/>
                          <a:stretch>
                            <a:fillRect l="-100000" t="-385" r="-100274" b="-64615"/>
                          </a:stretch>
                        </a:blipFill>
                      </a:tcPr>
                    </a:tc>
                    <a:tc>
                      <a:txBody>
                        <a:bodyPr/>
                        <a:lstStyle/>
                        <a:p>
                          <a:endParaRPr lang="en-US"/>
                        </a:p>
                      </a:txBody>
                      <a:tcPr>
                        <a:blipFill>
                          <a:blip r:embed="rId5"/>
                          <a:stretch>
                            <a:fillRect l="-200549" t="-385" r="-549" b="-64615"/>
                          </a:stretch>
                        </a:blipFill>
                      </a:tcPr>
                    </a:tc>
                    <a:extLst>
                      <a:ext uri="{0D108BD9-81ED-4DB2-BD59-A6C34878D82A}">
                        <a16:rowId xmlns:a16="http://schemas.microsoft.com/office/drawing/2014/main" val="2276223022"/>
                      </a:ext>
                    </a:extLst>
                  </a:tr>
                  <a:tr h="100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1670863752"/>
                      </a:ext>
                    </a:extLst>
                  </a:tr>
                </a:tbl>
              </a:graphicData>
            </a:graphic>
          </p:graphicFrame>
        </mc:Fallback>
      </mc:AlternateContent>
    </p:spTree>
    <p:extLst>
      <p:ext uri="{BB962C8B-B14F-4D97-AF65-F5344CB8AC3E}">
        <p14:creationId xmlns:p14="http://schemas.microsoft.com/office/powerpoint/2010/main" val="820953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E8BAE-9FA1-B758-AE4E-2BAFEFA729DE}"/>
            </a:ext>
          </a:extLst>
        </p:cNvPr>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16C8B78-0A0F-0EB4-C320-235E8381D8A0}"/>
              </a:ext>
            </a:extLst>
          </p:cNvPr>
          <p:cNvSpPr>
            <a:spLocks noGrp="1"/>
          </p:cNvSpPr>
          <p:nvPr>
            <p:ph type="sldNum" sz="quarter" idx="12"/>
          </p:nvPr>
        </p:nvSpPr>
        <p:spPr>
          <a:xfrm>
            <a:off x="5228920" y="9476490"/>
            <a:ext cx="1543050" cy="527403"/>
          </a:xfrm>
        </p:spPr>
        <p:txBody>
          <a:bodyPr/>
          <a:lstStyle/>
          <a:p>
            <a:fld id="{19F1D9CC-7119-45EC-A96C-D8C0660F3AAB}" type="slidenum">
              <a:rPr lang="en-GB" noProof="0" smtClean="0">
                <a:solidFill>
                  <a:schemeClr val="tx1"/>
                </a:solidFill>
              </a:rPr>
              <a:t>21</a:t>
            </a:fld>
            <a:endParaRPr lang="en-GB" noProof="0" dirty="0">
              <a:solidFill>
                <a:schemeClr val="tx1"/>
              </a:solidFill>
            </a:endParaRPr>
          </a:p>
        </p:txBody>
      </p:sp>
      <p:sp>
        <p:nvSpPr>
          <p:cNvPr id="7" name="Rectangle 6">
            <a:extLst>
              <a:ext uri="{FF2B5EF4-FFF2-40B4-BE49-F238E27FC236}">
                <a16:creationId xmlns:a16="http://schemas.microsoft.com/office/drawing/2014/main" id="{8032FF24-AF6F-020D-6EA5-3DCE35F75A16}"/>
              </a:ext>
            </a:extLst>
          </p:cNvPr>
          <p:cNvSpPr/>
          <p:nvPr/>
        </p:nvSpPr>
        <p:spPr>
          <a:xfrm>
            <a:off x="0" y="23409"/>
            <a:ext cx="6858000" cy="25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noProof="0" dirty="0"/>
              <a:t>Solving Single-Ended Inequalities with Fractions</a:t>
            </a:r>
          </a:p>
        </p:txBody>
      </p:sp>
      <p:pic>
        <p:nvPicPr>
          <p:cNvPr id="8" name="Picture 2" descr="Number lines / Misunderstandings / Patterns / Topdrawer / Home - Topdrawer">
            <a:extLst>
              <a:ext uri="{FF2B5EF4-FFF2-40B4-BE49-F238E27FC236}">
                <a16:creationId xmlns:a16="http://schemas.microsoft.com/office/drawing/2014/main" id="{AFE74E3E-5426-5880-F8C2-87C93758E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6332" y="2151529"/>
            <a:ext cx="2583980" cy="37917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7F0B971F-4066-6A61-FE4E-89F6E1DC94AD}"/>
                  </a:ext>
                </a:extLst>
              </p:cNvPr>
              <p:cNvGraphicFramePr>
                <a:graphicFrameLocks noGrp="1"/>
              </p:cNvGraphicFramePr>
              <p:nvPr>
                <p:extLst>
                  <p:ext uri="{D42A27DB-BD31-4B8C-83A1-F6EECF244321}">
                    <p14:modId xmlns:p14="http://schemas.microsoft.com/office/powerpoint/2010/main" val="2882577977"/>
                  </p:ext>
                </p:extLst>
              </p:nvPr>
            </p:nvGraphicFramePr>
            <p:xfrm>
              <a:off x="0" y="318391"/>
              <a:ext cx="6671090" cy="6300962"/>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205318">
                      <a:extLst>
                        <a:ext uri="{9D8B030D-6E8A-4147-A177-3AD203B41FA5}">
                          <a16:colId xmlns:a16="http://schemas.microsoft.com/office/drawing/2014/main" val="1034895713"/>
                        </a:ext>
                      </a:extLst>
                    </a:gridCol>
                    <a:gridCol w="3086151">
                      <a:extLst>
                        <a:ext uri="{9D8B030D-6E8A-4147-A177-3AD203B41FA5}">
                          <a16:colId xmlns:a16="http://schemas.microsoft.com/office/drawing/2014/main" val="1986191842"/>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b="0" noProof="0" dirty="0">
                              <a:solidFill>
                                <a:schemeClr val="tx1"/>
                              </a:solidFill>
                              <a:latin typeface="+mn-lt"/>
                            </a:rPr>
                            <a:t>Recall your steps required for solving equations.</a:t>
                          </a: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a:t>
                          </a:r>
                          <a:r>
                            <a:rPr lang="en-GB" sz="1200" b="0" noProof="0" dirty="0">
                              <a:solidFill>
                                <a:schemeClr val="tx1"/>
                              </a:solidFill>
                              <a:latin typeface="+mn-lt"/>
                            </a:rPr>
                            <a:t>Isolate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by performing the inverse operation to both sides of the inequality.</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The solution tells you exactly what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is greater or smaller than.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10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f>
                                  <m:fPr>
                                    <m:ctrlPr>
                                      <a:rPr lang="en-GB" sz="1200" i="1" baseline="0" noProof="0" smtClean="0">
                                        <a:solidFill>
                                          <a:schemeClr val="tx1"/>
                                        </a:solidFill>
                                        <a:latin typeface="Cambria Math" panose="02040503050406030204" pitchFamily="18" charset="0"/>
                                      </a:rPr>
                                    </m:ctrlPr>
                                  </m:fPr>
                                  <m:num>
                                    <m:r>
                                      <a:rPr lang="en-GB" sz="1200" b="0" i="1" baseline="0" noProof="0" smtClean="0">
                                        <a:solidFill>
                                          <a:schemeClr val="tx1"/>
                                        </a:solidFill>
                                        <a:latin typeface="Cambria Math" panose="02040503050406030204" pitchFamily="18" charset="0"/>
                                      </a:rPr>
                                      <m:t>3</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−4</m:t>
                                    </m:r>
                                  </m:num>
                                  <m:den>
                                    <m:r>
                                      <a:rPr lang="en-GB" sz="1200" b="0" i="1" baseline="0" noProof="0" smtClean="0">
                                        <a:solidFill>
                                          <a:schemeClr val="tx1"/>
                                        </a:solidFill>
                                        <a:latin typeface="Cambria Math" panose="02040503050406030204" pitchFamily="18" charset="0"/>
                                      </a:rPr>
                                      <m:t>2</m:t>
                                    </m:r>
                                  </m:den>
                                </m:f>
                                <m:r>
                                  <a:rPr lang="en-GB" sz="1200" b="0" i="1" baseline="0" noProof="0" smtClean="0">
                                    <a:solidFill>
                                      <a:schemeClr val="tx1"/>
                                    </a:solidFill>
                                    <a:latin typeface="Cambria Math" panose="02040503050406030204" pitchFamily="18" charset="0"/>
                                  </a:rPr>
                                  <m:t>≥4</m:t>
                                </m:r>
                              </m:oMath>
                            </m:oMathPara>
                          </a14:m>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3592709853"/>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5(</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+7)</m:t>
                                    </m:r>
                                  </m:num>
                                  <m:den>
                                    <m:r>
                                      <a:rPr lang="en-GB" sz="1200" b="0" i="1" baseline="0" smtClean="0">
                                        <a:solidFill>
                                          <a:schemeClr val="tx1"/>
                                        </a:solidFill>
                                        <a:latin typeface="Cambria Math" panose="02040503050406030204" pitchFamily="18" charset="0"/>
                                      </a:rPr>
                                      <m:t>3</m:t>
                                    </m:r>
                                  </m:den>
                                </m:f>
                                <m:r>
                                  <a:rPr lang="en-GB" sz="1200" b="0" i="1" baseline="0" smtClean="0">
                                    <a:solidFill>
                                      <a:schemeClr val="tx1"/>
                                    </a:solidFill>
                                    <a:latin typeface="Cambria Math" panose="02040503050406030204" pitchFamily="18" charset="0"/>
                                  </a:rPr>
                                  <m:t>≤10</m:t>
                                </m:r>
                              </m:oMath>
                            </m:oMathPara>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List the largest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1802611207"/>
                      </a:ext>
                    </a:extLst>
                  </a:tr>
                  <a:tr h="139438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2</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−2</m:t>
                                    </m:r>
                                  </m:num>
                                  <m:den>
                                    <m:r>
                                      <a:rPr lang="en-GB" sz="1200" b="0" i="1" baseline="0" smtClean="0">
                                        <a:solidFill>
                                          <a:schemeClr val="tx1"/>
                                        </a:solidFill>
                                        <a:latin typeface="Cambria Math" panose="02040503050406030204" pitchFamily="18" charset="0"/>
                                      </a:rPr>
                                      <m:t>5</m:t>
                                    </m:r>
                                  </m:den>
                                </m:f>
                                <m:r>
                                  <a:rPr lang="en-GB" sz="1200" b="0" i="1" baseline="0" smtClean="0">
                                    <a:solidFill>
                                      <a:schemeClr val="tx1"/>
                                    </a:solidFill>
                                    <a:latin typeface="Cambria Math" panose="02040503050406030204" pitchFamily="18" charset="0"/>
                                  </a:rPr>
                                  <m:t>≤10</m:t>
                                </m:r>
                              </m:oMath>
                            </m:oMathPara>
                          </a14:m>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List the largest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Choice>
        <mc:Fallback xmlns="">
          <p:graphicFrame>
            <p:nvGraphicFramePr>
              <p:cNvPr id="5" name="Table 4">
                <a:extLst>
                  <a:ext uri="{FF2B5EF4-FFF2-40B4-BE49-F238E27FC236}">
                    <a16:creationId xmlns:a16="http://schemas.microsoft.com/office/drawing/2014/main" id="{7F0B971F-4066-6A61-FE4E-89F6E1DC94AD}"/>
                  </a:ext>
                </a:extLst>
              </p:cNvPr>
              <p:cNvGraphicFramePr>
                <a:graphicFrameLocks noGrp="1"/>
              </p:cNvGraphicFramePr>
              <p:nvPr>
                <p:extLst>
                  <p:ext uri="{D42A27DB-BD31-4B8C-83A1-F6EECF244321}">
                    <p14:modId xmlns:p14="http://schemas.microsoft.com/office/powerpoint/2010/main" val="2882577977"/>
                  </p:ext>
                </p:extLst>
              </p:nvPr>
            </p:nvGraphicFramePr>
            <p:xfrm>
              <a:off x="0" y="318391"/>
              <a:ext cx="6671090" cy="6300962"/>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205318">
                      <a:extLst>
                        <a:ext uri="{9D8B030D-6E8A-4147-A177-3AD203B41FA5}">
                          <a16:colId xmlns:a16="http://schemas.microsoft.com/office/drawing/2014/main" val="1034895713"/>
                        </a:ext>
                      </a:extLst>
                    </a:gridCol>
                    <a:gridCol w="3086151">
                      <a:extLst>
                        <a:ext uri="{9D8B030D-6E8A-4147-A177-3AD203B41FA5}">
                          <a16:colId xmlns:a16="http://schemas.microsoft.com/office/drawing/2014/main" val="1986191842"/>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85" t="-4863" r="-385398" b="-203"/>
                          </a:stretch>
                        </a:blip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10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849923782"/>
                      </a:ext>
                    </a:extLst>
                  </a:tr>
                  <a:tr h="171392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983" t="-34164" r="-140608" b="-234875"/>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3592709853"/>
                      </a:ext>
                    </a:extLst>
                  </a:tr>
                  <a:tr h="1719898">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983" t="-150355" r="-140608" b="-117376"/>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List the largest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1802611207"/>
                      </a:ext>
                    </a:extLst>
                  </a:tr>
                  <a:tr h="1715135">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983" t="-268327" r="-140608" b="-712"/>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List the largest five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Fallback>
      </mc:AlternateContent>
      <p:sp>
        <p:nvSpPr>
          <p:cNvPr id="6" name="Rectangle 5">
            <a:extLst>
              <a:ext uri="{FF2B5EF4-FFF2-40B4-BE49-F238E27FC236}">
                <a16:creationId xmlns:a16="http://schemas.microsoft.com/office/drawing/2014/main" id="{4B4BD069-1B08-7F4F-237F-62E2386F989A}"/>
              </a:ext>
            </a:extLst>
          </p:cNvPr>
          <p:cNvSpPr/>
          <p:nvPr/>
        </p:nvSpPr>
        <p:spPr>
          <a:xfrm>
            <a:off x="86030" y="6757815"/>
            <a:ext cx="1568888" cy="24106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p:sp>
        <p:nvSpPr>
          <p:cNvPr id="11" name="TextBox 10">
            <a:extLst>
              <a:ext uri="{FF2B5EF4-FFF2-40B4-BE49-F238E27FC236}">
                <a16:creationId xmlns:a16="http://schemas.microsoft.com/office/drawing/2014/main" id="{C94253EC-55E2-5D64-C840-0827AC6FF4FF}"/>
              </a:ext>
            </a:extLst>
          </p:cNvPr>
          <p:cNvSpPr txBox="1"/>
          <p:nvPr/>
        </p:nvSpPr>
        <p:spPr>
          <a:xfrm>
            <a:off x="1627987" y="6748224"/>
            <a:ext cx="5314222" cy="276999"/>
          </a:xfrm>
          <a:prstGeom prst="rect">
            <a:avLst/>
          </a:prstGeom>
          <a:noFill/>
        </p:spPr>
        <p:txBody>
          <a:bodyPr wrap="square" rtlCol="0">
            <a:spAutoFit/>
          </a:bodyPr>
          <a:lstStyle/>
          <a:p>
            <a:r>
              <a:rPr lang="en-GB" sz="1200" b="1" noProof="0" dirty="0"/>
              <a:t>Question 11.</a:t>
            </a:r>
            <a:r>
              <a:rPr lang="en-GB" sz="1200" noProof="0" dirty="0"/>
              <a:t> Solve and </a:t>
            </a:r>
            <a:r>
              <a:rPr lang="en-GB" sz="1200" b="1" noProof="0" dirty="0"/>
              <a:t>represent the solutions on the number lines below:</a:t>
            </a:r>
            <a:endParaRPr lang="en-GB" sz="1200" noProof="0" dirty="0"/>
          </a:p>
        </p:txBody>
      </p:sp>
      <mc:AlternateContent xmlns:mc="http://schemas.openxmlformats.org/markup-compatibility/2006">
        <mc:Choice xmlns:a14="http://schemas.microsoft.com/office/drawing/2010/main" Requires="a14">
          <p:graphicFrame>
            <p:nvGraphicFramePr>
              <p:cNvPr id="12" name="Table 11">
                <a:extLst>
                  <a:ext uri="{FF2B5EF4-FFF2-40B4-BE49-F238E27FC236}">
                    <a16:creationId xmlns:a16="http://schemas.microsoft.com/office/drawing/2014/main" id="{BE0087FC-30AB-9EC2-7734-63F0C4F25A8E}"/>
                  </a:ext>
                </a:extLst>
              </p:cNvPr>
              <p:cNvGraphicFramePr>
                <a:graphicFrameLocks noGrp="1"/>
              </p:cNvGraphicFramePr>
              <p:nvPr>
                <p:extLst>
                  <p:ext uri="{D42A27DB-BD31-4B8C-83A1-F6EECF244321}">
                    <p14:modId xmlns:p14="http://schemas.microsoft.com/office/powerpoint/2010/main" val="4276485888"/>
                  </p:ext>
                </p:extLst>
              </p:nvPr>
            </p:nvGraphicFramePr>
            <p:xfrm>
              <a:off x="86030" y="7034813"/>
              <a:ext cx="6656334" cy="2556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3744780004"/>
                        </a:ext>
                      </a:extLst>
                    </a:gridCol>
                    <a:gridCol w="2218778">
                      <a:extLst>
                        <a:ext uri="{9D8B030D-6E8A-4147-A177-3AD203B41FA5}">
                          <a16:colId xmlns:a16="http://schemas.microsoft.com/office/drawing/2014/main" val="1560465477"/>
                        </a:ext>
                      </a:extLst>
                    </a:gridCol>
                    <a:gridCol w="2218778">
                      <a:extLst>
                        <a:ext uri="{9D8B030D-6E8A-4147-A177-3AD203B41FA5}">
                          <a16:colId xmlns:a16="http://schemas.microsoft.com/office/drawing/2014/main" val="2206989580"/>
                        </a:ext>
                      </a:extLst>
                    </a:gridCol>
                  </a:tblGrid>
                  <a:tr h="1728000">
                    <a:tc>
                      <a:txBody>
                        <a:bodyPr/>
                        <a:lstStyle/>
                        <a:p>
                          <a:r>
                            <a:rPr lang="en-GB" sz="1200" noProof="0" dirty="0"/>
                            <a:t>a)</a:t>
                          </a:r>
                          <a14:m>
                            <m:oMath xmlns:m="http://schemas.openxmlformats.org/officeDocument/2006/math">
                              <m:r>
                                <a:rPr lang="en-GB" sz="1200" b="0" i="0" baseline="0" smtClean="0">
                                  <a:solidFill>
                                    <a:schemeClr val="tx1"/>
                                  </a:solidFill>
                                  <a:latin typeface="Cambria Math" panose="02040503050406030204" pitchFamily="18" charset="0"/>
                                </a:rPr>
                                <m:t>    </m:t>
                              </m:r>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2</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+1</m:t>
                                  </m:r>
                                </m:num>
                                <m:den>
                                  <m:r>
                                    <a:rPr lang="en-GB" sz="1200" b="0" i="1" baseline="0" smtClean="0">
                                      <a:solidFill>
                                        <a:schemeClr val="tx1"/>
                                      </a:solidFill>
                                      <a:latin typeface="Cambria Math" panose="02040503050406030204" pitchFamily="18" charset="0"/>
                                    </a:rPr>
                                    <m:t>3</m:t>
                                  </m:r>
                                </m:den>
                              </m:f>
                              <m:r>
                                <a:rPr lang="en-GB" sz="1200" b="0" i="1" baseline="0" smtClean="0">
                                  <a:solidFill>
                                    <a:schemeClr val="tx1"/>
                                  </a:solidFill>
                                  <a:latin typeface="Cambria Math" panose="02040503050406030204" pitchFamily="18" charset="0"/>
                                </a:rPr>
                                <m:t>≥5</m:t>
                              </m:r>
                            </m:oMath>
                          </a14:m>
                          <a:endParaRPr lang="en-GB" sz="1200" noProof="0" dirty="0"/>
                        </a:p>
                      </a:txBody>
                      <a:tcPr/>
                    </a:tc>
                    <a:tc>
                      <a:txBody>
                        <a:bodyPr/>
                        <a:lstStyle/>
                        <a:p>
                          <a:r>
                            <a:rPr lang="en-GB" sz="1200" noProof="0" dirty="0"/>
                            <a:t>b)  </a:t>
                          </a:r>
                          <a14:m>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m:t>
                                  </m:r>
                                  <m:r>
                                    <a:rPr lang="en-GB" sz="1200" b="0" i="1" baseline="0" smtClean="0">
                                      <a:solidFill>
                                        <a:schemeClr val="tx1"/>
                                      </a:solidFill>
                                      <a:latin typeface="Cambria Math" panose="02040503050406030204" pitchFamily="18" charset="0"/>
                                    </a:rPr>
                                    <m:t>15</m:t>
                                  </m:r>
                                </m:num>
                                <m:den>
                                  <m:r>
                                    <a:rPr lang="en-GB" sz="1200" b="0" i="1" baseline="0" smtClean="0">
                                      <a:solidFill>
                                        <a:schemeClr val="tx1"/>
                                      </a:solidFill>
                                      <a:latin typeface="Cambria Math" panose="02040503050406030204" pitchFamily="18" charset="0"/>
                                    </a:rPr>
                                    <m:t>4</m:t>
                                  </m:r>
                                </m:den>
                              </m:f>
                              <m:r>
                                <a:rPr lang="en-GB" sz="1200" b="0" i="1" baseline="0" smtClean="0">
                                  <a:solidFill>
                                    <a:schemeClr val="tx1"/>
                                  </a:solidFill>
                                  <a:latin typeface="Cambria Math" panose="02040503050406030204" pitchFamily="18" charset="0"/>
                                </a:rPr>
                                <m:t>≤3</m:t>
                              </m:r>
                            </m:oMath>
                          </a14:m>
                          <a:endParaRPr lang="en-GB" sz="1200" noProof="0" dirty="0"/>
                        </a:p>
                      </a:txBody>
                      <a:tcPr/>
                    </a:tc>
                    <a:tc>
                      <a:txBody>
                        <a:bodyPr/>
                        <a:lstStyle/>
                        <a:p>
                          <a:r>
                            <a:rPr lang="en-GB" sz="1200" noProof="0" dirty="0"/>
                            <a:t>c)</a:t>
                          </a:r>
                          <a14:m>
                            <m:oMath xmlns:m="http://schemas.openxmlformats.org/officeDocument/2006/math">
                              <m:r>
                                <a:rPr lang="en-GB" sz="1200" b="0" i="0" baseline="0" smtClean="0">
                                  <a:solidFill>
                                    <a:schemeClr val="tx1"/>
                                  </a:solidFill>
                                  <a:latin typeface="Cambria Math" panose="02040503050406030204" pitchFamily="18" charset="0"/>
                                </a:rPr>
                                <m:t> </m:t>
                              </m:r>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3</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+4</m:t>
                                  </m:r>
                                </m:num>
                                <m:den>
                                  <m:r>
                                    <a:rPr lang="en-GB" sz="1200" b="0" i="1" baseline="0" smtClean="0">
                                      <a:solidFill>
                                        <a:schemeClr val="tx1"/>
                                      </a:solidFill>
                                      <a:latin typeface="Cambria Math" panose="02040503050406030204" pitchFamily="18" charset="0"/>
                                    </a:rPr>
                                    <m:t>2</m:t>
                                  </m:r>
                                </m:den>
                              </m:f>
                              <m:r>
                                <a:rPr lang="en-GB" sz="1200" b="0" i="1" baseline="0" smtClean="0">
                                  <a:solidFill>
                                    <a:schemeClr val="tx1"/>
                                  </a:solidFill>
                                  <a:latin typeface="Cambria Math" panose="02040503050406030204" pitchFamily="18" charset="0"/>
                                </a:rPr>
                                <m:t>&lt;</m:t>
                              </m:r>
                              <m:r>
                                <a:rPr lang="en-GB" sz="1200" b="0" i="1" baseline="0" smtClean="0">
                                  <a:solidFill>
                                    <a:schemeClr val="tx1"/>
                                  </a:solidFill>
                                  <a:latin typeface="Cambria Math" panose="02040503050406030204" pitchFamily="18" charset="0"/>
                                </a:rPr>
                                <m:t>−7</m:t>
                              </m:r>
                            </m:oMath>
                          </a14:m>
                          <a:endParaRPr lang="en-GB" sz="1200" noProof="0" dirty="0"/>
                        </a:p>
                      </a:txBody>
                      <a:tcPr/>
                    </a:tc>
                    <a:extLst>
                      <a:ext uri="{0D108BD9-81ED-4DB2-BD59-A6C34878D82A}">
                        <a16:rowId xmlns:a16="http://schemas.microsoft.com/office/drawing/2014/main" val="2276223022"/>
                      </a:ext>
                    </a:extLst>
                  </a:tr>
                  <a:tr h="82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1670863752"/>
                      </a:ext>
                    </a:extLst>
                  </a:tr>
                </a:tbl>
              </a:graphicData>
            </a:graphic>
          </p:graphicFrame>
        </mc:Choice>
        <mc:Fallback>
          <p:graphicFrame>
            <p:nvGraphicFramePr>
              <p:cNvPr id="12" name="Table 11">
                <a:extLst>
                  <a:ext uri="{FF2B5EF4-FFF2-40B4-BE49-F238E27FC236}">
                    <a16:creationId xmlns:a16="http://schemas.microsoft.com/office/drawing/2014/main" id="{BE0087FC-30AB-9EC2-7734-63F0C4F25A8E}"/>
                  </a:ext>
                </a:extLst>
              </p:cNvPr>
              <p:cNvGraphicFramePr>
                <a:graphicFrameLocks noGrp="1"/>
              </p:cNvGraphicFramePr>
              <p:nvPr>
                <p:extLst>
                  <p:ext uri="{D42A27DB-BD31-4B8C-83A1-F6EECF244321}">
                    <p14:modId xmlns:p14="http://schemas.microsoft.com/office/powerpoint/2010/main" val="4276485888"/>
                  </p:ext>
                </p:extLst>
              </p:nvPr>
            </p:nvGraphicFramePr>
            <p:xfrm>
              <a:off x="86030" y="7034813"/>
              <a:ext cx="6656334" cy="2556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3744780004"/>
                        </a:ext>
                      </a:extLst>
                    </a:gridCol>
                    <a:gridCol w="2218778">
                      <a:extLst>
                        <a:ext uri="{9D8B030D-6E8A-4147-A177-3AD203B41FA5}">
                          <a16:colId xmlns:a16="http://schemas.microsoft.com/office/drawing/2014/main" val="1560465477"/>
                        </a:ext>
                      </a:extLst>
                    </a:gridCol>
                    <a:gridCol w="2218778">
                      <a:extLst>
                        <a:ext uri="{9D8B030D-6E8A-4147-A177-3AD203B41FA5}">
                          <a16:colId xmlns:a16="http://schemas.microsoft.com/office/drawing/2014/main" val="2206989580"/>
                        </a:ext>
                      </a:extLst>
                    </a:gridCol>
                  </a:tblGrid>
                  <a:tr h="1728000">
                    <a:tc>
                      <a:txBody>
                        <a:bodyPr/>
                        <a:lstStyle/>
                        <a:p>
                          <a:endParaRPr lang="en-US"/>
                        </a:p>
                      </a:txBody>
                      <a:tcPr>
                        <a:blipFill>
                          <a:blip r:embed="rId5"/>
                          <a:stretch>
                            <a:fillRect l="-275" t="-704" r="-200824" b="-48592"/>
                          </a:stretch>
                        </a:blipFill>
                      </a:tcPr>
                    </a:tc>
                    <a:tc>
                      <a:txBody>
                        <a:bodyPr/>
                        <a:lstStyle/>
                        <a:p>
                          <a:endParaRPr lang="en-US"/>
                        </a:p>
                      </a:txBody>
                      <a:tcPr>
                        <a:blipFill>
                          <a:blip r:embed="rId5"/>
                          <a:stretch>
                            <a:fillRect l="-100000" t="-704" r="-100274" b="-48592"/>
                          </a:stretch>
                        </a:blipFill>
                      </a:tcPr>
                    </a:tc>
                    <a:tc>
                      <a:txBody>
                        <a:bodyPr/>
                        <a:lstStyle/>
                        <a:p>
                          <a:endParaRPr lang="en-US"/>
                        </a:p>
                      </a:txBody>
                      <a:tcPr>
                        <a:blipFill>
                          <a:blip r:embed="rId5"/>
                          <a:stretch>
                            <a:fillRect l="-200549" t="-704" r="-549" b="-48592"/>
                          </a:stretch>
                        </a:blipFill>
                      </a:tcPr>
                    </a:tc>
                    <a:extLst>
                      <a:ext uri="{0D108BD9-81ED-4DB2-BD59-A6C34878D82A}">
                        <a16:rowId xmlns:a16="http://schemas.microsoft.com/office/drawing/2014/main" val="2276223022"/>
                      </a:ext>
                    </a:extLst>
                  </a:tr>
                  <a:tr h="82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1670863752"/>
                      </a:ext>
                    </a:extLst>
                  </a:tr>
                </a:tbl>
              </a:graphicData>
            </a:graphic>
          </p:graphicFrame>
        </mc:Fallback>
      </mc:AlternateContent>
      <p:pic>
        <p:nvPicPr>
          <p:cNvPr id="13" name="Picture 2" descr="Number lines / Misunderstandings / Patterns / Topdrawer / Home - Topdrawer">
            <a:extLst>
              <a:ext uri="{FF2B5EF4-FFF2-40B4-BE49-F238E27FC236}">
                <a16:creationId xmlns:a16="http://schemas.microsoft.com/office/drawing/2014/main" id="{9D81D673-C716-2FF3-A5FA-7A169AEDB4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44" y="9248542"/>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Number lines / Misunderstandings / Patterns / Topdrawer / Home - Topdrawer">
            <a:extLst>
              <a:ext uri="{FF2B5EF4-FFF2-40B4-BE49-F238E27FC236}">
                <a16:creationId xmlns:a16="http://schemas.microsoft.com/office/drawing/2014/main" id="{651A0A27-856E-360E-D95E-FECEE5E6CB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673" y="10401827"/>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Number lines / Misunderstandings / Patterns / Topdrawer / Home - Topdrawer">
            <a:extLst>
              <a:ext uri="{FF2B5EF4-FFF2-40B4-BE49-F238E27FC236}">
                <a16:creationId xmlns:a16="http://schemas.microsoft.com/office/drawing/2014/main" id="{29EC67D2-74B9-81E8-8751-B12287CD4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44" y="10405048"/>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Number lines / Misunderstandings / Patterns / Topdrawer / Home - Topdrawer">
            <a:extLst>
              <a:ext uri="{FF2B5EF4-FFF2-40B4-BE49-F238E27FC236}">
                <a16:creationId xmlns:a16="http://schemas.microsoft.com/office/drawing/2014/main" id="{CFDAC6F8-7DC9-4B83-02D7-55E60E4C7C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3316" y="10401827"/>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AD8CBE5-4364-F045-FC0E-7A671DA05F65}"/>
              </a:ext>
            </a:extLst>
          </p:cNvPr>
          <p:cNvPicPr>
            <a:picLocks noChangeAspect="1"/>
          </p:cNvPicPr>
          <p:nvPr/>
        </p:nvPicPr>
        <p:blipFill>
          <a:blip r:embed="rId6"/>
          <a:stretch>
            <a:fillRect/>
          </a:stretch>
        </p:blipFill>
        <p:spPr>
          <a:xfrm>
            <a:off x="2464680" y="9153745"/>
            <a:ext cx="1862716" cy="406476"/>
          </a:xfrm>
          <a:prstGeom prst="rect">
            <a:avLst/>
          </a:prstGeom>
        </p:spPr>
      </p:pic>
      <p:pic>
        <p:nvPicPr>
          <p:cNvPr id="19" name="Picture 18">
            <a:extLst>
              <a:ext uri="{FF2B5EF4-FFF2-40B4-BE49-F238E27FC236}">
                <a16:creationId xmlns:a16="http://schemas.microsoft.com/office/drawing/2014/main" id="{13CE9375-9B5A-6515-982C-D359AC15AA4B}"/>
              </a:ext>
            </a:extLst>
          </p:cNvPr>
          <p:cNvPicPr>
            <a:picLocks noChangeAspect="1"/>
          </p:cNvPicPr>
          <p:nvPr/>
        </p:nvPicPr>
        <p:blipFill>
          <a:blip r:embed="rId7"/>
          <a:srcRect r="13710" b="-15378"/>
          <a:stretch/>
        </p:blipFill>
        <p:spPr>
          <a:xfrm>
            <a:off x="4563316" y="9088162"/>
            <a:ext cx="2107774" cy="499447"/>
          </a:xfrm>
          <a:prstGeom prst="rect">
            <a:avLst/>
          </a:prstGeom>
        </p:spPr>
      </p:pic>
    </p:spTree>
    <p:extLst>
      <p:ext uri="{BB962C8B-B14F-4D97-AF65-F5344CB8AC3E}">
        <p14:creationId xmlns:p14="http://schemas.microsoft.com/office/powerpoint/2010/main" val="771789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D4064-36CB-3E1F-C25A-8B956B7F3EBF}"/>
            </a:ext>
          </a:extLst>
        </p:cNvPr>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F0FDE69-22CB-70B3-DEB6-38647B7784AF}"/>
              </a:ext>
            </a:extLst>
          </p:cNvPr>
          <p:cNvSpPr>
            <a:spLocks noGrp="1"/>
          </p:cNvSpPr>
          <p:nvPr>
            <p:ph type="sldNum" sz="quarter" idx="12"/>
          </p:nvPr>
        </p:nvSpPr>
        <p:spPr>
          <a:xfrm>
            <a:off x="5317221" y="9467604"/>
            <a:ext cx="1543050" cy="527403"/>
          </a:xfrm>
        </p:spPr>
        <p:txBody>
          <a:bodyPr/>
          <a:lstStyle/>
          <a:p>
            <a:fld id="{19F1D9CC-7119-45EC-A96C-D8C0660F3AAB}" type="slidenum">
              <a:rPr lang="en-GB" noProof="0" smtClean="0">
                <a:solidFill>
                  <a:schemeClr val="tx1"/>
                </a:solidFill>
              </a:rPr>
              <a:t>22</a:t>
            </a:fld>
            <a:endParaRPr lang="en-GB" noProof="0" dirty="0">
              <a:solidFill>
                <a:schemeClr val="tx1"/>
              </a:solidFill>
            </a:endParaRPr>
          </a:p>
        </p:txBody>
      </p:sp>
      <mc:AlternateContent xmlns:mc="http://schemas.openxmlformats.org/markup-compatibility/2006">
        <mc:Choice xmlns:a14="http://schemas.microsoft.com/office/drawing/2010/main" Requires="a14">
          <p:graphicFrame>
            <p:nvGraphicFramePr>
              <p:cNvPr id="12" name="Table 11">
                <a:extLst>
                  <a:ext uri="{FF2B5EF4-FFF2-40B4-BE49-F238E27FC236}">
                    <a16:creationId xmlns:a16="http://schemas.microsoft.com/office/drawing/2014/main" id="{D4724B86-F4BA-F2AA-4720-7B9EFE3E129D}"/>
                  </a:ext>
                </a:extLst>
              </p:cNvPr>
              <p:cNvGraphicFramePr>
                <a:graphicFrameLocks noGrp="1"/>
              </p:cNvGraphicFramePr>
              <p:nvPr>
                <p:extLst>
                  <p:ext uri="{D42A27DB-BD31-4B8C-83A1-F6EECF244321}">
                    <p14:modId xmlns:p14="http://schemas.microsoft.com/office/powerpoint/2010/main" val="796950839"/>
                  </p:ext>
                </p:extLst>
              </p:nvPr>
            </p:nvGraphicFramePr>
            <p:xfrm>
              <a:off x="100833" y="347761"/>
              <a:ext cx="6669556" cy="9288000"/>
            </p:xfrm>
            <a:graphic>
              <a:graphicData uri="http://schemas.openxmlformats.org/drawingml/2006/table">
                <a:tbl>
                  <a:tblPr firstRow="1" bandRow="1">
                    <a:tableStyleId>{5940675A-B579-460E-94D1-54222C63F5DA}</a:tableStyleId>
                  </a:tblPr>
                  <a:tblGrid>
                    <a:gridCol w="2232000">
                      <a:extLst>
                        <a:ext uri="{9D8B030D-6E8A-4147-A177-3AD203B41FA5}">
                          <a16:colId xmlns:a16="http://schemas.microsoft.com/office/drawing/2014/main" val="3879965618"/>
                        </a:ext>
                      </a:extLst>
                    </a:gridCol>
                    <a:gridCol w="2218778">
                      <a:extLst>
                        <a:ext uri="{9D8B030D-6E8A-4147-A177-3AD203B41FA5}">
                          <a16:colId xmlns:a16="http://schemas.microsoft.com/office/drawing/2014/main" val="1070311144"/>
                        </a:ext>
                      </a:extLst>
                    </a:gridCol>
                    <a:gridCol w="2218778">
                      <a:extLst>
                        <a:ext uri="{9D8B030D-6E8A-4147-A177-3AD203B41FA5}">
                          <a16:colId xmlns:a16="http://schemas.microsoft.com/office/drawing/2014/main" val="3288267543"/>
                        </a:ext>
                      </a:extLst>
                    </a:gridCol>
                  </a:tblGrid>
                  <a:tr h="2520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a) </a:t>
                          </a:r>
                          <a14:m>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3</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+3</m:t>
                                  </m:r>
                                </m:num>
                                <m:den>
                                  <m:r>
                                    <a:rPr lang="en-GB" sz="1200" b="0" i="1" baseline="0" smtClean="0">
                                      <a:solidFill>
                                        <a:schemeClr val="tx1"/>
                                      </a:solidFill>
                                      <a:latin typeface="Cambria Math" panose="02040503050406030204" pitchFamily="18" charset="0"/>
                                    </a:rPr>
                                    <m:t>2</m:t>
                                  </m:r>
                                </m:den>
                              </m:f>
                              <m:r>
                                <a:rPr lang="en-GB" sz="1200" b="0" i="1" baseline="0" smtClean="0">
                                  <a:solidFill>
                                    <a:schemeClr val="tx1"/>
                                  </a:solidFill>
                                  <a:latin typeface="Cambria Math" panose="02040503050406030204" pitchFamily="18" charset="0"/>
                                </a:rPr>
                                <m:t>≥21</m:t>
                              </m:r>
                            </m:oMath>
                          </a14:m>
                          <a:endParaRPr lang="en-GB" sz="1200" noProof="0" dirty="0"/>
                        </a:p>
                      </a:txBody>
                      <a:tcPr/>
                    </a:tc>
                    <a:tc>
                      <a:txBody>
                        <a:bodyPr/>
                        <a:lstStyle/>
                        <a:p>
                          <a:r>
                            <a:rPr lang="en-GB" sz="1200" noProof="0" dirty="0"/>
                            <a:t>b)  </a:t>
                          </a:r>
                          <a14:m>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7</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−11</m:t>
                                  </m:r>
                                </m:num>
                                <m:den>
                                  <m:r>
                                    <a:rPr lang="en-GB" sz="1200" b="0" i="1" baseline="0" smtClean="0">
                                      <a:solidFill>
                                        <a:schemeClr val="tx1"/>
                                      </a:solidFill>
                                      <a:latin typeface="Cambria Math" panose="02040503050406030204" pitchFamily="18" charset="0"/>
                                    </a:rPr>
                                    <m:t>13</m:t>
                                  </m:r>
                                </m:den>
                              </m:f>
                              <m:r>
                                <a:rPr lang="en-GB" sz="1200" b="0" i="1" baseline="0" smtClean="0">
                                  <a:solidFill>
                                    <a:schemeClr val="tx1"/>
                                  </a:solidFill>
                                  <a:latin typeface="Cambria Math" panose="02040503050406030204" pitchFamily="18" charset="0"/>
                                </a:rPr>
                                <m:t>≥4</m:t>
                              </m:r>
                            </m:oMath>
                          </a14:m>
                          <a:endParaRPr lang="en-GB" sz="1200" noProof="0" dirty="0"/>
                        </a:p>
                      </a:txBody>
                      <a:tcPr/>
                    </a:tc>
                    <a:tc>
                      <a:txBody>
                        <a:bodyPr/>
                        <a:lstStyle/>
                        <a:p>
                          <a:r>
                            <a:rPr lang="en-GB" sz="1200" noProof="0" dirty="0"/>
                            <a:t>c)  </a:t>
                          </a:r>
                          <a14:m>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3</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+4</m:t>
                                  </m:r>
                                </m:num>
                                <m:den>
                                  <m:r>
                                    <a:rPr lang="en-GB" sz="1200" b="0" i="1" baseline="0" smtClean="0">
                                      <a:solidFill>
                                        <a:schemeClr val="tx1"/>
                                      </a:solidFill>
                                      <a:latin typeface="Cambria Math" panose="02040503050406030204" pitchFamily="18" charset="0"/>
                                    </a:rPr>
                                    <m:t>10</m:t>
                                  </m:r>
                                </m:den>
                              </m:f>
                              <m:r>
                                <a:rPr lang="en-GB" sz="1200" b="0" i="1" baseline="0" smtClean="0">
                                  <a:solidFill>
                                    <a:schemeClr val="tx1"/>
                                  </a:solidFill>
                                  <a:latin typeface="Cambria Math" panose="02040503050406030204" pitchFamily="18" charset="0"/>
                                </a:rPr>
                                <m:t>≥4</m:t>
                              </m:r>
                            </m:oMath>
                          </a14:m>
                          <a:endParaRPr lang="en-GB" sz="1200" noProof="0" dirty="0"/>
                        </a:p>
                      </a:txBody>
                      <a:tcPr/>
                    </a:tc>
                    <a:extLst>
                      <a:ext uri="{0D108BD9-81ED-4DB2-BD59-A6C34878D82A}">
                        <a16:rowId xmlns:a16="http://schemas.microsoft.com/office/drawing/2014/main" val="2349510761"/>
                      </a:ext>
                    </a:extLst>
                  </a:tr>
                  <a:tr h="576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txBody>
                      <a:tcPr/>
                    </a:tc>
                    <a:tc>
                      <a:txBody>
                        <a:bodyPr/>
                        <a:lstStyle/>
                        <a:p>
                          <a:endParaRPr lang="en-GB" sz="1200" noProof="0" dirty="0"/>
                        </a:p>
                      </a:txBody>
                      <a:tcPr/>
                    </a:tc>
                    <a:extLst>
                      <a:ext uri="{0D108BD9-81ED-4DB2-BD59-A6C34878D82A}">
                        <a16:rowId xmlns:a16="http://schemas.microsoft.com/office/drawing/2014/main" val="679300367"/>
                      </a:ext>
                    </a:extLst>
                  </a:tr>
                  <a:tr h="2520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d)</a:t>
                          </a:r>
                          <a:r>
                            <a:rPr lang="en-US" sz="1200" baseline="0" dirty="0">
                              <a:solidFill>
                                <a:schemeClr val="tx1"/>
                              </a:solidFill>
                            </a:rPr>
                            <a:t> </a:t>
                          </a:r>
                          <a14:m>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3(</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+2)</m:t>
                                  </m:r>
                                </m:num>
                                <m:den>
                                  <m:r>
                                    <a:rPr lang="en-GB" sz="1200" b="0" i="1" baseline="0" smtClean="0">
                                      <a:solidFill>
                                        <a:schemeClr val="tx1"/>
                                      </a:solidFill>
                                      <a:latin typeface="Cambria Math" panose="02040503050406030204" pitchFamily="18" charset="0"/>
                                    </a:rPr>
                                    <m:t>18</m:t>
                                  </m:r>
                                </m:den>
                              </m:f>
                              <m:r>
                                <a:rPr lang="en-GB" sz="1200" b="0" i="1" baseline="0" smtClean="0">
                                  <a:solidFill>
                                    <a:schemeClr val="tx1"/>
                                  </a:solidFill>
                                  <a:latin typeface="Cambria Math" panose="02040503050406030204" pitchFamily="18" charset="0"/>
                                </a:rPr>
                                <m:t>&gt;8</m:t>
                              </m:r>
                            </m:oMath>
                          </a14:m>
                          <a:endParaRPr lang="en-GB" sz="1200" noProof="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e) </a:t>
                          </a:r>
                          <a14:m>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2(3</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+1)</m:t>
                                  </m:r>
                                </m:num>
                                <m:den>
                                  <m:r>
                                    <a:rPr lang="en-GB" sz="1200" b="0" i="1" baseline="0" smtClean="0">
                                      <a:solidFill>
                                        <a:schemeClr val="tx1"/>
                                      </a:solidFill>
                                      <a:latin typeface="Cambria Math" panose="02040503050406030204" pitchFamily="18" charset="0"/>
                                    </a:rPr>
                                    <m:t>5</m:t>
                                  </m:r>
                                </m:den>
                              </m:f>
                              <m:r>
                                <a:rPr lang="en-GB" sz="1200" b="0" i="1" baseline="0" smtClean="0">
                                  <a:solidFill>
                                    <a:schemeClr val="tx1"/>
                                  </a:solidFill>
                                  <a:latin typeface="Cambria Math" panose="02040503050406030204" pitchFamily="18" charset="0"/>
                                </a:rPr>
                                <m:t>≤10</m:t>
                              </m:r>
                            </m:oMath>
                          </a14:m>
                          <a:endParaRPr lang="en-GB" sz="1200" noProof="0" dirty="0"/>
                        </a:p>
                      </a:txBody>
                      <a:tcPr/>
                    </a:tc>
                    <a:tc>
                      <a:txBody>
                        <a:bodyPr/>
                        <a:lstStyle/>
                        <a:p>
                          <a:r>
                            <a:rPr lang="en-GB" sz="1200" noProof="0" dirty="0"/>
                            <a:t>f)</a:t>
                          </a:r>
                          <a14:m>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5(3</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+1)</m:t>
                                  </m:r>
                                </m:num>
                                <m:den>
                                  <m:r>
                                    <a:rPr lang="en-GB" sz="1200" b="0" i="1" baseline="0" smtClean="0">
                                      <a:solidFill>
                                        <a:schemeClr val="tx1"/>
                                      </a:solidFill>
                                      <a:latin typeface="Cambria Math" panose="02040503050406030204" pitchFamily="18" charset="0"/>
                                    </a:rPr>
                                    <m:t>20</m:t>
                                  </m:r>
                                </m:den>
                              </m:f>
                              <m:r>
                                <a:rPr lang="en-GB" sz="1200" b="0" i="1" baseline="0" smtClean="0">
                                  <a:solidFill>
                                    <a:schemeClr val="tx1"/>
                                  </a:solidFill>
                                  <a:latin typeface="Cambria Math" panose="02040503050406030204" pitchFamily="18" charset="0"/>
                                </a:rPr>
                                <m:t>&lt;4</m:t>
                              </m:r>
                            </m:oMath>
                          </a14:m>
                          <a:endParaRPr lang="en-GB" sz="1200" noProof="0" dirty="0"/>
                        </a:p>
                      </a:txBody>
                      <a:tcPr/>
                    </a:tc>
                    <a:extLst>
                      <a:ext uri="{0D108BD9-81ED-4DB2-BD59-A6C34878D82A}">
                        <a16:rowId xmlns:a16="http://schemas.microsoft.com/office/drawing/2014/main" val="3733705690"/>
                      </a:ext>
                    </a:extLst>
                  </a:tr>
                  <a:tr h="576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762919930"/>
                      </a:ext>
                    </a:extLst>
                  </a:tr>
                  <a:tr h="2520000">
                    <a:tc>
                      <a:txBody>
                        <a:bodyPr/>
                        <a:lstStyle/>
                        <a:p>
                          <a:r>
                            <a:rPr lang="en-GB" sz="1200" noProof="0" dirty="0"/>
                            <a:t>g)</a:t>
                          </a:r>
                          <a14:m>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8</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+3</m:t>
                                  </m:r>
                                </m:num>
                                <m:den>
                                  <m:r>
                                    <a:rPr lang="en-GB" sz="1200" b="0" i="1" baseline="0" smtClean="0">
                                      <a:solidFill>
                                        <a:schemeClr val="tx1"/>
                                      </a:solidFill>
                                      <a:latin typeface="Cambria Math" panose="02040503050406030204" pitchFamily="18" charset="0"/>
                                    </a:rPr>
                                    <m:t>5</m:t>
                                  </m:r>
                                </m:den>
                              </m:f>
                              <m:r>
                                <a:rPr lang="en-GB" sz="1200" b="0" i="1" baseline="0" smtClean="0">
                                  <a:solidFill>
                                    <a:schemeClr val="tx1"/>
                                  </a:solidFill>
                                  <a:latin typeface="Cambria Math" panose="02040503050406030204" pitchFamily="18" charset="0"/>
                                </a:rPr>
                                <m:t>≤−1</m:t>
                              </m:r>
                            </m:oMath>
                          </a14:m>
                          <a:endParaRPr lang="en-GB" sz="1200" noProof="0" dirty="0"/>
                        </a:p>
                      </a:txBody>
                      <a:tcPr/>
                    </a:tc>
                    <a:tc>
                      <a:txBody>
                        <a:bodyPr/>
                        <a:lstStyle/>
                        <a:p>
                          <a:r>
                            <a:rPr lang="en-GB" sz="1200" noProof="0" dirty="0"/>
                            <a:t>h)</a:t>
                          </a:r>
                          <a14:m>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7</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−4</m:t>
                                  </m:r>
                                </m:num>
                                <m:den>
                                  <m:r>
                                    <a:rPr lang="en-GB" sz="1200" b="0" i="1" baseline="0" smtClean="0">
                                      <a:solidFill>
                                        <a:schemeClr val="tx1"/>
                                      </a:solidFill>
                                      <a:latin typeface="Cambria Math" panose="02040503050406030204" pitchFamily="18" charset="0"/>
                                    </a:rPr>
                                    <m:t>3</m:t>
                                  </m:r>
                                </m:den>
                              </m:f>
                              <m:r>
                                <a:rPr lang="en-GB" sz="1200" b="0" i="1" baseline="0" smtClean="0">
                                  <a:solidFill>
                                    <a:schemeClr val="tx1"/>
                                  </a:solidFill>
                                  <a:latin typeface="Cambria Math" panose="02040503050406030204" pitchFamily="18" charset="0"/>
                                </a:rPr>
                                <m:t>&gt;−6</m:t>
                              </m:r>
                            </m:oMath>
                          </a14:m>
                          <a:endParaRPr lang="en-GB" sz="1200" noProof="0" dirty="0"/>
                        </a:p>
                      </a:txBody>
                      <a:tcPr/>
                    </a:tc>
                    <a:tc>
                      <a:txBody>
                        <a:bodyPr/>
                        <a:lstStyle/>
                        <a:p>
                          <a:r>
                            <a:rPr lang="en-GB" sz="1200" noProof="0" dirty="0" err="1"/>
                            <a:t>i</a:t>
                          </a:r>
                          <a:r>
                            <a:rPr lang="en-GB" sz="1200" noProof="0" dirty="0"/>
                            <a:t>)  </a:t>
                          </a:r>
                          <a14:m>
                            <m:oMath xmlns:m="http://schemas.openxmlformats.org/officeDocument/2006/math">
                              <m:f>
                                <m:fPr>
                                  <m:ctrlPr>
                                    <a:rPr lang="en-US" sz="1200" i="1" baseline="0" smtClean="0">
                                      <a:solidFill>
                                        <a:schemeClr val="tx1"/>
                                      </a:solidFill>
                                      <a:latin typeface="Cambria Math" panose="02040503050406030204" pitchFamily="18" charset="0"/>
                                    </a:rPr>
                                  </m:ctrlPr>
                                </m:fPr>
                                <m:num>
                                  <m:r>
                                    <a:rPr lang="en-GB" sz="1200" b="0" i="1" baseline="0" smtClean="0">
                                      <a:solidFill>
                                        <a:schemeClr val="tx1"/>
                                      </a:solidFill>
                                      <a:latin typeface="Cambria Math" panose="02040503050406030204" pitchFamily="18" charset="0"/>
                                    </a:rPr>
                                    <m:t>7</m:t>
                                  </m:r>
                                  <m:r>
                                    <a:rPr lang="en-GB" sz="1200" b="0" i="1" baseline="0" smtClean="0">
                                      <a:solidFill>
                                        <a:schemeClr val="tx1"/>
                                      </a:solidFill>
                                      <a:latin typeface="Cambria Math" panose="02040503050406030204" pitchFamily="18" charset="0"/>
                                    </a:rPr>
                                    <m:t>𝑥</m:t>
                                  </m:r>
                                  <m:r>
                                    <a:rPr lang="en-GB" sz="1200" b="0" i="1" baseline="0" smtClean="0">
                                      <a:solidFill>
                                        <a:schemeClr val="tx1"/>
                                      </a:solidFill>
                                      <a:latin typeface="Cambria Math" panose="02040503050406030204" pitchFamily="18" charset="0"/>
                                    </a:rPr>
                                    <m:t>−11</m:t>
                                  </m:r>
                                </m:num>
                                <m:den>
                                  <m:r>
                                    <a:rPr lang="en-GB" sz="1200" b="0" i="1" baseline="0" smtClean="0">
                                      <a:solidFill>
                                        <a:schemeClr val="tx1"/>
                                      </a:solidFill>
                                      <a:latin typeface="Cambria Math" panose="02040503050406030204" pitchFamily="18" charset="0"/>
                                    </a:rPr>
                                    <m:t>13</m:t>
                                  </m:r>
                                </m:den>
                              </m:f>
                              <m:r>
                                <a:rPr lang="en-GB" sz="1200" b="0" i="1" baseline="0" smtClean="0">
                                  <a:solidFill>
                                    <a:schemeClr val="tx1"/>
                                  </a:solidFill>
                                  <a:latin typeface="Cambria Math" panose="02040503050406030204" pitchFamily="18" charset="0"/>
                                </a:rPr>
                                <m:t>&lt;−3</m:t>
                              </m:r>
                            </m:oMath>
                          </a14:m>
                          <a:endParaRPr lang="en-GB" sz="1200" noProof="0" dirty="0"/>
                        </a:p>
                      </a:txBody>
                      <a:tcPr/>
                    </a:tc>
                    <a:extLst>
                      <a:ext uri="{0D108BD9-81ED-4DB2-BD59-A6C34878D82A}">
                        <a16:rowId xmlns:a16="http://schemas.microsoft.com/office/drawing/2014/main" val="3582817684"/>
                      </a:ext>
                    </a:extLst>
                  </a:tr>
                  <a:tr h="576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658238587"/>
                      </a:ext>
                    </a:extLst>
                  </a:tr>
                </a:tbl>
              </a:graphicData>
            </a:graphic>
          </p:graphicFrame>
        </mc:Choice>
        <mc:Fallback>
          <p:graphicFrame>
            <p:nvGraphicFramePr>
              <p:cNvPr id="12" name="Table 11">
                <a:extLst>
                  <a:ext uri="{FF2B5EF4-FFF2-40B4-BE49-F238E27FC236}">
                    <a16:creationId xmlns:a16="http://schemas.microsoft.com/office/drawing/2014/main" id="{D4724B86-F4BA-F2AA-4720-7B9EFE3E129D}"/>
                  </a:ext>
                </a:extLst>
              </p:cNvPr>
              <p:cNvGraphicFramePr>
                <a:graphicFrameLocks noGrp="1"/>
              </p:cNvGraphicFramePr>
              <p:nvPr>
                <p:extLst>
                  <p:ext uri="{D42A27DB-BD31-4B8C-83A1-F6EECF244321}">
                    <p14:modId xmlns:p14="http://schemas.microsoft.com/office/powerpoint/2010/main" val="796950839"/>
                  </p:ext>
                </p:extLst>
              </p:nvPr>
            </p:nvGraphicFramePr>
            <p:xfrm>
              <a:off x="100833" y="347761"/>
              <a:ext cx="6669556" cy="9288000"/>
            </p:xfrm>
            <a:graphic>
              <a:graphicData uri="http://schemas.openxmlformats.org/drawingml/2006/table">
                <a:tbl>
                  <a:tblPr firstRow="1" bandRow="1">
                    <a:tableStyleId>{5940675A-B579-460E-94D1-54222C63F5DA}</a:tableStyleId>
                  </a:tblPr>
                  <a:tblGrid>
                    <a:gridCol w="2232000">
                      <a:extLst>
                        <a:ext uri="{9D8B030D-6E8A-4147-A177-3AD203B41FA5}">
                          <a16:colId xmlns:a16="http://schemas.microsoft.com/office/drawing/2014/main" val="3879965618"/>
                        </a:ext>
                      </a:extLst>
                    </a:gridCol>
                    <a:gridCol w="2218778">
                      <a:extLst>
                        <a:ext uri="{9D8B030D-6E8A-4147-A177-3AD203B41FA5}">
                          <a16:colId xmlns:a16="http://schemas.microsoft.com/office/drawing/2014/main" val="1070311144"/>
                        </a:ext>
                      </a:extLst>
                    </a:gridCol>
                    <a:gridCol w="2218778">
                      <a:extLst>
                        <a:ext uri="{9D8B030D-6E8A-4147-A177-3AD203B41FA5}">
                          <a16:colId xmlns:a16="http://schemas.microsoft.com/office/drawing/2014/main" val="3288267543"/>
                        </a:ext>
                      </a:extLst>
                    </a:gridCol>
                  </a:tblGrid>
                  <a:tr h="2520000">
                    <a:tc>
                      <a:txBody>
                        <a:bodyPr/>
                        <a:lstStyle/>
                        <a:p>
                          <a:endParaRPr lang="en-US"/>
                        </a:p>
                      </a:txBody>
                      <a:tcPr>
                        <a:blipFill>
                          <a:blip r:embed="rId2"/>
                          <a:stretch>
                            <a:fillRect l="-273" t="-242" r="-199727" b="-269492"/>
                          </a:stretch>
                        </a:blipFill>
                      </a:tcPr>
                    </a:tc>
                    <a:tc>
                      <a:txBody>
                        <a:bodyPr/>
                        <a:lstStyle/>
                        <a:p>
                          <a:endParaRPr lang="en-US"/>
                        </a:p>
                      </a:txBody>
                      <a:tcPr>
                        <a:blipFill>
                          <a:blip r:embed="rId2"/>
                          <a:stretch>
                            <a:fillRect l="-100548" t="-242" r="-100274" b="-269492"/>
                          </a:stretch>
                        </a:blipFill>
                      </a:tcPr>
                    </a:tc>
                    <a:tc>
                      <a:txBody>
                        <a:bodyPr/>
                        <a:lstStyle/>
                        <a:p>
                          <a:endParaRPr lang="en-US"/>
                        </a:p>
                      </a:txBody>
                      <a:tcPr>
                        <a:blipFill>
                          <a:blip r:embed="rId2"/>
                          <a:stretch>
                            <a:fillRect l="-201099" t="-242" r="-549" b="-269492"/>
                          </a:stretch>
                        </a:blipFill>
                      </a:tcPr>
                    </a:tc>
                    <a:extLst>
                      <a:ext uri="{0D108BD9-81ED-4DB2-BD59-A6C34878D82A}">
                        <a16:rowId xmlns:a16="http://schemas.microsoft.com/office/drawing/2014/main" val="2349510761"/>
                      </a:ext>
                    </a:extLst>
                  </a:tr>
                  <a:tr h="576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txBody>
                      <a:tcPr/>
                    </a:tc>
                    <a:tc>
                      <a:txBody>
                        <a:bodyPr/>
                        <a:lstStyle/>
                        <a:p>
                          <a:endParaRPr lang="en-GB" sz="1200" noProof="0" dirty="0"/>
                        </a:p>
                      </a:txBody>
                      <a:tcPr/>
                    </a:tc>
                    <a:extLst>
                      <a:ext uri="{0D108BD9-81ED-4DB2-BD59-A6C34878D82A}">
                        <a16:rowId xmlns:a16="http://schemas.microsoft.com/office/drawing/2014/main" val="679300367"/>
                      </a:ext>
                    </a:extLst>
                  </a:tr>
                  <a:tr h="2520000">
                    <a:tc>
                      <a:txBody>
                        <a:bodyPr/>
                        <a:lstStyle/>
                        <a:p>
                          <a:endParaRPr lang="en-US"/>
                        </a:p>
                      </a:txBody>
                      <a:tcPr>
                        <a:blipFill>
                          <a:blip r:embed="rId2"/>
                          <a:stretch>
                            <a:fillRect l="-273" t="-123245" r="-199727" b="-146489"/>
                          </a:stretch>
                        </a:blipFill>
                      </a:tcPr>
                    </a:tc>
                    <a:tc>
                      <a:txBody>
                        <a:bodyPr/>
                        <a:lstStyle/>
                        <a:p>
                          <a:endParaRPr lang="en-US"/>
                        </a:p>
                      </a:txBody>
                      <a:tcPr>
                        <a:blipFill>
                          <a:blip r:embed="rId2"/>
                          <a:stretch>
                            <a:fillRect l="-100548" t="-123245" r="-100274" b="-146489"/>
                          </a:stretch>
                        </a:blipFill>
                      </a:tcPr>
                    </a:tc>
                    <a:tc>
                      <a:txBody>
                        <a:bodyPr/>
                        <a:lstStyle/>
                        <a:p>
                          <a:endParaRPr lang="en-US"/>
                        </a:p>
                      </a:txBody>
                      <a:tcPr>
                        <a:blipFill>
                          <a:blip r:embed="rId2"/>
                          <a:stretch>
                            <a:fillRect l="-201099" t="-123245" r="-549" b="-146489"/>
                          </a:stretch>
                        </a:blipFill>
                      </a:tcPr>
                    </a:tc>
                    <a:extLst>
                      <a:ext uri="{0D108BD9-81ED-4DB2-BD59-A6C34878D82A}">
                        <a16:rowId xmlns:a16="http://schemas.microsoft.com/office/drawing/2014/main" val="3733705690"/>
                      </a:ext>
                    </a:extLst>
                  </a:tr>
                  <a:tr h="576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762919930"/>
                      </a:ext>
                    </a:extLst>
                  </a:tr>
                  <a:tr h="2520000">
                    <a:tc>
                      <a:txBody>
                        <a:bodyPr/>
                        <a:lstStyle/>
                        <a:p>
                          <a:endParaRPr lang="en-US"/>
                        </a:p>
                      </a:txBody>
                      <a:tcPr>
                        <a:blipFill>
                          <a:blip r:embed="rId2"/>
                          <a:stretch>
                            <a:fillRect l="-273" t="-246247" r="-199727" b="-23487"/>
                          </a:stretch>
                        </a:blipFill>
                      </a:tcPr>
                    </a:tc>
                    <a:tc>
                      <a:txBody>
                        <a:bodyPr/>
                        <a:lstStyle/>
                        <a:p>
                          <a:endParaRPr lang="en-US"/>
                        </a:p>
                      </a:txBody>
                      <a:tcPr>
                        <a:blipFill>
                          <a:blip r:embed="rId2"/>
                          <a:stretch>
                            <a:fillRect l="-100548" t="-246247" r="-100274" b="-23487"/>
                          </a:stretch>
                        </a:blipFill>
                      </a:tcPr>
                    </a:tc>
                    <a:tc>
                      <a:txBody>
                        <a:bodyPr/>
                        <a:lstStyle/>
                        <a:p>
                          <a:endParaRPr lang="en-US"/>
                        </a:p>
                      </a:txBody>
                      <a:tcPr>
                        <a:blipFill>
                          <a:blip r:embed="rId2"/>
                          <a:stretch>
                            <a:fillRect l="-201099" t="-246247" r="-549" b="-23487"/>
                          </a:stretch>
                        </a:blipFill>
                      </a:tcPr>
                    </a:tc>
                    <a:extLst>
                      <a:ext uri="{0D108BD9-81ED-4DB2-BD59-A6C34878D82A}">
                        <a16:rowId xmlns:a16="http://schemas.microsoft.com/office/drawing/2014/main" val="3582817684"/>
                      </a:ext>
                    </a:extLst>
                  </a:tr>
                  <a:tr h="576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658238587"/>
                      </a:ext>
                    </a:extLst>
                  </a:tr>
                </a:tbl>
              </a:graphicData>
            </a:graphic>
          </p:graphicFrame>
        </mc:Fallback>
      </mc:AlternateContent>
      <p:sp>
        <p:nvSpPr>
          <p:cNvPr id="14" name="TextBox 13">
            <a:extLst>
              <a:ext uri="{FF2B5EF4-FFF2-40B4-BE49-F238E27FC236}">
                <a16:creationId xmlns:a16="http://schemas.microsoft.com/office/drawing/2014/main" id="{C35DDE26-E5B8-2122-4AFD-B06F6A6F983C}"/>
              </a:ext>
            </a:extLst>
          </p:cNvPr>
          <p:cNvSpPr txBox="1"/>
          <p:nvPr/>
        </p:nvSpPr>
        <p:spPr>
          <a:xfrm>
            <a:off x="23290" y="32943"/>
            <a:ext cx="6670415" cy="276999"/>
          </a:xfrm>
          <a:prstGeom prst="rect">
            <a:avLst/>
          </a:prstGeom>
          <a:noFill/>
        </p:spPr>
        <p:txBody>
          <a:bodyPr wrap="square" rtlCol="0">
            <a:spAutoFit/>
          </a:bodyPr>
          <a:lstStyle/>
          <a:p>
            <a:r>
              <a:rPr lang="en-GB" sz="1200" b="1" noProof="0" dirty="0"/>
              <a:t>Question 12. </a:t>
            </a:r>
            <a:r>
              <a:rPr lang="en-GB" sz="1200" noProof="0" dirty="0"/>
              <a:t>Solve the inequalities, then list the first five smallest or largest integers that satisfy them:</a:t>
            </a:r>
          </a:p>
        </p:txBody>
      </p:sp>
    </p:spTree>
    <p:extLst>
      <p:ext uri="{BB962C8B-B14F-4D97-AF65-F5344CB8AC3E}">
        <p14:creationId xmlns:p14="http://schemas.microsoft.com/office/powerpoint/2010/main" val="1973569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F5D40-A8C7-3A5D-EC98-5BA7AA3AFCCE}"/>
            </a:ext>
          </a:extLst>
        </p:cNvPr>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12DA34C-6288-168B-0413-E9EA03369EA1}"/>
              </a:ext>
            </a:extLst>
          </p:cNvPr>
          <p:cNvSpPr>
            <a:spLocks noGrp="1"/>
          </p:cNvSpPr>
          <p:nvPr>
            <p:ph type="sldNum" sz="quarter" idx="12"/>
          </p:nvPr>
        </p:nvSpPr>
        <p:spPr>
          <a:xfrm>
            <a:off x="5228920" y="9476490"/>
            <a:ext cx="1543050" cy="527403"/>
          </a:xfrm>
        </p:spPr>
        <p:txBody>
          <a:bodyPr/>
          <a:lstStyle/>
          <a:p>
            <a:fld id="{19F1D9CC-7119-45EC-A96C-D8C0660F3AAB}" type="slidenum">
              <a:rPr lang="en-GB" noProof="0" smtClean="0">
                <a:solidFill>
                  <a:schemeClr val="tx1"/>
                </a:solidFill>
              </a:rPr>
              <a:t>23</a:t>
            </a:fld>
            <a:endParaRPr lang="en-GB" noProof="0" dirty="0">
              <a:solidFill>
                <a:schemeClr val="tx1"/>
              </a:solidFill>
            </a:endParaRPr>
          </a:p>
        </p:txBody>
      </p:sp>
      <p:sp>
        <p:nvSpPr>
          <p:cNvPr id="7" name="Rectangle 6">
            <a:extLst>
              <a:ext uri="{FF2B5EF4-FFF2-40B4-BE49-F238E27FC236}">
                <a16:creationId xmlns:a16="http://schemas.microsoft.com/office/drawing/2014/main" id="{277913F6-B3A7-4645-437C-91C1B0C83F06}"/>
              </a:ext>
            </a:extLst>
          </p:cNvPr>
          <p:cNvSpPr/>
          <p:nvPr/>
        </p:nvSpPr>
        <p:spPr>
          <a:xfrm>
            <a:off x="0" y="23409"/>
            <a:ext cx="6858000" cy="252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noProof="0" dirty="0"/>
              <a:t>Solving Single-Ended Inequalities with Negative Coefficients</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6B34913E-903E-B030-143E-D66CADB394DE}"/>
                  </a:ext>
                </a:extLst>
              </p:cNvPr>
              <p:cNvGraphicFramePr>
                <a:graphicFrameLocks noGrp="1"/>
              </p:cNvGraphicFramePr>
              <p:nvPr>
                <p:extLst>
                  <p:ext uri="{D42A27DB-BD31-4B8C-83A1-F6EECF244321}">
                    <p14:modId xmlns:p14="http://schemas.microsoft.com/office/powerpoint/2010/main" val="1715264872"/>
                  </p:ext>
                </p:extLst>
              </p:nvPr>
            </p:nvGraphicFramePr>
            <p:xfrm>
              <a:off x="94444" y="318391"/>
              <a:ext cx="6671091" cy="3854160"/>
            </p:xfrm>
            <a:graphic>
              <a:graphicData uri="http://schemas.openxmlformats.org/drawingml/2006/table">
                <a:tbl>
                  <a:tblPr firstRow="1" bandRow="1">
                    <a:tableStyleId>{5C22544A-7EE6-4342-B048-85BDC9FD1C3A}</a:tableStyleId>
                  </a:tblPr>
                  <a:tblGrid>
                    <a:gridCol w="1667121">
                      <a:extLst>
                        <a:ext uri="{9D8B030D-6E8A-4147-A177-3AD203B41FA5}">
                          <a16:colId xmlns:a16="http://schemas.microsoft.com/office/drawing/2014/main" val="4215826847"/>
                        </a:ext>
                      </a:extLst>
                    </a:gridCol>
                    <a:gridCol w="1667990">
                      <a:extLst>
                        <a:ext uri="{9D8B030D-6E8A-4147-A177-3AD203B41FA5}">
                          <a16:colId xmlns:a16="http://schemas.microsoft.com/office/drawing/2014/main" val="1034895713"/>
                        </a:ext>
                      </a:extLst>
                    </a:gridCol>
                    <a:gridCol w="1667990">
                      <a:extLst>
                        <a:ext uri="{9D8B030D-6E8A-4147-A177-3AD203B41FA5}">
                          <a16:colId xmlns:a16="http://schemas.microsoft.com/office/drawing/2014/main" val="3416398196"/>
                        </a:ext>
                      </a:extLst>
                    </a:gridCol>
                    <a:gridCol w="1667990">
                      <a:extLst>
                        <a:ext uri="{9D8B030D-6E8A-4147-A177-3AD203B41FA5}">
                          <a16:colId xmlns:a16="http://schemas.microsoft.com/office/drawing/2014/main" val="685936276"/>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13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14 -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15 -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2">
                      <a:txBody>
                        <a:bodyPr/>
                        <a:lstStyle/>
                        <a:p>
                          <a:pPr marL="228600" indent="-228600">
                            <a:buAutoNum type="arabicPeriod"/>
                          </a:pPr>
                          <a:r>
                            <a:rPr lang="en-GB" sz="1200" noProof="0" dirty="0">
                              <a:solidFill>
                                <a:schemeClr val="tx1"/>
                              </a:solidFill>
                            </a:rPr>
                            <a:t>Where the coefficient of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noProof="0" dirty="0">
                              <a:solidFill>
                                <a:schemeClr val="tx1"/>
                              </a:solidFill>
                            </a:rPr>
                            <a:t> is negative, we need to add this to both sides</a:t>
                          </a:r>
                          <a:r>
                            <a:rPr lang="en-GB" sz="1200" baseline="0" noProof="0" dirty="0">
                              <a:solidFill>
                                <a:schemeClr val="tx1"/>
                              </a:solidFill>
                            </a:rPr>
                            <a:t> of the equation to give ‘a positive </a:t>
                          </a:r>
                          <a14:m>
                            <m:oMath xmlns:m="http://schemas.openxmlformats.org/officeDocument/2006/math">
                              <m:r>
                                <a:rPr lang="en-GB" sz="1200" b="0" i="1" baseline="0" noProof="0" smtClean="0">
                                  <a:solidFill>
                                    <a:schemeClr val="tx1"/>
                                  </a:solidFill>
                                  <a:latin typeface="Cambria Math" panose="02040503050406030204" pitchFamily="18" charset="0"/>
                                </a:rPr>
                                <m:t>𝑥</m:t>
                              </m:r>
                            </m:oMath>
                          </a14:m>
                          <a:r>
                            <a:rPr lang="en-GB" sz="1200" noProof="0" dirty="0">
                              <a:solidFill>
                                <a:schemeClr val="tx1"/>
                              </a:solidFill>
                            </a:rPr>
                            <a:t>’</a:t>
                          </a:r>
                        </a:p>
                        <a:p>
                          <a:pPr marL="228600" indent="-228600">
                            <a:buAutoNum type="arabicPeriod"/>
                          </a:pPr>
                          <a:endParaRPr lang="en-GB" sz="1200" noProof="0" dirty="0">
                            <a:solidFill>
                              <a:schemeClr val="tx1"/>
                            </a:solidFill>
                          </a:endParaRPr>
                        </a:p>
                        <a:p>
                          <a:pPr marL="228600" indent="-228600">
                            <a:buAutoNum type="arabicPeriod"/>
                          </a:pPr>
                          <a:r>
                            <a:rPr lang="en-GB" sz="1200" noProof="0" dirty="0">
                              <a:solidFill>
                                <a:schemeClr val="tx1"/>
                              </a:solidFill>
                            </a:rPr>
                            <a:t>Solve as normal! </a:t>
                          </a:r>
                        </a:p>
                        <a:p>
                          <a:pPr marL="228600" indent="-228600">
                            <a:buAutoNum type="arabicPeriod"/>
                          </a:pPr>
                          <a:endParaRPr lang="en-GB" sz="1200" noProof="0" dirty="0">
                            <a:solidFill>
                              <a:schemeClr val="tx1"/>
                            </a:solidFill>
                          </a:endParaRPr>
                        </a:p>
                        <a:p>
                          <a:pPr marL="228600" indent="-228600">
                            <a:buAutoNum type="arabicPeriod"/>
                          </a:pPr>
                          <a:r>
                            <a:rPr lang="en-GB" sz="1200" noProof="0" dirty="0">
                              <a:solidFill>
                                <a:schemeClr val="tx1"/>
                              </a:solidFill>
                            </a:rPr>
                            <a:t> </a:t>
                          </a:r>
                          <a:r>
                            <a:rPr lang="en-GB" sz="1200" b="0" i="0" noProof="0" dirty="0">
                              <a:solidFill>
                                <a:schemeClr val="tx1"/>
                              </a:solidFill>
                              <a:latin typeface="+mn-lt"/>
                            </a:rPr>
                            <a:t>Isolate </a:t>
                          </a:r>
                          <a14:m>
                            <m:oMath xmlns:m="http://schemas.openxmlformats.org/officeDocument/2006/math">
                              <m:r>
                                <m:rPr>
                                  <m:sty m:val="p"/>
                                </m:rPr>
                                <a:rPr lang="en-GB" sz="1200" b="0" i="0" noProof="0" smtClean="0">
                                  <a:solidFill>
                                    <a:schemeClr val="tx1"/>
                                  </a:solidFill>
                                  <a:latin typeface="Cambria Math" panose="02040503050406030204" pitchFamily="18" charset="0"/>
                                </a:rPr>
                                <m:t>x</m:t>
                              </m:r>
                            </m:oMath>
                          </a14:m>
                          <a:r>
                            <a:rPr lang="en-GB" sz="1200" b="0" i="0" noProof="0" dirty="0">
                              <a:solidFill>
                                <a:schemeClr val="tx1"/>
                              </a:solidFill>
                              <a:latin typeface="+mn-lt"/>
                            </a:rPr>
                            <a:t> by performing the inverse operation to both sides of the inequality.</a:t>
                          </a:r>
                          <a:br>
                            <a:rPr lang="en-GB" sz="1200" b="0" i="0" noProof="0" dirty="0">
                              <a:solidFill>
                                <a:schemeClr val="tx1"/>
                              </a:solidFill>
                              <a:latin typeface="+mn-lt"/>
                            </a:rPr>
                          </a:br>
                          <a:r>
                            <a:rPr lang="en-GB" sz="1200" b="0" i="0" noProof="0" dirty="0">
                              <a:solidFill>
                                <a:schemeClr val="tx1"/>
                              </a:solidFill>
                              <a:latin typeface="+mn-lt"/>
                            </a:rPr>
                            <a:t>The solution tells you exactly what </a:t>
                          </a:r>
                          <a14:m>
                            <m:oMath xmlns:m="http://schemas.openxmlformats.org/officeDocument/2006/math">
                              <m:r>
                                <m:rPr>
                                  <m:sty m:val="p"/>
                                </m:rPr>
                                <a:rPr lang="en-GB" sz="1200" b="0" i="0" noProof="0" smtClean="0">
                                  <a:solidFill>
                                    <a:schemeClr val="tx1"/>
                                  </a:solidFill>
                                  <a:latin typeface="Cambria Math" panose="02040503050406030204" pitchFamily="18" charset="0"/>
                                </a:rPr>
                                <m:t>x</m:t>
                              </m:r>
                            </m:oMath>
                          </a14:m>
                          <a:r>
                            <a:rPr lang="en-GB" sz="1200" b="0" i="0" noProof="0" dirty="0">
                              <a:solidFill>
                                <a:schemeClr val="tx1"/>
                              </a:solidFill>
                              <a:latin typeface="+mn-lt"/>
                            </a:rPr>
                            <a:t> is greater or smaller than.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10−</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&lt;3</m:t>
                                </m:r>
                              </m:oMath>
                            </m:oMathPara>
                          </a14:m>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baseline="0" noProof="0" smtClean="0">
                                        <a:solidFill>
                                          <a:schemeClr val="tx1"/>
                                        </a:solidFill>
                                        <a:latin typeface="Cambria Math" panose="02040503050406030204" pitchFamily="18" charset="0"/>
                                      </a:rPr>
                                    </m:ctrlPr>
                                  </m:fPr>
                                  <m:num>
                                    <m:r>
                                      <a:rPr lang="en-GB" sz="1200" b="0" i="1" baseline="0" noProof="0" smtClean="0">
                                        <a:solidFill>
                                          <a:schemeClr val="tx1"/>
                                        </a:solidFill>
                                        <a:latin typeface="Cambria Math" panose="02040503050406030204" pitchFamily="18" charset="0"/>
                                      </a:rPr>
                                      <m:t>25−</m:t>
                                    </m:r>
                                    <m:r>
                                      <a:rPr lang="en-GB" sz="1200" b="0" i="1" baseline="0" noProof="0" smtClean="0">
                                        <a:solidFill>
                                          <a:schemeClr val="tx1"/>
                                        </a:solidFill>
                                        <a:latin typeface="Cambria Math" panose="02040503050406030204" pitchFamily="18" charset="0"/>
                                      </a:rPr>
                                      <m:t>𝑥</m:t>
                                    </m:r>
                                  </m:num>
                                  <m:den>
                                    <m:r>
                                      <a:rPr lang="en-GB" sz="1200" b="0" i="1" baseline="0" noProof="0" smtClean="0">
                                        <a:solidFill>
                                          <a:schemeClr val="tx1"/>
                                        </a:solidFill>
                                        <a:latin typeface="Cambria Math" panose="02040503050406030204" pitchFamily="18" charset="0"/>
                                      </a:rPr>
                                      <m:t>2</m:t>
                                    </m:r>
                                  </m:den>
                                </m:f>
                                <m:r>
                                  <a:rPr lang="en-GB" sz="1200" b="0" i="1" baseline="0" noProof="0" smtClean="0">
                                    <a:solidFill>
                                      <a:schemeClr val="tx1"/>
                                    </a:solidFill>
                                    <a:latin typeface="Cambria Math" panose="02040503050406030204" pitchFamily="18" charset="0"/>
                                    <a:ea typeface="Cambria Math" panose="02040503050406030204" pitchFamily="18" charset="0"/>
                                  </a:rPr>
                                  <m:t>≥−9</m:t>
                                </m:r>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ea typeface="Cambria Math" panose="02040503050406030204" pitchFamily="18" charset="0"/>
                                  </a:rPr>
                                  <m:t>50≤2(5−2</m:t>
                                </m:r>
                                <m:r>
                                  <a:rPr lang="en-GB" sz="1200" b="0" i="1" baseline="0" noProof="0" smtClean="0">
                                    <a:solidFill>
                                      <a:schemeClr val="tx1"/>
                                    </a:solidFill>
                                    <a:latin typeface="Cambria Math" panose="02040503050406030204" pitchFamily="18" charset="0"/>
                                    <a:ea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m:t>
                                </m:r>
                              </m:oMath>
                            </m:oMathPara>
                          </a14:m>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bl>
              </a:graphicData>
            </a:graphic>
          </p:graphicFrame>
        </mc:Choice>
        <mc:Fallback xmlns="">
          <p:graphicFrame>
            <p:nvGraphicFramePr>
              <p:cNvPr id="5" name="Table 4">
                <a:extLst>
                  <a:ext uri="{FF2B5EF4-FFF2-40B4-BE49-F238E27FC236}">
                    <a16:creationId xmlns:a16="http://schemas.microsoft.com/office/drawing/2014/main" id="{6B34913E-903E-B030-143E-D66CADB394DE}"/>
                  </a:ext>
                </a:extLst>
              </p:cNvPr>
              <p:cNvGraphicFramePr>
                <a:graphicFrameLocks noGrp="1"/>
              </p:cNvGraphicFramePr>
              <p:nvPr>
                <p:extLst>
                  <p:ext uri="{D42A27DB-BD31-4B8C-83A1-F6EECF244321}">
                    <p14:modId xmlns:p14="http://schemas.microsoft.com/office/powerpoint/2010/main" val="1715264872"/>
                  </p:ext>
                </p:extLst>
              </p:nvPr>
            </p:nvGraphicFramePr>
            <p:xfrm>
              <a:off x="94444" y="318391"/>
              <a:ext cx="6671091" cy="3854160"/>
            </p:xfrm>
            <a:graphic>
              <a:graphicData uri="http://schemas.openxmlformats.org/drawingml/2006/table">
                <a:tbl>
                  <a:tblPr firstRow="1" bandRow="1">
                    <a:tableStyleId>{5C22544A-7EE6-4342-B048-85BDC9FD1C3A}</a:tableStyleId>
                  </a:tblPr>
                  <a:tblGrid>
                    <a:gridCol w="1667121">
                      <a:extLst>
                        <a:ext uri="{9D8B030D-6E8A-4147-A177-3AD203B41FA5}">
                          <a16:colId xmlns:a16="http://schemas.microsoft.com/office/drawing/2014/main" val="4215826847"/>
                        </a:ext>
                      </a:extLst>
                    </a:gridCol>
                    <a:gridCol w="1667990">
                      <a:extLst>
                        <a:ext uri="{9D8B030D-6E8A-4147-A177-3AD203B41FA5}">
                          <a16:colId xmlns:a16="http://schemas.microsoft.com/office/drawing/2014/main" val="1034895713"/>
                        </a:ext>
                      </a:extLst>
                    </a:gridCol>
                    <a:gridCol w="1667990">
                      <a:extLst>
                        <a:ext uri="{9D8B030D-6E8A-4147-A177-3AD203B41FA5}">
                          <a16:colId xmlns:a16="http://schemas.microsoft.com/office/drawing/2014/main" val="3416398196"/>
                        </a:ext>
                      </a:extLst>
                    </a:gridCol>
                    <a:gridCol w="1667990">
                      <a:extLst>
                        <a:ext uri="{9D8B030D-6E8A-4147-A177-3AD203B41FA5}">
                          <a16:colId xmlns:a16="http://schemas.microsoft.com/office/drawing/2014/main" val="685936276"/>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13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14 -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15 -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2">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5" t="-8191" r="-300365" b="-1195"/>
                          </a:stretch>
                        </a:blip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327816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733" t="-17844" r="-201465" b="-130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17844" r="-100730" b="-130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7844" r="-730" b="-1301"/>
                          </a:stretch>
                        </a:blipFill>
                      </a:tcPr>
                    </a:tc>
                    <a:extLst>
                      <a:ext uri="{0D108BD9-81ED-4DB2-BD59-A6C34878D82A}">
                        <a16:rowId xmlns:a16="http://schemas.microsoft.com/office/drawing/2014/main" val="1741132366"/>
                      </a:ext>
                    </a:extLst>
                  </a:tr>
                </a:tbl>
              </a:graphicData>
            </a:graphic>
          </p:graphicFrame>
        </mc:Fallback>
      </mc:AlternateContent>
      <p:pic>
        <p:nvPicPr>
          <p:cNvPr id="15" name="Picture 2" descr="Number lines / Misunderstandings / Patterns / Topdrawer / Home - Topdrawer">
            <a:extLst>
              <a:ext uri="{FF2B5EF4-FFF2-40B4-BE49-F238E27FC236}">
                <a16:creationId xmlns:a16="http://schemas.microsoft.com/office/drawing/2014/main" id="{03D13E3B-6CA5-0FA7-B80F-E3865EAB4A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4673" y="10401827"/>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Number lines / Misunderstandings / Patterns / Topdrawer / Home - Topdrawer">
            <a:extLst>
              <a:ext uri="{FF2B5EF4-FFF2-40B4-BE49-F238E27FC236}">
                <a16:creationId xmlns:a16="http://schemas.microsoft.com/office/drawing/2014/main" id="{97FB74F4-F7AB-7744-AA0D-7ECD48BB27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44" y="10405048"/>
            <a:ext cx="2124000" cy="31167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Number lines / Misunderstandings / Patterns / Topdrawer / Home - Topdrawer">
            <a:extLst>
              <a:ext uri="{FF2B5EF4-FFF2-40B4-BE49-F238E27FC236}">
                <a16:creationId xmlns:a16="http://schemas.microsoft.com/office/drawing/2014/main" id="{EBE12103-F8EA-AE06-8DB6-F6F85DB5E7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3316" y="10401827"/>
            <a:ext cx="2124000" cy="31167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9169899-8B43-2EEA-4A5F-CADD7D524198}"/>
                  </a:ext>
                </a:extLst>
              </p:cNvPr>
              <p:cNvGraphicFramePr>
                <a:graphicFrameLocks noGrp="1"/>
              </p:cNvGraphicFramePr>
              <p:nvPr>
                <p:extLst>
                  <p:ext uri="{D42A27DB-BD31-4B8C-83A1-F6EECF244321}">
                    <p14:modId xmlns:p14="http://schemas.microsoft.com/office/powerpoint/2010/main" val="2828314049"/>
                  </p:ext>
                </p:extLst>
              </p:nvPr>
            </p:nvGraphicFramePr>
            <p:xfrm>
              <a:off x="97396" y="4590355"/>
              <a:ext cx="6677864" cy="5195611"/>
            </p:xfrm>
            <a:graphic>
              <a:graphicData uri="http://schemas.openxmlformats.org/drawingml/2006/table">
                <a:tbl>
                  <a:tblPr firstRow="1" bandRow="1">
                    <a:tableStyleId>{5C22544A-7EE6-4342-B048-85BDC9FD1C3A}</a:tableStyleId>
                  </a:tblPr>
                  <a:tblGrid>
                    <a:gridCol w="1669466">
                      <a:extLst>
                        <a:ext uri="{9D8B030D-6E8A-4147-A177-3AD203B41FA5}">
                          <a16:colId xmlns:a16="http://schemas.microsoft.com/office/drawing/2014/main" val="1221185359"/>
                        </a:ext>
                      </a:extLst>
                    </a:gridCol>
                    <a:gridCol w="1669466">
                      <a:extLst>
                        <a:ext uri="{9D8B030D-6E8A-4147-A177-3AD203B41FA5}">
                          <a16:colId xmlns:a16="http://schemas.microsoft.com/office/drawing/2014/main" val="2492029242"/>
                        </a:ext>
                      </a:extLst>
                    </a:gridCol>
                    <a:gridCol w="1544225">
                      <a:extLst>
                        <a:ext uri="{9D8B030D-6E8A-4147-A177-3AD203B41FA5}">
                          <a16:colId xmlns:a16="http://schemas.microsoft.com/office/drawing/2014/main" val="3342718611"/>
                        </a:ext>
                      </a:extLst>
                    </a:gridCol>
                    <a:gridCol w="1794707">
                      <a:extLst>
                        <a:ext uri="{9D8B030D-6E8A-4147-A177-3AD203B41FA5}">
                          <a16:colId xmlns:a16="http://schemas.microsoft.com/office/drawing/2014/main" val="2346233978"/>
                        </a:ext>
                      </a:extLst>
                    </a:gridCol>
                  </a:tblGrid>
                  <a:tr h="2467915">
                    <a:tc>
                      <a:txBody>
                        <a:bodyPr/>
                        <a:lstStyle/>
                        <a:p>
                          <a:pPr algn="l"/>
                          <a:r>
                            <a:rPr lang="en-GB" sz="1200" b="0" baseline="0" noProof="0" dirty="0">
                              <a:solidFill>
                                <a:schemeClr val="tx1"/>
                              </a:solidFill>
                            </a:rPr>
                            <a:t>a)   </a:t>
                          </a:r>
                          <a14:m>
                            <m:oMath xmlns:m="http://schemas.openxmlformats.org/officeDocument/2006/math">
                              <m:r>
                                <a:rPr lang="en-GB" sz="1200" b="0" i="1" baseline="0" noProof="0" smtClean="0">
                                  <a:solidFill>
                                    <a:schemeClr val="tx1"/>
                                  </a:solidFill>
                                  <a:latin typeface="Cambria Math" panose="02040503050406030204" pitchFamily="18" charset="0"/>
                                </a:rPr>
                                <m:t>24−</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&gt;17</m:t>
                              </m:r>
                            </m:oMath>
                          </a14:m>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0" baseline="0" noProof="0" dirty="0">
                            <a:solidFill>
                              <a:schemeClr val="tx1"/>
                            </a:solidFill>
                          </a:endParaRPr>
                        </a:p>
                        <a:p>
                          <a:pPr algn="ctr"/>
                          <a:endParaRPr lang="en-GB" sz="1200" b="0" baseline="0" noProof="0" dirty="0">
                            <a:solidFill>
                              <a:schemeClr val="tx1"/>
                            </a:solidFill>
                          </a:endParaRPr>
                        </a:p>
                        <a:p>
                          <a:pPr algn="ctr"/>
                          <a:endParaRPr lang="en-GB" sz="1200" b="0" baseline="0" noProof="0" dirty="0">
                            <a:solidFill>
                              <a:schemeClr val="tx1"/>
                            </a:solidFill>
                          </a:endParaRPr>
                        </a:p>
                        <a:p>
                          <a:pPr algn="ctr"/>
                          <a:endParaRPr lang="en-GB" sz="1200" b="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1200" b="0" baseline="0" noProof="0" dirty="0">
                              <a:solidFill>
                                <a:schemeClr val="tx1"/>
                              </a:solidFill>
                            </a:rPr>
                            <a:t>b)     </a:t>
                          </a:r>
                          <a14:m>
                            <m:oMath xmlns:m="http://schemas.openxmlformats.org/officeDocument/2006/math">
                              <m:r>
                                <a:rPr lang="en-GB" sz="1200" b="0" i="1" baseline="0" noProof="0" smtClean="0">
                                  <a:solidFill>
                                    <a:schemeClr val="tx1"/>
                                  </a:solidFill>
                                  <a:latin typeface="Cambria Math" panose="02040503050406030204" pitchFamily="18" charset="0"/>
                                </a:rPr>
                                <m:t>−</m:t>
                              </m:r>
                              <m:r>
                                <a:rPr lang="en-GB" sz="1200" b="0" i="1" baseline="0" noProof="0" smtClean="0">
                                  <a:solidFill>
                                    <a:schemeClr val="tx1"/>
                                  </a:solidFill>
                                  <a:latin typeface="Cambria Math" panose="02040503050406030204" pitchFamily="18" charset="0"/>
                                </a:rPr>
                                <m:t>𝑛</m:t>
                              </m:r>
                              <m:r>
                                <a:rPr lang="en-GB" sz="1200" b="0" i="1" baseline="0" noProof="0" smtClean="0">
                                  <a:solidFill>
                                    <a:schemeClr val="tx1"/>
                                  </a:solidFill>
                                  <a:latin typeface="Cambria Math" panose="02040503050406030204" pitchFamily="18" charset="0"/>
                                </a:rPr>
                                <m:t>+4.3≤3.1</m:t>
                              </m:r>
                            </m:oMath>
                          </a14:m>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1200" b="0" baseline="0" noProof="0" dirty="0">
                              <a:solidFill>
                                <a:schemeClr val="tx1"/>
                              </a:solidFill>
                            </a:rPr>
                            <a:t>c)     </a:t>
                          </a:r>
                          <a14:m>
                            <m:oMath xmlns:m="http://schemas.openxmlformats.org/officeDocument/2006/math">
                              <m:r>
                                <a:rPr lang="en-GB" sz="1200" b="0" i="0" baseline="0" noProof="0" smtClean="0">
                                  <a:solidFill>
                                    <a:schemeClr val="tx1"/>
                                  </a:solidFill>
                                  <a:latin typeface="Cambria Math" panose="02040503050406030204" pitchFamily="18" charset="0"/>
                                </a:rPr>
                                <m:t>3</m:t>
                              </m:r>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−10−</m:t>
                              </m:r>
                              <m:r>
                                <a:rPr lang="en-GB" sz="1200" b="0" i="1" baseline="0" noProof="0" smtClean="0">
                                  <a:solidFill>
                                    <a:schemeClr val="tx1"/>
                                  </a:solidFill>
                                  <a:latin typeface="Cambria Math" panose="02040503050406030204" pitchFamily="18" charset="0"/>
                                </a:rPr>
                                <m:t>𝑦</m:t>
                              </m:r>
                            </m:oMath>
                          </a14:m>
                          <a:endParaRPr lang="en-GB" sz="1200" b="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p>
                          <a:pPr algn="ctr"/>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31−3</m:t>
                              </m:r>
                              <m:r>
                                <a:rPr lang="en-GB" sz="1200" b="0" i="1" noProof="0" smtClean="0">
                                  <a:solidFill>
                                    <a:schemeClr val="tx1"/>
                                  </a:solidFill>
                                  <a:latin typeface="Cambria Math" panose="02040503050406030204" pitchFamily="18" charset="0"/>
                                </a:rPr>
                                <m:t>𝑘</m:t>
                              </m:r>
                              <m:r>
                                <a:rPr lang="en-GB" sz="1200" b="0" i="1" noProof="0" smtClean="0">
                                  <a:solidFill>
                                    <a:schemeClr val="tx1"/>
                                  </a:solidFill>
                                  <a:latin typeface="Cambria Math" panose="02040503050406030204" pitchFamily="18" charset="0"/>
                                </a:rPr>
                                <m:t>&gt;4</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7846751"/>
                      </a:ext>
                    </a:extLst>
                  </a:tr>
                  <a:tr h="272769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e)</a:t>
                          </a:r>
                          <a14:m>
                            <m:oMath xmlns:m="http://schemas.openxmlformats.org/officeDocument/2006/math">
                              <m:r>
                                <a:rPr lang="en-GB" sz="1200" i="1" baseline="0" noProof="0" smtClean="0">
                                  <a:solidFill>
                                    <a:schemeClr val="tx1"/>
                                  </a:solidFill>
                                  <a:latin typeface="Cambria Math" panose="02040503050406030204" pitchFamily="18" charset="0"/>
                                </a:rPr>
                                <m:t> </m:t>
                              </m:r>
                            </m:oMath>
                          </a14:m>
                          <a:r>
                            <a:rPr lang="en-GB" sz="1200" baseline="0" noProof="0" dirty="0">
                              <a:solidFill>
                                <a:schemeClr val="tx1"/>
                              </a:solidFill>
                            </a:rPr>
                            <a:t>    </a:t>
                          </a:r>
                          <a14:m>
                            <m:oMath xmlns:m="http://schemas.openxmlformats.org/officeDocument/2006/math">
                              <m:r>
                                <a:rPr lang="en-GB" sz="1200" i="1" baseline="0" noProof="0" smtClean="0">
                                  <a:solidFill>
                                    <a:schemeClr val="tx1"/>
                                  </a:solidFill>
                                  <a:latin typeface="Cambria Math" panose="02040503050406030204" pitchFamily="18" charset="0"/>
                                </a:rPr>
                                <m:t>1</m:t>
                              </m:r>
                              <m:r>
                                <a:rPr lang="en-GB" sz="1200" b="0" i="1" baseline="0" noProof="0" smtClean="0">
                                  <a:solidFill>
                                    <a:schemeClr val="tx1"/>
                                  </a:solidFill>
                                  <a:latin typeface="Cambria Math" panose="02040503050406030204" pitchFamily="18" charset="0"/>
                                </a:rPr>
                                <m:t>3&lt;−8−3</m:t>
                              </m:r>
                              <m:r>
                                <a:rPr lang="en-GB" sz="1200" b="0" i="1" baseline="0" noProof="0" smtClean="0">
                                  <a:solidFill>
                                    <a:schemeClr val="tx1"/>
                                  </a:solidFill>
                                  <a:latin typeface="Cambria Math" panose="02040503050406030204" pitchFamily="18" charset="0"/>
                                </a:rPr>
                                <m:t>𝑎</m:t>
                              </m:r>
                            </m:oMath>
                          </a14:m>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f)</a:t>
                          </a:r>
                          <a:r>
                            <a:rPr lang="en-GB" sz="1200" baseline="0" noProof="0" dirty="0">
                              <a:solidFill>
                                <a:schemeClr val="tx1"/>
                              </a:solidFill>
                            </a:rPr>
                            <a:t> </a:t>
                          </a:r>
                          <a14:m>
                            <m:oMath xmlns:m="http://schemas.openxmlformats.org/officeDocument/2006/math">
                              <m:r>
                                <a:rPr lang="en-GB" sz="1200" i="1" baseline="0" noProof="0" smtClean="0">
                                  <a:solidFill>
                                    <a:schemeClr val="tx1"/>
                                  </a:solidFill>
                                  <a:latin typeface="Cambria Math" panose="02040503050406030204" pitchFamily="18" charset="0"/>
                                </a:rPr>
                                <m:t>−</m:t>
                              </m:r>
                              <m:f>
                                <m:fPr>
                                  <m:ctrlPr>
                                    <a:rPr lang="en-GB" sz="1200" b="0" i="1" baseline="0" noProof="0" smtClean="0">
                                      <a:solidFill>
                                        <a:schemeClr val="tx1"/>
                                      </a:solidFill>
                                      <a:latin typeface="Cambria Math" panose="02040503050406030204" pitchFamily="18" charset="0"/>
                                    </a:rPr>
                                  </m:ctrlPr>
                                </m:fPr>
                                <m:num>
                                  <m:r>
                                    <a:rPr lang="en-GB" sz="1200" b="0" i="1" baseline="0" noProof="0" smtClean="0">
                                      <a:solidFill>
                                        <a:schemeClr val="tx1"/>
                                      </a:solidFill>
                                      <a:latin typeface="Cambria Math" panose="02040503050406030204" pitchFamily="18" charset="0"/>
                                    </a:rPr>
                                    <m:t>𝑥</m:t>
                                  </m:r>
                                </m:num>
                                <m:den>
                                  <m:r>
                                    <a:rPr lang="en-GB" sz="1200" b="0" i="1" baseline="0" noProof="0" smtClean="0">
                                      <a:solidFill>
                                        <a:schemeClr val="tx1"/>
                                      </a:solidFill>
                                      <a:latin typeface="Cambria Math" panose="02040503050406030204" pitchFamily="18" charset="0"/>
                                    </a:rPr>
                                    <m:t>2</m:t>
                                  </m:r>
                                </m:den>
                              </m:f>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12.3</m:t>
                              </m:r>
                            </m:oMath>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g)</a:t>
                          </a:r>
                          <a14:m>
                            <m:oMath xmlns:m="http://schemas.openxmlformats.org/officeDocument/2006/math">
                              <m:r>
                                <a:rPr lang="en-GB" sz="1200" b="0" i="1" baseline="0" noProof="0" smtClean="0">
                                  <a:solidFill>
                                    <a:schemeClr val="tx1"/>
                                  </a:solidFill>
                                  <a:latin typeface="Cambria Math" panose="02040503050406030204" pitchFamily="18" charset="0"/>
                                </a:rPr>
                                <m:t> 5</m:t>
                              </m:r>
                              <m:d>
                                <m:dPr>
                                  <m:ctrlPr>
                                    <a:rPr lang="en-GB" sz="1200" b="0" i="1" baseline="0" noProof="0" smtClean="0">
                                      <a:solidFill>
                                        <a:schemeClr val="tx1"/>
                                      </a:solidFill>
                                      <a:latin typeface="Cambria Math" panose="02040503050406030204" pitchFamily="18" charset="0"/>
                                    </a:rPr>
                                  </m:ctrlPr>
                                </m:dPr>
                                <m:e>
                                  <m:r>
                                    <a:rPr lang="en-GB" sz="1200" b="0" i="1" baseline="0" noProof="0" smtClean="0">
                                      <a:solidFill>
                                        <a:schemeClr val="tx1"/>
                                      </a:solidFill>
                                      <a:latin typeface="Cambria Math" panose="02040503050406030204" pitchFamily="18" charset="0"/>
                                    </a:rPr>
                                    <m:t>3−2</m:t>
                                  </m:r>
                                  <m:r>
                                    <a:rPr lang="en-GB" sz="1200" b="0" i="1" baseline="0" noProof="0" smtClean="0">
                                      <a:solidFill>
                                        <a:schemeClr val="tx1"/>
                                      </a:solidFill>
                                      <a:latin typeface="Cambria Math" panose="02040503050406030204" pitchFamily="18" charset="0"/>
                                    </a:rPr>
                                    <m:t>𝑥</m:t>
                                  </m:r>
                                </m:e>
                              </m:d>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35</m:t>
                              </m:r>
                            </m:oMath>
                          </a14:m>
                          <a:endParaRPr lang="en-GB" sz="1200" baseline="0" noProof="0" dirty="0">
                            <a:solidFill>
                              <a:schemeClr val="tx1"/>
                            </a:solidFill>
                          </a:endParaRPr>
                        </a:p>
                        <a:p>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h)</a:t>
                          </a:r>
                          <a14:m>
                            <m:oMath xmlns:m="http://schemas.openxmlformats.org/officeDocument/2006/math">
                              <m:r>
                                <a:rPr lang="en-GB" sz="1200" b="0" i="0" baseline="0" noProof="0" smtClean="0">
                                  <a:solidFill>
                                    <a:schemeClr val="tx1"/>
                                  </a:solidFill>
                                  <a:latin typeface="Cambria Math" panose="02040503050406030204" pitchFamily="18" charset="0"/>
                                </a:rPr>
                                <m:t>    </m:t>
                              </m:r>
                              <m:f>
                                <m:fPr>
                                  <m:ctrlPr>
                                    <a:rPr lang="en-GB" sz="1200" b="0" i="1" baseline="0" noProof="0" smtClean="0">
                                      <a:solidFill>
                                        <a:schemeClr val="tx1"/>
                                      </a:solidFill>
                                      <a:latin typeface="Cambria Math" panose="02040503050406030204" pitchFamily="18" charset="0"/>
                                    </a:rPr>
                                  </m:ctrlPr>
                                </m:fPr>
                                <m:num>
                                  <m:r>
                                    <a:rPr lang="en-GB" sz="1200" b="0" i="1" baseline="0" noProof="0" smtClean="0">
                                      <a:solidFill>
                                        <a:schemeClr val="tx1"/>
                                      </a:solidFill>
                                      <a:latin typeface="Cambria Math" panose="02040503050406030204" pitchFamily="18" charset="0"/>
                                    </a:rPr>
                                    <m:t>50−</m:t>
                                  </m:r>
                                  <m:r>
                                    <a:rPr lang="en-GB" sz="1200" b="0" i="1" baseline="0" noProof="0" smtClean="0">
                                      <a:solidFill>
                                        <a:schemeClr val="tx1"/>
                                      </a:solidFill>
                                      <a:latin typeface="Cambria Math" panose="02040503050406030204" pitchFamily="18" charset="0"/>
                                    </a:rPr>
                                    <m:t>𝑥</m:t>
                                  </m:r>
                                </m:num>
                                <m:den>
                                  <m:r>
                                    <a:rPr lang="en-GB" sz="1200" b="0" i="1" baseline="0" noProof="0" smtClean="0">
                                      <a:solidFill>
                                        <a:schemeClr val="tx1"/>
                                      </a:solidFill>
                                      <a:latin typeface="Cambria Math" panose="02040503050406030204" pitchFamily="18" charset="0"/>
                                    </a:rPr>
                                    <m:t>7</m:t>
                                  </m:r>
                                </m:den>
                              </m:f>
                              <m:r>
                                <a:rPr lang="en-GB" sz="1200" b="0" i="1" baseline="0" noProof="0" smtClean="0">
                                  <a:solidFill>
                                    <a:schemeClr val="tx1"/>
                                  </a:solidFill>
                                  <a:latin typeface="Cambria Math" panose="02040503050406030204" pitchFamily="18" charset="0"/>
                                  <a:ea typeface="Cambria Math" panose="02040503050406030204" pitchFamily="18" charset="0"/>
                                </a:rPr>
                                <m:t>≥</m:t>
                              </m:r>
                              <m:r>
                                <a:rPr lang="en-GB" sz="1200" b="0" i="1" baseline="0" noProof="0" smtClean="0">
                                  <a:solidFill>
                                    <a:schemeClr val="tx1"/>
                                  </a:solidFill>
                                  <a:latin typeface="Cambria Math" panose="02040503050406030204" pitchFamily="18" charset="0"/>
                                </a:rPr>
                                <m:t>5</m:t>
                              </m:r>
                            </m:oMath>
                          </a14:m>
                          <a:endParaRPr lang="en-GB" sz="1200" b="1"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1521933"/>
                      </a:ext>
                    </a:extLst>
                  </a:tr>
                </a:tbl>
              </a:graphicData>
            </a:graphic>
          </p:graphicFrame>
        </mc:Choice>
        <mc:Fallback xmlns="">
          <p:graphicFrame>
            <p:nvGraphicFramePr>
              <p:cNvPr id="2" name="Table 1">
                <a:extLst>
                  <a:ext uri="{FF2B5EF4-FFF2-40B4-BE49-F238E27FC236}">
                    <a16:creationId xmlns:a16="http://schemas.microsoft.com/office/drawing/2014/main" id="{49169899-8B43-2EEA-4A5F-CADD7D524198}"/>
                  </a:ext>
                </a:extLst>
              </p:cNvPr>
              <p:cNvGraphicFramePr>
                <a:graphicFrameLocks noGrp="1"/>
              </p:cNvGraphicFramePr>
              <p:nvPr>
                <p:extLst>
                  <p:ext uri="{D42A27DB-BD31-4B8C-83A1-F6EECF244321}">
                    <p14:modId xmlns:p14="http://schemas.microsoft.com/office/powerpoint/2010/main" val="2828314049"/>
                  </p:ext>
                </p:extLst>
              </p:nvPr>
            </p:nvGraphicFramePr>
            <p:xfrm>
              <a:off x="97396" y="4590355"/>
              <a:ext cx="6677864" cy="5195611"/>
            </p:xfrm>
            <a:graphic>
              <a:graphicData uri="http://schemas.openxmlformats.org/drawingml/2006/table">
                <a:tbl>
                  <a:tblPr firstRow="1" bandRow="1">
                    <a:tableStyleId>{5C22544A-7EE6-4342-B048-85BDC9FD1C3A}</a:tableStyleId>
                  </a:tblPr>
                  <a:tblGrid>
                    <a:gridCol w="1669466">
                      <a:extLst>
                        <a:ext uri="{9D8B030D-6E8A-4147-A177-3AD203B41FA5}">
                          <a16:colId xmlns:a16="http://schemas.microsoft.com/office/drawing/2014/main" val="1221185359"/>
                        </a:ext>
                      </a:extLst>
                    </a:gridCol>
                    <a:gridCol w="1669466">
                      <a:extLst>
                        <a:ext uri="{9D8B030D-6E8A-4147-A177-3AD203B41FA5}">
                          <a16:colId xmlns:a16="http://schemas.microsoft.com/office/drawing/2014/main" val="2492029242"/>
                        </a:ext>
                      </a:extLst>
                    </a:gridCol>
                    <a:gridCol w="1544225">
                      <a:extLst>
                        <a:ext uri="{9D8B030D-6E8A-4147-A177-3AD203B41FA5}">
                          <a16:colId xmlns:a16="http://schemas.microsoft.com/office/drawing/2014/main" val="3342718611"/>
                        </a:ext>
                      </a:extLst>
                    </a:gridCol>
                    <a:gridCol w="1794707">
                      <a:extLst>
                        <a:ext uri="{9D8B030D-6E8A-4147-A177-3AD203B41FA5}">
                          <a16:colId xmlns:a16="http://schemas.microsoft.com/office/drawing/2014/main" val="2346233978"/>
                        </a:ext>
                      </a:extLst>
                    </a:gridCol>
                  </a:tblGrid>
                  <a:tr h="246791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65" t="-494" r="-301095" b="-1111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494" r="-200000" b="-1111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7391" t="-494" r="-117391" b="-1111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2203" t="-494" r="-678" b="-111111"/>
                          </a:stretch>
                        </a:blipFill>
                      </a:tcPr>
                    </a:tc>
                    <a:extLst>
                      <a:ext uri="{0D108BD9-81ED-4DB2-BD59-A6C34878D82A}">
                        <a16:rowId xmlns:a16="http://schemas.microsoft.com/office/drawing/2014/main" val="1227846751"/>
                      </a:ext>
                    </a:extLst>
                  </a:tr>
                  <a:tr h="272769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65" t="-90848" r="-301095" b="-44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90848" r="-200000" b="-44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7391" t="-90848" r="-117391" b="-44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2203" t="-90848" r="-678" b="-446"/>
                          </a:stretch>
                        </a:blipFill>
                      </a:tcPr>
                    </a:tc>
                    <a:extLst>
                      <a:ext uri="{0D108BD9-81ED-4DB2-BD59-A6C34878D82A}">
                        <a16:rowId xmlns:a16="http://schemas.microsoft.com/office/drawing/2014/main" val="1401521933"/>
                      </a:ext>
                    </a:extLst>
                  </a:tr>
                </a:tbl>
              </a:graphicData>
            </a:graphic>
          </p:graphicFrame>
        </mc:Fallback>
      </mc:AlternateContent>
      <p:sp>
        <p:nvSpPr>
          <p:cNvPr id="3" name="Rectangle 2">
            <a:extLst>
              <a:ext uri="{FF2B5EF4-FFF2-40B4-BE49-F238E27FC236}">
                <a16:creationId xmlns:a16="http://schemas.microsoft.com/office/drawing/2014/main" id="{3EE210A9-56DF-96A0-587A-27F468242783}"/>
              </a:ext>
            </a:extLst>
          </p:cNvPr>
          <p:cNvSpPr/>
          <p:nvPr/>
        </p:nvSpPr>
        <p:spPr>
          <a:xfrm>
            <a:off x="11620" y="4255453"/>
            <a:ext cx="1620000" cy="25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a:solidFill>
                  <a:schemeClr val="bg1"/>
                </a:solidFill>
              </a:rPr>
              <a:t>Independent Practice</a:t>
            </a:r>
          </a:p>
        </p:txBody>
      </p:sp>
      <p:sp>
        <p:nvSpPr>
          <p:cNvPr id="9" name="Rectangle 8">
            <a:extLst>
              <a:ext uri="{FF2B5EF4-FFF2-40B4-BE49-F238E27FC236}">
                <a16:creationId xmlns:a16="http://schemas.microsoft.com/office/drawing/2014/main" id="{2E5E9D26-68BD-9E16-B86D-1D95D87C3C2B}"/>
              </a:ext>
            </a:extLst>
          </p:cNvPr>
          <p:cNvSpPr/>
          <p:nvPr/>
        </p:nvSpPr>
        <p:spPr>
          <a:xfrm>
            <a:off x="1720748" y="4233018"/>
            <a:ext cx="5137252" cy="276999"/>
          </a:xfrm>
          <a:prstGeom prst="rect">
            <a:avLst/>
          </a:prstGeom>
        </p:spPr>
        <p:txBody>
          <a:bodyPr wrap="square">
            <a:spAutoFit/>
          </a:bodyPr>
          <a:lstStyle/>
          <a:p>
            <a:r>
              <a:rPr lang="en-GB" sz="1200" b="1" noProof="0" dirty="0"/>
              <a:t>Question 6. </a:t>
            </a:r>
            <a:r>
              <a:rPr lang="en-GB" sz="1200" noProof="0" dirty="0"/>
              <a:t>Solve each of the inequalities.  Show all your working.</a:t>
            </a:r>
            <a:endParaRPr lang="en-GB" sz="1200" b="1" noProof="0" dirty="0"/>
          </a:p>
        </p:txBody>
      </p:sp>
    </p:spTree>
    <p:extLst>
      <p:ext uri="{BB962C8B-B14F-4D97-AF65-F5344CB8AC3E}">
        <p14:creationId xmlns:p14="http://schemas.microsoft.com/office/powerpoint/2010/main" val="1603520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07" name="Table 106"/>
              <p:cNvGraphicFramePr>
                <a:graphicFrameLocks noGrp="1"/>
              </p:cNvGraphicFramePr>
              <p:nvPr>
                <p:extLst>
                  <p:ext uri="{D42A27DB-BD31-4B8C-83A1-F6EECF244321}">
                    <p14:modId xmlns:p14="http://schemas.microsoft.com/office/powerpoint/2010/main" val="2022633000"/>
                  </p:ext>
                </p:extLst>
              </p:nvPr>
            </p:nvGraphicFramePr>
            <p:xfrm>
              <a:off x="164284" y="326476"/>
              <a:ext cx="6534784" cy="3584347"/>
            </p:xfrm>
            <a:graphic>
              <a:graphicData uri="http://schemas.openxmlformats.org/drawingml/2006/table">
                <a:tbl>
                  <a:tblPr firstRow="1" bandRow="1">
                    <a:tableStyleId>{5C22544A-7EE6-4342-B048-85BDC9FD1C3A}</a:tableStyleId>
                  </a:tblPr>
                  <a:tblGrid>
                    <a:gridCol w="1058629">
                      <a:extLst>
                        <a:ext uri="{9D8B030D-6E8A-4147-A177-3AD203B41FA5}">
                          <a16:colId xmlns:a16="http://schemas.microsoft.com/office/drawing/2014/main" val="1568142362"/>
                        </a:ext>
                      </a:extLst>
                    </a:gridCol>
                    <a:gridCol w="1825385">
                      <a:extLst>
                        <a:ext uri="{9D8B030D-6E8A-4147-A177-3AD203B41FA5}">
                          <a16:colId xmlns:a16="http://schemas.microsoft.com/office/drawing/2014/main" val="3551711160"/>
                        </a:ext>
                      </a:extLst>
                    </a:gridCol>
                    <a:gridCol w="1825385">
                      <a:extLst>
                        <a:ext uri="{9D8B030D-6E8A-4147-A177-3AD203B41FA5}">
                          <a16:colId xmlns:a16="http://schemas.microsoft.com/office/drawing/2014/main" val="1712497518"/>
                        </a:ext>
                      </a:extLst>
                    </a:gridCol>
                    <a:gridCol w="1825385">
                      <a:extLst>
                        <a:ext uri="{9D8B030D-6E8A-4147-A177-3AD203B41FA5}">
                          <a16:colId xmlns:a16="http://schemas.microsoft.com/office/drawing/2014/main" val="886122921"/>
                        </a:ext>
                      </a:extLst>
                    </a:gridCol>
                  </a:tblGrid>
                  <a:tr h="251881">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16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17 -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18 -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02332">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3007695">
                    <a:tc>
                      <a:txBody>
                        <a:bodyPr/>
                        <a:lstStyle/>
                        <a:p>
                          <a:pPr marL="0" indent="0">
                            <a:buNone/>
                          </a:pPr>
                          <a:r>
                            <a:rPr lang="en-GB" sz="1200" noProof="0" dirty="0">
                              <a:solidFill>
                                <a:schemeClr val="tx1"/>
                              </a:solidFill>
                            </a:rPr>
                            <a:t>1.Identify the coefficient with the lowest value and eliminate this coefficient using the inverse</a:t>
                          </a:r>
                        </a:p>
                        <a:p>
                          <a:pPr marL="228600" indent="-228600">
                            <a:buAutoNum type="arabicPeriod"/>
                          </a:pPr>
                          <a:endParaRPr lang="en-GB" sz="1200" noProof="0" dirty="0">
                            <a:solidFill>
                              <a:schemeClr val="tx1"/>
                            </a:solidFill>
                          </a:endParaRPr>
                        </a:p>
                        <a:p>
                          <a:r>
                            <a:rPr lang="en-GB" sz="1200" noProof="0" dirty="0">
                              <a:solidFill>
                                <a:schemeClr val="tx1"/>
                              </a:solidFill>
                            </a:rPr>
                            <a:t>2. Use the inverse operation to solve the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6</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−4≤4</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+10</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3</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+12≥7</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+4</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10</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+3&gt;3</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+31</m:t>
                                </m:r>
                              </m:oMath>
                            </m:oMathPara>
                          </a14:m>
                          <a:endParaRPr lang="en-GB" sz="1200" baseline="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07" name="Table 106"/>
              <p:cNvGraphicFramePr>
                <a:graphicFrameLocks noGrp="1"/>
              </p:cNvGraphicFramePr>
              <p:nvPr>
                <p:extLst>
                  <p:ext uri="{D42A27DB-BD31-4B8C-83A1-F6EECF244321}">
                    <p14:modId xmlns:p14="http://schemas.microsoft.com/office/powerpoint/2010/main" val="2022633000"/>
                  </p:ext>
                </p:extLst>
              </p:nvPr>
            </p:nvGraphicFramePr>
            <p:xfrm>
              <a:off x="164284" y="326476"/>
              <a:ext cx="6534784" cy="3584347"/>
            </p:xfrm>
            <a:graphic>
              <a:graphicData uri="http://schemas.openxmlformats.org/drawingml/2006/table">
                <a:tbl>
                  <a:tblPr firstRow="1" bandRow="1">
                    <a:tableStyleId>{5C22544A-7EE6-4342-B048-85BDC9FD1C3A}</a:tableStyleId>
                  </a:tblPr>
                  <a:tblGrid>
                    <a:gridCol w="1058629">
                      <a:extLst>
                        <a:ext uri="{9D8B030D-6E8A-4147-A177-3AD203B41FA5}">
                          <a16:colId xmlns:a16="http://schemas.microsoft.com/office/drawing/2014/main" val="1568142362"/>
                        </a:ext>
                      </a:extLst>
                    </a:gridCol>
                    <a:gridCol w="1825385">
                      <a:extLst>
                        <a:ext uri="{9D8B030D-6E8A-4147-A177-3AD203B41FA5}">
                          <a16:colId xmlns:a16="http://schemas.microsoft.com/office/drawing/2014/main" val="3551711160"/>
                        </a:ext>
                      </a:extLst>
                    </a:gridCol>
                    <a:gridCol w="1825385">
                      <a:extLst>
                        <a:ext uri="{9D8B030D-6E8A-4147-A177-3AD203B41FA5}">
                          <a16:colId xmlns:a16="http://schemas.microsoft.com/office/drawing/2014/main" val="1712497518"/>
                        </a:ext>
                      </a:extLst>
                    </a:gridCol>
                    <a:gridCol w="1825385">
                      <a:extLst>
                        <a:ext uri="{9D8B030D-6E8A-4147-A177-3AD203B41FA5}">
                          <a16:colId xmlns:a16="http://schemas.microsoft.com/office/drawing/2014/main" val="886122921"/>
                        </a:ext>
                      </a:extLst>
                    </a:gridCol>
                  </a:tblGrid>
                  <a:tr h="274320">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16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17 -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18 -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02332">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3007695">
                    <a:tc>
                      <a:txBody>
                        <a:bodyPr/>
                        <a:lstStyle/>
                        <a:p>
                          <a:pPr marL="0" indent="0">
                            <a:buNone/>
                          </a:pPr>
                          <a:r>
                            <a:rPr lang="en-GB" sz="1200" noProof="0" dirty="0">
                              <a:solidFill>
                                <a:schemeClr val="tx1"/>
                              </a:solidFill>
                            </a:rPr>
                            <a:t>1.Identify the coefficient with the lowest value and eliminate this coefficient using the inverse</a:t>
                          </a:r>
                        </a:p>
                        <a:p>
                          <a:pPr marL="228600" indent="-228600">
                            <a:buAutoNum type="arabicPeriod"/>
                          </a:pPr>
                          <a:endParaRPr lang="en-GB" sz="1200" noProof="0" dirty="0">
                            <a:solidFill>
                              <a:schemeClr val="tx1"/>
                            </a:solidFill>
                          </a:endParaRPr>
                        </a:p>
                        <a:p>
                          <a:r>
                            <a:rPr lang="en-GB" sz="1200" noProof="0" dirty="0">
                              <a:solidFill>
                                <a:schemeClr val="tx1"/>
                              </a:solidFill>
                            </a:rPr>
                            <a:t>2. Use the inverse operation to solve the 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8333" t="-19433" r="-200667" b="-4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8863" t="-19433" r="-101338" b="-4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8000" t="-19433" r="-1000" b="-405"/>
                          </a:stretch>
                        </a:blipFill>
                      </a:tcPr>
                    </a:tc>
                    <a:extLst>
                      <a:ext uri="{0D108BD9-81ED-4DB2-BD59-A6C34878D82A}">
                        <a16:rowId xmlns:a16="http://schemas.microsoft.com/office/drawing/2014/main" val="3293625240"/>
                      </a:ext>
                    </a:extLst>
                  </a:tr>
                </a:tbl>
              </a:graphicData>
            </a:graphic>
          </p:graphicFrame>
        </mc:Fallback>
      </mc:AlternateContent>
      <p:sp>
        <p:nvSpPr>
          <p:cNvPr id="6" name="Slide Number Placeholder 5"/>
          <p:cNvSpPr>
            <a:spLocks noGrp="1"/>
          </p:cNvSpPr>
          <p:nvPr>
            <p:ph type="sldNum" sz="quarter" idx="12"/>
          </p:nvPr>
        </p:nvSpPr>
        <p:spPr>
          <a:xfrm>
            <a:off x="5296163" y="9467690"/>
            <a:ext cx="1543050" cy="527403"/>
          </a:xfrm>
        </p:spPr>
        <p:txBody>
          <a:bodyPr/>
          <a:lstStyle/>
          <a:p>
            <a:fld id="{19F1D9CC-7119-45EC-A96C-D8C0660F3AAB}" type="slidenum">
              <a:rPr lang="en-GB" noProof="0" smtClean="0">
                <a:solidFill>
                  <a:schemeClr val="tx1"/>
                </a:solidFill>
              </a:rPr>
              <a:t>24</a:t>
            </a:fld>
            <a:endParaRPr lang="en-GB" noProof="0" dirty="0">
              <a:solidFill>
                <a:schemeClr val="tx1"/>
              </a:solidFill>
            </a:endParaRPr>
          </a:p>
        </p:txBody>
      </p:sp>
      <p:sp>
        <p:nvSpPr>
          <p:cNvPr id="7" name="Rectangle 6">
            <a:extLst>
              <a:ext uri="{FF2B5EF4-FFF2-40B4-BE49-F238E27FC236}">
                <a16:creationId xmlns:a16="http://schemas.microsoft.com/office/drawing/2014/main" id="{02F7BFCC-94FE-C94F-1202-DAC5AB3F72A2}"/>
              </a:ext>
            </a:extLst>
          </p:cNvPr>
          <p:cNvSpPr/>
          <p:nvPr/>
        </p:nvSpPr>
        <p:spPr>
          <a:xfrm>
            <a:off x="150461" y="3959952"/>
            <a:ext cx="1676309" cy="27699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p:sp>
        <p:nvSpPr>
          <p:cNvPr id="8" name="TextBox 7">
            <a:extLst>
              <a:ext uri="{FF2B5EF4-FFF2-40B4-BE49-F238E27FC236}">
                <a16:creationId xmlns:a16="http://schemas.microsoft.com/office/drawing/2014/main" id="{169ACC34-F243-FE40-143C-517E9F97B14E}"/>
              </a:ext>
            </a:extLst>
          </p:cNvPr>
          <p:cNvSpPr txBox="1"/>
          <p:nvPr/>
        </p:nvSpPr>
        <p:spPr>
          <a:xfrm>
            <a:off x="1826770" y="3982487"/>
            <a:ext cx="4210494" cy="276999"/>
          </a:xfrm>
          <a:prstGeom prst="rect">
            <a:avLst/>
          </a:prstGeom>
          <a:noFill/>
        </p:spPr>
        <p:txBody>
          <a:bodyPr wrap="square" rtlCol="0">
            <a:spAutoFit/>
          </a:bodyPr>
          <a:lstStyle/>
          <a:p>
            <a:r>
              <a:rPr lang="en-GB" sz="1200" noProof="0" dirty="0"/>
              <a:t>Question 9. Solve the inequalities below:</a:t>
            </a:r>
          </a:p>
        </p:txBody>
      </p:sp>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79DA2B59-C28F-016F-DB15-F6B97F0120F1}"/>
                  </a:ext>
                </a:extLst>
              </p:cNvPr>
              <p:cNvGraphicFramePr>
                <a:graphicFrameLocks noGrp="1"/>
              </p:cNvGraphicFramePr>
              <p:nvPr>
                <p:extLst>
                  <p:ext uri="{D42A27DB-BD31-4B8C-83A1-F6EECF244321}">
                    <p14:modId xmlns:p14="http://schemas.microsoft.com/office/powerpoint/2010/main" val="995643508"/>
                  </p:ext>
                </p:extLst>
              </p:nvPr>
            </p:nvGraphicFramePr>
            <p:xfrm>
              <a:off x="150461" y="4308615"/>
              <a:ext cx="6570900" cy="5328000"/>
            </p:xfrm>
            <a:graphic>
              <a:graphicData uri="http://schemas.openxmlformats.org/drawingml/2006/table">
                <a:tbl>
                  <a:tblPr firstRow="1" bandRow="1">
                    <a:tableStyleId>{5940675A-B579-460E-94D1-54222C63F5DA}</a:tableStyleId>
                  </a:tblPr>
                  <a:tblGrid>
                    <a:gridCol w="2190300">
                      <a:extLst>
                        <a:ext uri="{9D8B030D-6E8A-4147-A177-3AD203B41FA5}">
                          <a16:colId xmlns:a16="http://schemas.microsoft.com/office/drawing/2014/main" val="2958140563"/>
                        </a:ext>
                      </a:extLst>
                    </a:gridCol>
                    <a:gridCol w="2190300">
                      <a:extLst>
                        <a:ext uri="{9D8B030D-6E8A-4147-A177-3AD203B41FA5}">
                          <a16:colId xmlns:a16="http://schemas.microsoft.com/office/drawing/2014/main" val="2020543802"/>
                        </a:ext>
                      </a:extLst>
                    </a:gridCol>
                    <a:gridCol w="2190300">
                      <a:extLst>
                        <a:ext uri="{9D8B030D-6E8A-4147-A177-3AD203B41FA5}">
                          <a16:colId xmlns:a16="http://schemas.microsoft.com/office/drawing/2014/main" val="3232776760"/>
                        </a:ext>
                      </a:extLst>
                    </a:gridCol>
                  </a:tblGrid>
                  <a:tr h="2664000">
                    <a:tc>
                      <a:txBody>
                        <a:bodyPr/>
                        <a:lstStyle/>
                        <a:p>
                          <a:r>
                            <a:rPr lang="en-GB" noProof="0" dirty="0"/>
                            <a:t>a) </a:t>
                          </a:r>
                          <a14:m>
                            <m:oMath xmlns:m="http://schemas.openxmlformats.org/officeDocument/2006/math">
                              <m:r>
                                <a:rPr lang="en-GB" b="0" i="1" noProof="0" smtClean="0">
                                  <a:latin typeface="Cambria Math" panose="02040503050406030204" pitchFamily="18" charset="0"/>
                                </a:rPr>
                                <m:t>8</m:t>
                              </m:r>
                              <m:r>
                                <a:rPr lang="en-GB" b="0" i="1" noProof="0" smtClean="0">
                                  <a:latin typeface="Cambria Math" panose="02040503050406030204" pitchFamily="18" charset="0"/>
                                </a:rPr>
                                <m:t>𝑥</m:t>
                              </m:r>
                              <m:r>
                                <a:rPr lang="en-GB" b="0" i="1" noProof="0" smtClean="0">
                                  <a:latin typeface="Cambria Math" panose="02040503050406030204" pitchFamily="18" charset="0"/>
                                </a:rPr>
                                <m:t>+5&gt;2</m:t>
                              </m:r>
                              <m:r>
                                <a:rPr lang="en-GB" b="0" i="1" noProof="0" smtClean="0">
                                  <a:latin typeface="Cambria Math" panose="02040503050406030204" pitchFamily="18" charset="0"/>
                                </a:rPr>
                                <m:t>𝑥</m:t>
                              </m:r>
                              <m:r>
                                <a:rPr lang="en-GB" b="0" i="1" noProof="0" smtClean="0">
                                  <a:latin typeface="Cambria Math" panose="02040503050406030204" pitchFamily="18" charset="0"/>
                                </a:rPr>
                                <m:t>+23</m:t>
                              </m:r>
                            </m:oMath>
                          </a14:m>
                          <a:endParaRPr lang="en-GB" noProof="0" dirty="0"/>
                        </a:p>
                      </a:txBody>
                      <a:tcPr/>
                    </a:tc>
                    <a:tc>
                      <a:txBody>
                        <a:bodyPr/>
                        <a:lstStyle/>
                        <a:p>
                          <a:r>
                            <a:rPr lang="en-GB" noProof="0" dirty="0"/>
                            <a:t>b) </a:t>
                          </a:r>
                          <a14:m>
                            <m:oMath xmlns:m="http://schemas.openxmlformats.org/officeDocument/2006/math">
                              <m:r>
                                <a:rPr lang="en-GB" b="0" i="1" noProof="0" smtClean="0">
                                  <a:latin typeface="Cambria Math" panose="02040503050406030204" pitchFamily="18" charset="0"/>
                                </a:rPr>
                                <m:t>7</m:t>
                              </m:r>
                              <m:r>
                                <a:rPr lang="en-GB" b="0" i="1" noProof="0" smtClean="0">
                                  <a:latin typeface="Cambria Math" panose="02040503050406030204" pitchFamily="18" charset="0"/>
                                </a:rPr>
                                <m:t>𝑥</m:t>
                              </m:r>
                              <m:r>
                                <a:rPr lang="en-GB" b="0" i="1" noProof="0" smtClean="0">
                                  <a:latin typeface="Cambria Math" panose="02040503050406030204" pitchFamily="18" charset="0"/>
                                </a:rPr>
                                <m:t>+10≥2</m:t>
                              </m:r>
                              <m:r>
                                <a:rPr lang="en-GB" b="0" i="1" noProof="0" smtClean="0">
                                  <a:latin typeface="Cambria Math" panose="02040503050406030204" pitchFamily="18" charset="0"/>
                                </a:rPr>
                                <m:t>𝑥</m:t>
                              </m:r>
                              <m:r>
                                <a:rPr lang="en-GB" b="0" i="1" noProof="0" smtClean="0">
                                  <a:latin typeface="Cambria Math" panose="02040503050406030204" pitchFamily="18" charset="0"/>
                                </a:rPr>
                                <m:t>+40</m:t>
                              </m:r>
                            </m:oMath>
                          </a14:m>
                          <a:endParaRPr lang="en-GB" noProof="0" dirty="0"/>
                        </a:p>
                      </a:txBody>
                      <a:tcPr/>
                    </a:tc>
                    <a:tc>
                      <a:txBody>
                        <a:bodyPr/>
                        <a:lstStyle/>
                        <a:p>
                          <a:r>
                            <a:rPr lang="en-GB" noProof="0" dirty="0"/>
                            <a:t>c) </a:t>
                          </a:r>
                          <a14:m>
                            <m:oMath xmlns:m="http://schemas.openxmlformats.org/officeDocument/2006/math">
                              <m:r>
                                <a:rPr lang="en-GB" b="0" i="1" noProof="0" smtClean="0">
                                  <a:latin typeface="Cambria Math" panose="02040503050406030204" pitchFamily="18" charset="0"/>
                                </a:rPr>
                                <m:t>9</m:t>
                              </m:r>
                              <m:r>
                                <a:rPr lang="en-GB" b="0" i="1" noProof="0" smtClean="0">
                                  <a:latin typeface="Cambria Math" panose="02040503050406030204" pitchFamily="18" charset="0"/>
                                </a:rPr>
                                <m:t>𝑥</m:t>
                              </m:r>
                              <m:r>
                                <a:rPr lang="en-GB" b="0" i="1" noProof="0" smtClean="0">
                                  <a:latin typeface="Cambria Math" panose="02040503050406030204" pitchFamily="18" charset="0"/>
                                </a:rPr>
                                <m:t>−6&gt;7</m:t>
                              </m:r>
                              <m:r>
                                <a:rPr lang="en-GB" b="0" i="1" noProof="0" smtClean="0">
                                  <a:latin typeface="Cambria Math" panose="02040503050406030204" pitchFamily="18" charset="0"/>
                                </a:rPr>
                                <m:t>𝑥</m:t>
                              </m:r>
                              <m:r>
                                <a:rPr lang="en-GB" b="0" i="1" noProof="0" smtClean="0">
                                  <a:latin typeface="Cambria Math" panose="02040503050406030204" pitchFamily="18" charset="0"/>
                                </a:rPr>
                                <m:t>+4</m:t>
                              </m:r>
                            </m:oMath>
                          </a14:m>
                          <a:endParaRPr lang="en-GB" noProof="0" dirty="0"/>
                        </a:p>
                      </a:txBody>
                      <a:tcPr/>
                    </a:tc>
                    <a:extLst>
                      <a:ext uri="{0D108BD9-81ED-4DB2-BD59-A6C34878D82A}">
                        <a16:rowId xmlns:a16="http://schemas.microsoft.com/office/drawing/2014/main" val="68201582"/>
                      </a:ext>
                    </a:extLst>
                  </a:tr>
                  <a:tr h="2664000">
                    <a:tc>
                      <a:txBody>
                        <a:bodyPr/>
                        <a:lstStyle/>
                        <a:p>
                          <a:r>
                            <a:rPr lang="en-GB" noProof="0" dirty="0"/>
                            <a:t>d) </a:t>
                          </a:r>
                          <a14:m>
                            <m:oMath xmlns:m="http://schemas.openxmlformats.org/officeDocument/2006/math">
                              <m:r>
                                <a:rPr lang="en-GB" b="0" i="1" noProof="0" smtClean="0">
                                  <a:latin typeface="Cambria Math" panose="02040503050406030204" pitchFamily="18" charset="0"/>
                                </a:rPr>
                                <m:t>10</m:t>
                              </m:r>
                              <m:r>
                                <a:rPr lang="en-GB" b="0" i="1" noProof="0" smtClean="0">
                                  <a:latin typeface="Cambria Math" panose="02040503050406030204" pitchFamily="18" charset="0"/>
                                </a:rPr>
                                <m:t>𝑥</m:t>
                              </m:r>
                              <m:r>
                                <a:rPr lang="en-GB" b="0" i="1" noProof="0" smtClean="0">
                                  <a:latin typeface="Cambria Math" panose="02040503050406030204" pitchFamily="18" charset="0"/>
                                </a:rPr>
                                <m:t> −3≤4</m:t>
                              </m:r>
                              <m:r>
                                <a:rPr lang="en-GB" b="0" i="1" noProof="0" smtClean="0">
                                  <a:latin typeface="Cambria Math" panose="02040503050406030204" pitchFamily="18" charset="0"/>
                                </a:rPr>
                                <m:t>𝑥</m:t>
                              </m:r>
                              <m:r>
                                <a:rPr lang="en-GB" b="0" i="1" noProof="0" smtClean="0">
                                  <a:latin typeface="Cambria Math" panose="02040503050406030204" pitchFamily="18" charset="0"/>
                                </a:rPr>
                                <m:t>+21</m:t>
                              </m:r>
                            </m:oMath>
                          </a14:m>
                          <a:endParaRPr lang="en-GB" noProof="0" dirty="0"/>
                        </a:p>
                      </a:txBody>
                      <a:tcPr/>
                    </a:tc>
                    <a:tc>
                      <a:txBody>
                        <a:bodyPr/>
                        <a:lstStyle/>
                        <a:p>
                          <a:r>
                            <a:rPr lang="en-GB" noProof="0" dirty="0"/>
                            <a:t>e) </a:t>
                          </a:r>
                          <a14:m>
                            <m:oMath xmlns:m="http://schemas.openxmlformats.org/officeDocument/2006/math">
                              <m:r>
                                <a:rPr lang="en-GB" b="0" i="1" noProof="0" smtClean="0">
                                  <a:latin typeface="Cambria Math" panose="02040503050406030204" pitchFamily="18" charset="0"/>
                                </a:rPr>
                                <m:t>13</m:t>
                              </m:r>
                              <m:r>
                                <a:rPr lang="en-GB" b="0" i="1" noProof="0" smtClean="0">
                                  <a:latin typeface="Cambria Math" panose="02040503050406030204" pitchFamily="18" charset="0"/>
                                </a:rPr>
                                <m:t>𝑥</m:t>
                              </m:r>
                              <m:r>
                                <a:rPr lang="en-GB" b="0" i="1" noProof="0" smtClean="0">
                                  <a:latin typeface="Cambria Math" panose="02040503050406030204" pitchFamily="18" charset="0"/>
                                </a:rPr>
                                <m:t> −7&lt;3</m:t>
                              </m:r>
                              <m:r>
                                <a:rPr lang="en-GB" b="0" i="1" noProof="0" smtClean="0">
                                  <a:latin typeface="Cambria Math" panose="02040503050406030204" pitchFamily="18" charset="0"/>
                                </a:rPr>
                                <m:t>𝑥</m:t>
                              </m:r>
                              <m:r>
                                <a:rPr lang="en-GB" b="0" i="1" noProof="0" smtClean="0">
                                  <a:latin typeface="Cambria Math" panose="02040503050406030204" pitchFamily="18" charset="0"/>
                                </a:rPr>
                                <m:t>+73</m:t>
                              </m:r>
                            </m:oMath>
                          </a14:m>
                          <a:endParaRPr lang="en-GB" noProof="0" dirty="0"/>
                        </a:p>
                      </a:txBody>
                      <a:tcPr/>
                    </a:tc>
                    <a:tc>
                      <a:txBody>
                        <a:bodyPr/>
                        <a:lstStyle/>
                        <a:p>
                          <a:r>
                            <a:rPr lang="en-GB" noProof="0" dirty="0"/>
                            <a:t>f) </a:t>
                          </a:r>
                          <a14:m>
                            <m:oMath xmlns:m="http://schemas.openxmlformats.org/officeDocument/2006/math">
                              <m:r>
                                <a:rPr lang="en-GB" b="0" i="1" noProof="0" smtClean="0">
                                  <a:latin typeface="Cambria Math" panose="02040503050406030204" pitchFamily="18" charset="0"/>
                                </a:rPr>
                                <m:t>14</m:t>
                              </m:r>
                              <m:r>
                                <a:rPr lang="en-GB" b="0" i="1" noProof="0" smtClean="0">
                                  <a:latin typeface="Cambria Math" panose="02040503050406030204" pitchFamily="18" charset="0"/>
                                </a:rPr>
                                <m:t>𝑥</m:t>
                              </m:r>
                              <m:r>
                                <a:rPr lang="en-GB" b="0" i="1" noProof="0" smtClean="0">
                                  <a:latin typeface="Cambria Math" panose="02040503050406030204" pitchFamily="18" charset="0"/>
                                </a:rPr>
                                <m:t>+3&gt;4</m:t>
                              </m:r>
                              <m:r>
                                <a:rPr lang="en-GB" b="0" i="1" noProof="0" smtClean="0">
                                  <a:latin typeface="Cambria Math" panose="02040503050406030204" pitchFamily="18" charset="0"/>
                                </a:rPr>
                                <m:t>𝑥</m:t>
                              </m:r>
                              <m:r>
                                <a:rPr lang="en-GB" b="0" i="1" noProof="0" smtClean="0">
                                  <a:latin typeface="Cambria Math" panose="02040503050406030204" pitchFamily="18" charset="0"/>
                                </a:rPr>
                                <m:t>+28</m:t>
                              </m:r>
                            </m:oMath>
                          </a14:m>
                          <a:endParaRPr lang="en-GB" noProof="0" dirty="0"/>
                        </a:p>
                      </a:txBody>
                      <a:tcPr/>
                    </a:tc>
                    <a:extLst>
                      <a:ext uri="{0D108BD9-81ED-4DB2-BD59-A6C34878D82A}">
                        <a16:rowId xmlns:a16="http://schemas.microsoft.com/office/drawing/2014/main" val="2179783675"/>
                      </a:ext>
                    </a:extLst>
                  </a:tr>
                </a:tbl>
              </a:graphicData>
            </a:graphic>
          </p:graphicFrame>
        </mc:Choice>
        <mc:Fallback xmlns="">
          <p:graphicFrame>
            <p:nvGraphicFramePr>
              <p:cNvPr id="19" name="Table 18">
                <a:extLst>
                  <a:ext uri="{FF2B5EF4-FFF2-40B4-BE49-F238E27FC236}">
                    <a16:creationId xmlns:a16="http://schemas.microsoft.com/office/drawing/2014/main" id="{79DA2B59-C28F-016F-DB15-F6B97F0120F1}"/>
                  </a:ext>
                </a:extLst>
              </p:cNvPr>
              <p:cNvGraphicFramePr>
                <a:graphicFrameLocks noGrp="1"/>
              </p:cNvGraphicFramePr>
              <p:nvPr>
                <p:extLst>
                  <p:ext uri="{D42A27DB-BD31-4B8C-83A1-F6EECF244321}">
                    <p14:modId xmlns:p14="http://schemas.microsoft.com/office/powerpoint/2010/main" val="995643508"/>
                  </p:ext>
                </p:extLst>
              </p:nvPr>
            </p:nvGraphicFramePr>
            <p:xfrm>
              <a:off x="150461" y="4308615"/>
              <a:ext cx="6570900" cy="5328000"/>
            </p:xfrm>
            <a:graphic>
              <a:graphicData uri="http://schemas.openxmlformats.org/drawingml/2006/table">
                <a:tbl>
                  <a:tblPr firstRow="1" bandRow="1">
                    <a:tableStyleId>{5940675A-B579-460E-94D1-54222C63F5DA}</a:tableStyleId>
                  </a:tblPr>
                  <a:tblGrid>
                    <a:gridCol w="2190300">
                      <a:extLst>
                        <a:ext uri="{9D8B030D-6E8A-4147-A177-3AD203B41FA5}">
                          <a16:colId xmlns:a16="http://schemas.microsoft.com/office/drawing/2014/main" val="2958140563"/>
                        </a:ext>
                      </a:extLst>
                    </a:gridCol>
                    <a:gridCol w="2190300">
                      <a:extLst>
                        <a:ext uri="{9D8B030D-6E8A-4147-A177-3AD203B41FA5}">
                          <a16:colId xmlns:a16="http://schemas.microsoft.com/office/drawing/2014/main" val="2020543802"/>
                        </a:ext>
                      </a:extLst>
                    </a:gridCol>
                    <a:gridCol w="2190300">
                      <a:extLst>
                        <a:ext uri="{9D8B030D-6E8A-4147-A177-3AD203B41FA5}">
                          <a16:colId xmlns:a16="http://schemas.microsoft.com/office/drawing/2014/main" val="3232776760"/>
                        </a:ext>
                      </a:extLst>
                    </a:gridCol>
                  </a:tblGrid>
                  <a:tr h="2664000">
                    <a:tc>
                      <a:txBody>
                        <a:bodyPr/>
                        <a:lstStyle/>
                        <a:p>
                          <a:endParaRPr lang="en-US"/>
                        </a:p>
                      </a:txBody>
                      <a:tcPr>
                        <a:blipFill>
                          <a:blip r:embed="rId4"/>
                          <a:stretch>
                            <a:fillRect l="-278" t="-228" r="-200278" b="-100228"/>
                          </a:stretch>
                        </a:blipFill>
                      </a:tcPr>
                    </a:tc>
                    <a:tc>
                      <a:txBody>
                        <a:bodyPr/>
                        <a:lstStyle/>
                        <a:p>
                          <a:endParaRPr lang="en-US"/>
                        </a:p>
                      </a:txBody>
                      <a:tcPr>
                        <a:blipFill>
                          <a:blip r:embed="rId4"/>
                          <a:stretch>
                            <a:fillRect l="-100557" t="-228" r="-100836" b="-100228"/>
                          </a:stretch>
                        </a:blipFill>
                      </a:tcPr>
                    </a:tc>
                    <a:tc>
                      <a:txBody>
                        <a:bodyPr/>
                        <a:lstStyle/>
                        <a:p>
                          <a:endParaRPr lang="en-US"/>
                        </a:p>
                      </a:txBody>
                      <a:tcPr>
                        <a:blipFill>
                          <a:blip r:embed="rId4"/>
                          <a:stretch>
                            <a:fillRect l="-200000" t="-228" r="-556" b="-100228"/>
                          </a:stretch>
                        </a:blipFill>
                      </a:tcPr>
                    </a:tc>
                    <a:extLst>
                      <a:ext uri="{0D108BD9-81ED-4DB2-BD59-A6C34878D82A}">
                        <a16:rowId xmlns:a16="http://schemas.microsoft.com/office/drawing/2014/main" val="68201582"/>
                      </a:ext>
                    </a:extLst>
                  </a:tr>
                  <a:tr h="2664000">
                    <a:tc>
                      <a:txBody>
                        <a:bodyPr/>
                        <a:lstStyle/>
                        <a:p>
                          <a:endParaRPr lang="en-US"/>
                        </a:p>
                      </a:txBody>
                      <a:tcPr>
                        <a:blipFill>
                          <a:blip r:embed="rId4"/>
                          <a:stretch>
                            <a:fillRect l="-278" t="-100458" r="-200278" b="-458"/>
                          </a:stretch>
                        </a:blipFill>
                      </a:tcPr>
                    </a:tc>
                    <a:tc>
                      <a:txBody>
                        <a:bodyPr/>
                        <a:lstStyle/>
                        <a:p>
                          <a:endParaRPr lang="en-US"/>
                        </a:p>
                      </a:txBody>
                      <a:tcPr>
                        <a:blipFill>
                          <a:blip r:embed="rId4"/>
                          <a:stretch>
                            <a:fillRect l="-100557" t="-100458" r="-100836" b="-458"/>
                          </a:stretch>
                        </a:blipFill>
                      </a:tcPr>
                    </a:tc>
                    <a:tc>
                      <a:txBody>
                        <a:bodyPr/>
                        <a:lstStyle/>
                        <a:p>
                          <a:endParaRPr lang="en-US"/>
                        </a:p>
                      </a:txBody>
                      <a:tcPr>
                        <a:blipFill>
                          <a:blip r:embed="rId4"/>
                          <a:stretch>
                            <a:fillRect l="-200000" t="-100458" r="-556" b="-458"/>
                          </a:stretch>
                        </a:blipFill>
                      </a:tcPr>
                    </a:tc>
                    <a:extLst>
                      <a:ext uri="{0D108BD9-81ED-4DB2-BD59-A6C34878D82A}">
                        <a16:rowId xmlns:a16="http://schemas.microsoft.com/office/drawing/2014/main" val="2179783675"/>
                      </a:ext>
                    </a:extLst>
                  </a:tr>
                </a:tbl>
              </a:graphicData>
            </a:graphic>
          </p:graphicFrame>
        </mc:Fallback>
      </mc:AlternateContent>
      <p:sp>
        <p:nvSpPr>
          <p:cNvPr id="2" name="Rectangle 1">
            <a:extLst>
              <a:ext uri="{FF2B5EF4-FFF2-40B4-BE49-F238E27FC236}">
                <a16:creationId xmlns:a16="http://schemas.microsoft.com/office/drawing/2014/main" id="{6A8D71DC-F2C0-95D2-4C5E-77882F602DB9}"/>
              </a:ext>
            </a:extLst>
          </p:cNvPr>
          <p:cNvSpPr/>
          <p:nvPr/>
        </p:nvSpPr>
        <p:spPr>
          <a:xfrm>
            <a:off x="0" y="23409"/>
            <a:ext cx="6858000" cy="288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noProof="0" dirty="0"/>
              <a:t>Solving Single-Ended Inequalities with Unknowns on Both Sides</a:t>
            </a:r>
          </a:p>
        </p:txBody>
      </p:sp>
    </p:spTree>
    <p:extLst>
      <p:ext uri="{BB962C8B-B14F-4D97-AF65-F5344CB8AC3E}">
        <p14:creationId xmlns:p14="http://schemas.microsoft.com/office/powerpoint/2010/main" val="12440386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F1B4801-2B3B-019D-406E-1F4A04569AE3}"/>
              </a:ext>
            </a:extLst>
          </p:cNvPr>
          <p:cNvSpPr>
            <a:spLocks noGrp="1"/>
          </p:cNvSpPr>
          <p:nvPr>
            <p:ph type="sldNum" sz="quarter" idx="12"/>
          </p:nvPr>
        </p:nvSpPr>
        <p:spPr>
          <a:xfrm>
            <a:off x="5296163" y="9467690"/>
            <a:ext cx="1543050" cy="527403"/>
          </a:xfrm>
        </p:spPr>
        <p:txBody>
          <a:bodyPr/>
          <a:lstStyle/>
          <a:p>
            <a:fld id="{19F1D9CC-7119-45EC-A96C-D8C0660F3AAB}" type="slidenum">
              <a:rPr lang="en-GB" noProof="0" smtClean="0">
                <a:solidFill>
                  <a:schemeClr val="tx1"/>
                </a:solidFill>
              </a:rPr>
              <a:t>25</a:t>
            </a:fld>
            <a:endParaRPr lang="en-GB" noProof="0" dirty="0">
              <a:solidFill>
                <a:schemeClr val="tx1"/>
              </a:solidFill>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6F35293F-B2FE-FD07-6048-11852794F705}"/>
                  </a:ext>
                </a:extLst>
              </p:cNvPr>
              <p:cNvGraphicFramePr>
                <a:graphicFrameLocks noGrp="1"/>
              </p:cNvGraphicFramePr>
              <p:nvPr>
                <p:extLst>
                  <p:ext uri="{D42A27DB-BD31-4B8C-83A1-F6EECF244321}">
                    <p14:modId xmlns:p14="http://schemas.microsoft.com/office/powerpoint/2010/main" val="1762465740"/>
                  </p:ext>
                </p:extLst>
              </p:nvPr>
            </p:nvGraphicFramePr>
            <p:xfrm>
              <a:off x="143550" y="103182"/>
              <a:ext cx="6570900" cy="2376000"/>
            </p:xfrm>
            <a:graphic>
              <a:graphicData uri="http://schemas.openxmlformats.org/drawingml/2006/table">
                <a:tbl>
                  <a:tblPr firstRow="1" bandRow="1">
                    <a:tableStyleId>{5940675A-B579-460E-94D1-54222C63F5DA}</a:tableStyleId>
                  </a:tblPr>
                  <a:tblGrid>
                    <a:gridCol w="2190300">
                      <a:extLst>
                        <a:ext uri="{9D8B030D-6E8A-4147-A177-3AD203B41FA5}">
                          <a16:colId xmlns:a16="http://schemas.microsoft.com/office/drawing/2014/main" val="3744780004"/>
                        </a:ext>
                      </a:extLst>
                    </a:gridCol>
                    <a:gridCol w="2190300">
                      <a:extLst>
                        <a:ext uri="{9D8B030D-6E8A-4147-A177-3AD203B41FA5}">
                          <a16:colId xmlns:a16="http://schemas.microsoft.com/office/drawing/2014/main" val="1560465477"/>
                        </a:ext>
                      </a:extLst>
                    </a:gridCol>
                    <a:gridCol w="2190300">
                      <a:extLst>
                        <a:ext uri="{9D8B030D-6E8A-4147-A177-3AD203B41FA5}">
                          <a16:colId xmlns:a16="http://schemas.microsoft.com/office/drawing/2014/main" val="2206989580"/>
                        </a:ext>
                      </a:extLst>
                    </a:gridCol>
                  </a:tblGrid>
                  <a:tr h="2376000">
                    <a:tc>
                      <a:txBody>
                        <a:bodyPr/>
                        <a:lstStyle/>
                        <a:p>
                          <a:r>
                            <a:rPr lang="en-GB" noProof="0" dirty="0"/>
                            <a:t>g) </a:t>
                          </a:r>
                          <a14:m>
                            <m:oMath xmlns:m="http://schemas.openxmlformats.org/officeDocument/2006/math">
                              <m:r>
                                <a:rPr lang="en-GB" b="0" i="1" noProof="0" smtClean="0">
                                  <a:latin typeface="Cambria Math" panose="02040503050406030204" pitchFamily="18" charset="0"/>
                                </a:rPr>
                                <m:t>2</m:t>
                              </m:r>
                              <m:r>
                                <a:rPr lang="en-GB" b="0" i="1" noProof="0" smtClean="0">
                                  <a:latin typeface="Cambria Math" panose="02040503050406030204" pitchFamily="18" charset="0"/>
                                </a:rPr>
                                <m:t>𝑥</m:t>
                              </m:r>
                              <m:r>
                                <a:rPr lang="en-GB" b="0" i="1" noProof="0" smtClean="0">
                                  <a:latin typeface="Cambria Math" panose="02040503050406030204" pitchFamily="18" charset="0"/>
                                </a:rPr>
                                <m:t>+5&lt;10</m:t>
                              </m:r>
                              <m:r>
                                <a:rPr lang="en-GB" b="0" i="1" noProof="0" smtClean="0">
                                  <a:latin typeface="Cambria Math" panose="02040503050406030204" pitchFamily="18" charset="0"/>
                                </a:rPr>
                                <m:t>𝑥</m:t>
                              </m:r>
                              <m:r>
                                <a:rPr lang="en-GB" b="0" i="1" noProof="0" smtClean="0">
                                  <a:latin typeface="Cambria Math" panose="02040503050406030204" pitchFamily="18" charset="0"/>
                                </a:rPr>
                                <m:t>−35</m:t>
                              </m:r>
                            </m:oMath>
                          </a14:m>
                          <a:endParaRPr lang="en-GB" noProof="0" dirty="0"/>
                        </a:p>
                      </a:txBody>
                      <a:tcPr/>
                    </a:tc>
                    <a:tc>
                      <a:txBody>
                        <a:bodyPr/>
                        <a:lstStyle/>
                        <a:p>
                          <a:r>
                            <a:rPr lang="en-GB" noProof="0" dirty="0"/>
                            <a:t>h) </a:t>
                          </a:r>
                          <a14:m>
                            <m:oMath xmlns:m="http://schemas.openxmlformats.org/officeDocument/2006/math">
                              <m:r>
                                <a:rPr lang="en-GB" b="0" i="1" noProof="0" smtClean="0">
                                  <a:latin typeface="Cambria Math" panose="02040503050406030204" pitchFamily="18" charset="0"/>
                                </a:rPr>
                                <m:t>5</m:t>
                              </m:r>
                              <m:r>
                                <a:rPr lang="en-GB" b="0" i="1" noProof="0" smtClean="0">
                                  <a:latin typeface="Cambria Math" panose="02040503050406030204" pitchFamily="18" charset="0"/>
                                </a:rPr>
                                <m:t>𝑥</m:t>
                              </m:r>
                              <m:r>
                                <a:rPr lang="en-GB" b="0" i="1" noProof="0" smtClean="0">
                                  <a:latin typeface="Cambria Math" panose="02040503050406030204" pitchFamily="18" charset="0"/>
                                </a:rPr>
                                <m:t>+6≥7</m:t>
                              </m:r>
                              <m:r>
                                <a:rPr lang="en-GB" b="0" i="1" noProof="0" smtClean="0">
                                  <a:latin typeface="Cambria Math" panose="02040503050406030204" pitchFamily="18" charset="0"/>
                                </a:rPr>
                                <m:t>𝑥</m:t>
                              </m:r>
                              <m:r>
                                <a:rPr lang="en-GB" b="0" i="1" noProof="0" smtClean="0">
                                  <a:latin typeface="Cambria Math" panose="02040503050406030204" pitchFamily="18" charset="0"/>
                                </a:rPr>
                                <m:t>+2</m:t>
                              </m:r>
                            </m:oMath>
                          </a14:m>
                          <a:endParaRPr lang="en-GB" noProof="0" dirty="0"/>
                        </a:p>
                      </a:txBody>
                      <a:tcPr/>
                    </a:tc>
                    <a:tc>
                      <a:txBody>
                        <a:bodyPr/>
                        <a:lstStyle/>
                        <a:p>
                          <a:r>
                            <a:rPr lang="en-GB" noProof="0" dirty="0" err="1"/>
                            <a:t>i</a:t>
                          </a:r>
                          <a:r>
                            <a:rPr lang="en-GB" noProof="0" dirty="0"/>
                            <a:t>)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−6≤10</m:t>
                              </m:r>
                              <m:r>
                                <a:rPr lang="en-GB" b="0" i="1" noProof="0" smtClean="0">
                                  <a:latin typeface="Cambria Math" panose="02040503050406030204" pitchFamily="18" charset="0"/>
                                </a:rPr>
                                <m:t>𝑥</m:t>
                              </m:r>
                              <m:r>
                                <a:rPr lang="en-GB" b="0" i="1" noProof="0" smtClean="0">
                                  <a:latin typeface="Cambria Math" panose="02040503050406030204" pitchFamily="18" charset="0"/>
                                </a:rPr>
                                <m:t>+3</m:t>
                              </m:r>
                            </m:oMath>
                          </a14:m>
                          <a:endParaRPr lang="en-GB" noProof="0" dirty="0"/>
                        </a:p>
                      </a:txBody>
                      <a:tcPr/>
                    </a:tc>
                    <a:extLst>
                      <a:ext uri="{0D108BD9-81ED-4DB2-BD59-A6C34878D82A}">
                        <a16:rowId xmlns:a16="http://schemas.microsoft.com/office/drawing/2014/main" val="970137041"/>
                      </a:ext>
                    </a:extLst>
                  </a:tr>
                </a:tbl>
              </a:graphicData>
            </a:graphic>
          </p:graphicFrame>
        </mc:Choice>
        <mc:Fallback xmlns="">
          <p:graphicFrame>
            <p:nvGraphicFramePr>
              <p:cNvPr id="5" name="Table 4">
                <a:extLst>
                  <a:ext uri="{FF2B5EF4-FFF2-40B4-BE49-F238E27FC236}">
                    <a16:creationId xmlns:a16="http://schemas.microsoft.com/office/drawing/2014/main" id="{6F35293F-B2FE-FD07-6048-11852794F705}"/>
                  </a:ext>
                </a:extLst>
              </p:cNvPr>
              <p:cNvGraphicFramePr>
                <a:graphicFrameLocks noGrp="1"/>
              </p:cNvGraphicFramePr>
              <p:nvPr>
                <p:extLst>
                  <p:ext uri="{D42A27DB-BD31-4B8C-83A1-F6EECF244321}">
                    <p14:modId xmlns:p14="http://schemas.microsoft.com/office/powerpoint/2010/main" val="1762465740"/>
                  </p:ext>
                </p:extLst>
              </p:nvPr>
            </p:nvGraphicFramePr>
            <p:xfrm>
              <a:off x="143550" y="103182"/>
              <a:ext cx="6570900" cy="2376000"/>
            </p:xfrm>
            <a:graphic>
              <a:graphicData uri="http://schemas.openxmlformats.org/drawingml/2006/table">
                <a:tbl>
                  <a:tblPr firstRow="1" bandRow="1">
                    <a:tableStyleId>{5940675A-B579-460E-94D1-54222C63F5DA}</a:tableStyleId>
                  </a:tblPr>
                  <a:tblGrid>
                    <a:gridCol w="2190300">
                      <a:extLst>
                        <a:ext uri="{9D8B030D-6E8A-4147-A177-3AD203B41FA5}">
                          <a16:colId xmlns:a16="http://schemas.microsoft.com/office/drawing/2014/main" val="3744780004"/>
                        </a:ext>
                      </a:extLst>
                    </a:gridCol>
                    <a:gridCol w="2190300">
                      <a:extLst>
                        <a:ext uri="{9D8B030D-6E8A-4147-A177-3AD203B41FA5}">
                          <a16:colId xmlns:a16="http://schemas.microsoft.com/office/drawing/2014/main" val="1560465477"/>
                        </a:ext>
                      </a:extLst>
                    </a:gridCol>
                    <a:gridCol w="2190300">
                      <a:extLst>
                        <a:ext uri="{9D8B030D-6E8A-4147-A177-3AD203B41FA5}">
                          <a16:colId xmlns:a16="http://schemas.microsoft.com/office/drawing/2014/main" val="2206989580"/>
                        </a:ext>
                      </a:extLst>
                    </a:gridCol>
                  </a:tblGrid>
                  <a:tr h="2376000">
                    <a:tc>
                      <a:txBody>
                        <a:bodyPr/>
                        <a:lstStyle/>
                        <a:p>
                          <a:endParaRPr lang="en-US"/>
                        </a:p>
                      </a:txBody>
                      <a:tcPr>
                        <a:blipFill>
                          <a:blip r:embed="rId2"/>
                          <a:stretch>
                            <a:fillRect l="-278" t="-256" r="-200278" b="-512"/>
                          </a:stretch>
                        </a:blipFill>
                      </a:tcPr>
                    </a:tc>
                    <a:tc>
                      <a:txBody>
                        <a:bodyPr/>
                        <a:lstStyle/>
                        <a:p>
                          <a:endParaRPr lang="en-US"/>
                        </a:p>
                      </a:txBody>
                      <a:tcPr>
                        <a:blipFill>
                          <a:blip r:embed="rId2"/>
                          <a:stretch>
                            <a:fillRect l="-100557" t="-256" r="-100836" b="-512"/>
                          </a:stretch>
                        </a:blipFill>
                      </a:tcPr>
                    </a:tc>
                    <a:tc>
                      <a:txBody>
                        <a:bodyPr/>
                        <a:lstStyle/>
                        <a:p>
                          <a:endParaRPr lang="en-US"/>
                        </a:p>
                      </a:txBody>
                      <a:tcPr>
                        <a:blipFill>
                          <a:blip r:embed="rId2"/>
                          <a:stretch>
                            <a:fillRect l="-200000" t="-256" r="-556" b="-512"/>
                          </a:stretch>
                        </a:blipFill>
                      </a:tcPr>
                    </a:tc>
                    <a:extLst>
                      <a:ext uri="{0D108BD9-81ED-4DB2-BD59-A6C34878D82A}">
                        <a16:rowId xmlns:a16="http://schemas.microsoft.com/office/drawing/2014/main" val="97013704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6F35293F-B2FE-FD07-6048-11852794F705}"/>
                  </a:ext>
                </a:extLst>
              </p:cNvPr>
              <p:cNvGraphicFramePr>
                <a:graphicFrameLocks noGrp="1"/>
              </p:cNvGraphicFramePr>
              <p:nvPr>
                <p:extLst>
                  <p:ext uri="{D42A27DB-BD31-4B8C-83A1-F6EECF244321}">
                    <p14:modId xmlns:p14="http://schemas.microsoft.com/office/powerpoint/2010/main" val="2439567321"/>
                  </p:ext>
                </p:extLst>
              </p:nvPr>
            </p:nvGraphicFramePr>
            <p:xfrm>
              <a:off x="143550" y="2479182"/>
              <a:ext cx="6570900" cy="7128000"/>
            </p:xfrm>
            <a:graphic>
              <a:graphicData uri="http://schemas.openxmlformats.org/drawingml/2006/table">
                <a:tbl>
                  <a:tblPr firstRow="1" bandRow="1">
                    <a:tableStyleId>{5940675A-B579-460E-94D1-54222C63F5DA}</a:tableStyleId>
                  </a:tblPr>
                  <a:tblGrid>
                    <a:gridCol w="2190300">
                      <a:extLst>
                        <a:ext uri="{9D8B030D-6E8A-4147-A177-3AD203B41FA5}">
                          <a16:colId xmlns:a16="http://schemas.microsoft.com/office/drawing/2014/main" val="3744780004"/>
                        </a:ext>
                      </a:extLst>
                    </a:gridCol>
                    <a:gridCol w="2190300">
                      <a:extLst>
                        <a:ext uri="{9D8B030D-6E8A-4147-A177-3AD203B41FA5}">
                          <a16:colId xmlns:a16="http://schemas.microsoft.com/office/drawing/2014/main" val="1560465477"/>
                        </a:ext>
                      </a:extLst>
                    </a:gridCol>
                    <a:gridCol w="2190300">
                      <a:extLst>
                        <a:ext uri="{9D8B030D-6E8A-4147-A177-3AD203B41FA5}">
                          <a16:colId xmlns:a16="http://schemas.microsoft.com/office/drawing/2014/main" val="2206989580"/>
                        </a:ext>
                      </a:extLst>
                    </a:gridCol>
                  </a:tblGrid>
                  <a:tr h="2376000">
                    <a:tc>
                      <a:txBody>
                        <a:bodyPr/>
                        <a:lstStyle/>
                        <a:p>
                          <a:r>
                            <a:rPr lang="en-GB" b="0" i="0" noProof="0" dirty="0">
                              <a:latin typeface="+mn-lt"/>
                            </a:rPr>
                            <a:t>j)</a:t>
                          </a:r>
                          <a:r>
                            <a:rPr lang="en-GB" b="0" i="0" baseline="0" noProof="0" dirty="0">
                              <a:latin typeface="+mn-lt"/>
                            </a:rPr>
                            <a:t> </a:t>
                          </a:r>
                          <a14:m>
                            <m:oMath xmlns:m="http://schemas.openxmlformats.org/officeDocument/2006/math">
                              <m:r>
                                <a:rPr lang="en-GB" b="0" i="1" noProof="0" smtClean="0">
                                  <a:latin typeface="Cambria Math" panose="02040503050406030204" pitchFamily="18" charset="0"/>
                                </a:rPr>
                                <m:t>5</m:t>
                              </m:r>
                              <m:r>
                                <a:rPr lang="en-GB" b="0" i="1" noProof="0" smtClean="0">
                                  <a:latin typeface="Cambria Math" panose="02040503050406030204" pitchFamily="18" charset="0"/>
                                </a:rPr>
                                <m:t>𝑥</m:t>
                              </m:r>
                              <m:r>
                                <a:rPr lang="en-GB" b="0" i="1" noProof="0" smtClean="0">
                                  <a:latin typeface="Cambria Math" panose="02040503050406030204" pitchFamily="18" charset="0"/>
                                </a:rPr>
                                <m:t>+2&gt;10 −3</m:t>
                              </m:r>
                              <m:r>
                                <a:rPr lang="en-GB" b="0" i="1" noProof="0" smtClean="0">
                                  <a:latin typeface="Cambria Math" panose="02040503050406030204" pitchFamily="18" charset="0"/>
                                </a:rPr>
                                <m:t>𝑥</m:t>
                              </m:r>
                            </m:oMath>
                          </a14:m>
                          <a:endParaRPr lang="en-GB" noProof="0" dirty="0"/>
                        </a:p>
                      </a:txBody>
                      <a:tcPr/>
                    </a:tc>
                    <a:tc>
                      <a:txBody>
                        <a:bodyPr/>
                        <a:lstStyle/>
                        <a:p>
                          <a:r>
                            <a:rPr lang="en-GB" b="0" i="0" noProof="0" dirty="0">
                              <a:latin typeface="+mn-lt"/>
                            </a:rPr>
                            <a:t>k)</a:t>
                          </a:r>
                          <a:r>
                            <a:rPr lang="en-GB" b="0" i="0" baseline="0" noProof="0" dirty="0">
                              <a:latin typeface="+mn-lt"/>
                            </a:rPr>
                            <a:t> </a:t>
                          </a:r>
                          <a14:m>
                            <m:oMath xmlns:m="http://schemas.openxmlformats.org/officeDocument/2006/math">
                              <m:r>
                                <a:rPr lang="en-GB" b="0" i="1" noProof="0" smtClean="0">
                                  <a:latin typeface="Cambria Math" panose="02040503050406030204" pitchFamily="18" charset="0"/>
                                </a:rPr>
                                <m:t>7</m:t>
                              </m:r>
                              <m:r>
                                <a:rPr lang="en-GB" b="0" i="1" noProof="0" smtClean="0">
                                  <a:latin typeface="Cambria Math" panose="02040503050406030204" pitchFamily="18" charset="0"/>
                                </a:rPr>
                                <m:t>𝑥</m:t>
                              </m:r>
                              <m:r>
                                <a:rPr lang="en-GB" b="0" i="1" noProof="0" smtClean="0">
                                  <a:latin typeface="Cambria Math" panose="02040503050406030204" pitchFamily="18" charset="0"/>
                                </a:rPr>
                                <m:t>+20≤40−3</m:t>
                              </m:r>
                              <m:r>
                                <a:rPr lang="en-GB" b="0" i="1" noProof="0" smtClean="0">
                                  <a:latin typeface="Cambria Math" panose="02040503050406030204" pitchFamily="18" charset="0"/>
                                </a:rPr>
                                <m:t>𝑥</m:t>
                              </m:r>
                            </m:oMath>
                          </a14:m>
                          <a:endParaRPr lang="en-GB" noProof="0" dirty="0"/>
                        </a:p>
                      </a:txBody>
                      <a:tcPr/>
                    </a:tc>
                    <a:tc>
                      <a:txBody>
                        <a:bodyPr/>
                        <a:lstStyle/>
                        <a:p>
                          <a:r>
                            <a:rPr lang="en-GB" b="0" i="0" noProof="0" dirty="0">
                              <a:latin typeface="+mn-lt"/>
                            </a:rPr>
                            <a:t>l)</a:t>
                          </a:r>
                          <a:r>
                            <a:rPr lang="en-GB" b="0" i="0" baseline="0" noProof="0" dirty="0">
                              <a:latin typeface="+mn-lt"/>
                            </a:rPr>
                            <a:t> </a:t>
                          </a:r>
                          <a14:m>
                            <m:oMath xmlns:m="http://schemas.openxmlformats.org/officeDocument/2006/math">
                              <m:r>
                                <a:rPr lang="en-GB" b="0" i="1" baseline="0" noProof="0" smtClean="0">
                                  <a:latin typeface="Cambria Math" panose="02040503050406030204" pitchFamily="18" charset="0"/>
                                </a:rPr>
                                <m:t>3</m:t>
                              </m:r>
                              <m:r>
                                <a:rPr lang="en-GB" b="0" i="1" noProof="0" smtClean="0">
                                  <a:latin typeface="Cambria Math" panose="02040503050406030204" pitchFamily="18" charset="0"/>
                                </a:rPr>
                                <m:t>𝑥</m:t>
                              </m:r>
                              <m:r>
                                <a:rPr lang="en-GB" b="0" i="1" noProof="0" smtClean="0">
                                  <a:latin typeface="Cambria Math" panose="02040503050406030204" pitchFamily="18" charset="0"/>
                                </a:rPr>
                                <m:t>−6&gt;9−2</m:t>
                              </m:r>
                              <m:r>
                                <a:rPr lang="en-GB" b="0" i="1" noProof="0" smtClean="0">
                                  <a:latin typeface="Cambria Math" panose="02040503050406030204" pitchFamily="18" charset="0"/>
                                </a:rPr>
                                <m:t>𝑥</m:t>
                              </m:r>
                            </m:oMath>
                          </a14:m>
                          <a:endParaRPr lang="en-GB" noProof="0" dirty="0"/>
                        </a:p>
                      </a:txBody>
                      <a:tcPr/>
                    </a:tc>
                    <a:extLst>
                      <a:ext uri="{0D108BD9-81ED-4DB2-BD59-A6C34878D82A}">
                        <a16:rowId xmlns:a16="http://schemas.microsoft.com/office/drawing/2014/main" val="2276223022"/>
                      </a:ext>
                    </a:extLst>
                  </a:tr>
                  <a:tr h="2376000">
                    <a:tc>
                      <a:txBody>
                        <a:bodyPr/>
                        <a:lstStyle/>
                        <a:p>
                          <a:r>
                            <a:rPr lang="en-GB" b="0" i="0" noProof="0" dirty="0">
                              <a:latin typeface="+mn-lt"/>
                            </a:rPr>
                            <a:t>m)</a:t>
                          </a:r>
                          <a:r>
                            <a:rPr lang="en-GB" b="0" i="0" baseline="0" noProof="0" dirty="0">
                              <a:latin typeface="+mn-lt"/>
                            </a:rPr>
                            <a:t>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 −3≤9−2</m:t>
                              </m:r>
                              <m:r>
                                <a:rPr lang="en-GB" b="0" i="1" noProof="0" smtClean="0">
                                  <a:latin typeface="Cambria Math" panose="02040503050406030204" pitchFamily="18" charset="0"/>
                                </a:rPr>
                                <m:t>𝑥</m:t>
                              </m:r>
                            </m:oMath>
                          </a14:m>
                          <a:endParaRPr lang="en-GB" noProof="0" dirty="0"/>
                        </a:p>
                      </a:txBody>
                      <a:tcPr/>
                    </a:tc>
                    <a:tc>
                      <a:txBody>
                        <a:bodyPr/>
                        <a:lstStyle/>
                        <a:p>
                          <a:r>
                            <a:rPr lang="en-GB" noProof="0" dirty="0"/>
                            <a:t>n) </a:t>
                          </a:r>
                          <a14:m>
                            <m:oMath xmlns:m="http://schemas.openxmlformats.org/officeDocument/2006/math">
                              <m:r>
                                <a:rPr lang="en-GB" b="0" i="1" noProof="0" smtClean="0">
                                  <a:latin typeface="Cambria Math" panose="02040503050406030204" pitchFamily="18" charset="0"/>
                                </a:rPr>
                                <m:t>13</m:t>
                              </m:r>
                              <m:r>
                                <a:rPr lang="en-GB" b="0" i="1" noProof="0" smtClean="0">
                                  <a:latin typeface="Cambria Math" panose="02040503050406030204" pitchFamily="18" charset="0"/>
                                </a:rPr>
                                <m:t>𝑥</m:t>
                              </m:r>
                              <m:r>
                                <a:rPr lang="en-GB" b="0" i="1" noProof="0" smtClean="0">
                                  <a:latin typeface="Cambria Math" panose="02040503050406030204" pitchFamily="18" charset="0"/>
                                </a:rPr>
                                <m:t> −54&gt;6−7</m:t>
                              </m:r>
                              <m:r>
                                <a:rPr lang="en-GB" b="0" i="1" noProof="0" smtClean="0">
                                  <a:latin typeface="Cambria Math" panose="02040503050406030204" pitchFamily="18" charset="0"/>
                                </a:rPr>
                                <m:t>𝑥</m:t>
                              </m:r>
                            </m:oMath>
                          </a14:m>
                          <a:endParaRPr lang="en-GB" noProof="0" dirty="0"/>
                        </a:p>
                      </a:txBody>
                      <a:tcPr/>
                    </a:tc>
                    <a:tc>
                      <a:txBody>
                        <a:bodyPr/>
                        <a:lstStyle/>
                        <a:p>
                          <a:r>
                            <a:rPr lang="en-GB" noProof="0" dirty="0"/>
                            <a:t>o) </a:t>
                          </a:r>
                          <a14:m>
                            <m:oMath xmlns:m="http://schemas.openxmlformats.org/officeDocument/2006/math">
                              <m:r>
                                <a:rPr lang="en-GB" b="0" i="1" noProof="0" smtClean="0">
                                  <a:latin typeface="Cambria Math" panose="02040503050406030204" pitchFamily="18" charset="0"/>
                                </a:rPr>
                                <m:t>𝑥</m:t>
                              </m:r>
                              <m:r>
                                <a:rPr lang="en-GB" b="0" i="1" noProof="0" smtClean="0">
                                  <a:latin typeface="Cambria Math" panose="02040503050406030204" pitchFamily="18" charset="0"/>
                                </a:rPr>
                                <m:t>+3≤−2−4</m:t>
                              </m:r>
                              <m:r>
                                <a:rPr lang="en-GB" b="0" i="1" noProof="0" smtClean="0">
                                  <a:latin typeface="Cambria Math" panose="02040503050406030204" pitchFamily="18" charset="0"/>
                                </a:rPr>
                                <m:t>𝑥</m:t>
                              </m:r>
                            </m:oMath>
                          </a14:m>
                          <a:endParaRPr lang="en-GB" noProof="0" dirty="0"/>
                        </a:p>
                      </a:txBody>
                      <a:tcPr/>
                    </a:tc>
                    <a:extLst>
                      <a:ext uri="{0D108BD9-81ED-4DB2-BD59-A6C34878D82A}">
                        <a16:rowId xmlns:a16="http://schemas.microsoft.com/office/drawing/2014/main" val="277500905"/>
                      </a:ext>
                    </a:extLst>
                  </a:tr>
                  <a:tr h="2376000">
                    <a:tc>
                      <a:txBody>
                        <a:bodyPr/>
                        <a:lstStyle/>
                        <a:p>
                          <a:r>
                            <a:rPr lang="en-GB" b="0" i="0" noProof="0" dirty="0">
                              <a:latin typeface="+mn-lt"/>
                            </a:rPr>
                            <a:t>p) </a:t>
                          </a:r>
                          <a14:m>
                            <m:oMath xmlns:m="http://schemas.openxmlformats.org/officeDocument/2006/math">
                              <m:r>
                                <a:rPr lang="en-GB" b="0" i="1" noProof="0" smtClean="0">
                                  <a:latin typeface="Cambria Math" panose="02040503050406030204" pitchFamily="18" charset="0"/>
                                </a:rPr>
                                <m:t>5</m:t>
                              </m:r>
                              <m:r>
                                <a:rPr lang="en-GB" b="0" i="1" noProof="0" smtClean="0">
                                  <a:latin typeface="Cambria Math" panose="02040503050406030204" pitchFamily="18" charset="0"/>
                                </a:rPr>
                                <m:t>𝑥</m:t>
                              </m:r>
                              <m:r>
                                <a:rPr lang="en-GB" b="0" i="1" noProof="0" smtClean="0">
                                  <a:latin typeface="Cambria Math" panose="02040503050406030204" pitchFamily="18" charset="0"/>
                                </a:rPr>
                                <m:t> −24&gt;6−7</m:t>
                              </m:r>
                              <m:r>
                                <a:rPr lang="en-GB" b="0" i="1" noProof="0" smtClean="0">
                                  <a:latin typeface="Cambria Math" panose="02040503050406030204" pitchFamily="18" charset="0"/>
                                </a:rPr>
                                <m:t>𝑥</m:t>
                              </m:r>
                            </m:oMath>
                          </a14:m>
                          <a:endParaRPr lang="en-GB" noProof="0" dirty="0"/>
                        </a:p>
                      </a:txBody>
                      <a:tcPr/>
                    </a:tc>
                    <a:tc>
                      <a:txBody>
                        <a:bodyPr/>
                        <a:lstStyle/>
                        <a:p>
                          <a:r>
                            <a:rPr lang="en-GB" b="0" i="0" noProof="0" dirty="0">
                              <a:latin typeface="+mn-lt"/>
                            </a:rPr>
                            <a:t>q) </a:t>
                          </a:r>
                          <a14:m>
                            <m:oMath xmlns:m="http://schemas.openxmlformats.org/officeDocument/2006/math">
                              <m:r>
                                <a:rPr lang="en-GB" b="0" i="1" noProof="0" smtClean="0">
                                  <a:latin typeface="Cambria Math" panose="02040503050406030204" pitchFamily="18" charset="0"/>
                                </a:rPr>
                                <m:t>4</m:t>
                              </m:r>
                              <m:r>
                                <a:rPr lang="en-GB" b="0" i="1" noProof="0" smtClean="0">
                                  <a:latin typeface="Cambria Math" panose="02040503050406030204" pitchFamily="18" charset="0"/>
                                </a:rPr>
                                <m:t>𝑥</m:t>
                              </m:r>
                              <m:r>
                                <a:rPr lang="en-GB" b="0" i="1" noProof="0" smtClean="0">
                                  <a:latin typeface="Cambria Math" panose="02040503050406030204" pitchFamily="18" charset="0"/>
                                </a:rPr>
                                <m:t> −2≥−6−4</m:t>
                              </m:r>
                              <m:r>
                                <a:rPr lang="en-GB" b="0" i="1" noProof="0" smtClean="0">
                                  <a:latin typeface="Cambria Math" panose="02040503050406030204" pitchFamily="18" charset="0"/>
                                </a:rPr>
                                <m:t>𝑥</m:t>
                              </m:r>
                            </m:oMath>
                          </a14:m>
                          <a:endParaRPr lang="en-GB" noProof="0" dirty="0"/>
                        </a:p>
                      </a:txBody>
                      <a:tcPr/>
                    </a:tc>
                    <a:tc>
                      <a:txBody>
                        <a:bodyPr/>
                        <a:lstStyle/>
                        <a:p>
                          <a:r>
                            <a:rPr lang="en-GB" noProof="0" dirty="0"/>
                            <a:t>r)</a:t>
                          </a:r>
                          <a:r>
                            <a:rPr lang="en-GB" baseline="0" noProof="0" dirty="0"/>
                            <a:t> </a:t>
                          </a:r>
                          <a14:m>
                            <m:oMath xmlns:m="http://schemas.openxmlformats.org/officeDocument/2006/math">
                              <m:r>
                                <a:rPr lang="en-GB" b="0" i="1" baseline="0" noProof="0" smtClean="0">
                                  <a:latin typeface="Cambria Math" panose="02040503050406030204" pitchFamily="18" charset="0"/>
                                </a:rPr>
                                <m:t>10</m:t>
                              </m:r>
                              <m:r>
                                <a:rPr lang="en-GB" b="0" i="1" noProof="0" smtClean="0">
                                  <a:latin typeface="Cambria Math" panose="02040503050406030204" pitchFamily="18" charset="0"/>
                                </a:rPr>
                                <m:t>𝑥</m:t>
                              </m:r>
                              <m:r>
                                <a:rPr lang="en-GB" b="0" i="1" noProof="0" smtClean="0">
                                  <a:latin typeface="Cambria Math" panose="02040503050406030204" pitchFamily="18" charset="0"/>
                                </a:rPr>
                                <m:t> −80&gt;12−6</m:t>
                              </m:r>
                              <m:r>
                                <a:rPr lang="en-GB" b="0" i="1" noProof="0" smtClean="0">
                                  <a:latin typeface="Cambria Math" panose="02040503050406030204" pitchFamily="18" charset="0"/>
                                </a:rPr>
                                <m:t>𝑥</m:t>
                              </m:r>
                            </m:oMath>
                          </a14:m>
                          <a:endParaRPr lang="en-GB" noProof="0" dirty="0"/>
                        </a:p>
                      </a:txBody>
                      <a:tcPr/>
                    </a:tc>
                    <a:extLst>
                      <a:ext uri="{0D108BD9-81ED-4DB2-BD59-A6C34878D82A}">
                        <a16:rowId xmlns:a16="http://schemas.microsoft.com/office/drawing/2014/main" val="970137041"/>
                      </a:ext>
                    </a:extLst>
                  </a:tr>
                </a:tbl>
              </a:graphicData>
            </a:graphic>
          </p:graphicFrame>
        </mc:Choice>
        <mc:Fallback xmlns="">
          <p:graphicFrame>
            <p:nvGraphicFramePr>
              <p:cNvPr id="6" name="Table 5">
                <a:extLst>
                  <a:ext uri="{FF2B5EF4-FFF2-40B4-BE49-F238E27FC236}">
                    <a16:creationId xmlns:a16="http://schemas.microsoft.com/office/drawing/2014/main" id="{6F35293F-B2FE-FD07-6048-11852794F705}"/>
                  </a:ext>
                </a:extLst>
              </p:cNvPr>
              <p:cNvGraphicFramePr>
                <a:graphicFrameLocks noGrp="1"/>
              </p:cNvGraphicFramePr>
              <p:nvPr>
                <p:extLst>
                  <p:ext uri="{D42A27DB-BD31-4B8C-83A1-F6EECF244321}">
                    <p14:modId xmlns:p14="http://schemas.microsoft.com/office/powerpoint/2010/main" val="2439567321"/>
                  </p:ext>
                </p:extLst>
              </p:nvPr>
            </p:nvGraphicFramePr>
            <p:xfrm>
              <a:off x="143550" y="2479182"/>
              <a:ext cx="6570900" cy="7128000"/>
            </p:xfrm>
            <a:graphic>
              <a:graphicData uri="http://schemas.openxmlformats.org/drawingml/2006/table">
                <a:tbl>
                  <a:tblPr firstRow="1" bandRow="1">
                    <a:tableStyleId>{5940675A-B579-460E-94D1-54222C63F5DA}</a:tableStyleId>
                  </a:tblPr>
                  <a:tblGrid>
                    <a:gridCol w="2190300">
                      <a:extLst>
                        <a:ext uri="{9D8B030D-6E8A-4147-A177-3AD203B41FA5}">
                          <a16:colId xmlns:a16="http://schemas.microsoft.com/office/drawing/2014/main" val="3744780004"/>
                        </a:ext>
                      </a:extLst>
                    </a:gridCol>
                    <a:gridCol w="2190300">
                      <a:extLst>
                        <a:ext uri="{9D8B030D-6E8A-4147-A177-3AD203B41FA5}">
                          <a16:colId xmlns:a16="http://schemas.microsoft.com/office/drawing/2014/main" val="1560465477"/>
                        </a:ext>
                      </a:extLst>
                    </a:gridCol>
                    <a:gridCol w="2190300">
                      <a:extLst>
                        <a:ext uri="{9D8B030D-6E8A-4147-A177-3AD203B41FA5}">
                          <a16:colId xmlns:a16="http://schemas.microsoft.com/office/drawing/2014/main" val="2206989580"/>
                        </a:ext>
                      </a:extLst>
                    </a:gridCol>
                  </a:tblGrid>
                  <a:tr h="2376000">
                    <a:tc>
                      <a:txBody>
                        <a:bodyPr/>
                        <a:lstStyle/>
                        <a:p>
                          <a:endParaRPr lang="en-US"/>
                        </a:p>
                      </a:txBody>
                      <a:tcPr>
                        <a:blipFill>
                          <a:blip r:embed="rId3"/>
                          <a:stretch>
                            <a:fillRect l="-278" t="-256" r="-200278" b="-200769"/>
                          </a:stretch>
                        </a:blipFill>
                      </a:tcPr>
                    </a:tc>
                    <a:tc>
                      <a:txBody>
                        <a:bodyPr/>
                        <a:lstStyle/>
                        <a:p>
                          <a:endParaRPr lang="en-US"/>
                        </a:p>
                      </a:txBody>
                      <a:tcPr>
                        <a:blipFill>
                          <a:blip r:embed="rId3"/>
                          <a:stretch>
                            <a:fillRect l="-100557" t="-256" r="-100836" b="-200769"/>
                          </a:stretch>
                        </a:blipFill>
                      </a:tcPr>
                    </a:tc>
                    <a:tc>
                      <a:txBody>
                        <a:bodyPr/>
                        <a:lstStyle/>
                        <a:p>
                          <a:endParaRPr lang="en-US"/>
                        </a:p>
                      </a:txBody>
                      <a:tcPr>
                        <a:blipFill>
                          <a:blip r:embed="rId3"/>
                          <a:stretch>
                            <a:fillRect l="-200000" t="-256" r="-556" b="-200769"/>
                          </a:stretch>
                        </a:blipFill>
                      </a:tcPr>
                    </a:tc>
                    <a:extLst>
                      <a:ext uri="{0D108BD9-81ED-4DB2-BD59-A6C34878D82A}">
                        <a16:rowId xmlns:a16="http://schemas.microsoft.com/office/drawing/2014/main" val="2276223022"/>
                      </a:ext>
                    </a:extLst>
                  </a:tr>
                  <a:tr h="2376000">
                    <a:tc>
                      <a:txBody>
                        <a:bodyPr/>
                        <a:lstStyle/>
                        <a:p>
                          <a:endParaRPr lang="en-US"/>
                        </a:p>
                      </a:txBody>
                      <a:tcPr>
                        <a:blipFill>
                          <a:blip r:embed="rId3"/>
                          <a:stretch>
                            <a:fillRect l="-278" t="-100256" r="-200278" b="-100769"/>
                          </a:stretch>
                        </a:blipFill>
                      </a:tcPr>
                    </a:tc>
                    <a:tc>
                      <a:txBody>
                        <a:bodyPr/>
                        <a:lstStyle/>
                        <a:p>
                          <a:endParaRPr lang="en-US"/>
                        </a:p>
                      </a:txBody>
                      <a:tcPr>
                        <a:blipFill>
                          <a:blip r:embed="rId3"/>
                          <a:stretch>
                            <a:fillRect l="-100557" t="-100256" r="-100836" b="-100769"/>
                          </a:stretch>
                        </a:blipFill>
                      </a:tcPr>
                    </a:tc>
                    <a:tc>
                      <a:txBody>
                        <a:bodyPr/>
                        <a:lstStyle/>
                        <a:p>
                          <a:endParaRPr lang="en-US"/>
                        </a:p>
                      </a:txBody>
                      <a:tcPr>
                        <a:blipFill>
                          <a:blip r:embed="rId3"/>
                          <a:stretch>
                            <a:fillRect l="-200000" t="-100256" r="-556" b="-100769"/>
                          </a:stretch>
                        </a:blipFill>
                      </a:tcPr>
                    </a:tc>
                    <a:extLst>
                      <a:ext uri="{0D108BD9-81ED-4DB2-BD59-A6C34878D82A}">
                        <a16:rowId xmlns:a16="http://schemas.microsoft.com/office/drawing/2014/main" val="277500905"/>
                      </a:ext>
                    </a:extLst>
                  </a:tr>
                  <a:tr h="2376000">
                    <a:tc>
                      <a:txBody>
                        <a:bodyPr/>
                        <a:lstStyle/>
                        <a:p>
                          <a:endParaRPr lang="en-US"/>
                        </a:p>
                      </a:txBody>
                      <a:tcPr>
                        <a:blipFill>
                          <a:blip r:embed="rId3"/>
                          <a:stretch>
                            <a:fillRect l="-278" t="-200256" r="-200278" b="-769"/>
                          </a:stretch>
                        </a:blipFill>
                      </a:tcPr>
                    </a:tc>
                    <a:tc>
                      <a:txBody>
                        <a:bodyPr/>
                        <a:lstStyle/>
                        <a:p>
                          <a:endParaRPr lang="en-US"/>
                        </a:p>
                      </a:txBody>
                      <a:tcPr>
                        <a:blipFill>
                          <a:blip r:embed="rId3"/>
                          <a:stretch>
                            <a:fillRect l="-100557" t="-200256" r="-100836" b="-769"/>
                          </a:stretch>
                        </a:blipFill>
                      </a:tcPr>
                    </a:tc>
                    <a:tc>
                      <a:txBody>
                        <a:bodyPr/>
                        <a:lstStyle/>
                        <a:p>
                          <a:endParaRPr lang="en-US"/>
                        </a:p>
                      </a:txBody>
                      <a:tcPr>
                        <a:blipFill>
                          <a:blip r:embed="rId3"/>
                          <a:stretch>
                            <a:fillRect l="-200000" t="-200256" r="-556" b="-769"/>
                          </a:stretch>
                        </a:blipFill>
                      </a:tcPr>
                    </a:tc>
                    <a:extLst>
                      <a:ext uri="{0D108BD9-81ED-4DB2-BD59-A6C34878D82A}">
                        <a16:rowId xmlns:a16="http://schemas.microsoft.com/office/drawing/2014/main" val="970137041"/>
                      </a:ext>
                    </a:extLst>
                  </a:tr>
                </a:tbl>
              </a:graphicData>
            </a:graphic>
          </p:graphicFrame>
        </mc:Fallback>
      </mc:AlternateContent>
    </p:spTree>
    <p:extLst>
      <p:ext uri="{BB962C8B-B14F-4D97-AF65-F5344CB8AC3E}">
        <p14:creationId xmlns:p14="http://schemas.microsoft.com/office/powerpoint/2010/main" val="191852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F1B4801-2B3B-019D-406E-1F4A04569AE3}"/>
              </a:ext>
            </a:extLst>
          </p:cNvPr>
          <p:cNvSpPr>
            <a:spLocks noGrp="1"/>
          </p:cNvSpPr>
          <p:nvPr>
            <p:ph type="sldNum" sz="quarter" idx="12"/>
          </p:nvPr>
        </p:nvSpPr>
        <p:spPr>
          <a:xfrm>
            <a:off x="5179950" y="9454798"/>
            <a:ext cx="1543050" cy="527403"/>
          </a:xfrm>
        </p:spPr>
        <p:txBody>
          <a:bodyPr/>
          <a:lstStyle/>
          <a:p>
            <a:fld id="{19F1D9CC-7119-45EC-A96C-D8C0660F3AAB}" type="slidenum">
              <a:rPr lang="en-GB" noProof="0" smtClean="0">
                <a:solidFill>
                  <a:schemeClr val="tx1"/>
                </a:solidFill>
              </a:rPr>
              <a:t>26</a:t>
            </a:fld>
            <a:endParaRPr lang="en-GB" noProof="0" dirty="0">
              <a:solidFill>
                <a:schemeClr val="tx1"/>
              </a:solidFill>
            </a:endParaRPr>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1B44789D-A3C4-DE83-7B16-AA68B26E49D0}"/>
                  </a:ext>
                </a:extLst>
              </p:cNvPr>
              <p:cNvGraphicFramePr>
                <a:graphicFrameLocks noGrp="1"/>
              </p:cNvGraphicFramePr>
              <p:nvPr>
                <p:extLst>
                  <p:ext uri="{D42A27DB-BD31-4B8C-83A1-F6EECF244321}">
                    <p14:modId xmlns:p14="http://schemas.microsoft.com/office/powerpoint/2010/main" val="545940112"/>
                  </p:ext>
                </p:extLst>
              </p:nvPr>
            </p:nvGraphicFramePr>
            <p:xfrm>
              <a:off x="147799" y="7416625"/>
              <a:ext cx="6555765" cy="1542960"/>
            </p:xfrm>
            <a:graphic>
              <a:graphicData uri="http://schemas.openxmlformats.org/drawingml/2006/table">
                <a:tbl>
                  <a:tblPr firstRow="1" bandRow="1">
                    <a:tableStyleId>{5C22544A-7EE6-4342-B048-85BDC9FD1C3A}</a:tableStyleId>
                  </a:tblPr>
                  <a:tblGrid>
                    <a:gridCol w="6555765">
                      <a:extLst>
                        <a:ext uri="{9D8B030D-6E8A-4147-A177-3AD203B41FA5}">
                          <a16:colId xmlns:a16="http://schemas.microsoft.com/office/drawing/2014/main" val="562861718"/>
                        </a:ext>
                      </a:extLst>
                    </a:gridCol>
                  </a:tblGrid>
                  <a:tr h="720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Solve:</a:t>
                          </a:r>
                          <a14:m>
                            <m:oMath xmlns:m="http://schemas.openxmlformats.org/officeDocument/2006/math">
                              <m:r>
                                <a:rPr lang="en-GB" sz="1200" b="0" i="0" baseline="0" noProof="0" smtClean="0">
                                  <a:solidFill>
                                    <a:schemeClr val="tx1"/>
                                  </a:solidFill>
                                  <a:latin typeface="Cambria Math" panose="02040503050406030204" pitchFamily="18" charset="0"/>
                                </a:rPr>
                                <m:t> </m:t>
                              </m:r>
                              <m:r>
                                <a:rPr lang="en-GB" sz="1200" b="0" i="1" baseline="0" noProof="0" smtClean="0">
                                  <a:solidFill>
                                    <a:schemeClr val="tx1"/>
                                  </a:solidFill>
                                  <a:latin typeface="Cambria Math" panose="02040503050406030204" pitchFamily="18" charset="0"/>
                                </a:rPr>
                                <m:t>2</m:t>
                              </m:r>
                              <m:d>
                                <m:dPr>
                                  <m:ctrlPr>
                                    <a:rPr lang="en-GB" sz="1200" b="0" i="1" baseline="0" noProof="0" smtClean="0">
                                      <a:solidFill>
                                        <a:schemeClr val="tx1"/>
                                      </a:solidFill>
                                      <a:latin typeface="Cambria Math" panose="02040503050406030204" pitchFamily="18" charset="0"/>
                                    </a:rPr>
                                  </m:ctrlPr>
                                </m:dPr>
                                <m:e>
                                  <m:r>
                                    <a:rPr lang="en-GB" sz="1200" b="0" i="1" baseline="0" noProof="0" smtClean="0">
                                      <a:solidFill>
                                        <a:schemeClr val="tx1"/>
                                      </a:solidFill>
                                      <a:latin typeface="Cambria Math" panose="02040503050406030204" pitchFamily="18" charset="0"/>
                                    </a:rPr>
                                    <m:t>4</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−3</m:t>
                                  </m:r>
                                </m:e>
                              </m:d>
                              <m:r>
                                <a:rPr lang="en-GB" sz="1200" b="0" i="1" baseline="0" noProof="0" smtClean="0">
                                  <a:solidFill>
                                    <a:schemeClr val="tx1"/>
                                  </a:solidFill>
                                  <a:latin typeface="Cambria Math" panose="02040503050406030204" pitchFamily="18" charset="0"/>
                                </a:rPr>
                                <m:t>&gt;10</m:t>
                              </m:r>
                            </m:oMath>
                          </a14:m>
                          <a:endParaRPr lang="en-GB" sz="1200" b="0" noProof="0" dirty="0">
                            <a:solidFill>
                              <a:schemeClr val="tx1"/>
                            </a:solidFill>
                            <a:latin typeface="+mn-lt"/>
                          </a:endParaRPr>
                        </a:p>
                        <a:p>
                          <a:pPr algn="ctr"/>
                          <a:endParaRPr lang="en-GB" sz="1200" b="0" noProof="0" dirty="0">
                            <a:solidFill>
                              <a:schemeClr val="tx1"/>
                            </a:solidFill>
                            <a:latin typeface="+mn-lt"/>
                          </a:endParaRPr>
                        </a:p>
                        <a:p>
                          <a:pPr marL="0" indent="0" algn="ctr">
                            <a:buNone/>
                          </a:pPr>
                          <a:r>
                            <a:rPr lang="en-GB" sz="1200" b="0" noProof="0" dirty="0">
                              <a:solidFill>
                                <a:schemeClr val="tx1"/>
                              </a:solidFill>
                              <a:latin typeface="+mn-lt"/>
                            </a:rPr>
                            <a:t>a)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&gt;10</m:t>
                              </m:r>
                            </m:oMath>
                          </a14:m>
                          <a:r>
                            <a:rPr lang="en-GB" sz="1200" b="0" noProof="0" dirty="0">
                              <a:solidFill>
                                <a:schemeClr val="tx1"/>
                              </a:solidFill>
                              <a:latin typeface="+mn-lt"/>
                            </a:rPr>
                            <a:t>.         b)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&gt;6</m:t>
                              </m:r>
                            </m:oMath>
                          </a14:m>
                          <a:r>
                            <a:rPr lang="en-GB" sz="1200" b="0" noProof="0" dirty="0">
                              <a:solidFill>
                                <a:schemeClr val="tx1"/>
                              </a:solidFill>
                              <a:latin typeface="+mn-lt"/>
                            </a:rPr>
                            <a:t>    c)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&gt;5</m:t>
                              </m:r>
                              <m:r>
                                <a:rPr lang="en-GB" sz="1200" b="0" i="0" noProof="0" smtClean="0">
                                  <a:solidFill>
                                    <a:schemeClr val="tx1"/>
                                  </a:solidFill>
                                  <a:latin typeface="Cambria Math" panose="02040503050406030204" pitchFamily="18" charset="0"/>
                                </a:rPr>
                                <m:t>    </m:t>
                              </m:r>
                            </m:oMath>
                          </a14:m>
                          <a:r>
                            <a:rPr lang="en-GB" sz="1200" b="0" noProof="0" dirty="0">
                              <a:solidFill>
                                <a:schemeClr val="tx1"/>
                              </a:solidFill>
                              <a:latin typeface="+mn-lt"/>
                            </a:rPr>
                            <a:t>     d)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m:t>
                              </m:r>
                            </m:oMath>
                          </a14:m>
                          <a:r>
                            <a:rPr lang="en-GB" sz="1200" b="0" noProof="0" dirty="0">
                              <a:solidFill>
                                <a:schemeClr val="tx1"/>
                              </a:solidFill>
                              <a:latin typeface="+mn-lt"/>
                            </a:rPr>
                            <a:t>2</a:t>
                          </a:r>
                        </a:p>
                        <a:p>
                          <a:pPr algn="ctr"/>
                          <a:endParaRPr lang="en-GB" sz="1200" b="0" noProof="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3731313"/>
                      </a:ext>
                    </a:extLst>
                  </a:tr>
                  <a:tr h="720000">
                    <a:tc>
                      <a:txBody>
                        <a:bodyPr/>
                        <a:lstStyle/>
                        <a:p>
                          <a:pPr algn="ctr"/>
                          <a:r>
                            <a:rPr lang="en-GB" sz="1200" b="0" noProof="0" dirty="0">
                              <a:solidFill>
                                <a:schemeClr val="tx1"/>
                              </a:solidFill>
                              <a:latin typeface="+mn-lt"/>
                            </a:rPr>
                            <a:t>Solve:</a:t>
                          </a:r>
                          <a14:m>
                            <m:oMath xmlns:m="http://schemas.openxmlformats.org/officeDocument/2006/math">
                              <m:r>
                                <a:rPr lang="en-GB" sz="1200" b="0" i="0" baseline="0" noProof="0" smtClean="0">
                                  <a:solidFill>
                                    <a:schemeClr val="tx1"/>
                                  </a:solidFill>
                                  <a:latin typeface="Cambria Math" panose="02040503050406030204" pitchFamily="18" charset="0"/>
                                </a:rPr>
                                <m:t>  </m:t>
                              </m:r>
                              <m:f>
                                <m:fPr>
                                  <m:ctrlPr>
                                    <a:rPr lang="en-GB" sz="1200" i="1" baseline="0" noProof="0" smtClean="0">
                                      <a:solidFill>
                                        <a:schemeClr val="tx1"/>
                                      </a:solidFill>
                                      <a:latin typeface="Cambria Math" panose="02040503050406030204" pitchFamily="18" charset="0"/>
                                    </a:rPr>
                                  </m:ctrlPr>
                                </m:fPr>
                                <m:num>
                                  <m:r>
                                    <a:rPr lang="en-GB" sz="1200" b="0" i="1" baseline="0" noProof="0" smtClean="0">
                                      <a:solidFill>
                                        <a:schemeClr val="tx1"/>
                                      </a:solidFill>
                                      <a:latin typeface="Cambria Math" panose="02040503050406030204" pitchFamily="18" charset="0"/>
                                    </a:rPr>
                                    <m:t>2</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+10</m:t>
                                  </m:r>
                                </m:num>
                                <m:den>
                                  <m:r>
                                    <a:rPr lang="en-GB" sz="1200" b="0" i="1" baseline="0" noProof="0" smtClean="0">
                                      <a:solidFill>
                                        <a:schemeClr val="tx1"/>
                                      </a:solidFill>
                                      <a:latin typeface="Cambria Math" panose="02040503050406030204" pitchFamily="18" charset="0"/>
                                    </a:rPr>
                                    <m:t>4</m:t>
                                  </m:r>
                                </m:den>
                              </m:f>
                              <m:r>
                                <a:rPr lang="en-GB" sz="1200" b="0" i="1" baseline="0" noProof="0" smtClean="0">
                                  <a:solidFill>
                                    <a:schemeClr val="tx1"/>
                                  </a:solidFill>
                                  <a:latin typeface="Cambria Math" panose="02040503050406030204" pitchFamily="18" charset="0"/>
                                </a:rPr>
                                <m:t>&lt;8</m:t>
                              </m:r>
                            </m:oMath>
                          </a14:m>
                          <a:endParaRPr lang="en-GB" sz="1200" b="0" noProof="0" dirty="0">
                            <a:solidFill>
                              <a:schemeClr val="tx1"/>
                            </a:solidFill>
                            <a:latin typeface="+mn-lt"/>
                          </a:endParaRPr>
                        </a:p>
                        <a:p>
                          <a:pPr algn="ctr"/>
                          <a:endParaRPr lang="en-GB" sz="1200" b="0" noProof="0" dirty="0">
                            <a:solidFill>
                              <a:schemeClr val="tx1"/>
                            </a:solidFill>
                            <a:latin typeface="+mn-lt"/>
                          </a:endParaRPr>
                        </a:p>
                        <a:p>
                          <a:pPr marL="0" indent="0" algn="ctr">
                            <a:buNone/>
                          </a:pPr>
                          <a:r>
                            <a:rPr lang="en-GB" sz="1200" b="0" noProof="0" dirty="0">
                              <a:solidFill>
                                <a:schemeClr val="tx1"/>
                              </a:solidFill>
                              <a:latin typeface="+mn-lt"/>
                            </a:rPr>
                            <a:t>a)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&lt;11</m:t>
                              </m:r>
                            </m:oMath>
                          </a14:m>
                          <a:r>
                            <a:rPr lang="en-GB" sz="1200" b="0" noProof="0" dirty="0">
                              <a:solidFill>
                                <a:schemeClr val="tx1"/>
                              </a:solidFill>
                              <a:latin typeface="+mn-lt"/>
                            </a:rPr>
                            <a:t>         b)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&lt;−4</m:t>
                              </m:r>
                            </m:oMath>
                          </a14:m>
                          <a:r>
                            <a:rPr lang="en-GB" sz="1200" b="0" noProof="0" dirty="0">
                              <a:solidFill>
                                <a:schemeClr val="tx1"/>
                              </a:solidFill>
                              <a:latin typeface="+mn-lt"/>
                            </a:rPr>
                            <a:t>    c)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&lt;4</m:t>
                              </m:r>
                            </m:oMath>
                          </a14:m>
                          <a:r>
                            <a:rPr lang="en-GB" sz="1200" b="0" noProof="0" dirty="0">
                              <a:solidFill>
                                <a:schemeClr val="tx1"/>
                              </a:solidFill>
                              <a:latin typeface="+mn-lt"/>
                            </a:rPr>
                            <a:t>      d)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&lt;10</m:t>
                              </m:r>
                            </m:oMath>
                          </a14:m>
                          <a:endParaRPr lang="en-GB" sz="1200" b="0" noProof="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6484471"/>
                      </a:ext>
                    </a:extLst>
                  </a:tr>
                </a:tbl>
              </a:graphicData>
            </a:graphic>
          </p:graphicFrame>
        </mc:Choice>
        <mc:Fallback xmlns="">
          <p:graphicFrame>
            <p:nvGraphicFramePr>
              <p:cNvPr id="3" name="Table 4">
                <a:extLst>
                  <a:ext uri="{FF2B5EF4-FFF2-40B4-BE49-F238E27FC236}">
                    <a16:creationId xmlns:a16="http://schemas.microsoft.com/office/drawing/2014/main" id="{1B44789D-A3C4-DE83-7B16-AA68B26E49D0}"/>
                  </a:ext>
                </a:extLst>
              </p:cNvPr>
              <p:cNvGraphicFramePr>
                <a:graphicFrameLocks noGrp="1"/>
              </p:cNvGraphicFramePr>
              <p:nvPr>
                <p:extLst>
                  <p:ext uri="{D42A27DB-BD31-4B8C-83A1-F6EECF244321}">
                    <p14:modId xmlns:p14="http://schemas.microsoft.com/office/powerpoint/2010/main" val="545940112"/>
                  </p:ext>
                </p:extLst>
              </p:nvPr>
            </p:nvGraphicFramePr>
            <p:xfrm>
              <a:off x="147799" y="7416625"/>
              <a:ext cx="6555765" cy="1542960"/>
            </p:xfrm>
            <a:graphic>
              <a:graphicData uri="http://schemas.openxmlformats.org/drawingml/2006/table">
                <a:tbl>
                  <a:tblPr firstRow="1" bandRow="1">
                    <a:tableStyleId>{5C22544A-7EE6-4342-B048-85BDC9FD1C3A}</a:tableStyleId>
                  </a:tblPr>
                  <a:tblGrid>
                    <a:gridCol w="6555765">
                      <a:extLst>
                        <a:ext uri="{9D8B030D-6E8A-4147-A177-3AD203B41FA5}">
                          <a16:colId xmlns:a16="http://schemas.microsoft.com/office/drawing/2014/main" val="562861718"/>
                        </a:ext>
                      </a:extLst>
                    </a:gridCol>
                  </a:tblGrid>
                  <a:tr h="82296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 t="-741" r="-186" b="-94074"/>
                          </a:stretch>
                        </a:blipFill>
                      </a:tcPr>
                    </a:tc>
                    <a:extLst>
                      <a:ext uri="{0D108BD9-81ED-4DB2-BD59-A6C34878D82A}">
                        <a16:rowId xmlns:a16="http://schemas.microsoft.com/office/drawing/2014/main" val="473731313"/>
                      </a:ext>
                    </a:extLst>
                  </a:tr>
                  <a:tr h="720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 t="-114286" r="-186" b="-6723"/>
                          </a:stretch>
                        </a:blipFill>
                      </a:tcPr>
                    </a:tc>
                    <a:extLst>
                      <a:ext uri="{0D108BD9-81ED-4DB2-BD59-A6C34878D82A}">
                        <a16:rowId xmlns:a16="http://schemas.microsoft.com/office/drawing/2014/main" val="228648447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8ADB5688-5A43-89B2-7178-5DEE9234EB1E}"/>
                  </a:ext>
                </a:extLst>
              </p:cNvPr>
              <p:cNvGraphicFramePr>
                <a:graphicFrameLocks noGrp="1"/>
              </p:cNvGraphicFramePr>
              <p:nvPr>
                <p:extLst>
                  <p:ext uri="{D42A27DB-BD31-4B8C-83A1-F6EECF244321}">
                    <p14:modId xmlns:p14="http://schemas.microsoft.com/office/powerpoint/2010/main" val="2558991832"/>
                  </p:ext>
                </p:extLst>
              </p:nvPr>
            </p:nvGraphicFramePr>
            <p:xfrm>
              <a:off x="145886" y="8960056"/>
              <a:ext cx="6555765" cy="664614"/>
            </p:xfrm>
            <a:graphic>
              <a:graphicData uri="http://schemas.openxmlformats.org/drawingml/2006/table">
                <a:tbl>
                  <a:tblPr firstRow="1" bandRow="1">
                    <a:tableStyleId>{5C22544A-7EE6-4342-B048-85BDC9FD1C3A}</a:tableStyleId>
                  </a:tblPr>
                  <a:tblGrid>
                    <a:gridCol w="6555765">
                      <a:extLst>
                        <a:ext uri="{9D8B030D-6E8A-4147-A177-3AD203B41FA5}">
                          <a16:colId xmlns:a16="http://schemas.microsoft.com/office/drawing/2014/main" val="562861718"/>
                        </a:ext>
                      </a:extLst>
                    </a:gridCol>
                  </a:tblGrid>
                  <a:tr h="66461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Solve:</a:t>
                          </a:r>
                          <a:r>
                            <a:rPr lang="en-GB" sz="1200" b="0" baseline="0" noProof="0" dirty="0">
                              <a:solidFill>
                                <a:schemeClr val="tx1"/>
                              </a:solidFill>
                              <a:latin typeface="+mn-lt"/>
                            </a:rPr>
                            <a:t> </a:t>
                          </a:r>
                          <a14:m>
                            <m:oMath xmlns:m="http://schemas.openxmlformats.org/officeDocument/2006/math">
                              <m:r>
                                <a:rPr lang="en-GB" sz="1200" b="0" i="1" baseline="0" noProof="0" smtClean="0">
                                  <a:solidFill>
                                    <a:schemeClr val="tx1"/>
                                  </a:solidFill>
                                  <a:latin typeface="Cambria Math" panose="02040503050406030204" pitchFamily="18" charset="0"/>
                                </a:rPr>
                                <m:t>8</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+5&gt;6</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+7</m:t>
                              </m:r>
                            </m:oMath>
                          </a14:m>
                          <a:endParaRPr lang="en-GB" sz="1200" b="0" noProof="0" dirty="0">
                            <a:solidFill>
                              <a:schemeClr val="tx1"/>
                            </a:solidFill>
                            <a:latin typeface="+mn-lt"/>
                          </a:endParaRPr>
                        </a:p>
                        <a:p>
                          <a:pPr algn="ctr"/>
                          <a:endParaRPr lang="en-GB" sz="1200" b="0" noProof="0" dirty="0">
                            <a:solidFill>
                              <a:schemeClr val="tx1"/>
                            </a:solidFill>
                            <a:latin typeface="+mn-lt"/>
                          </a:endParaRPr>
                        </a:p>
                        <a:p>
                          <a:pPr marL="0" indent="0" algn="ctr">
                            <a:buNone/>
                          </a:pPr>
                          <a:r>
                            <a:rPr lang="en-GB" sz="1200" b="0" noProof="0" dirty="0">
                              <a:solidFill>
                                <a:schemeClr val="tx1"/>
                              </a:solidFill>
                              <a:latin typeface="+mn-lt"/>
                            </a:rPr>
                            <a:t>a)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&gt;6</m:t>
                              </m:r>
                            </m:oMath>
                          </a14:m>
                          <a:r>
                            <a:rPr lang="en-GB" sz="1200" b="0" noProof="0" dirty="0">
                              <a:solidFill>
                                <a:schemeClr val="tx1"/>
                              </a:solidFill>
                              <a:latin typeface="+mn-lt"/>
                            </a:rPr>
                            <a:t>.         b)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&gt;1</m:t>
                              </m:r>
                            </m:oMath>
                          </a14:m>
                          <a:r>
                            <a:rPr lang="en-GB" sz="1200" b="0" noProof="0" dirty="0">
                              <a:solidFill>
                                <a:schemeClr val="tx1"/>
                              </a:solidFill>
                              <a:latin typeface="+mn-lt"/>
                            </a:rPr>
                            <a:t>       c)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m:t>
                              </m:r>
                              <m:r>
                                <a:rPr lang="en-GB" sz="1200" b="0" i="0" noProof="0" smtClean="0">
                                  <a:solidFill>
                                    <a:schemeClr val="tx1"/>
                                  </a:solidFill>
                                  <a:latin typeface="Cambria Math" panose="02040503050406030204" pitchFamily="18" charset="0"/>
                                </a:rPr>
                                <m:t>4    </m:t>
                              </m:r>
                            </m:oMath>
                          </a14:m>
                          <a:r>
                            <a:rPr lang="en-GB" sz="1200" b="0" noProof="0" dirty="0">
                              <a:solidFill>
                                <a:schemeClr val="tx1"/>
                              </a:solidFill>
                              <a:latin typeface="+mn-lt"/>
                            </a:rPr>
                            <a:t>     d)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&gt;10</m:t>
                              </m:r>
                            </m:oMath>
                          </a14:m>
                          <a:r>
                            <a:rPr lang="en-GB" sz="1200" b="0" noProof="0" dirty="0">
                              <a:solidFill>
                                <a:schemeClr val="tx1"/>
                              </a:solidFill>
                              <a:latin typeface="+mn-lt"/>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3731313"/>
                      </a:ext>
                    </a:extLst>
                  </a:tr>
                </a:tbl>
              </a:graphicData>
            </a:graphic>
          </p:graphicFrame>
        </mc:Choice>
        <mc:Fallback xmlns="">
          <p:graphicFrame>
            <p:nvGraphicFramePr>
              <p:cNvPr id="4" name="Table 4">
                <a:extLst>
                  <a:ext uri="{FF2B5EF4-FFF2-40B4-BE49-F238E27FC236}">
                    <a16:creationId xmlns:a16="http://schemas.microsoft.com/office/drawing/2014/main" id="{8ADB5688-5A43-89B2-7178-5DEE9234EB1E}"/>
                  </a:ext>
                </a:extLst>
              </p:cNvPr>
              <p:cNvGraphicFramePr>
                <a:graphicFrameLocks noGrp="1"/>
              </p:cNvGraphicFramePr>
              <p:nvPr>
                <p:extLst>
                  <p:ext uri="{D42A27DB-BD31-4B8C-83A1-F6EECF244321}">
                    <p14:modId xmlns:p14="http://schemas.microsoft.com/office/powerpoint/2010/main" val="2558991832"/>
                  </p:ext>
                </p:extLst>
              </p:nvPr>
            </p:nvGraphicFramePr>
            <p:xfrm>
              <a:off x="145886" y="8960056"/>
              <a:ext cx="6555765" cy="664614"/>
            </p:xfrm>
            <a:graphic>
              <a:graphicData uri="http://schemas.openxmlformats.org/drawingml/2006/table">
                <a:tbl>
                  <a:tblPr firstRow="1" bandRow="1">
                    <a:tableStyleId>{5C22544A-7EE6-4342-B048-85BDC9FD1C3A}</a:tableStyleId>
                  </a:tblPr>
                  <a:tblGrid>
                    <a:gridCol w="6555765">
                      <a:extLst>
                        <a:ext uri="{9D8B030D-6E8A-4147-A177-3AD203B41FA5}">
                          <a16:colId xmlns:a16="http://schemas.microsoft.com/office/drawing/2014/main" val="562861718"/>
                        </a:ext>
                      </a:extLst>
                    </a:gridCol>
                  </a:tblGrid>
                  <a:tr h="66461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 t="-909" r="-186" b="-5455"/>
                          </a:stretch>
                        </a:blipFill>
                      </a:tcPr>
                    </a:tc>
                    <a:extLst>
                      <a:ext uri="{0D108BD9-81ED-4DB2-BD59-A6C34878D82A}">
                        <a16:rowId xmlns:a16="http://schemas.microsoft.com/office/drawing/2014/main" val="473731313"/>
                      </a:ext>
                    </a:extLst>
                  </a:tr>
                </a:tbl>
              </a:graphicData>
            </a:graphic>
          </p:graphicFrame>
        </mc:Fallback>
      </mc:AlternateContent>
      <p:sp>
        <p:nvSpPr>
          <p:cNvPr id="6" name="TextBox 5">
            <a:extLst>
              <a:ext uri="{FF2B5EF4-FFF2-40B4-BE49-F238E27FC236}">
                <a16:creationId xmlns:a16="http://schemas.microsoft.com/office/drawing/2014/main" id="{07F0D2E4-087B-397C-C0E1-8277B296056E}"/>
              </a:ext>
            </a:extLst>
          </p:cNvPr>
          <p:cNvSpPr txBox="1"/>
          <p:nvPr/>
        </p:nvSpPr>
        <p:spPr>
          <a:xfrm>
            <a:off x="135000" y="4914353"/>
            <a:ext cx="6588000" cy="338554"/>
          </a:xfrm>
          <a:prstGeom prst="rect">
            <a:avLst/>
          </a:prstGeom>
          <a:solidFill>
            <a:srgbClr val="7E2341"/>
          </a:solid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dirty="0">
                <a:solidFill>
                  <a:schemeClr val="bg1"/>
                </a:solidFill>
                <a:latin typeface="Calibri" panose="020F0502020204030204"/>
              </a:rPr>
              <a:t>Skills Check</a:t>
            </a:r>
            <a:endParaRPr kumimoji="0" lang="en-GB"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7" name="Table 50">
                <a:extLst>
                  <a:ext uri="{FF2B5EF4-FFF2-40B4-BE49-F238E27FC236}">
                    <a16:creationId xmlns:a16="http://schemas.microsoft.com/office/drawing/2014/main" id="{BC8C9685-8235-3841-A06B-F3C510121EA7}"/>
                  </a:ext>
                </a:extLst>
              </p:cNvPr>
              <p:cNvGraphicFramePr>
                <a:graphicFrameLocks noGrp="1"/>
              </p:cNvGraphicFramePr>
              <p:nvPr>
                <p:extLst>
                  <p:ext uri="{D42A27DB-BD31-4B8C-83A1-F6EECF244321}">
                    <p14:modId xmlns:p14="http://schemas.microsoft.com/office/powerpoint/2010/main" val="2099062016"/>
                  </p:ext>
                </p:extLst>
              </p:nvPr>
            </p:nvGraphicFramePr>
            <p:xfrm>
              <a:off x="145886" y="5252907"/>
              <a:ext cx="6560014" cy="2160000"/>
            </p:xfrm>
            <a:graphic>
              <a:graphicData uri="http://schemas.openxmlformats.org/drawingml/2006/table">
                <a:tbl>
                  <a:tblPr firstRow="1" bandRow="1">
                    <a:tableStyleId>{5C22544A-7EE6-4342-B048-85BDC9FD1C3A}</a:tableStyleId>
                  </a:tblPr>
                  <a:tblGrid>
                    <a:gridCol w="6560014">
                      <a:extLst>
                        <a:ext uri="{9D8B030D-6E8A-4147-A177-3AD203B41FA5}">
                          <a16:colId xmlns:a16="http://schemas.microsoft.com/office/drawing/2014/main" val="3265157943"/>
                        </a:ext>
                      </a:extLst>
                    </a:gridCol>
                  </a:tblGrid>
                  <a:tr h="720000">
                    <a:tc>
                      <a:txBody>
                        <a:bodyPr/>
                        <a:lstStyle/>
                        <a:p>
                          <a:pPr algn="ct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+8≥14</m:t>
                                </m:r>
                              </m:oMath>
                            </m:oMathPara>
                          </a14:m>
                          <a:endParaRPr lang="en-GB" sz="1200" b="0" noProof="0" dirty="0">
                            <a:solidFill>
                              <a:schemeClr val="tx1"/>
                            </a:solidFill>
                            <a:latin typeface="+mn-lt"/>
                          </a:endParaRPr>
                        </a:p>
                        <a:p>
                          <a:pPr marL="342900" indent="-342900" algn="ctr">
                            <a:buAutoNum type="arabicPeriod"/>
                          </a:pPr>
                          <a:endParaRPr lang="en-GB" sz="1200" b="0" noProof="0" dirty="0">
                            <a:solidFill>
                              <a:schemeClr val="tx1"/>
                            </a:solidFill>
                            <a:latin typeface="+mn-lt"/>
                          </a:endParaRPr>
                        </a:p>
                        <a:p>
                          <a:pPr marL="0" indent="0" algn="ctr">
                            <a:buNone/>
                          </a:pPr>
                          <a:r>
                            <a:rPr lang="en-GB" sz="1200" b="0" noProof="0" dirty="0">
                              <a:solidFill>
                                <a:schemeClr val="tx1"/>
                              </a:solidFill>
                              <a:latin typeface="+mn-lt"/>
                            </a:rPr>
                            <a:t>a)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≥22</m:t>
                              </m:r>
                            </m:oMath>
                          </a14:m>
                          <a:r>
                            <a:rPr lang="en-GB" sz="1200" b="0" noProof="0" dirty="0">
                              <a:solidFill>
                                <a:schemeClr val="tx1"/>
                              </a:solidFill>
                              <a:latin typeface="+mn-lt"/>
                            </a:rPr>
                            <a:t>.         b)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≥6</m:t>
                              </m:r>
                            </m:oMath>
                          </a14:m>
                          <a:r>
                            <a:rPr lang="en-GB" sz="1200" b="0" noProof="0" dirty="0">
                              <a:solidFill>
                                <a:schemeClr val="tx1"/>
                              </a:solidFill>
                              <a:latin typeface="+mn-lt"/>
                            </a:rPr>
                            <a:t>         c)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≥1.75</m:t>
                              </m:r>
                            </m:oMath>
                          </a14:m>
                          <a:r>
                            <a:rPr lang="en-GB" sz="1200" b="0" noProof="0" dirty="0">
                              <a:solidFill>
                                <a:schemeClr val="tx1"/>
                              </a:solidFill>
                              <a:latin typeface="+mn-lt"/>
                            </a:rPr>
                            <a:t>.      d)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≥112</m:t>
                              </m:r>
                            </m:oMath>
                          </a14:m>
                          <a:endParaRPr lang="en-GB" sz="1200" b="0" noProof="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5121655"/>
                      </a:ext>
                    </a:extLst>
                  </a:tr>
                  <a:tr h="720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Solve:</a:t>
                          </a:r>
                          <a14:m>
                            <m:oMath xmlns:m="http://schemas.openxmlformats.org/officeDocument/2006/math">
                              <m:r>
                                <a:rPr lang="en-GB" sz="1200" b="0" i="0" noProof="0" smtClean="0">
                                  <a:solidFill>
                                    <a:schemeClr val="tx1"/>
                                  </a:solidFill>
                                  <a:latin typeface="Cambria Math" panose="02040503050406030204" pitchFamily="18" charset="0"/>
                                </a:rPr>
                                <m:t>     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−5≥13</m:t>
                              </m:r>
                            </m:oMath>
                          </a14:m>
                          <a:endParaRPr lang="en-GB" sz="1200" b="0" noProof="0" dirty="0">
                            <a:solidFill>
                              <a:schemeClr val="tx1"/>
                            </a:solidFill>
                            <a:latin typeface="+mn-lt"/>
                          </a:endParaRPr>
                        </a:p>
                        <a:p>
                          <a:pPr algn="ctr"/>
                          <a:endParaRPr lang="en-GB" sz="1200" b="0" noProof="0" dirty="0">
                            <a:solidFill>
                              <a:schemeClr val="tx1"/>
                            </a:solidFill>
                            <a:latin typeface="+mn-lt"/>
                          </a:endParaRPr>
                        </a:p>
                        <a:p>
                          <a:pPr marL="0" indent="0" algn="ctr">
                            <a:buNone/>
                          </a:pPr>
                          <a:r>
                            <a:rPr lang="en-GB" sz="1200" b="0" noProof="0" dirty="0">
                              <a:solidFill>
                                <a:schemeClr val="tx1"/>
                              </a:solidFill>
                              <a:latin typeface="+mn-lt"/>
                            </a:rPr>
                            <a:t>a)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≥9</m:t>
                              </m:r>
                            </m:oMath>
                          </a14:m>
                          <a:r>
                            <a:rPr lang="en-GB" sz="1200" b="0" noProof="0" dirty="0">
                              <a:solidFill>
                                <a:schemeClr val="tx1"/>
                              </a:solidFill>
                              <a:latin typeface="+mn-lt"/>
                            </a:rPr>
                            <a:t>         b)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oMath>
                          </a14:m>
                          <a:r>
                            <a:rPr lang="en-GB" sz="1200" b="0" noProof="0" dirty="0">
                              <a:solidFill>
                                <a:schemeClr val="tx1"/>
                              </a:solidFill>
                              <a:latin typeface="+mn-lt"/>
                            </a:rPr>
                            <a:t>         c)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≥18</m:t>
                              </m:r>
                            </m:oMath>
                          </a14:m>
                          <a:r>
                            <a:rPr lang="en-GB" sz="1200" b="0" noProof="0" dirty="0">
                              <a:solidFill>
                                <a:schemeClr val="tx1"/>
                              </a:solidFill>
                              <a:latin typeface="+mn-lt"/>
                            </a:rPr>
                            <a:t>.      d)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≥8</m:t>
                              </m:r>
                            </m:oMath>
                          </a14:m>
                          <a:endParaRPr lang="en-GB" sz="1200" b="0" noProof="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9421678"/>
                      </a:ext>
                    </a:extLst>
                  </a:tr>
                  <a:tr h="720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Solve</a:t>
                          </a:r>
                          <a:r>
                            <a:rPr lang="en-GB" sz="1200" b="0" baseline="0" noProof="0" dirty="0">
                              <a:solidFill>
                                <a:schemeClr val="tx1"/>
                              </a:solidFill>
                              <a:latin typeface="+mn-lt"/>
                            </a:rPr>
                            <a:t> </a:t>
                          </a:r>
                          <a14:m>
                            <m:oMath xmlns:m="http://schemas.openxmlformats.org/officeDocument/2006/math">
                              <m:r>
                                <a:rPr lang="en-GB" sz="1200" b="0" i="0" noProof="0" smtClean="0">
                                  <a:solidFill>
                                    <a:schemeClr val="tx1"/>
                                  </a:solidFill>
                                  <a:latin typeface="Cambria Math" panose="02040503050406030204" pitchFamily="18" charset="0"/>
                                </a:rPr>
                                <m:t>  3</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−2≥−11</m:t>
                              </m:r>
                            </m:oMath>
                          </a14:m>
                          <a:endParaRPr lang="en-GB" sz="1200" b="0" noProof="0" dirty="0">
                            <a:solidFill>
                              <a:schemeClr val="tx1"/>
                            </a:solidFill>
                            <a:latin typeface="+mn-lt"/>
                          </a:endParaRPr>
                        </a:p>
                        <a:p>
                          <a:pPr algn="ctr"/>
                          <a:endParaRPr lang="en-GB" sz="1200" b="0" noProof="0" dirty="0">
                            <a:solidFill>
                              <a:schemeClr val="tx1"/>
                            </a:solidFill>
                            <a:latin typeface="+mn-lt"/>
                          </a:endParaRPr>
                        </a:p>
                        <a:p>
                          <a:pPr marL="0" indent="0" algn="ctr">
                            <a:buNone/>
                          </a:pPr>
                          <a:r>
                            <a:rPr lang="en-GB" sz="1200" b="0" noProof="0" dirty="0">
                              <a:solidFill>
                                <a:schemeClr val="tx1"/>
                              </a:solidFill>
                              <a:latin typeface="+mn-lt"/>
                            </a:rPr>
                            <a:t>a)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oMath>
                          </a14:m>
                          <a:r>
                            <a:rPr lang="en-GB" sz="1200" b="0" noProof="0" dirty="0">
                              <a:solidFill>
                                <a:schemeClr val="tx1"/>
                              </a:solidFill>
                              <a:latin typeface="+mn-lt"/>
                            </a:rPr>
                            <a:t>         b)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oMath>
                          </a14:m>
                          <a:r>
                            <a:rPr lang="en-GB" sz="1200" b="0" noProof="0" dirty="0">
                              <a:solidFill>
                                <a:schemeClr val="tx1"/>
                              </a:solidFill>
                              <a:latin typeface="+mn-lt"/>
                            </a:rPr>
                            <a:t>         c)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oMath>
                          </a14:m>
                          <a:r>
                            <a:rPr lang="en-GB" sz="1200" b="0" noProof="0" dirty="0">
                              <a:solidFill>
                                <a:schemeClr val="tx1"/>
                              </a:solidFill>
                              <a:latin typeface="+mn-lt"/>
                            </a:rPr>
                            <a:t>      d)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oMath>
                          </a14:m>
                          <a:endParaRPr lang="en-GB" sz="1200" b="0" noProof="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9302343"/>
                      </a:ext>
                    </a:extLst>
                  </a:tr>
                </a:tbl>
              </a:graphicData>
            </a:graphic>
          </p:graphicFrame>
        </mc:Choice>
        <mc:Fallback xmlns="">
          <p:graphicFrame>
            <p:nvGraphicFramePr>
              <p:cNvPr id="7" name="Table 50">
                <a:extLst>
                  <a:ext uri="{FF2B5EF4-FFF2-40B4-BE49-F238E27FC236}">
                    <a16:creationId xmlns:a16="http://schemas.microsoft.com/office/drawing/2014/main" id="{BC8C9685-8235-3841-A06B-F3C510121EA7}"/>
                  </a:ext>
                </a:extLst>
              </p:cNvPr>
              <p:cNvGraphicFramePr>
                <a:graphicFrameLocks noGrp="1"/>
              </p:cNvGraphicFramePr>
              <p:nvPr>
                <p:extLst>
                  <p:ext uri="{D42A27DB-BD31-4B8C-83A1-F6EECF244321}">
                    <p14:modId xmlns:p14="http://schemas.microsoft.com/office/powerpoint/2010/main" val="2099062016"/>
                  </p:ext>
                </p:extLst>
              </p:nvPr>
            </p:nvGraphicFramePr>
            <p:xfrm>
              <a:off x="145886" y="5252907"/>
              <a:ext cx="6560014" cy="2160000"/>
            </p:xfrm>
            <a:graphic>
              <a:graphicData uri="http://schemas.openxmlformats.org/drawingml/2006/table">
                <a:tbl>
                  <a:tblPr firstRow="1" bandRow="1">
                    <a:tableStyleId>{5C22544A-7EE6-4342-B048-85BDC9FD1C3A}</a:tableStyleId>
                  </a:tblPr>
                  <a:tblGrid>
                    <a:gridCol w="6560014">
                      <a:extLst>
                        <a:ext uri="{9D8B030D-6E8A-4147-A177-3AD203B41FA5}">
                          <a16:colId xmlns:a16="http://schemas.microsoft.com/office/drawing/2014/main" val="3265157943"/>
                        </a:ext>
                      </a:extLst>
                    </a:gridCol>
                  </a:tblGrid>
                  <a:tr h="720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840" r="-186" b="-200840"/>
                          </a:stretch>
                        </a:blipFill>
                      </a:tcPr>
                    </a:tc>
                    <a:extLst>
                      <a:ext uri="{0D108BD9-81ED-4DB2-BD59-A6C34878D82A}">
                        <a16:rowId xmlns:a16="http://schemas.microsoft.com/office/drawing/2014/main" val="2185121655"/>
                      </a:ext>
                    </a:extLst>
                  </a:tr>
                  <a:tr h="720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01695" r="-186" b="-102542"/>
                          </a:stretch>
                        </a:blipFill>
                      </a:tcPr>
                    </a:tc>
                    <a:extLst>
                      <a:ext uri="{0D108BD9-81ED-4DB2-BD59-A6C34878D82A}">
                        <a16:rowId xmlns:a16="http://schemas.microsoft.com/office/drawing/2014/main" val="2299421678"/>
                      </a:ext>
                    </a:extLst>
                  </a:tr>
                  <a:tr h="720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200000" r="-186" b="-1681"/>
                          </a:stretch>
                        </a:blipFill>
                      </a:tcPr>
                    </a:tc>
                    <a:extLst>
                      <a:ext uri="{0D108BD9-81ED-4DB2-BD59-A6C34878D82A}">
                        <a16:rowId xmlns:a16="http://schemas.microsoft.com/office/drawing/2014/main" val="2309302343"/>
                      </a:ext>
                    </a:extLst>
                  </a:tr>
                </a:tbl>
              </a:graphicData>
            </a:graphic>
          </p:graphicFrame>
        </mc:Fallback>
      </mc:AlternateContent>
      <p:pic>
        <p:nvPicPr>
          <p:cNvPr id="8" name="Picture 7">
            <a:extLst>
              <a:ext uri="{FF2B5EF4-FFF2-40B4-BE49-F238E27FC236}">
                <a16:creationId xmlns:a16="http://schemas.microsoft.com/office/drawing/2014/main" id="{1366DF53-BC13-C3FC-C9E3-413CA960248C}"/>
              </a:ext>
            </a:extLst>
          </p:cNvPr>
          <p:cNvPicPr>
            <a:picLocks noChangeAspect="1"/>
          </p:cNvPicPr>
          <p:nvPr/>
        </p:nvPicPr>
        <p:blipFill>
          <a:blip r:embed="rId5"/>
          <a:srcRect l="57218" t="14966" r="3504" b="10864"/>
          <a:stretch/>
        </p:blipFill>
        <p:spPr>
          <a:xfrm>
            <a:off x="737668" y="747492"/>
            <a:ext cx="1992086" cy="919424"/>
          </a:xfrm>
          <a:prstGeom prst="rect">
            <a:avLst/>
          </a:prstGeom>
        </p:spPr>
      </p:pic>
      <p:graphicFrame>
        <p:nvGraphicFramePr>
          <p:cNvPr id="9" name="Table 8">
            <a:extLst>
              <a:ext uri="{FF2B5EF4-FFF2-40B4-BE49-F238E27FC236}">
                <a16:creationId xmlns:a16="http://schemas.microsoft.com/office/drawing/2014/main" id="{B7F0D0B9-9E8B-FF8A-1480-9B058620AC94}"/>
              </a:ext>
            </a:extLst>
          </p:cNvPr>
          <p:cNvGraphicFramePr>
            <a:graphicFrameLocks noGrp="1"/>
          </p:cNvGraphicFramePr>
          <p:nvPr>
            <p:extLst>
              <p:ext uri="{D42A27DB-BD31-4B8C-83A1-F6EECF244321}">
                <p14:modId xmlns:p14="http://schemas.microsoft.com/office/powerpoint/2010/main" val="3296137760"/>
              </p:ext>
            </p:extLst>
          </p:nvPr>
        </p:nvGraphicFramePr>
        <p:xfrm>
          <a:off x="145885" y="94129"/>
          <a:ext cx="6555766" cy="4734862"/>
        </p:xfrm>
        <a:graphic>
          <a:graphicData uri="http://schemas.openxmlformats.org/drawingml/2006/table">
            <a:tbl>
              <a:tblPr firstRow="1" bandRow="1">
                <a:tableStyleId>{5C22544A-7EE6-4342-B048-85BDC9FD1C3A}</a:tableStyleId>
              </a:tblPr>
              <a:tblGrid>
                <a:gridCol w="3277883">
                  <a:extLst>
                    <a:ext uri="{9D8B030D-6E8A-4147-A177-3AD203B41FA5}">
                      <a16:colId xmlns:a16="http://schemas.microsoft.com/office/drawing/2014/main" val="4094317549"/>
                    </a:ext>
                  </a:extLst>
                </a:gridCol>
                <a:gridCol w="3277883">
                  <a:extLst>
                    <a:ext uri="{9D8B030D-6E8A-4147-A177-3AD203B41FA5}">
                      <a16:colId xmlns:a16="http://schemas.microsoft.com/office/drawing/2014/main" val="3937851705"/>
                    </a:ext>
                  </a:extLst>
                </a:gridCol>
              </a:tblGrid>
              <a:tr h="4734862">
                <a:tc>
                  <a:txBody>
                    <a:bodyPr/>
                    <a:lstStyle/>
                    <a:p>
                      <a:r>
                        <a:rPr lang="en-GB" sz="1200" b="1" noProof="0" dirty="0">
                          <a:solidFill>
                            <a:schemeClr val="tx1"/>
                          </a:solidFill>
                        </a:rPr>
                        <a:t>Question 10. </a:t>
                      </a:r>
                      <a:r>
                        <a:rPr lang="en-GB" sz="1200" b="0" noProof="0" dirty="0">
                          <a:solidFill>
                            <a:schemeClr val="tx1"/>
                          </a:solidFill>
                        </a:rPr>
                        <a:t>The perimeter of the regular pentagon is larger than the perimeter of the equilateral triangle.</a:t>
                      </a: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pPr marL="228600" indent="-228600">
                        <a:buAutoNum type="alphaLcParenR"/>
                      </a:pPr>
                      <a:r>
                        <a:rPr lang="en-GB" sz="1200" b="0" noProof="0" dirty="0">
                          <a:solidFill>
                            <a:schemeClr val="tx1"/>
                          </a:solidFill>
                        </a:rPr>
                        <a:t>Form an inequality in terms of x.</a:t>
                      </a: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r>
                        <a:rPr lang="en-GB" sz="1200" b="0" noProof="0" dirty="0">
                          <a:solidFill>
                            <a:schemeClr val="tx1"/>
                          </a:solidFill>
                        </a:rPr>
                        <a:t>Solve the inequality to find the possible range of values for x.</a:t>
                      </a:r>
                    </a:p>
                    <a:p>
                      <a:pPr marL="228600" indent="-228600">
                        <a:buAutoNum type="alphaLcParenR"/>
                      </a:pPr>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noProof="0" dirty="0">
                          <a:solidFill>
                            <a:schemeClr val="tx1"/>
                          </a:solidFill>
                        </a:rPr>
                        <a:t>Question 11. </a:t>
                      </a:r>
                      <a:r>
                        <a:rPr lang="en-GB" sz="1200" b="0" noProof="0" dirty="0">
                          <a:solidFill>
                            <a:schemeClr val="tx1"/>
                          </a:solidFill>
                        </a:rPr>
                        <a:t>Megan bought seven crates of apple juice and Adil bought four crates of apple juice.</a:t>
                      </a:r>
                    </a:p>
                    <a:p>
                      <a:r>
                        <a:rPr lang="en-GB" sz="1200" b="0" noProof="0" dirty="0">
                          <a:solidFill>
                            <a:schemeClr val="tx1"/>
                          </a:solidFill>
                        </a:rPr>
                        <a:t>Each crate contained the same number of bottles of apple juice.</a:t>
                      </a:r>
                    </a:p>
                    <a:p>
                      <a:endParaRPr lang="en-GB" sz="1200" b="0" noProof="0" dirty="0">
                        <a:solidFill>
                          <a:schemeClr val="tx1"/>
                        </a:solidFill>
                      </a:endParaRPr>
                    </a:p>
                    <a:p>
                      <a:r>
                        <a:rPr lang="en-GB" sz="1200" b="0" noProof="0" dirty="0">
                          <a:solidFill>
                            <a:schemeClr val="tx1"/>
                          </a:solidFill>
                        </a:rPr>
                        <a:t>When Megan gave Adil ten bottles of juice, Adil then had more bottles than Megan.</a:t>
                      </a:r>
                    </a:p>
                    <a:p>
                      <a:endParaRPr lang="en-GB" sz="1200" b="0" noProof="0" dirty="0">
                        <a:solidFill>
                          <a:schemeClr val="tx1"/>
                        </a:solidFill>
                      </a:endParaRPr>
                    </a:p>
                    <a:p>
                      <a:endParaRPr lang="en-GB" sz="1200" b="0" noProof="0" dirty="0">
                        <a:solidFill>
                          <a:schemeClr val="tx1"/>
                        </a:solidFill>
                      </a:endParaRPr>
                    </a:p>
                    <a:p>
                      <a:r>
                        <a:rPr lang="en-GB" sz="1200" b="0" noProof="0" dirty="0">
                          <a:solidFill>
                            <a:schemeClr val="tx1"/>
                          </a:solidFill>
                        </a:rPr>
                        <a:t>a) Form an inequality to represent this scenario, using x to represent crates.</a:t>
                      </a: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r>
                        <a:rPr lang="en-GB" sz="1200" b="0" noProof="0" dirty="0">
                          <a:solidFill>
                            <a:schemeClr val="tx1"/>
                          </a:solidFill>
                        </a:rPr>
                        <a:t>b) Find the maximum number of bottles of apple juice in a crate.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8826690"/>
                  </a:ext>
                </a:extLst>
              </a:tr>
            </a:tbl>
          </a:graphicData>
        </a:graphic>
      </p:graphicFrame>
    </p:spTree>
    <p:extLst>
      <p:ext uri="{BB962C8B-B14F-4D97-AF65-F5344CB8AC3E}">
        <p14:creationId xmlns:p14="http://schemas.microsoft.com/office/powerpoint/2010/main" val="2538936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EDBFA-8E4B-8F8E-8489-735780A0C1C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E271353-C466-7B62-72C5-CF625AB23967}"/>
              </a:ext>
            </a:extLst>
          </p:cNvPr>
          <p:cNvSpPr/>
          <p:nvPr/>
        </p:nvSpPr>
        <p:spPr>
          <a:xfrm>
            <a:off x="0" y="40341"/>
            <a:ext cx="1620000" cy="252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noProof="0" dirty="0"/>
              <a:t>Exam Questions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8B7056D-4524-F337-C025-7EC01F769030}"/>
                  </a:ext>
                </a:extLst>
              </p:cNvPr>
              <p:cNvSpPr txBox="1"/>
              <p:nvPr/>
            </p:nvSpPr>
            <p:spPr>
              <a:xfrm>
                <a:off x="154642" y="280134"/>
                <a:ext cx="6548716" cy="3357137"/>
              </a:xfrm>
              <a:prstGeom prst="rect">
                <a:avLst/>
              </a:prstGeom>
              <a:noFill/>
            </p:spPr>
            <p:txBody>
              <a:bodyPr wrap="square">
                <a:spAutoFit/>
              </a:bodyPr>
              <a:lstStyle/>
              <a:p>
                <a:pPr>
                  <a:lnSpc>
                    <a:spcPct val="115000"/>
                  </a:lnSpc>
                  <a:spcBef>
                    <a:spcPts val="600"/>
                  </a:spcBef>
                </a:pPr>
                <a:r>
                  <a:rPr lang="en-GB" sz="1200" b="1" kern="0" dirty="0">
                    <a:effectLst/>
                    <a:ea typeface="Times New Roman" panose="02020603050405020304" pitchFamily="18" charset="0"/>
                    <a:cs typeface="Times New Roman" panose="02020603050405020304" pitchFamily="18" charset="0"/>
                  </a:rPr>
                  <a:t>Question 1.</a:t>
                </a:r>
              </a:p>
              <a:p>
                <a:r>
                  <a:rPr lang="en-GB" sz="1200" dirty="0"/>
                  <a:t>Here is a number line.</a:t>
                </a:r>
              </a:p>
              <a:p>
                <a:pPr>
                  <a:lnSpc>
                    <a:spcPct val="115000"/>
                  </a:lnSpc>
                  <a:spcBef>
                    <a:spcPts val="600"/>
                  </a:spcBef>
                </a:pPr>
                <a:r>
                  <a:rPr lang="en-GB" sz="1200" dirty="0"/>
                  <a:t>(a)  On this number line, show the inequality  </a:t>
                </a:r>
                <a14:m>
                  <m:oMath xmlns:m="http://schemas.openxmlformats.org/officeDocument/2006/math">
                    <m:r>
                      <a:rPr lang="en-GB" sz="1200" i="1" dirty="0" smtClean="0">
                        <a:latin typeface="Cambria Math" panose="02040503050406030204" pitchFamily="18" charset="0"/>
                      </a:rPr>
                      <m:t>–2  ≤  </m:t>
                    </m:r>
                    <m:r>
                      <a:rPr lang="en-GB" sz="1200" i="1" dirty="0" smtClean="0">
                        <a:latin typeface="Cambria Math" panose="02040503050406030204" pitchFamily="18" charset="0"/>
                      </a:rPr>
                      <m:t>𝑥</m:t>
                    </m:r>
                    <m:r>
                      <a:rPr lang="en-GB" sz="1200" i="1" dirty="0" smtClean="0">
                        <a:latin typeface="Cambria Math" panose="02040503050406030204" pitchFamily="18" charset="0"/>
                      </a:rPr>
                      <m:t>  &lt;  3</m:t>
                    </m:r>
                  </m:oMath>
                </a14:m>
                <a:endParaRPr lang="en-GB" sz="1200" dirty="0"/>
              </a:p>
              <a:p>
                <a:pPr>
                  <a:lnSpc>
                    <a:spcPct val="115000"/>
                  </a:lnSpc>
                  <a:spcBef>
                    <a:spcPts val="600"/>
                  </a:spcBef>
                </a:pPr>
                <a:endParaRPr lang="en-GB" sz="1200" dirty="0"/>
              </a:p>
              <a:p>
                <a:pPr>
                  <a:lnSpc>
                    <a:spcPct val="115000"/>
                  </a:lnSpc>
                  <a:spcBef>
                    <a:spcPts val="600"/>
                  </a:spcBef>
                </a:pPr>
                <a:endParaRPr lang="en-GB" sz="1200" dirty="0"/>
              </a:p>
              <a:p>
                <a:pPr algn="r">
                  <a:lnSpc>
                    <a:spcPct val="115000"/>
                  </a:lnSpc>
                  <a:spcBef>
                    <a:spcPts val="600"/>
                  </a:spcBef>
                </a:pPr>
                <a:r>
                  <a:rPr lang="en-GB" sz="1200" b="1" dirty="0"/>
                  <a:t>(2)</a:t>
                </a:r>
                <a:endParaRPr lang="en-GB" sz="1200" dirty="0"/>
              </a:p>
              <a:p>
                <a:r>
                  <a:rPr lang="en-GB" sz="1200" dirty="0"/>
                  <a:t>(b)  Solve   </a:t>
                </a:r>
                <a14:m>
                  <m:oMath xmlns:m="http://schemas.openxmlformats.org/officeDocument/2006/math">
                    <m:r>
                      <a:rPr lang="en-GB" sz="1200" i="1" dirty="0" smtClean="0">
                        <a:latin typeface="Cambria Math" panose="02040503050406030204" pitchFamily="18" charset="0"/>
                      </a:rPr>
                      <m:t>5</m:t>
                    </m:r>
                    <m:r>
                      <a:rPr lang="en-GB" sz="1200" i="1" dirty="0" smtClean="0">
                        <a:latin typeface="Cambria Math" panose="02040503050406030204" pitchFamily="18" charset="0"/>
                      </a:rPr>
                      <m:t>𝑛</m:t>
                    </m:r>
                    <m:r>
                      <a:rPr lang="en-GB" sz="1200" i="1" dirty="0" smtClean="0">
                        <a:latin typeface="Cambria Math" panose="02040503050406030204" pitchFamily="18" charset="0"/>
                      </a:rPr>
                      <m:t>  +  3  &gt;  27</m:t>
                    </m:r>
                  </m:oMath>
                </a14:m>
                <a:endParaRPr lang="en-GB" sz="1200" dirty="0"/>
              </a:p>
              <a:p>
                <a:endParaRPr lang="en-GB" sz="1200" dirty="0"/>
              </a:p>
              <a:p>
                <a:endParaRPr lang="en-GB" sz="1200" dirty="0"/>
              </a:p>
              <a:p>
                <a:br>
                  <a:rPr lang="en-GB" sz="1200" dirty="0"/>
                </a:br>
                <a:endParaRPr lang="en-GB" sz="1200" dirty="0"/>
              </a:p>
              <a:p>
                <a:pPr algn="r"/>
                <a:br>
                  <a:rPr lang="en-GB" sz="1200" dirty="0"/>
                </a:br>
                <a:r>
                  <a:rPr lang="en-GB" sz="1200" dirty="0"/>
                  <a:t> ........................................................... </a:t>
                </a:r>
              </a:p>
              <a:p>
                <a:pPr algn="r"/>
                <a:r>
                  <a:rPr lang="en-GB" sz="1200" b="1" dirty="0"/>
                  <a:t>(2)</a:t>
                </a:r>
                <a:r>
                  <a:rPr lang="en-GB" sz="1200" dirty="0"/>
                  <a:t> </a:t>
                </a:r>
              </a:p>
              <a:p>
                <a:pPr algn="r"/>
                <a:r>
                  <a:rPr lang="en-GB" sz="1200" b="1" dirty="0"/>
                  <a:t>(Total for question = 4 marks)</a:t>
                </a:r>
                <a:endParaRPr lang="en-GB" sz="1200" dirty="0"/>
              </a:p>
            </p:txBody>
          </p:sp>
        </mc:Choice>
        <mc:Fallback xmlns="">
          <p:sp>
            <p:nvSpPr>
              <p:cNvPr id="8" name="TextBox 7">
                <a:extLst>
                  <a:ext uri="{FF2B5EF4-FFF2-40B4-BE49-F238E27FC236}">
                    <a16:creationId xmlns:a16="http://schemas.microsoft.com/office/drawing/2014/main" id="{58B7056D-4524-F337-C025-7EC01F769030}"/>
                  </a:ext>
                </a:extLst>
              </p:cNvPr>
              <p:cNvSpPr txBox="1">
                <a:spLocks noRot="1" noChangeAspect="1" noMove="1" noResize="1" noEditPoints="1" noAdjustHandles="1" noChangeArrowheads="1" noChangeShapeType="1" noTextEdit="1"/>
              </p:cNvSpPr>
              <p:nvPr/>
            </p:nvSpPr>
            <p:spPr>
              <a:xfrm>
                <a:off x="154642" y="280134"/>
                <a:ext cx="6548716" cy="3357137"/>
              </a:xfrm>
              <a:prstGeom prst="rect">
                <a:avLst/>
              </a:prstGeom>
              <a:blipFill>
                <a:blip r:embed="rId2"/>
                <a:stretch>
                  <a:fillRect r="-1023" b="-544"/>
                </a:stretch>
              </a:blipFill>
            </p:spPr>
            <p:txBody>
              <a:bodyPr/>
              <a:lstStyle/>
              <a:p>
                <a:r>
                  <a:rPr lang="en-GB">
                    <a:noFill/>
                  </a:rPr>
                  <a:t> </a:t>
                </a:r>
              </a:p>
            </p:txBody>
          </p:sp>
        </mc:Fallback>
      </mc:AlternateContent>
      <p:sp>
        <p:nvSpPr>
          <p:cNvPr id="13" name="Slide Number Placeholder 1">
            <a:extLst>
              <a:ext uri="{FF2B5EF4-FFF2-40B4-BE49-F238E27FC236}">
                <a16:creationId xmlns:a16="http://schemas.microsoft.com/office/drawing/2014/main" id="{C63BA919-CD20-2717-44A5-DE41358A9F44}"/>
              </a:ext>
            </a:extLst>
          </p:cNvPr>
          <p:cNvSpPr>
            <a:spLocks noGrp="1"/>
          </p:cNvSpPr>
          <p:nvPr>
            <p:ph type="sldNum" sz="quarter" idx="12"/>
          </p:nvPr>
        </p:nvSpPr>
        <p:spPr>
          <a:xfrm>
            <a:off x="5223060" y="9519155"/>
            <a:ext cx="1543050" cy="527403"/>
          </a:xfrm>
        </p:spPr>
        <p:txBody>
          <a:bodyPr/>
          <a:lstStyle/>
          <a:p>
            <a:fld id="{086C3A38-D272-42AA-9C88-F1FBEAE20D2C}" type="slidenum">
              <a:rPr lang="en-GB" noProof="0" smtClean="0"/>
              <a:t>27</a:t>
            </a:fld>
            <a:endParaRPr lang="en-GB" noProof="0" dirty="0"/>
          </a:p>
        </p:txBody>
      </p:sp>
      <p:cxnSp>
        <p:nvCxnSpPr>
          <p:cNvPr id="15" name="Straight Connector 14">
            <a:extLst>
              <a:ext uri="{FF2B5EF4-FFF2-40B4-BE49-F238E27FC236}">
                <a16:creationId xmlns:a16="http://schemas.microsoft.com/office/drawing/2014/main" id="{7B39AA04-FB6A-0537-1AD9-38CBB1BAD11C}"/>
              </a:ext>
            </a:extLst>
          </p:cNvPr>
          <p:cNvCxnSpPr>
            <a:cxnSpLocks/>
          </p:cNvCxnSpPr>
          <p:nvPr/>
        </p:nvCxnSpPr>
        <p:spPr>
          <a:xfrm>
            <a:off x="154642" y="6478603"/>
            <a:ext cx="642097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9EDA301-1B25-5109-D763-62554E5DAEAA}"/>
                  </a:ext>
                </a:extLst>
              </p:cNvPr>
              <p:cNvSpPr txBox="1"/>
              <p:nvPr/>
            </p:nvSpPr>
            <p:spPr>
              <a:xfrm>
                <a:off x="154643" y="6487084"/>
                <a:ext cx="6420969" cy="2842445"/>
              </a:xfrm>
              <a:prstGeom prst="rect">
                <a:avLst/>
              </a:prstGeom>
              <a:noFill/>
            </p:spPr>
            <p:txBody>
              <a:bodyPr wrap="square" rtlCol="0">
                <a:spAutoFit/>
              </a:bodyPr>
              <a:lstStyle/>
              <a:p>
                <a:r>
                  <a:rPr lang="en-GB" sz="1200" b="1" dirty="0"/>
                  <a:t>Question 3. </a:t>
                </a:r>
                <a:r>
                  <a:rPr lang="en-GB" sz="1200" b="0" dirty="0"/>
                  <a:t>Solve</a:t>
                </a:r>
              </a:p>
              <a:p>
                <a:pPr/>
                <a14:m>
                  <m:oMathPara xmlns:m="http://schemas.openxmlformats.org/officeDocument/2006/math">
                    <m:oMathParaPr>
                      <m:jc m:val="centerGroup"/>
                    </m:oMathParaPr>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5</m:t>
                          </m:r>
                          <m:r>
                            <a:rPr lang="en-GB" sz="1200" b="0" i="1" smtClean="0">
                              <a:latin typeface="Cambria Math" panose="02040503050406030204" pitchFamily="18" charset="0"/>
                            </a:rPr>
                            <m:t>𝑥</m:t>
                          </m:r>
                        </m:num>
                        <m:den>
                          <m:r>
                            <a:rPr lang="en-GB" sz="1200" b="0" i="1" smtClean="0">
                              <a:latin typeface="Cambria Math" panose="02040503050406030204" pitchFamily="18" charset="0"/>
                            </a:rPr>
                            <m:t>2</m:t>
                          </m:r>
                        </m:den>
                      </m:f>
                      <m:r>
                        <a:rPr lang="en-GB" sz="1200" b="0" i="1" smtClean="0">
                          <a:latin typeface="Cambria Math" panose="02040503050406030204" pitchFamily="18" charset="0"/>
                        </a:rPr>
                        <m:t>+3&gt;18</m:t>
                      </m:r>
                    </m:oMath>
                  </m:oMathPara>
                </a14:m>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pPr algn="r"/>
                <a:r>
                  <a:rPr lang="en-GB" sz="1200" dirty="0"/>
                  <a:t> ...........................................................  </a:t>
                </a:r>
              </a:p>
              <a:p>
                <a:pPr algn="r"/>
                <a:r>
                  <a:rPr lang="en-GB" sz="1200" b="1" dirty="0"/>
                  <a:t>(Total for question = 3 marks)</a:t>
                </a:r>
                <a:endParaRPr lang="en-GB" sz="1200" dirty="0"/>
              </a:p>
            </p:txBody>
          </p:sp>
        </mc:Choice>
        <mc:Fallback xmlns="">
          <p:sp>
            <p:nvSpPr>
              <p:cNvPr id="4" name="TextBox 3">
                <a:extLst>
                  <a:ext uri="{FF2B5EF4-FFF2-40B4-BE49-F238E27FC236}">
                    <a16:creationId xmlns:a16="http://schemas.microsoft.com/office/drawing/2014/main" id="{A9EDA301-1B25-5109-D763-62554E5DAEAA}"/>
                  </a:ext>
                </a:extLst>
              </p:cNvPr>
              <p:cNvSpPr txBox="1">
                <a:spLocks noRot="1" noChangeAspect="1" noMove="1" noResize="1" noEditPoints="1" noAdjustHandles="1" noChangeArrowheads="1" noChangeShapeType="1" noTextEdit="1"/>
              </p:cNvSpPr>
              <p:nvPr/>
            </p:nvSpPr>
            <p:spPr>
              <a:xfrm>
                <a:off x="154643" y="6487084"/>
                <a:ext cx="6420969" cy="2842445"/>
              </a:xfrm>
              <a:prstGeom prst="rect">
                <a:avLst/>
              </a:prstGeom>
              <a:blipFill>
                <a:blip r:embed="rId3"/>
                <a:stretch>
                  <a:fillRect b="-858"/>
                </a:stretch>
              </a:blipFill>
            </p:spPr>
            <p:txBody>
              <a:bodyPr/>
              <a:lstStyle/>
              <a:p>
                <a:r>
                  <a:rPr lang="en-GB">
                    <a:noFill/>
                  </a:rPr>
                  <a:t> </a:t>
                </a:r>
              </a:p>
            </p:txBody>
          </p:sp>
        </mc:Fallback>
      </mc:AlternateContent>
      <p:pic>
        <p:nvPicPr>
          <p:cNvPr id="31751" name="Picture 7">
            <a:extLst>
              <a:ext uri="{FF2B5EF4-FFF2-40B4-BE49-F238E27FC236}">
                <a16:creationId xmlns:a16="http://schemas.microsoft.com/office/drawing/2014/main" id="{B1DB3899-BC95-EFA2-6C07-25F3C6DFE3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150" y="1414676"/>
            <a:ext cx="44577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44321DD-46B8-AFB6-5FFE-3A3DA92731FD}"/>
                  </a:ext>
                </a:extLst>
              </p:cNvPr>
              <p:cNvSpPr txBox="1"/>
              <p:nvPr/>
            </p:nvSpPr>
            <p:spPr>
              <a:xfrm>
                <a:off x="154642" y="3641478"/>
                <a:ext cx="6548716" cy="2742417"/>
              </a:xfrm>
              <a:prstGeom prst="rect">
                <a:avLst/>
              </a:prstGeom>
              <a:noFill/>
            </p:spPr>
            <p:txBody>
              <a:bodyPr wrap="square">
                <a:spAutoFit/>
              </a:bodyPr>
              <a:lstStyle/>
              <a:p>
                <a:pPr>
                  <a:lnSpc>
                    <a:spcPct val="115000"/>
                  </a:lnSpc>
                  <a:spcBef>
                    <a:spcPts val="600"/>
                  </a:spcBef>
                  <a:spcAft>
                    <a:spcPts val="600"/>
                  </a:spcAft>
                  <a:buNone/>
                </a:pPr>
                <a:r>
                  <a:rPr lang="en-GB" sz="1200" b="1" kern="0" dirty="0">
                    <a:effectLst/>
                    <a:ea typeface="Times New Roman" panose="02020603050405020304" pitchFamily="18" charset="0"/>
                    <a:cs typeface="Times New Roman" panose="02020603050405020304" pitchFamily="18" charset="0"/>
                  </a:rPr>
                  <a:t>Question 2. </a:t>
                </a:r>
                <a:r>
                  <a:rPr lang="en-GB" sz="1200" kern="0" dirty="0">
                    <a:effectLst/>
                    <a:ea typeface="Times New Roman" panose="02020603050405020304" pitchFamily="18" charset="0"/>
                    <a:cs typeface="Times New Roman" panose="02020603050405020304" pitchFamily="18" charset="0"/>
                  </a:rPr>
                  <a:t>Solve </a:t>
                </a:r>
                <a14:m>
                  <m:oMath xmlns:m="http://schemas.openxmlformats.org/officeDocument/2006/math">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7</m:t>
                    </m:r>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𝑥</m:t>
                    </m:r>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 − 27 &lt; 8</m:t>
                    </m:r>
                  </m:oMath>
                </a14:m>
                <a:endParaRPr lang="en-GB" sz="1200" kern="100" dirty="0">
                  <a:effectLst/>
                  <a:ea typeface="Times New Roman" panose="02020603050405020304" pitchFamily="18" charset="0"/>
                  <a:cs typeface="Times New Roman" panose="02020603050405020304" pitchFamily="18" charset="0"/>
                </a:endParaRPr>
              </a:p>
              <a:p>
                <a:pPr algn="r">
                  <a:lnSpc>
                    <a:spcPct val="115000"/>
                  </a:lnSpc>
                  <a:spcBef>
                    <a:spcPts val="600"/>
                  </a:spcBef>
                  <a:spcAft>
                    <a:spcPts val="600"/>
                  </a:spcAft>
                  <a:buNone/>
                </a:pPr>
                <a:br>
                  <a:rPr lang="en-GB" sz="1200" kern="0" dirty="0">
                    <a:effectLst/>
                    <a:ea typeface="Times New Roman" panose="02020603050405020304" pitchFamily="18" charset="0"/>
                    <a:cs typeface="Times New Roman" panose="02020603050405020304" pitchFamily="18" charset="0"/>
                  </a:rPr>
                </a:br>
                <a:br>
                  <a:rPr lang="en-GB" sz="1200" kern="0" dirty="0">
                    <a:effectLst/>
                    <a:ea typeface="Times New Roman" panose="02020603050405020304" pitchFamily="18" charset="0"/>
                    <a:cs typeface="Times New Roman" panose="02020603050405020304" pitchFamily="18" charset="0"/>
                  </a:rPr>
                </a:br>
                <a:endParaRPr lang="en-GB" sz="1200" kern="0" dirty="0">
                  <a:effectLst/>
                  <a:ea typeface="Times New Roman" panose="02020603050405020304" pitchFamily="18" charset="0"/>
                  <a:cs typeface="Times New Roman" panose="02020603050405020304" pitchFamily="18" charset="0"/>
                </a:endParaRPr>
              </a:p>
              <a:p>
                <a:pPr algn="r">
                  <a:lnSpc>
                    <a:spcPct val="115000"/>
                  </a:lnSpc>
                  <a:spcBef>
                    <a:spcPts val="600"/>
                  </a:spcBef>
                  <a:spcAft>
                    <a:spcPts val="600"/>
                  </a:spcAft>
                  <a:buNone/>
                </a:pPr>
                <a:endParaRPr lang="en-GB" sz="1200" kern="0" dirty="0">
                  <a:ea typeface="Times New Roman" panose="02020603050405020304" pitchFamily="18" charset="0"/>
                  <a:cs typeface="Times New Roman" panose="02020603050405020304" pitchFamily="18" charset="0"/>
                </a:endParaRPr>
              </a:p>
              <a:p>
                <a:pPr algn="r">
                  <a:lnSpc>
                    <a:spcPct val="115000"/>
                  </a:lnSpc>
                  <a:spcBef>
                    <a:spcPts val="600"/>
                  </a:spcBef>
                  <a:spcAft>
                    <a:spcPts val="600"/>
                  </a:spcAft>
                  <a:buNone/>
                </a:pPr>
                <a:br>
                  <a:rPr lang="en-GB" sz="1200" kern="0" dirty="0">
                    <a:effectLst/>
                    <a:ea typeface="Times New Roman" panose="02020603050405020304" pitchFamily="18" charset="0"/>
                    <a:cs typeface="Times New Roman" panose="02020603050405020304" pitchFamily="18" charset="0"/>
                  </a:rPr>
                </a:br>
                <a:br>
                  <a:rPr lang="en-GB" sz="1200" kern="0" dirty="0">
                    <a:effectLst/>
                    <a:ea typeface="Times New Roman" panose="02020603050405020304" pitchFamily="18" charset="0"/>
                    <a:cs typeface="Times New Roman" panose="02020603050405020304" pitchFamily="18" charset="0"/>
                  </a:rPr>
                </a:br>
                <a:br>
                  <a:rPr lang="en-GB" sz="1200" kern="0" dirty="0">
                    <a:effectLst/>
                    <a:ea typeface="Times New Roman" panose="02020603050405020304" pitchFamily="18" charset="0"/>
                    <a:cs typeface="Times New Roman" panose="02020603050405020304" pitchFamily="18" charset="0"/>
                  </a:rPr>
                </a:br>
                <a:r>
                  <a:rPr lang="en-GB" sz="1200" kern="0" dirty="0">
                    <a:effectLst/>
                    <a:ea typeface="Times New Roman" panose="02020603050405020304" pitchFamily="18" charset="0"/>
                    <a:cs typeface="Times New Roman" panose="02020603050405020304" pitchFamily="18" charset="0"/>
                  </a:rPr>
                  <a:t> ........................................................... </a:t>
                </a:r>
                <a:endParaRPr lang="en-GB" sz="1200" kern="100" dirty="0">
                  <a:effectLst/>
                  <a:ea typeface="Times New Roman" panose="02020603050405020304" pitchFamily="18" charset="0"/>
                  <a:cs typeface="Times New Roman" panose="02020603050405020304" pitchFamily="18" charset="0"/>
                </a:endParaRPr>
              </a:p>
              <a:p>
                <a:pPr algn="r">
                  <a:lnSpc>
                    <a:spcPct val="115000"/>
                  </a:lnSpc>
                  <a:spcAft>
                    <a:spcPts val="800"/>
                  </a:spcAft>
                  <a:buNone/>
                </a:pPr>
                <a:r>
                  <a:rPr lang="en-GB" sz="1200" b="1" kern="0" dirty="0">
                    <a:effectLst/>
                    <a:ea typeface="Times New Roman" panose="02020603050405020304" pitchFamily="18" charset="0"/>
                    <a:cs typeface="Times New Roman" panose="02020603050405020304" pitchFamily="18" charset="0"/>
                  </a:rPr>
                  <a:t>(Total for question = 2 marks)</a:t>
                </a:r>
                <a:endParaRPr lang="en-GB" sz="1200" kern="100" dirty="0">
                  <a:effectLst/>
                  <a:ea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544321DD-46B8-AFB6-5FFE-3A3DA92731FD}"/>
                  </a:ext>
                </a:extLst>
              </p:cNvPr>
              <p:cNvSpPr txBox="1">
                <a:spLocks noRot="1" noChangeAspect="1" noMove="1" noResize="1" noEditPoints="1" noAdjustHandles="1" noChangeArrowheads="1" noChangeShapeType="1" noTextEdit="1"/>
              </p:cNvSpPr>
              <p:nvPr/>
            </p:nvSpPr>
            <p:spPr>
              <a:xfrm>
                <a:off x="154642" y="3641478"/>
                <a:ext cx="6548716" cy="2742417"/>
              </a:xfrm>
              <a:prstGeom prst="rect">
                <a:avLst/>
              </a:prstGeom>
              <a:blipFill>
                <a:blip r:embed="rId5"/>
                <a:stretch>
                  <a:fillRect r="-1023" b="-889"/>
                </a:stretch>
              </a:blipFill>
            </p:spPr>
            <p:txBody>
              <a:bodyPr/>
              <a:lstStyle/>
              <a:p>
                <a:r>
                  <a:rPr lang="en-GB">
                    <a:noFill/>
                  </a:rPr>
                  <a:t> </a:t>
                </a:r>
              </a:p>
            </p:txBody>
          </p:sp>
        </mc:Fallback>
      </mc:AlternateContent>
      <p:cxnSp>
        <p:nvCxnSpPr>
          <p:cNvPr id="17" name="Straight Connector 16">
            <a:extLst>
              <a:ext uri="{FF2B5EF4-FFF2-40B4-BE49-F238E27FC236}">
                <a16:creationId xmlns:a16="http://schemas.microsoft.com/office/drawing/2014/main" id="{4F6BDED7-F8C5-AC76-14E3-9AE980F2A081}"/>
              </a:ext>
            </a:extLst>
          </p:cNvPr>
          <p:cNvCxnSpPr>
            <a:cxnSpLocks/>
          </p:cNvCxnSpPr>
          <p:nvPr/>
        </p:nvCxnSpPr>
        <p:spPr>
          <a:xfrm>
            <a:off x="154642" y="3637271"/>
            <a:ext cx="6420970" cy="0"/>
          </a:xfrm>
          <a:prstGeom prst="line">
            <a:avLst/>
          </a:prstGeom>
        </p:spPr>
        <p:style>
          <a:lnRef idx="1">
            <a:schemeClr val="dk1"/>
          </a:lnRef>
          <a:fillRef idx="0">
            <a:schemeClr val="dk1"/>
          </a:fillRef>
          <a:effectRef idx="0">
            <a:schemeClr val="dk1"/>
          </a:effectRef>
          <a:fontRef idx="minor">
            <a:schemeClr val="tx1"/>
          </a:fontRef>
        </p:style>
      </p:cxnSp>
      <p:pic>
        <p:nvPicPr>
          <p:cNvPr id="31755" name="Picture 11">
            <a:extLst>
              <a:ext uri="{FF2B5EF4-FFF2-40B4-BE49-F238E27FC236}">
                <a16:creationId xmlns:a16="http://schemas.microsoft.com/office/drawing/2014/main" id="{A3419BD5-9B0A-15C0-3D05-194C9D9016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45269" y="805076"/>
            <a:ext cx="6735763"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12">
            <a:extLst>
              <a:ext uri="{FF2B5EF4-FFF2-40B4-BE49-F238E27FC236}">
                <a16:creationId xmlns:a16="http://schemas.microsoft.com/office/drawing/2014/main" id="{E8C88BCF-FE3B-8719-49EA-8F6978F4586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49026"/>
          <a:stretch>
            <a:fillRect/>
          </a:stretch>
        </p:blipFill>
        <p:spPr bwMode="auto">
          <a:xfrm>
            <a:off x="7345269" y="7130344"/>
            <a:ext cx="6727825" cy="2388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7" name="Picture 13">
            <a:extLst>
              <a:ext uri="{FF2B5EF4-FFF2-40B4-BE49-F238E27FC236}">
                <a16:creationId xmlns:a16="http://schemas.microsoft.com/office/drawing/2014/main" id="{68B40934-170E-58CB-82B2-644BE1890F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2845" y="4098286"/>
            <a:ext cx="677386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8439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51137-AC26-AE50-633F-0545CFCBC82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D4B7936-46EF-CBDE-D665-8BE9955C819F}"/>
              </a:ext>
            </a:extLst>
          </p:cNvPr>
          <p:cNvSpPr txBox="1"/>
          <p:nvPr/>
        </p:nvSpPr>
        <p:spPr>
          <a:xfrm>
            <a:off x="154642" y="150538"/>
            <a:ext cx="6548716" cy="5986126"/>
          </a:xfrm>
          <a:prstGeom prst="rect">
            <a:avLst/>
          </a:prstGeom>
          <a:noFill/>
        </p:spPr>
        <p:txBody>
          <a:bodyPr wrap="square">
            <a:spAutoFit/>
          </a:bodyPr>
          <a:lstStyle/>
          <a:p>
            <a:pPr>
              <a:lnSpc>
                <a:spcPct val="115000"/>
              </a:lnSpc>
              <a:spcBef>
                <a:spcPts val="600"/>
              </a:spcBef>
            </a:pPr>
            <a:r>
              <a:rPr lang="en-GB" sz="1200" b="1" kern="0" dirty="0">
                <a:effectLst/>
                <a:ea typeface="Times New Roman" panose="02020603050405020304" pitchFamily="18" charset="0"/>
                <a:cs typeface="Times New Roman" panose="02020603050405020304" pitchFamily="18" charset="0"/>
              </a:rPr>
              <a:t>Question 4.</a:t>
            </a:r>
          </a:p>
          <a:p>
            <a:pPr>
              <a:lnSpc>
                <a:spcPct val="115000"/>
              </a:lnSpc>
              <a:spcBef>
                <a:spcPts val="600"/>
              </a:spcBef>
            </a:pPr>
            <a:r>
              <a:rPr lang="en-GB" sz="1200" dirty="0"/>
              <a:t>(a)  On the number line, show the inequality </a:t>
            </a:r>
            <a:r>
              <a:rPr lang="en-GB" sz="1200" i="1" dirty="0"/>
              <a:t>x</a:t>
            </a:r>
            <a:r>
              <a:rPr lang="en-GB" sz="1200" dirty="0"/>
              <a:t> &lt; 4</a:t>
            </a:r>
          </a:p>
          <a:p>
            <a:pPr>
              <a:lnSpc>
                <a:spcPct val="115000"/>
              </a:lnSpc>
              <a:spcBef>
                <a:spcPts val="600"/>
              </a:spcBef>
            </a:pPr>
            <a:endParaRPr lang="en-GB" sz="1200" dirty="0"/>
          </a:p>
          <a:p>
            <a:pPr>
              <a:lnSpc>
                <a:spcPct val="115000"/>
              </a:lnSpc>
              <a:spcBef>
                <a:spcPts val="600"/>
              </a:spcBef>
            </a:pPr>
            <a:endParaRPr lang="en-GB" sz="1200" dirty="0"/>
          </a:p>
          <a:p>
            <a:pPr>
              <a:lnSpc>
                <a:spcPct val="115000"/>
              </a:lnSpc>
              <a:spcBef>
                <a:spcPts val="600"/>
              </a:spcBef>
            </a:pPr>
            <a:endParaRPr lang="en-GB" sz="1200" dirty="0"/>
          </a:p>
          <a:p>
            <a:pPr algn="r"/>
            <a:r>
              <a:rPr lang="en-GB" sz="1200" b="1" dirty="0"/>
              <a:t>(2)</a:t>
            </a:r>
            <a:endParaRPr lang="en-GB" sz="1200" dirty="0"/>
          </a:p>
          <a:p>
            <a:r>
              <a:rPr lang="en-GB" sz="1200" dirty="0"/>
              <a:t>3 &lt; </a:t>
            </a:r>
            <a:r>
              <a:rPr lang="en-GB" sz="1200" i="1" dirty="0"/>
              <a:t>y</a:t>
            </a:r>
            <a:r>
              <a:rPr lang="en-GB" sz="1200" dirty="0"/>
              <a:t> ≤ 7 where </a:t>
            </a:r>
            <a:r>
              <a:rPr lang="en-GB" sz="1200" i="1" dirty="0"/>
              <a:t>y</a:t>
            </a:r>
            <a:r>
              <a:rPr lang="en-GB" sz="1200" dirty="0"/>
              <a:t> is an integer.</a:t>
            </a:r>
          </a:p>
          <a:p>
            <a:r>
              <a:rPr lang="en-GB" sz="1200" dirty="0"/>
              <a:t>(b)  Write down all the possible values of </a:t>
            </a:r>
            <a:r>
              <a:rPr lang="en-GB" sz="1200" i="1" dirty="0"/>
              <a:t>y</a:t>
            </a:r>
            <a:r>
              <a:rPr lang="en-GB" sz="1200" dirty="0"/>
              <a:t>.</a:t>
            </a:r>
            <a:br>
              <a:rPr lang="en-GB" sz="1200" dirty="0"/>
            </a:br>
            <a:endParaRPr lang="en-GB" sz="1200" dirty="0"/>
          </a:p>
          <a:p>
            <a:pPr algn="r"/>
            <a:br>
              <a:rPr lang="en-GB" sz="1200" dirty="0"/>
            </a:br>
            <a:r>
              <a:rPr lang="en-GB" sz="1200" dirty="0"/>
              <a:t> ........................................................... </a:t>
            </a:r>
          </a:p>
          <a:p>
            <a:pPr algn="r"/>
            <a:r>
              <a:rPr lang="en-GB" sz="1200" b="1" dirty="0"/>
              <a:t>(2)</a:t>
            </a:r>
            <a:endParaRPr lang="en-GB" sz="1200" dirty="0"/>
          </a:p>
          <a:p>
            <a:r>
              <a:rPr lang="en-GB" sz="1200" dirty="0"/>
              <a:t>(c)  Solve 3</a:t>
            </a:r>
            <a:r>
              <a:rPr lang="en-GB" sz="1200" i="1" dirty="0"/>
              <a:t>x</a:t>
            </a:r>
            <a:r>
              <a:rPr lang="en-GB" sz="1200" dirty="0"/>
              <a:t> + 5 ≥ </a:t>
            </a:r>
            <a:r>
              <a:rPr lang="en-GB" sz="1200" i="1" dirty="0"/>
              <a:t>x</a:t>
            </a:r>
            <a:r>
              <a:rPr lang="en-GB" sz="1200" dirty="0"/>
              <a:t> + 17</a:t>
            </a:r>
          </a:p>
          <a:p>
            <a:pPr algn="r"/>
            <a:br>
              <a:rPr lang="en-GB" sz="1200" dirty="0"/>
            </a:br>
            <a:endParaRPr lang="en-GB" sz="1200" dirty="0"/>
          </a:p>
          <a:p>
            <a:pPr algn="r"/>
            <a:endParaRPr lang="en-GB" sz="1200" dirty="0"/>
          </a:p>
          <a:p>
            <a:pPr algn="r"/>
            <a:endParaRPr lang="en-GB" sz="1200" dirty="0"/>
          </a:p>
          <a:p>
            <a:pPr algn="r"/>
            <a:endParaRPr lang="en-GB" sz="1200" dirty="0"/>
          </a:p>
          <a:p>
            <a:pPr algn="r"/>
            <a:endParaRPr lang="en-GB" sz="1200" dirty="0"/>
          </a:p>
          <a:p>
            <a:pPr algn="r"/>
            <a:br>
              <a:rPr lang="en-GB" sz="1200" dirty="0"/>
            </a:br>
            <a:br>
              <a:rPr lang="en-GB" sz="1200" dirty="0"/>
            </a:br>
            <a:br>
              <a:rPr lang="en-GB" sz="1200" dirty="0"/>
            </a:br>
            <a:br>
              <a:rPr lang="en-GB" sz="1200" dirty="0"/>
            </a:br>
            <a:br>
              <a:rPr lang="en-GB" sz="1200" dirty="0"/>
            </a:br>
            <a:r>
              <a:rPr lang="en-GB" sz="1200" dirty="0"/>
              <a:t> ........................................................... </a:t>
            </a:r>
          </a:p>
          <a:p>
            <a:pPr algn="r"/>
            <a:r>
              <a:rPr lang="en-GB" sz="1200" b="1" dirty="0"/>
              <a:t>(3)</a:t>
            </a:r>
            <a:endParaRPr lang="en-GB" sz="1200" dirty="0"/>
          </a:p>
          <a:p>
            <a:pPr algn="r"/>
            <a:r>
              <a:rPr lang="en-GB" sz="1200" dirty="0"/>
              <a:t> </a:t>
            </a:r>
          </a:p>
          <a:p>
            <a:pPr algn="r"/>
            <a:r>
              <a:rPr lang="en-GB" sz="1200" b="1" dirty="0"/>
              <a:t>(Total for question = 7 marks)</a:t>
            </a:r>
            <a:endParaRPr lang="en-GB" sz="1200" dirty="0"/>
          </a:p>
          <a:p>
            <a:pPr>
              <a:lnSpc>
                <a:spcPct val="115000"/>
              </a:lnSpc>
              <a:spcBef>
                <a:spcPts val="600"/>
              </a:spcBef>
            </a:pPr>
            <a:endParaRPr lang="en-GB" sz="1200" b="1" kern="0" dirty="0">
              <a:effectLst/>
              <a:ea typeface="Times New Roman" panose="02020603050405020304" pitchFamily="18" charset="0"/>
              <a:cs typeface="Times New Roman" panose="02020603050405020304" pitchFamily="18" charset="0"/>
            </a:endParaRPr>
          </a:p>
        </p:txBody>
      </p:sp>
      <p:sp>
        <p:nvSpPr>
          <p:cNvPr id="13" name="Slide Number Placeholder 1">
            <a:extLst>
              <a:ext uri="{FF2B5EF4-FFF2-40B4-BE49-F238E27FC236}">
                <a16:creationId xmlns:a16="http://schemas.microsoft.com/office/drawing/2014/main" id="{09D6B1EC-5EE3-80ED-4C40-86D898DC6E9D}"/>
              </a:ext>
            </a:extLst>
          </p:cNvPr>
          <p:cNvSpPr>
            <a:spLocks noGrp="1"/>
          </p:cNvSpPr>
          <p:nvPr>
            <p:ph type="sldNum" sz="quarter" idx="12"/>
          </p:nvPr>
        </p:nvSpPr>
        <p:spPr>
          <a:xfrm>
            <a:off x="5223060" y="9519155"/>
            <a:ext cx="1543050" cy="527403"/>
          </a:xfrm>
        </p:spPr>
        <p:txBody>
          <a:bodyPr/>
          <a:lstStyle/>
          <a:p>
            <a:fld id="{086C3A38-D272-42AA-9C88-F1FBEAE20D2C}" type="slidenum">
              <a:rPr lang="en-GB" noProof="0" smtClean="0"/>
              <a:t>28</a:t>
            </a:fld>
            <a:endParaRPr lang="en-GB" noProof="0" dirty="0"/>
          </a:p>
        </p:txBody>
      </p:sp>
      <p:cxnSp>
        <p:nvCxnSpPr>
          <p:cNvPr id="15" name="Straight Connector 14">
            <a:extLst>
              <a:ext uri="{FF2B5EF4-FFF2-40B4-BE49-F238E27FC236}">
                <a16:creationId xmlns:a16="http://schemas.microsoft.com/office/drawing/2014/main" id="{A7C77C13-7513-BAC4-0018-B519E599301F}"/>
              </a:ext>
            </a:extLst>
          </p:cNvPr>
          <p:cNvCxnSpPr>
            <a:cxnSpLocks/>
          </p:cNvCxnSpPr>
          <p:nvPr/>
        </p:nvCxnSpPr>
        <p:spPr>
          <a:xfrm>
            <a:off x="154642" y="5940723"/>
            <a:ext cx="642097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85EE0A9-0A64-34A7-4EDA-6F99B9E39BED}"/>
                  </a:ext>
                </a:extLst>
              </p:cNvPr>
              <p:cNvSpPr txBox="1"/>
              <p:nvPr/>
            </p:nvSpPr>
            <p:spPr>
              <a:xfrm>
                <a:off x="154643" y="5993470"/>
                <a:ext cx="6420969" cy="3761992"/>
              </a:xfrm>
              <a:prstGeom prst="rect">
                <a:avLst/>
              </a:prstGeom>
              <a:noFill/>
            </p:spPr>
            <p:txBody>
              <a:bodyPr wrap="square" rtlCol="0">
                <a:spAutoFit/>
              </a:bodyPr>
              <a:lstStyle/>
              <a:p>
                <a:r>
                  <a:rPr lang="en-GB" sz="1200" b="1" dirty="0"/>
                  <a:t>Question 5. </a:t>
                </a:r>
                <a:r>
                  <a:rPr lang="en-GB" sz="1200" b="0" dirty="0"/>
                  <a:t>Solve</a:t>
                </a:r>
              </a:p>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𝑥</m:t>
                      </m:r>
                      <m:r>
                        <a:rPr lang="en-GB" sz="1200" b="0" i="1" smtClean="0">
                          <a:latin typeface="Cambria Math" panose="02040503050406030204" pitchFamily="18" charset="0"/>
                        </a:rPr>
                        <m:t>+11≤5−</m:t>
                      </m:r>
                      <m:f>
                        <m:fPr>
                          <m:ctrlPr>
                            <a:rPr lang="en-GB" sz="1200" b="0" i="1" smtClean="0">
                              <a:latin typeface="Cambria Math" panose="02040503050406030204" pitchFamily="18" charset="0"/>
                              <a:ea typeface="Cambria Math" panose="02040503050406030204" pitchFamily="18" charset="0"/>
                            </a:rPr>
                          </m:ctrlPr>
                        </m:fPr>
                        <m:num>
                          <m:r>
                            <a:rPr lang="en-GB" sz="1200" b="0" i="1" smtClean="0">
                              <a:latin typeface="Cambria Math" panose="02040503050406030204" pitchFamily="18" charset="0"/>
                              <a:ea typeface="Cambria Math" panose="02040503050406030204" pitchFamily="18" charset="0"/>
                            </a:rPr>
                            <m:t>1</m:t>
                          </m:r>
                        </m:num>
                        <m:den>
                          <m:r>
                            <a:rPr lang="en-GB" sz="1200" b="0" i="1" smtClean="0">
                              <a:latin typeface="Cambria Math" panose="02040503050406030204" pitchFamily="18" charset="0"/>
                              <a:ea typeface="Cambria Math" panose="02040503050406030204" pitchFamily="18" charset="0"/>
                            </a:rPr>
                            <m:t>2</m:t>
                          </m:r>
                        </m:den>
                      </m:f>
                      <m:r>
                        <a:rPr lang="en-GB" sz="1200" b="0" i="1" smtClean="0">
                          <a:latin typeface="Cambria Math" panose="02040503050406030204" pitchFamily="18" charset="0"/>
                          <a:ea typeface="Cambria Math" panose="02040503050406030204" pitchFamily="18" charset="0"/>
                        </a:rPr>
                        <m:t>𝑥</m:t>
                      </m:r>
                    </m:oMath>
                  </m:oMathPara>
                </a14:m>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pPr algn="r"/>
                <a:r>
                  <a:rPr lang="en-GB" sz="1200" dirty="0"/>
                  <a:t> ...........................................................  </a:t>
                </a:r>
              </a:p>
              <a:p>
                <a:pPr algn="r"/>
                <a:r>
                  <a:rPr lang="en-GB" sz="1200" b="1" dirty="0"/>
                  <a:t>(Total for question = 3 marks)</a:t>
                </a:r>
                <a:endParaRPr lang="en-GB" sz="1200" dirty="0"/>
              </a:p>
              <a:p>
                <a:pPr algn="r"/>
                <a:r>
                  <a:rPr lang="en-GB" sz="1200" dirty="0"/>
                  <a:t> </a:t>
                </a:r>
              </a:p>
              <a:p>
                <a:endParaRPr lang="en-GB" sz="1200" dirty="0"/>
              </a:p>
            </p:txBody>
          </p:sp>
        </mc:Choice>
        <mc:Fallback xmlns="">
          <p:sp>
            <p:nvSpPr>
              <p:cNvPr id="4" name="TextBox 3">
                <a:extLst>
                  <a:ext uri="{FF2B5EF4-FFF2-40B4-BE49-F238E27FC236}">
                    <a16:creationId xmlns:a16="http://schemas.microsoft.com/office/drawing/2014/main" id="{E85EE0A9-0A64-34A7-4EDA-6F99B9E39BED}"/>
                  </a:ext>
                </a:extLst>
              </p:cNvPr>
              <p:cNvSpPr txBox="1">
                <a:spLocks noRot="1" noChangeAspect="1" noMove="1" noResize="1" noEditPoints="1" noAdjustHandles="1" noChangeArrowheads="1" noChangeShapeType="1" noTextEdit="1"/>
              </p:cNvSpPr>
              <p:nvPr/>
            </p:nvSpPr>
            <p:spPr>
              <a:xfrm>
                <a:off x="154643" y="5993470"/>
                <a:ext cx="6420969" cy="3761992"/>
              </a:xfrm>
              <a:prstGeom prst="rect">
                <a:avLst/>
              </a:prstGeom>
              <a:blipFill>
                <a:blip r:embed="rId2"/>
                <a:stretch>
                  <a:fillRect/>
                </a:stretch>
              </a:blipFill>
            </p:spPr>
            <p:txBody>
              <a:bodyPr/>
              <a:lstStyle/>
              <a:p>
                <a:r>
                  <a:rPr lang="en-GB">
                    <a:noFill/>
                  </a:rPr>
                  <a:t> </a:t>
                </a:r>
              </a:p>
            </p:txBody>
          </p:sp>
        </mc:Fallback>
      </mc:AlternateContent>
      <p:pic>
        <p:nvPicPr>
          <p:cNvPr id="31751" name="Picture 7">
            <a:extLst>
              <a:ext uri="{FF2B5EF4-FFF2-40B4-BE49-F238E27FC236}">
                <a16:creationId xmlns:a16="http://schemas.microsoft.com/office/drawing/2014/main" id="{872D8939-A0C9-18E8-5C7A-31B9759100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150" y="1289798"/>
            <a:ext cx="44577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2" name="Picture 8">
            <a:extLst>
              <a:ext uri="{FF2B5EF4-FFF2-40B4-BE49-F238E27FC236}">
                <a16:creationId xmlns:a16="http://schemas.microsoft.com/office/drawing/2014/main" id="{1A98733C-27B4-E708-985A-D2309714DF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5151" y="40341"/>
            <a:ext cx="66675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3" name="Picture 9">
            <a:extLst>
              <a:ext uri="{FF2B5EF4-FFF2-40B4-BE49-F238E27FC236}">
                <a16:creationId xmlns:a16="http://schemas.microsoft.com/office/drawing/2014/main" id="{D3CEC4DB-C0CD-EEDC-8238-D64DE6F04E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2478" y="5141022"/>
            <a:ext cx="5713506" cy="4614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8631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458F-41AE-5B9C-4ACE-A2C4B892B86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944BEA67-AF06-CD88-5EFF-6DCD198601B5}"/>
                  </a:ext>
                </a:extLst>
              </p:cNvPr>
              <p:cNvGraphicFramePr>
                <a:graphicFrameLocks noGrp="1"/>
              </p:cNvGraphicFramePr>
              <p:nvPr>
                <p:extLst>
                  <p:ext uri="{D42A27DB-BD31-4B8C-83A1-F6EECF244321}">
                    <p14:modId xmlns:p14="http://schemas.microsoft.com/office/powerpoint/2010/main" val="2622016123"/>
                  </p:ext>
                </p:extLst>
              </p:nvPr>
            </p:nvGraphicFramePr>
            <p:xfrm>
              <a:off x="65376" y="3799256"/>
              <a:ext cx="6671090" cy="5815440"/>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441203">
                      <a:extLst>
                        <a:ext uri="{9D8B030D-6E8A-4147-A177-3AD203B41FA5}">
                          <a16:colId xmlns:a16="http://schemas.microsoft.com/office/drawing/2014/main" val="1034895713"/>
                        </a:ext>
                      </a:extLst>
                    </a:gridCol>
                    <a:gridCol w="2850266">
                      <a:extLst>
                        <a:ext uri="{9D8B030D-6E8A-4147-A177-3AD203B41FA5}">
                          <a16:colId xmlns:a16="http://schemas.microsoft.com/office/drawing/2014/main" val="1437670624"/>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b="0" noProof="0" dirty="0">
                              <a:solidFill>
                                <a:schemeClr val="tx1"/>
                              </a:solidFill>
                              <a:latin typeface="+mn-lt"/>
                            </a:rPr>
                            <a:t>Recall your steps required for solving equations.</a:t>
                          </a: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a:t>
                          </a:r>
                          <a:r>
                            <a:rPr lang="en-GB" sz="1200" b="0" noProof="0" dirty="0">
                              <a:solidFill>
                                <a:schemeClr val="tx1"/>
                              </a:solidFill>
                              <a:latin typeface="+mn-lt"/>
                            </a:rPr>
                            <a:t>Isolate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by performing the inverse operation to </a:t>
                          </a:r>
                          <a:r>
                            <a:rPr lang="en-GB" sz="1200" b="1" noProof="0" dirty="0">
                              <a:solidFill>
                                <a:schemeClr val="tx1"/>
                              </a:solidFill>
                              <a:latin typeface="+mn-lt"/>
                            </a:rPr>
                            <a:t>all three parts </a:t>
                          </a:r>
                          <a:r>
                            <a:rPr lang="en-GB" sz="1200" b="0" noProof="0" dirty="0">
                              <a:solidFill>
                                <a:schemeClr val="tx1"/>
                              </a:solidFill>
                              <a:latin typeface="+mn-lt"/>
                            </a:rPr>
                            <a:t>of the inequality.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8&lt;</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+7≤10</m:t>
                                </m:r>
                              </m:oMath>
                            </m:oMathPara>
                          </a14:m>
                          <a:endParaRPr lang="en-GB" sz="1200" baseline="0" noProof="0" dirty="0">
                            <a:solidFill>
                              <a:schemeClr val="tx1"/>
                            </a:solidFill>
                          </a:endParaRPr>
                        </a:p>
                        <a:p>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6&lt;3</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≤18</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integers that satisfy this inequality.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39438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2&lt;</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−3&lt;5</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Choice>
        <mc:Fallback xmlns="">
          <p:graphicFrame>
            <p:nvGraphicFramePr>
              <p:cNvPr id="9" name="Table 8">
                <a:extLst>
                  <a:ext uri="{FF2B5EF4-FFF2-40B4-BE49-F238E27FC236}">
                    <a16:creationId xmlns:a16="http://schemas.microsoft.com/office/drawing/2014/main" id="{944BEA67-AF06-CD88-5EFF-6DCD198601B5}"/>
                  </a:ext>
                </a:extLst>
              </p:cNvPr>
              <p:cNvGraphicFramePr>
                <a:graphicFrameLocks noGrp="1"/>
              </p:cNvGraphicFramePr>
              <p:nvPr>
                <p:extLst>
                  <p:ext uri="{D42A27DB-BD31-4B8C-83A1-F6EECF244321}">
                    <p14:modId xmlns:p14="http://schemas.microsoft.com/office/powerpoint/2010/main" val="2622016123"/>
                  </p:ext>
                </p:extLst>
              </p:nvPr>
            </p:nvGraphicFramePr>
            <p:xfrm>
              <a:off x="65376" y="3799256"/>
              <a:ext cx="6671090" cy="5815440"/>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441203">
                      <a:extLst>
                        <a:ext uri="{9D8B030D-6E8A-4147-A177-3AD203B41FA5}">
                          <a16:colId xmlns:a16="http://schemas.microsoft.com/office/drawing/2014/main" val="1034895713"/>
                        </a:ext>
                      </a:extLst>
                    </a:gridCol>
                    <a:gridCol w="2850266">
                      <a:extLst>
                        <a:ext uri="{9D8B030D-6E8A-4147-A177-3AD203B41FA5}">
                          <a16:colId xmlns:a16="http://schemas.microsoft.com/office/drawing/2014/main" val="1437670624"/>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1" t="-5286" r="-383700" b="-220"/>
                          </a:stretch>
                        </a:blip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55448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858" t="-37647" r="-117207" b="-23803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55448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858" t="-156078" r="-117207" b="-119608"/>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integers that satisfy this inequality.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55448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858" t="-274902" r="-117207" b="-784"/>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Fallback>
      </mc:AlternateContent>
      <p:sp>
        <p:nvSpPr>
          <p:cNvPr id="6" name="Slide Number Placeholder 5">
            <a:extLst>
              <a:ext uri="{FF2B5EF4-FFF2-40B4-BE49-F238E27FC236}">
                <a16:creationId xmlns:a16="http://schemas.microsoft.com/office/drawing/2014/main" id="{2B5D2F93-AFB5-8000-5C88-44E75B29A117}"/>
              </a:ext>
            </a:extLst>
          </p:cNvPr>
          <p:cNvSpPr>
            <a:spLocks noGrp="1"/>
          </p:cNvSpPr>
          <p:nvPr>
            <p:ph type="sldNum" sz="quarter" idx="12"/>
          </p:nvPr>
        </p:nvSpPr>
        <p:spPr>
          <a:xfrm>
            <a:off x="5296163" y="9467690"/>
            <a:ext cx="1543050" cy="527403"/>
          </a:xfrm>
        </p:spPr>
        <p:txBody>
          <a:bodyPr/>
          <a:lstStyle/>
          <a:p>
            <a:fld id="{19F1D9CC-7119-45EC-A96C-D8C0660F3AAB}" type="slidenum">
              <a:rPr lang="en-GB" noProof="0" smtClean="0">
                <a:solidFill>
                  <a:schemeClr val="tx1"/>
                </a:solidFill>
              </a:rPr>
              <a:t>29</a:t>
            </a:fld>
            <a:endParaRPr lang="en-GB" noProof="0" dirty="0">
              <a:solidFill>
                <a:schemeClr val="tx1"/>
              </a:solidFill>
            </a:endParaRPr>
          </a:p>
        </p:txBody>
      </p:sp>
      <p:sp>
        <p:nvSpPr>
          <p:cNvPr id="67" name="Rectangle 66">
            <a:extLst>
              <a:ext uri="{FF2B5EF4-FFF2-40B4-BE49-F238E27FC236}">
                <a16:creationId xmlns:a16="http://schemas.microsoft.com/office/drawing/2014/main" id="{880DD779-E8F7-92BD-6005-28F6FA65A8AD}"/>
              </a:ext>
            </a:extLst>
          </p:cNvPr>
          <p:cNvSpPr/>
          <p:nvPr/>
        </p:nvSpPr>
        <p:spPr>
          <a:xfrm>
            <a:off x="86108" y="309496"/>
            <a:ext cx="6679742" cy="16116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noProof="0" dirty="0">
              <a:solidFill>
                <a:srgbClr val="FF0000"/>
              </a:solidFill>
            </a:endParaRPr>
          </a:p>
        </p:txBody>
      </p:sp>
      <p:sp>
        <p:nvSpPr>
          <p:cNvPr id="70" name="Rectangle 69">
            <a:extLst>
              <a:ext uri="{FF2B5EF4-FFF2-40B4-BE49-F238E27FC236}">
                <a16:creationId xmlns:a16="http://schemas.microsoft.com/office/drawing/2014/main" id="{41996A7B-5335-9C99-A377-03E20E4CFF38}"/>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noProof="0" dirty="0"/>
              <a:t>Subtopic </a:t>
            </a:r>
            <a:r>
              <a:rPr lang="en-GB" dirty="0"/>
              <a:t>2D</a:t>
            </a:r>
            <a:r>
              <a:rPr lang="en-GB" noProof="0" dirty="0"/>
              <a:t> – </a:t>
            </a:r>
            <a:r>
              <a:rPr lang="en-GB" noProof="0" dirty="0">
                <a:solidFill>
                  <a:schemeClr val="bg1"/>
                </a:solidFill>
              </a:rPr>
              <a:t>Solving Double-Sided Inequalities</a:t>
            </a:r>
          </a:p>
        </p:txBody>
      </p:sp>
      <p:sp>
        <p:nvSpPr>
          <p:cNvPr id="71" name="TextBox 70">
            <a:extLst>
              <a:ext uri="{FF2B5EF4-FFF2-40B4-BE49-F238E27FC236}">
                <a16:creationId xmlns:a16="http://schemas.microsoft.com/office/drawing/2014/main" id="{A10BD8C0-75B9-0390-63B4-34B4B9A70EF4}"/>
              </a:ext>
            </a:extLst>
          </p:cNvPr>
          <p:cNvSpPr txBox="1"/>
          <p:nvPr/>
        </p:nvSpPr>
        <p:spPr>
          <a:xfrm>
            <a:off x="65376" y="685396"/>
            <a:ext cx="1399768" cy="276999"/>
          </a:xfrm>
          <a:prstGeom prst="rect">
            <a:avLst/>
          </a:prstGeom>
          <a:noFill/>
        </p:spPr>
        <p:txBody>
          <a:bodyPr wrap="square" rtlCol="0">
            <a:spAutoFit/>
          </a:bodyPr>
          <a:lstStyle/>
          <a:p>
            <a:r>
              <a:rPr lang="en-GB" sz="1200" b="1" noProof="0" dirty="0"/>
              <a:t>Objectives:</a:t>
            </a:r>
          </a:p>
        </p:txBody>
      </p:sp>
      <p:sp>
        <p:nvSpPr>
          <p:cNvPr id="72" name="TextBox 71">
            <a:extLst>
              <a:ext uri="{FF2B5EF4-FFF2-40B4-BE49-F238E27FC236}">
                <a16:creationId xmlns:a16="http://schemas.microsoft.com/office/drawing/2014/main" id="{9D6F3C4E-09CF-4C20-BFFB-394CD8E2F48B}"/>
              </a:ext>
            </a:extLst>
          </p:cNvPr>
          <p:cNvSpPr txBox="1"/>
          <p:nvPr/>
        </p:nvSpPr>
        <p:spPr>
          <a:xfrm>
            <a:off x="76370" y="895230"/>
            <a:ext cx="5821509" cy="461665"/>
          </a:xfrm>
          <a:prstGeom prst="rect">
            <a:avLst/>
          </a:prstGeom>
          <a:noFill/>
        </p:spPr>
        <p:txBody>
          <a:bodyPr wrap="square" rtlCol="0">
            <a:spAutoFit/>
          </a:bodyPr>
          <a:lstStyle/>
          <a:p>
            <a:pPr marL="342900" indent="-342900">
              <a:buFont typeface="+mj-lt"/>
              <a:buAutoNum type="arabicPeriod"/>
            </a:pPr>
            <a:r>
              <a:rPr lang="en-GB" sz="1200" noProof="0" dirty="0"/>
              <a:t>To be able to solve double inequalities where the inequality doesn’t need to be split.</a:t>
            </a:r>
          </a:p>
          <a:p>
            <a:pPr marL="342900" indent="-342900">
              <a:buFont typeface="+mj-lt"/>
              <a:buAutoNum type="arabicPeriod"/>
            </a:pPr>
            <a:r>
              <a:rPr lang="en-GB" sz="1200" noProof="0" dirty="0"/>
              <a:t>To be able to solve double inequalities where the inequality needs to be split.</a:t>
            </a:r>
          </a:p>
        </p:txBody>
      </p:sp>
      <p:sp>
        <p:nvSpPr>
          <p:cNvPr id="73" name="TextBox 72">
            <a:extLst>
              <a:ext uri="{FF2B5EF4-FFF2-40B4-BE49-F238E27FC236}">
                <a16:creationId xmlns:a16="http://schemas.microsoft.com/office/drawing/2014/main" id="{57C45C22-84A4-5C40-EE04-1504875D9171}"/>
              </a:ext>
            </a:extLst>
          </p:cNvPr>
          <p:cNvSpPr txBox="1"/>
          <p:nvPr/>
        </p:nvSpPr>
        <p:spPr>
          <a:xfrm>
            <a:off x="142969" y="356923"/>
            <a:ext cx="6534707" cy="276999"/>
          </a:xfrm>
          <a:prstGeom prst="rect">
            <a:avLst/>
          </a:prstGeom>
          <a:noFill/>
          <a:ln>
            <a:solidFill>
              <a:schemeClr val="tx1"/>
            </a:solidFill>
          </a:ln>
        </p:spPr>
        <p:txBody>
          <a:bodyPr wrap="square" lIns="91440" tIns="45720" rIns="91440" bIns="45720" rtlCol="0" anchor="t">
            <a:spAutoFit/>
          </a:bodyPr>
          <a:lstStyle/>
          <a:p>
            <a:pPr algn="ctr"/>
            <a:r>
              <a:rPr lang="en-GB" sz="1200" noProof="0" dirty="0"/>
              <a:t>LEARNING OUTCOME: To understand and solve double inequalities</a:t>
            </a:r>
          </a:p>
        </p:txBody>
      </p:sp>
      <p:sp>
        <p:nvSpPr>
          <p:cNvPr id="74" name="TextBox 73">
            <a:extLst>
              <a:ext uri="{FF2B5EF4-FFF2-40B4-BE49-F238E27FC236}">
                <a16:creationId xmlns:a16="http://schemas.microsoft.com/office/drawing/2014/main" id="{03664274-9427-6300-6443-661B6D660D01}"/>
              </a:ext>
            </a:extLst>
          </p:cNvPr>
          <p:cNvSpPr txBox="1"/>
          <p:nvPr/>
        </p:nvSpPr>
        <p:spPr>
          <a:xfrm>
            <a:off x="5750560" y="812148"/>
            <a:ext cx="986253" cy="1015663"/>
          </a:xfrm>
          <a:prstGeom prst="rect">
            <a:avLst/>
          </a:prstGeom>
          <a:noFill/>
          <a:ln w="12700">
            <a:solidFill>
              <a:schemeClr val="tx1"/>
            </a:solidFill>
          </a:ln>
        </p:spPr>
        <p:txBody>
          <a:bodyPr wrap="square" rtlCol="0">
            <a:spAutoFit/>
          </a:bodyPr>
          <a:lstStyle/>
          <a:p>
            <a:r>
              <a:rPr lang="en-GB" sz="1200" b="1" u="sng" noProof="0" dirty="0"/>
              <a:t>Keywords:</a:t>
            </a:r>
            <a:endParaRPr lang="en-GB" sz="1200" noProof="0" dirty="0"/>
          </a:p>
          <a:p>
            <a:pPr marL="171450" indent="-171450">
              <a:buFontTx/>
              <a:buChar char="-"/>
            </a:pPr>
            <a:r>
              <a:rPr lang="en-GB" sz="1200" noProof="0" dirty="0"/>
              <a:t>Inequality</a:t>
            </a:r>
          </a:p>
          <a:p>
            <a:pPr marL="171450" indent="-171450">
              <a:buFontTx/>
              <a:buChar char="-"/>
            </a:pPr>
            <a:r>
              <a:rPr lang="en-GB" sz="1200" noProof="0" dirty="0"/>
              <a:t>Solution</a:t>
            </a:r>
          </a:p>
          <a:p>
            <a:pPr marL="171450" indent="-171450">
              <a:buFontTx/>
              <a:buChar char="-"/>
            </a:pPr>
            <a:r>
              <a:rPr lang="en-GB" sz="1200" noProof="0" dirty="0"/>
              <a:t>Unknown</a:t>
            </a:r>
          </a:p>
          <a:p>
            <a:pPr marL="171450" indent="-171450">
              <a:buFontTx/>
              <a:buChar char="-"/>
            </a:pPr>
            <a:r>
              <a:rPr lang="en-GB" sz="1200" noProof="0" dirty="0"/>
              <a:t>Variable</a:t>
            </a:r>
          </a:p>
        </p:txBody>
      </p:sp>
      <p:sp>
        <p:nvSpPr>
          <p:cNvPr id="10" name="Rectangle 9">
            <a:extLst>
              <a:ext uri="{FF2B5EF4-FFF2-40B4-BE49-F238E27FC236}">
                <a16:creationId xmlns:a16="http://schemas.microsoft.com/office/drawing/2014/main" id="{4100C4F9-9312-A29B-AF11-26B0477A50EB}"/>
              </a:ext>
            </a:extLst>
          </p:cNvPr>
          <p:cNvSpPr/>
          <p:nvPr/>
        </p:nvSpPr>
        <p:spPr>
          <a:xfrm>
            <a:off x="0" y="3404756"/>
            <a:ext cx="6858000" cy="252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solidFill>
                  <a:schemeClr val="bg1"/>
                </a:solidFill>
              </a:rPr>
              <a:t>Solving Double Inequalities with No Splitting</a:t>
            </a:r>
            <a:endParaRPr lang="en-GB" sz="1400" dirty="0">
              <a:solidFill>
                <a:schemeClr val="bg1"/>
              </a:solidFill>
            </a:endParaRPr>
          </a:p>
        </p:txBody>
      </p:sp>
      <p:sp>
        <p:nvSpPr>
          <p:cNvPr id="15" name="Rectangle 14">
            <a:extLst>
              <a:ext uri="{FF2B5EF4-FFF2-40B4-BE49-F238E27FC236}">
                <a16:creationId xmlns:a16="http://schemas.microsoft.com/office/drawing/2014/main" id="{1B0E06DC-2654-8E76-182D-AE41C9CB86F3}"/>
              </a:ext>
            </a:extLst>
          </p:cNvPr>
          <p:cNvSpPr/>
          <p:nvPr/>
        </p:nvSpPr>
        <p:spPr>
          <a:xfrm>
            <a:off x="86108" y="1974611"/>
            <a:ext cx="6679742" cy="12498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tx1"/>
                </a:solidFill>
                <a:effectLst/>
                <a:uLnTx/>
                <a:uFillTx/>
                <a:latin typeface="Calibri" panose="020F0502020204030204"/>
                <a:ea typeface="+mn-ea"/>
                <a:cs typeface="+mn-cs"/>
              </a:rPr>
              <a:t>Introduction – read and annotate:</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Now that you've practised solving single inequalities, it's time to extend those skills to double</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inequalities. A double inequality compares three expressions at once and shows how a variable fits</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between two values. Sometimes you can solve it just like a single inequality by working on all parts at</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once, while other times you may need to split it into two separate inequalities. We'll look at both</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schemeClr val="tx1"/>
                </a:solidFill>
                <a:effectLst/>
                <a:uLnTx/>
                <a:uFillTx/>
                <a:latin typeface="Calibri" panose="020F0502020204030204"/>
                <a:ea typeface="+mn-ea"/>
                <a:cs typeface="+mn-cs"/>
              </a:rPr>
              <a:t>types so you can see when each method is needed.</a:t>
            </a:r>
            <a:endParaRPr lang="en-GB" noProof="0" dirty="0">
              <a:solidFill>
                <a:schemeClr val="tx1"/>
              </a:solidFill>
            </a:endParaRPr>
          </a:p>
        </p:txBody>
      </p:sp>
      <p:pic>
        <p:nvPicPr>
          <p:cNvPr id="7" name="Picture 2" descr="Number lines / Misunderstandings / Patterns / Topdrawer / Home - Topdrawer">
            <a:extLst>
              <a:ext uri="{FF2B5EF4-FFF2-40B4-BE49-F238E27FC236}">
                <a16:creationId xmlns:a16="http://schemas.microsoft.com/office/drawing/2014/main" id="{65BC5C45-7434-A7E5-7203-55A58CD480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4285" y="5404889"/>
            <a:ext cx="2713391" cy="39816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Number lines / Misunderstandings / Patterns / Topdrawer / Home - Topdrawer">
            <a:extLst>
              <a:ext uri="{FF2B5EF4-FFF2-40B4-BE49-F238E27FC236}">
                <a16:creationId xmlns:a16="http://schemas.microsoft.com/office/drawing/2014/main" id="{54A198EA-3F0D-FF5E-DE9F-41E8A585E1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4285" y="9149213"/>
            <a:ext cx="2713393" cy="398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451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88C28-44EB-0EE9-4C30-6FE98C2E5FF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ACC872-3983-75CA-17B8-4063802B1D3F}"/>
              </a:ext>
            </a:extLst>
          </p:cNvPr>
          <p:cNvSpPr>
            <a:spLocks noGrp="1"/>
          </p:cNvSpPr>
          <p:nvPr>
            <p:ph type="sldNum" sz="quarter" idx="12"/>
          </p:nvPr>
        </p:nvSpPr>
        <p:spPr>
          <a:xfrm>
            <a:off x="5224463" y="9438684"/>
            <a:ext cx="1543050" cy="527403"/>
          </a:xfrm>
        </p:spPr>
        <p:txBody>
          <a:bodyPr/>
          <a:lstStyle/>
          <a:p>
            <a:fld id="{086C3A38-D272-42AA-9C88-F1FBEAE20D2C}" type="slidenum">
              <a:rPr lang="en-GB" noProof="0" smtClean="0"/>
              <a:t>30</a:t>
            </a:fld>
            <a:endParaRPr lang="en-GB" noProof="0" dirty="0"/>
          </a:p>
        </p:txBody>
      </p:sp>
      <p:sp>
        <p:nvSpPr>
          <p:cNvPr id="7" name="Rectangle 6">
            <a:extLst>
              <a:ext uri="{FF2B5EF4-FFF2-40B4-BE49-F238E27FC236}">
                <a16:creationId xmlns:a16="http://schemas.microsoft.com/office/drawing/2014/main" id="{127C1E82-5147-E593-881F-7D3AF869E7CE}"/>
              </a:ext>
            </a:extLst>
          </p:cNvPr>
          <p:cNvSpPr/>
          <p:nvPr/>
        </p:nvSpPr>
        <p:spPr>
          <a:xfrm>
            <a:off x="102515" y="6631559"/>
            <a:ext cx="1620000" cy="252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p:sp>
        <p:nvSpPr>
          <p:cNvPr id="9" name="TextBox 8">
            <a:extLst>
              <a:ext uri="{FF2B5EF4-FFF2-40B4-BE49-F238E27FC236}">
                <a16:creationId xmlns:a16="http://schemas.microsoft.com/office/drawing/2014/main" id="{3D2464EC-AFA0-9EF8-722E-A5D3972D19DB}"/>
              </a:ext>
            </a:extLst>
          </p:cNvPr>
          <p:cNvSpPr txBox="1"/>
          <p:nvPr/>
        </p:nvSpPr>
        <p:spPr>
          <a:xfrm>
            <a:off x="1722515" y="6664944"/>
            <a:ext cx="5502593" cy="276999"/>
          </a:xfrm>
          <a:prstGeom prst="rect">
            <a:avLst/>
          </a:prstGeom>
          <a:noFill/>
        </p:spPr>
        <p:txBody>
          <a:bodyPr wrap="square">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Question 1.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Solve the  inequalities</a:t>
            </a:r>
            <a:r>
              <a:rPr lang="en-GB" sz="1200" dirty="0">
                <a:solidFill>
                  <a:prstClr val="black"/>
                </a:solidFill>
                <a:latin typeface="Calibri" panose="020F0502020204030204"/>
              </a:rPr>
              <a:t> and show</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solution on the number line. </a:t>
            </a:r>
          </a:p>
        </p:txBody>
      </p:sp>
      <p:pic>
        <p:nvPicPr>
          <p:cNvPr id="12" name="Picture 2" descr="Number lines / Misunderstandings / Patterns / Topdrawer / Home - Topdrawer">
            <a:extLst>
              <a:ext uri="{FF2B5EF4-FFF2-40B4-BE49-F238E27FC236}">
                <a16:creationId xmlns:a16="http://schemas.microsoft.com/office/drawing/2014/main" id="{7BE10B05-910E-A5FF-4B8B-5085977930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113" y="9142579"/>
            <a:ext cx="2172155" cy="31874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Number lines / Misunderstandings / Patterns / Topdrawer / Home - Topdrawer">
            <a:extLst>
              <a:ext uri="{FF2B5EF4-FFF2-40B4-BE49-F238E27FC236}">
                <a16:creationId xmlns:a16="http://schemas.microsoft.com/office/drawing/2014/main" id="{1CF01C8D-1BF7-577F-BAF3-9B6FA8CE46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8235" y="9173255"/>
            <a:ext cx="2172155" cy="31874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umber lines / Misunderstandings / Patterns / Topdrawer / Home - Topdrawer">
            <a:extLst>
              <a:ext uri="{FF2B5EF4-FFF2-40B4-BE49-F238E27FC236}">
                <a16:creationId xmlns:a16="http://schemas.microsoft.com/office/drawing/2014/main" id="{10690274-1F89-8FC3-4674-78873FEDAD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5358" y="9173255"/>
            <a:ext cx="2172155" cy="31874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Number lines / Misunderstandings / Patterns / Topdrawer / Home - Topdrawer">
            <a:extLst>
              <a:ext uri="{FF2B5EF4-FFF2-40B4-BE49-F238E27FC236}">
                <a16:creationId xmlns:a16="http://schemas.microsoft.com/office/drawing/2014/main" id="{E21EED49-B18A-0DF2-F2F4-C12F962C4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461" y="10373279"/>
            <a:ext cx="1673019" cy="2454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Number lines / Misunderstandings / Patterns / Topdrawer / Home - Topdrawer">
            <a:extLst>
              <a:ext uri="{FF2B5EF4-FFF2-40B4-BE49-F238E27FC236}">
                <a16:creationId xmlns:a16="http://schemas.microsoft.com/office/drawing/2014/main" id="{56A24726-07DC-AE1B-96AF-3F87A44E32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4652" y="10373279"/>
            <a:ext cx="1673019" cy="2454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Number lines / Misunderstandings / Patterns / Topdrawer / Home - Topdrawer">
            <a:extLst>
              <a:ext uri="{FF2B5EF4-FFF2-40B4-BE49-F238E27FC236}">
                <a16:creationId xmlns:a16="http://schemas.microsoft.com/office/drawing/2014/main" id="{BFC2DB6D-28FF-3A62-00C2-61F0168FAD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5909" y="10250530"/>
            <a:ext cx="1673019" cy="24549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2BF0EC86-C551-4730-EA23-4475C9B077EE}"/>
                  </a:ext>
                </a:extLst>
              </p:cNvPr>
              <p:cNvGraphicFramePr>
                <a:graphicFrameLocks noGrp="1"/>
              </p:cNvGraphicFramePr>
              <p:nvPr>
                <p:extLst>
                  <p:ext uri="{D42A27DB-BD31-4B8C-83A1-F6EECF244321}">
                    <p14:modId xmlns:p14="http://schemas.microsoft.com/office/powerpoint/2010/main" val="3709897092"/>
                  </p:ext>
                </p:extLst>
              </p:nvPr>
            </p:nvGraphicFramePr>
            <p:xfrm>
              <a:off x="102515" y="76185"/>
              <a:ext cx="6671090" cy="6494382"/>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441203">
                      <a:extLst>
                        <a:ext uri="{9D8B030D-6E8A-4147-A177-3AD203B41FA5}">
                          <a16:colId xmlns:a16="http://schemas.microsoft.com/office/drawing/2014/main" val="1034895713"/>
                        </a:ext>
                      </a:extLst>
                    </a:gridCol>
                    <a:gridCol w="2850266">
                      <a:extLst>
                        <a:ext uri="{9D8B030D-6E8A-4147-A177-3AD203B41FA5}">
                          <a16:colId xmlns:a16="http://schemas.microsoft.com/office/drawing/2014/main" val="1437670624"/>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b="0" noProof="0" dirty="0">
                              <a:solidFill>
                                <a:schemeClr val="tx1"/>
                              </a:solidFill>
                              <a:latin typeface="+mn-lt"/>
                            </a:rPr>
                            <a:t>Recall your steps required for solving equations.</a:t>
                          </a: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a:t>
                          </a:r>
                          <a:r>
                            <a:rPr lang="en-GB" sz="1200" b="0" noProof="0" dirty="0">
                              <a:solidFill>
                                <a:schemeClr val="tx1"/>
                              </a:solidFill>
                              <a:latin typeface="+mn-lt"/>
                            </a:rPr>
                            <a:t>Isolate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latin typeface="+mn-lt"/>
                            </a:rPr>
                            <a:t> by performing the inverse operation to </a:t>
                          </a:r>
                          <a:r>
                            <a:rPr lang="en-GB" sz="1200" b="1" noProof="0" dirty="0">
                              <a:solidFill>
                                <a:schemeClr val="tx1"/>
                              </a:solidFill>
                              <a:latin typeface="+mn-lt"/>
                            </a:rPr>
                            <a:t>all three parts </a:t>
                          </a:r>
                          <a:r>
                            <a:rPr lang="en-GB" sz="1200" b="0" noProof="0" dirty="0">
                              <a:solidFill>
                                <a:schemeClr val="tx1"/>
                              </a:solidFill>
                              <a:latin typeface="+mn-lt"/>
                            </a:rPr>
                            <a:t>of the inequality.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3</m:t>
                                </m:r>
                                <m:r>
                                  <a:rPr lang="en-GB" sz="1200" b="0" i="1" baseline="0" noProof="0" smtClean="0">
                                    <a:solidFill>
                                      <a:schemeClr val="tx1"/>
                                    </a:solidFill>
                                    <a:latin typeface="Cambria Math" panose="02040503050406030204" pitchFamily="18" charset="0"/>
                                    <a:ea typeface="Cambria Math" panose="02040503050406030204" pitchFamily="18" charset="0"/>
                                  </a:rPr>
                                  <m:t>≤2</m:t>
                                </m:r>
                                <m:r>
                                  <a:rPr lang="en-GB" sz="1200" b="0" i="1" baseline="0" noProof="0" smtClean="0">
                                    <a:solidFill>
                                      <a:schemeClr val="tx1"/>
                                    </a:solidFill>
                                    <a:latin typeface="Cambria Math" panose="02040503050406030204" pitchFamily="18" charset="0"/>
                                    <a:ea typeface="Cambria Math" panose="02040503050406030204" pitchFamily="18" charset="0"/>
                                  </a:rPr>
                                  <m:t>𝑥</m:t>
                                </m:r>
                                <m:r>
                                  <a:rPr lang="en-GB" sz="1200" b="0" i="1" baseline="0" noProof="0" smtClean="0">
                                    <a:solidFill>
                                      <a:schemeClr val="tx1"/>
                                    </a:solidFill>
                                    <a:latin typeface="Cambria Math" panose="02040503050406030204" pitchFamily="18" charset="0"/>
                                    <a:ea typeface="Cambria Math" panose="02040503050406030204" pitchFamily="18" charset="0"/>
                                  </a:rPr>
                                  <m:t>−3&lt;7</m:t>
                                </m:r>
                              </m:oMath>
                            </m:oMathPara>
                          </a14:m>
                          <a:endParaRPr lang="en-GB" sz="1200" baseline="0" noProof="0" dirty="0">
                            <a:solidFill>
                              <a:schemeClr val="tx1"/>
                            </a:solidFill>
                          </a:endParaRPr>
                        </a:p>
                        <a:p>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394389">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2&lt;</m:t>
                                </m:r>
                                <m:f>
                                  <m:fPr>
                                    <m:ctrlPr>
                                      <a:rPr lang="en-GB" sz="1200" b="0" i="1" baseline="0" noProof="0" smtClean="0">
                                        <a:solidFill>
                                          <a:schemeClr val="tx1"/>
                                        </a:solidFill>
                                        <a:latin typeface="Cambria Math" panose="02040503050406030204" pitchFamily="18" charset="0"/>
                                      </a:rPr>
                                    </m:ctrlPr>
                                  </m:fPr>
                                  <m:num>
                                    <m:r>
                                      <a:rPr lang="en-GB" sz="1200" b="0" i="1" baseline="0" noProof="0" smtClean="0">
                                        <a:solidFill>
                                          <a:schemeClr val="tx1"/>
                                        </a:solidFill>
                                        <a:latin typeface="Cambria Math" panose="02040503050406030204" pitchFamily="18" charset="0"/>
                                      </a:rPr>
                                      <m:t>𝑥</m:t>
                                    </m:r>
                                  </m:num>
                                  <m:den>
                                    <m:r>
                                      <a:rPr lang="en-GB" sz="1200" b="0" i="1" baseline="0" noProof="0" smtClean="0">
                                        <a:solidFill>
                                          <a:schemeClr val="tx1"/>
                                        </a:solidFill>
                                        <a:latin typeface="Cambria Math" panose="02040503050406030204" pitchFamily="18" charset="0"/>
                                      </a:rPr>
                                      <m:t>3</m:t>
                                    </m:r>
                                  </m:den>
                                </m:f>
                                <m:r>
                                  <a:rPr lang="en-GB" sz="1200" b="0" i="1" baseline="0" noProof="0" smtClean="0">
                                    <a:solidFill>
                                      <a:schemeClr val="tx1"/>
                                    </a:solidFill>
                                    <a:latin typeface="Cambria Math" panose="02040503050406030204" pitchFamily="18" charset="0"/>
                                  </a:rPr>
                                  <m:t>+7&lt;</m:t>
                                </m:r>
                                <m:r>
                                  <a:rPr lang="en-GB" sz="1200" b="0" i="0" baseline="0" noProof="0" smtClean="0">
                                    <a:solidFill>
                                      <a:schemeClr val="tx1"/>
                                    </a:solidFill>
                                    <a:latin typeface="Cambria Math" panose="02040503050406030204" pitchFamily="18" charset="0"/>
                                  </a:rPr>
                                  <m:t>10</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integers that satisfy this inequality.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39438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GB" sz="1200" b="0" i="1" baseline="0" noProof="0" smtClean="0">
                                    <a:solidFill>
                                      <a:schemeClr val="tx1"/>
                                    </a:solidFill>
                                    <a:latin typeface="Cambria Math" panose="02040503050406030204" pitchFamily="18" charset="0"/>
                                  </a:rPr>
                                  <m:t>6&lt;3(</m:t>
                                </m:r>
                                <m:r>
                                  <a:rPr lang="en-GB" sz="1200" b="0" i="1" baseline="0" noProof="0" smtClean="0">
                                    <a:solidFill>
                                      <a:schemeClr val="tx1"/>
                                    </a:solidFill>
                                    <a:latin typeface="Cambria Math" panose="02040503050406030204" pitchFamily="18" charset="0"/>
                                  </a:rPr>
                                  <m:t>𝑥</m:t>
                                </m:r>
                                <m:r>
                                  <a:rPr lang="en-GB" sz="1200" b="0" i="1" baseline="0" noProof="0" smtClean="0">
                                    <a:solidFill>
                                      <a:schemeClr val="tx1"/>
                                    </a:solidFill>
                                    <a:latin typeface="Cambria Math" panose="02040503050406030204" pitchFamily="18" charset="0"/>
                                  </a:rPr>
                                  <m:t>+4)&lt;1</m:t>
                                </m:r>
                                <m:r>
                                  <a:rPr lang="en-GB" sz="1200" b="0" i="0" baseline="0" noProof="0" smtClean="0">
                                    <a:solidFill>
                                      <a:schemeClr val="tx1"/>
                                    </a:solidFill>
                                    <a:latin typeface="Cambria Math" panose="02040503050406030204" pitchFamily="18" charset="0"/>
                                  </a:rPr>
                                  <m:t>2</m:t>
                                </m:r>
                              </m:oMath>
                            </m:oMathPara>
                          </a14:m>
                          <a:endParaRPr lang="en-GB" sz="1200" baseline="0" noProof="0" dirty="0">
                            <a:solidFill>
                              <a:schemeClr val="tx1"/>
                            </a:solidFill>
                          </a:endParaRPr>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integers that satisfy this inequality.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Choice>
        <mc:Fallback xmlns="">
          <p:graphicFrame>
            <p:nvGraphicFramePr>
              <p:cNvPr id="3" name="Table 2">
                <a:extLst>
                  <a:ext uri="{FF2B5EF4-FFF2-40B4-BE49-F238E27FC236}">
                    <a16:creationId xmlns:a16="http://schemas.microsoft.com/office/drawing/2014/main" id="{2BF0EC86-C551-4730-EA23-4475C9B077EE}"/>
                  </a:ext>
                </a:extLst>
              </p:cNvPr>
              <p:cNvGraphicFramePr>
                <a:graphicFrameLocks noGrp="1"/>
              </p:cNvGraphicFramePr>
              <p:nvPr>
                <p:extLst>
                  <p:ext uri="{D42A27DB-BD31-4B8C-83A1-F6EECF244321}">
                    <p14:modId xmlns:p14="http://schemas.microsoft.com/office/powerpoint/2010/main" val="3709897092"/>
                  </p:ext>
                </p:extLst>
              </p:nvPr>
            </p:nvGraphicFramePr>
            <p:xfrm>
              <a:off x="102515" y="76185"/>
              <a:ext cx="6671090" cy="6494382"/>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2441203">
                      <a:extLst>
                        <a:ext uri="{9D8B030D-6E8A-4147-A177-3AD203B41FA5}">
                          <a16:colId xmlns:a16="http://schemas.microsoft.com/office/drawing/2014/main" val="1034895713"/>
                        </a:ext>
                      </a:extLst>
                    </a:gridCol>
                    <a:gridCol w="2850266">
                      <a:extLst>
                        <a:ext uri="{9D8B030D-6E8A-4147-A177-3AD203B41FA5}">
                          <a16:colId xmlns:a16="http://schemas.microsoft.com/office/drawing/2014/main" val="1437670624"/>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6">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1" t="-4711" r="-383700" b="-196"/>
                          </a:stretch>
                        </a:blip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73736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858" t="-33684" r="-117207" b="-241404"/>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solution on the number line below: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chemeClr val="accent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867662">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858" t="-139414" r="-117207" b="-108795"/>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integers that satisfy this inequality.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i="1" noProof="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73736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858" t="-274386" r="-117207" b="-702"/>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List the integers that satisfy this inequality.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bl>
              </a:graphicData>
            </a:graphic>
          </p:graphicFrame>
        </mc:Fallback>
      </mc:AlternateContent>
      <p:pic>
        <p:nvPicPr>
          <p:cNvPr id="5" name="Picture 2" descr="Number lines / Misunderstandings / Patterns / Topdrawer / Home - Topdrawer">
            <a:extLst>
              <a:ext uri="{FF2B5EF4-FFF2-40B4-BE49-F238E27FC236}">
                <a16:creationId xmlns:a16="http://schemas.microsoft.com/office/drawing/2014/main" id="{63027F2B-BAAF-1FC0-129D-C5F63880D4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1628" y="1710414"/>
            <a:ext cx="2660953" cy="39046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864A4B24-D80A-F3BA-BE07-50E6F337BDF6}"/>
                  </a:ext>
                </a:extLst>
              </p:cNvPr>
              <p:cNvGraphicFramePr>
                <a:graphicFrameLocks noGrp="1"/>
              </p:cNvGraphicFramePr>
              <p:nvPr>
                <p:extLst>
                  <p:ext uri="{D42A27DB-BD31-4B8C-83A1-F6EECF244321}">
                    <p14:modId xmlns:p14="http://schemas.microsoft.com/office/powerpoint/2010/main" val="2957459404"/>
                  </p:ext>
                </p:extLst>
              </p:nvPr>
            </p:nvGraphicFramePr>
            <p:xfrm>
              <a:off x="111179" y="7006739"/>
              <a:ext cx="6656334" cy="2556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299755385"/>
                        </a:ext>
                      </a:extLst>
                    </a:gridCol>
                    <a:gridCol w="2218778">
                      <a:extLst>
                        <a:ext uri="{9D8B030D-6E8A-4147-A177-3AD203B41FA5}">
                          <a16:colId xmlns:a16="http://schemas.microsoft.com/office/drawing/2014/main" val="2676526672"/>
                        </a:ext>
                      </a:extLst>
                    </a:gridCol>
                    <a:gridCol w="2218778">
                      <a:extLst>
                        <a:ext uri="{9D8B030D-6E8A-4147-A177-3AD203B41FA5}">
                          <a16:colId xmlns:a16="http://schemas.microsoft.com/office/drawing/2014/main" val="4291473460"/>
                        </a:ext>
                      </a:extLst>
                    </a:gridCol>
                  </a:tblGrid>
                  <a:tr h="1728000">
                    <a:tc>
                      <a:txBody>
                        <a:bodyPr/>
                        <a:lstStyle/>
                        <a:p>
                          <a:r>
                            <a:rPr lang="en-GB" sz="1200" noProof="0" dirty="0"/>
                            <a:t>a)</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4&lt;2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&lt;10</m:t>
                              </m:r>
                            </m:oMath>
                          </a14:m>
                          <a:endParaRPr lang="en-GB" sz="1200" noProof="0" dirty="0"/>
                        </a:p>
                      </a:txBody>
                      <a:tcPr/>
                    </a:tc>
                    <a:tc>
                      <a:txBody>
                        <a:bodyPr/>
                        <a:lstStyle/>
                        <a:p>
                          <a:r>
                            <a:rPr lang="en-GB" sz="1200" noProof="0" dirty="0"/>
                            <a:t>b)</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6&lt;3</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&lt;15</m:t>
                              </m:r>
                            </m:oMath>
                          </a14:m>
                          <a:endParaRPr lang="en-GB" sz="1200" noProof="0" dirty="0"/>
                        </a:p>
                      </a:txBody>
                      <a:tcPr/>
                    </a:tc>
                    <a:tc>
                      <a:txBody>
                        <a:bodyPr/>
                        <a:lstStyle/>
                        <a:p>
                          <a:r>
                            <a:rPr lang="en-GB" sz="1200" noProof="0" dirty="0"/>
                            <a:t>c)</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4&lt;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+1&lt;10</m:t>
                              </m:r>
                            </m:oMath>
                          </a14:m>
                          <a:endParaRPr lang="en-GB" sz="1200" noProof="0" dirty="0"/>
                        </a:p>
                      </a:txBody>
                      <a:tcPr/>
                    </a:tc>
                    <a:extLst>
                      <a:ext uri="{0D108BD9-81ED-4DB2-BD59-A6C34878D82A}">
                        <a16:rowId xmlns:a16="http://schemas.microsoft.com/office/drawing/2014/main" val="376524330"/>
                      </a:ext>
                    </a:extLst>
                  </a:tr>
                  <a:tr h="82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352276900"/>
                      </a:ext>
                    </a:extLst>
                  </a:tr>
                </a:tbl>
              </a:graphicData>
            </a:graphic>
          </p:graphicFrame>
        </mc:Choice>
        <mc:Fallback xmlns="">
          <p:graphicFrame>
            <p:nvGraphicFramePr>
              <p:cNvPr id="14" name="Table 13">
                <a:extLst>
                  <a:ext uri="{FF2B5EF4-FFF2-40B4-BE49-F238E27FC236}">
                    <a16:creationId xmlns:a16="http://schemas.microsoft.com/office/drawing/2014/main" id="{864A4B24-D80A-F3BA-BE07-50E6F337BDF6}"/>
                  </a:ext>
                </a:extLst>
              </p:cNvPr>
              <p:cNvGraphicFramePr>
                <a:graphicFrameLocks noGrp="1"/>
              </p:cNvGraphicFramePr>
              <p:nvPr>
                <p:extLst>
                  <p:ext uri="{D42A27DB-BD31-4B8C-83A1-F6EECF244321}">
                    <p14:modId xmlns:p14="http://schemas.microsoft.com/office/powerpoint/2010/main" val="2957459404"/>
                  </p:ext>
                </p:extLst>
              </p:nvPr>
            </p:nvGraphicFramePr>
            <p:xfrm>
              <a:off x="111179" y="7006739"/>
              <a:ext cx="6656334" cy="2556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299755385"/>
                        </a:ext>
                      </a:extLst>
                    </a:gridCol>
                    <a:gridCol w="2218778">
                      <a:extLst>
                        <a:ext uri="{9D8B030D-6E8A-4147-A177-3AD203B41FA5}">
                          <a16:colId xmlns:a16="http://schemas.microsoft.com/office/drawing/2014/main" val="2676526672"/>
                        </a:ext>
                      </a:extLst>
                    </a:gridCol>
                    <a:gridCol w="2218778">
                      <a:extLst>
                        <a:ext uri="{9D8B030D-6E8A-4147-A177-3AD203B41FA5}">
                          <a16:colId xmlns:a16="http://schemas.microsoft.com/office/drawing/2014/main" val="4291473460"/>
                        </a:ext>
                      </a:extLst>
                    </a:gridCol>
                  </a:tblGrid>
                  <a:tr h="1728000">
                    <a:tc>
                      <a:txBody>
                        <a:bodyPr/>
                        <a:lstStyle/>
                        <a:p>
                          <a:endParaRPr lang="en-US"/>
                        </a:p>
                      </a:txBody>
                      <a:tcPr>
                        <a:blipFill>
                          <a:blip r:embed="rId4"/>
                          <a:stretch>
                            <a:fillRect l="-275" t="-352" r="-200824" b="-48592"/>
                          </a:stretch>
                        </a:blipFill>
                      </a:tcPr>
                    </a:tc>
                    <a:tc>
                      <a:txBody>
                        <a:bodyPr/>
                        <a:lstStyle/>
                        <a:p>
                          <a:endParaRPr lang="en-US"/>
                        </a:p>
                      </a:txBody>
                      <a:tcPr>
                        <a:blipFill>
                          <a:blip r:embed="rId4"/>
                          <a:stretch>
                            <a:fillRect l="-100000" t="-352" r="-100274" b="-48592"/>
                          </a:stretch>
                        </a:blipFill>
                      </a:tcPr>
                    </a:tc>
                    <a:tc>
                      <a:txBody>
                        <a:bodyPr/>
                        <a:lstStyle/>
                        <a:p>
                          <a:endParaRPr lang="en-US"/>
                        </a:p>
                      </a:txBody>
                      <a:tcPr>
                        <a:blipFill>
                          <a:blip r:embed="rId4"/>
                          <a:stretch>
                            <a:fillRect l="-200549" t="-352" r="-549" b="-48592"/>
                          </a:stretch>
                        </a:blipFill>
                      </a:tcPr>
                    </a:tc>
                    <a:extLst>
                      <a:ext uri="{0D108BD9-81ED-4DB2-BD59-A6C34878D82A}">
                        <a16:rowId xmlns:a16="http://schemas.microsoft.com/office/drawing/2014/main" val="376524330"/>
                      </a:ext>
                    </a:extLst>
                  </a:tr>
                  <a:tr h="82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352276900"/>
                      </a:ext>
                    </a:extLst>
                  </a:tr>
                </a:tbl>
              </a:graphicData>
            </a:graphic>
          </p:graphicFrame>
        </mc:Fallback>
      </mc:AlternateContent>
    </p:spTree>
    <p:extLst>
      <p:ext uri="{BB962C8B-B14F-4D97-AF65-F5344CB8AC3E}">
        <p14:creationId xmlns:p14="http://schemas.microsoft.com/office/powerpoint/2010/main" val="24162868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C84380-EB6C-8C09-E216-AD4B6DDAD2C5}"/>
              </a:ext>
            </a:extLst>
          </p:cNvPr>
          <p:cNvSpPr>
            <a:spLocks noGrp="1"/>
          </p:cNvSpPr>
          <p:nvPr>
            <p:ph type="sldNum" sz="quarter" idx="12"/>
          </p:nvPr>
        </p:nvSpPr>
        <p:spPr>
          <a:xfrm>
            <a:off x="5224463" y="9425237"/>
            <a:ext cx="1543050" cy="527403"/>
          </a:xfrm>
        </p:spPr>
        <p:txBody>
          <a:bodyPr/>
          <a:lstStyle/>
          <a:p>
            <a:fld id="{086C3A38-D272-42AA-9C88-F1FBEAE20D2C}" type="slidenum">
              <a:rPr lang="en-GB" noProof="0" smtClean="0"/>
              <a:t>31</a:t>
            </a:fld>
            <a:endParaRPr lang="en-GB" noProof="0" dirty="0"/>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CE860350-BC0E-A6FF-E0EA-AFFC7047201B}"/>
                  </a:ext>
                </a:extLst>
              </p:cNvPr>
              <p:cNvGraphicFramePr>
                <a:graphicFrameLocks noGrp="1"/>
              </p:cNvGraphicFramePr>
              <p:nvPr>
                <p:extLst>
                  <p:ext uri="{D42A27DB-BD31-4B8C-83A1-F6EECF244321}">
                    <p14:modId xmlns:p14="http://schemas.microsoft.com/office/powerpoint/2010/main" val="3517355615"/>
                  </p:ext>
                </p:extLst>
              </p:nvPr>
            </p:nvGraphicFramePr>
            <p:xfrm>
              <a:off x="110181" y="162716"/>
              <a:ext cx="6656334" cy="2484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1974795812"/>
                        </a:ext>
                      </a:extLst>
                    </a:gridCol>
                    <a:gridCol w="2218778">
                      <a:extLst>
                        <a:ext uri="{9D8B030D-6E8A-4147-A177-3AD203B41FA5}">
                          <a16:colId xmlns:a16="http://schemas.microsoft.com/office/drawing/2014/main" val="3177600488"/>
                        </a:ext>
                      </a:extLst>
                    </a:gridCol>
                    <a:gridCol w="2218778">
                      <a:extLst>
                        <a:ext uri="{9D8B030D-6E8A-4147-A177-3AD203B41FA5}">
                          <a16:colId xmlns:a16="http://schemas.microsoft.com/office/drawing/2014/main" val="3432312952"/>
                        </a:ext>
                      </a:extLst>
                    </a:gridCol>
                  </a:tblGrid>
                  <a:tr h="1656000">
                    <a:tc>
                      <a:txBody>
                        <a:bodyPr/>
                        <a:lstStyle/>
                        <a:p>
                          <a:r>
                            <a:rPr lang="en-GB" sz="1200" noProof="0" dirty="0"/>
                            <a:t>d) </a:t>
                          </a:r>
                          <a14:m>
                            <m:oMath xmlns:m="http://schemas.openxmlformats.org/officeDocument/2006/math">
                              <m:r>
                                <a:rPr lang="en-GB" sz="1200" b="0" i="0" noProof="0" smtClean="0">
                                  <a:solidFill>
                                    <a:schemeClr val="tx1"/>
                                  </a:solidFill>
                                  <a:latin typeface="Cambria Math" panose="02040503050406030204" pitchFamily="18" charset="0"/>
                                </a:rPr>
                                <m:t>0</m:t>
                              </m:r>
                              <m:r>
                                <a:rPr lang="en-GB" sz="1200" b="0" i="1" noProof="0" smtClean="0">
                                  <a:solidFill>
                                    <a:schemeClr val="tx1"/>
                                  </a:solidFill>
                                  <a:latin typeface="Cambria Math" panose="02040503050406030204" pitchFamily="18" charset="0"/>
                                </a:rPr>
                                <m:t>&lt;</m:t>
                              </m:r>
                              <m:f>
                                <m:fPr>
                                  <m:ctrlPr>
                                    <a:rPr lang="en-GB" sz="1200" b="0" i="1" noProof="0" smtClean="0">
                                      <a:solidFill>
                                        <a:schemeClr val="tx1"/>
                                      </a:solidFill>
                                      <a:latin typeface="Cambria Math" panose="02040503050406030204" pitchFamily="18" charset="0"/>
                                      <a:ea typeface="Cambria Math" panose="02040503050406030204" pitchFamily="18" charset="0"/>
                                    </a:rPr>
                                  </m:ctrlPr>
                                </m:fPr>
                                <m:num>
                                  <m:r>
                                    <a:rPr lang="en-GB" sz="1200" b="0" i="1" noProof="0" smtClean="0">
                                      <a:solidFill>
                                        <a:schemeClr val="tx1"/>
                                      </a:solidFill>
                                      <a:latin typeface="Cambria Math" panose="02040503050406030204" pitchFamily="18" charset="0"/>
                                      <a:ea typeface="Cambria Math" panose="02040503050406030204" pitchFamily="18" charset="0"/>
                                    </a:rPr>
                                    <m:t>𝑥</m:t>
                                  </m:r>
                                </m:num>
                                <m:den>
                                  <m:r>
                                    <a:rPr lang="en-GB" sz="1200" b="0" i="1" noProof="0" smtClean="0">
                                      <a:solidFill>
                                        <a:schemeClr val="tx1"/>
                                      </a:solidFill>
                                      <a:latin typeface="Cambria Math" panose="02040503050406030204" pitchFamily="18" charset="0"/>
                                      <a:ea typeface="Cambria Math" panose="02040503050406030204" pitchFamily="18" charset="0"/>
                                    </a:rPr>
                                    <m:t>3</m:t>
                                  </m:r>
                                </m:den>
                              </m:f>
                              <m:r>
                                <a:rPr lang="en-GB" sz="1200" b="0" i="1" noProof="0" smtClean="0">
                                  <a:solidFill>
                                    <a:schemeClr val="tx1"/>
                                  </a:solidFill>
                                  <a:latin typeface="Cambria Math" panose="02040503050406030204" pitchFamily="18" charset="0"/>
                                  <a:ea typeface="Cambria Math" panose="02040503050406030204" pitchFamily="18" charset="0"/>
                                </a:rPr>
                                <m:t>&lt;3</m:t>
                              </m:r>
                            </m:oMath>
                          </a14:m>
                          <a:endParaRPr lang="en-GB" sz="1200" noProof="0" dirty="0"/>
                        </a:p>
                      </a:txBody>
                      <a:tcPr/>
                    </a:tc>
                    <a:tc>
                      <a:txBody>
                        <a:bodyPr/>
                        <a:lstStyle/>
                        <a:p>
                          <a:r>
                            <a:rPr lang="en-GB" sz="1200" noProof="0" dirty="0"/>
                            <a:t>e) </a:t>
                          </a:r>
                          <a14:m>
                            <m:oMath xmlns:m="http://schemas.openxmlformats.org/officeDocument/2006/math">
                              <m:r>
                                <a:rPr lang="en-GB" sz="1200" b="0" i="1" noProof="0" smtClean="0">
                                  <a:solidFill>
                                    <a:schemeClr val="tx1"/>
                                  </a:solidFill>
                                  <a:latin typeface="Cambria Math" panose="02040503050406030204" pitchFamily="18" charset="0"/>
                                </a:rPr>
                                <m:t>4&lt;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−2&lt;10</m:t>
                              </m:r>
                            </m:oMath>
                          </a14:m>
                          <a:endParaRPr lang="en-GB" sz="1200" noProof="0" dirty="0"/>
                        </a:p>
                      </a:txBody>
                      <a:tcPr/>
                    </a:tc>
                    <a:tc>
                      <a:txBody>
                        <a:bodyPr/>
                        <a:lstStyle/>
                        <a:p>
                          <a:r>
                            <a:rPr lang="en-GB" sz="1200" noProof="0" dirty="0"/>
                            <a:t>f) </a:t>
                          </a:r>
                          <a14:m>
                            <m:oMath xmlns:m="http://schemas.openxmlformats.org/officeDocument/2006/math">
                              <m:r>
                                <a:rPr lang="en-GB" sz="1200" b="0" i="1" noProof="0" smtClean="0">
                                  <a:solidFill>
                                    <a:schemeClr val="tx1"/>
                                  </a:solidFill>
                                  <a:latin typeface="Cambria Math" panose="02040503050406030204" pitchFamily="18" charset="0"/>
                                </a:rPr>
                                <m:t>4&lt;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 &lt;10</m:t>
                              </m:r>
                            </m:oMath>
                          </a14:m>
                          <a:endParaRPr lang="en-GB" sz="1200" noProof="0" dirty="0"/>
                        </a:p>
                      </a:txBody>
                      <a:tcPr/>
                    </a:tc>
                    <a:extLst>
                      <a:ext uri="{0D108BD9-81ED-4DB2-BD59-A6C34878D82A}">
                        <a16:rowId xmlns:a16="http://schemas.microsoft.com/office/drawing/2014/main" val="4114826640"/>
                      </a:ext>
                    </a:extLst>
                  </a:tr>
                  <a:tr h="82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69933807"/>
                      </a:ext>
                    </a:extLst>
                  </a:tr>
                </a:tbl>
              </a:graphicData>
            </a:graphic>
          </p:graphicFrame>
        </mc:Choice>
        <mc:Fallback xmlns="">
          <p:graphicFrame>
            <p:nvGraphicFramePr>
              <p:cNvPr id="15" name="Table 14">
                <a:extLst>
                  <a:ext uri="{FF2B5EF4-FFF2-40B4-BE49-F238E27FC236}">
                    <a16:creationId xmlns:a16="http://schemas.microsoft.com/office/drawing/2014/main" id="{CE860350-BC0E-A6FF-E0EA-AFFC7047201B}"/>
                  </a:ext>
                </a:extLst>
              </p:cNvPr>
              <p:cNvGraphicFramePr>
                <a:graphicFrameLocks noGrp="1"/>
              </p:cNvGraphicFramePr>
              <p:nvPr>
                <p:extLst>
                  <p:ext uri="{D42A27DB-BD31-4B8C-83A1-F6EECF244321}">
                    <p14:modId xmlns:p14="http://schemas.microsoft.com/office/powerpoint/2010/main" val="3517355615"/>
                  </p:ext>
                </p:extLst>
              </p:nvPr>
            </p:nvGraphicFramePr>
            <p:xfrm>
              <a:off x="110181" y="162716"/>
              <a:ext cx="6656334" cy="2484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1974795812"/>
                        </a:ext>
                      </a:extLst>
                    </a:gridCol>
                    <a:gridCol w="2218778">
                      <a:extLst>
                        <a:ext uri="{9D8B030D-6E8A-4147-A177-3AD203B41FA5}">
                          <a16:colId xmlns:a16="http://schemas.microsoft.com/office/drawing/2014/main" val="3177600488"/>
                        </a:ext>
                      </a:extLst>
                    </a:gridCol>
                    <a:gridCol w="2218778">
                      <a:extLst>
                        <a:ext uri="{9D8B030D-6E8A-4147-A177-3AD203B41FA5}">
                          <a16:colId xmlns:a16="http://schemas.microsoft.com/office/drawing/2014/main" val="3432312952"/>
                        </a:ext>
                      </a:extLst>
                    </a:gridCol>
                  </a:tblGrid>
                  <a:tr h="1656000">
                    <a:tc>
                      <a:txBody>
                        <a:bodyPr/>
                        <a:lstStyle/>
                        <a:p>
                          <a:endParaRPr lang="en-US"/>
                        </a:p>
                      </a:txBody>
                      <a:tcPr>
                        <a:blipFill>
                          <a:blip r:embed="rId2"/>
                          <a:stretch>
                            <a:fillRect l="-275" t="-366" r="-200824" b="-50549"/>
                          </a:stretch>
                        </a:blipFill>
                      </a:tcPr>
                    </a:tc>
                    <a:tc>
                      <a:txBody>
                        <a:bodyPr/>
                        <a:lstStyle/>
                        <a:p>
                          <a:endParaRPr lang="en-US"/>
                        </a:p>
                      </a:txBody>
                      <a:tcPr>
                        <a:blipFill>
                          <a:blip r:embed="rId2"/>
                          <a:stretch>
                            <a:fillRect l="-100275" t="-366" r="-100824" b="-50549"/>
                          </a:stretch>
                        </a:blipFill>
                      </a:tcPr>
                    </a:tc>
                    <a:tc>
                      <a:txBody>
                        <a:bodyPr/>
                        <a:lstStyle/>
                        <a:p>
                          <a:endParaRPr lang="en-US"/>
                        </a:p>
                      </a:txBody>
                      <a:tcPr>
                        <a:blipFill>
                          <a:blip r:embed="rId2"/>
                          <a:stretch>
                            <a:fillRect l="-200275" t="-366" r="-824" b="-50549"/>
                          </a:stretch>
                        </a:blipFill>
                      </a:tcPr>
                    </a:tc>
                    <a:extLst>
                      <a:ext uri="{0D108BD9-81ED-4DB2-BD59-A6C34878D82A}">
                        <a16:rowId xmlns:a16="http://schemas.microsoft.com/office/drawing/2014/main" val="4114826640"/>
                      </a:ext>
                    </a:extLst>
                  </a:tr>
                  <a:tr h="82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69933807"/>
                      </a:ext>
                    </a:extLst>
                  </a:tr>
                </a:tbl>
              </a:graphicData>
            </a:graphic>
          </p:graphicFrame>
        </mc:Fallback>
      </mc:AlternateContent>
      <p:pic>
        <p:nvPicPr>
          <p:cNvPr id="20" name="Picture 2" descr="Number lines / Misunderstandings / Patterns / Topdrawer / Home - Topdrawer">
            <a:extLst>
              <a:ext uri="{FF2B5EF4-FFF2-40B4-BE49-F238E27FC236}">
                <a16:creationId xmlns:a16="http://schemas.microsoft.com/office/drawing/2014/main" id="{CCA5BE7E-465C-D4AA-8F78-78AB4A2930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525" y="2298026"/>
            <a:ext cx="2172155" cy="31874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Number lines / Misunderstandings / Patterns / Topdrawer / Home - Topdrawer">
            <a:extLst>
              <a:ext uri="{FF2B5EF4-FFF2-40B4-BE49-F238E27FC236}">
                <a16:creationId xmlns:a16="http://schemas.microsoft.com/office/drawing/2014/main" id="{20147D8D-6818-5687-BD41-0E3420B15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5094" y="2274914"/>
            <a:ext cx="2172155" cy="31874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Number lines / Misunderstandings / Patterns / Topdrawer / Home - Topdrawer">
            <a:extLst>
              <a:ext uri="{FF2B5EF4-FFF2-40B4-BE49-F238E27FC236}">
                <a16:creationId xmlns:a16="http://schemas.microsoft.com/office/drawing/2014/main" id="{95E9BA5F-7284-E590-FA81-D6A848F744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2217" y="2261467"/>
            <a:ext cx="2172155" cy="318741"/>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E1CAED30-0571-AC8D-AF90-A9F2E6E08F89}"/>
              </a:ext>
            </a:extLst>
          </p:cNvPr>
          <p:cNvSpPr txBox="1"/>
          <p:nvPr/>
        </p:nvSpPr>
        <p:spPr>
          <a:xfrm>
            <a:off x="0" y="2738553"/>
            <a:ext cx="5502593" cy="276999"/>
          </a:xfrm>
          <a:prstGeom prst="rect">
            <a:avLst/>
          </a:prstGeom>
          <a:noFill/>
        </p:spPr>
        <p:txBody>
          <a:bodyPr wrap="square">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Question 2.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Solve the inequalities</a:t>
            </a:r>
            <a:r>
              <a:rPr lang="en-GB" sz="1200" dirty="0">
                <a:solidFill>
                  <a:prstClr val="black"/>
                </a:solidFill>
                <a:latin typeface="Calibri" panose="020F0502020204030204"/>
              </a:rPr>
              <a:t> and list the integers that satisfy the inequality.</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25" name="Table 24">
                <a:extLst>
                  <a:ext uri="{FF2B5EF4-FFF2-40B4-BE49-F238E27FC236}">
                    <a16:creationId xmlns:a16="http://schemas.microsoft.com/office/drawing/2014/main" id="{FB255669-A7D3-27B1-5B50-00D5DD5CEDCD}"/>
                  </a:ext>
                </a:extLst>
              </p:cNvPr>
              <p:cNvGraphicFramePr>
                <a:graphicFrameLocks noGrp="1"/>
              </p:cNvGraphicFramePr>
              <p:nvPr>
                <p:extLst>
                  <p:ext uri="{D42A27DB-BD31-4B8C-83A1-F6EECF244321}">
                    <p14:modId xmlns:p14="http://schemas.microsoft.com/office/powerpoint/2010/main" val="3483118025"/>
                  </p:ext>
                </p:extLst>
              </p:nvPr>
            </p:nvGraphicFramePr>
            <p:xfrm>
              <a:off x="110181" y="3002105"/>
              <a:ext cx="6656334" cy="6588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20284029"/>
                        </a:ext>
                      </a:extLst>
                    </a:gridCol>
                    <a:gridCol w="2218778">
                      <a:extLst>
                        <a:ext uri="{9D8B030D-6E8A-4147-A177-3AD203B41FA5}">
                          <a16:colId xmlns:a16="http://schemas.microsoft.com/office/drawing/2014/main" val="3111965065"/>
                        </a:ext>
                      </a:extLst>
                    </a:gridCol>
                    <a:gridCol w="2218778">
                      <a:extLst>
                        <a:ext uri="{9D8B030D-6E8A-4147-A177-3AD203B41FA5}">
                          <a16:colId xmlns:a16="http://schemas.microsoft.com/office/drawing/2014/main" val="1484782081"/>
                        </a:ext>
                      </a:extLst>
                    </a:gridCol>
                  </a:tblGrid>
                  <a:tr h="1656000">
                    <a:tc>
                      <a:txBody>
                        <a:bodyPr/>
                        <a:lstStyle/>
                        <a:p>
                          <a:r>
                            <a:rPr lang="en-GB" sz="1200" noProof="0" dirty="0"/>
                            <a:t>a)</a:t>
                          </a:r>
                          <a14:m>
                            <m:oMath xmlns:m="http://schemas.openxmlformats.org/officeDocument/2006/math">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ea typeface="Cambria Math" panose="02040503050406030204" pitchFamily="18" charset="0"/>
                                </a:rPr>
                                <m:t>≤2</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&lt;5</m:t>
                              </m:r>
                            </m:oMath>
                          </a14:m>
                          <a:endParaRPr lang="en-GB" sz="1200" noProof="0" dirty="0"/>
                        </a:p>
                      </a:txBody>
                      <a:tcPr/>
                    </a:tc>
                    <a:tc>
                      <a:txBody>
                        <a:bodyPr/>
                        <a:lstStyle/>
                        <a:p>
                          <a:r>
                            <a:rPr lang="en-GB" sz="1200" noProof="0" dirty="0"/>
                            <a:t>b)</a:t>
                          </a:r>
                          <a14:m>
                            <m:oMath xmlns:m="http://schemas.openxmlformats.org/officeDocument/2006/math">
                              <m:r>
                                <a:rPr lang="en-GB" sz="1200" b="0" i="0"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ea typeface="Cambria Math" panose="02040503050406030204" pitchFamily="18" charset="0"/>
                                </a:rPr>
                                <m:t>≤2</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&lt;5</m:t>
                              </m:r>
                            </m:oMath>
                          </a14:m>
                          <a:endParaRPr lang="en-GB" sz="1200" noProof="0" dirty="0"/>
                        </a:p>
                      </a:txBody>
                      <a:tcPr/>
                    </a:tc>
                    <a:tc>
                      <a:txBody>
                        <a:bodyPr/>
                        <a:lstStyle/>
                        <a:p>
                          <a:r>
                            <a:rPr lang="en-GB" sz="1200" noProof="0" dirty="0"/>
                            <a:t>c)</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4&lt;2</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−1&lt;10</m:t>
                              </m:r>
                            </m:oMath>
                          </a14:m>
                          <a:endParaRPr lang="en-GB" sz="1200" noProof="0" dirty="0"/>
                        </a:p>
                      </a:txBody>
                      <a:tcPr/>
                    </a:tc>
                    <a:extLst>
                      <a:ext uri="{0D108BD9-81ED-4DB2-BD59-A6C34878D82A}">
                        <a16:rowId xmlns:a16="http://schemas.microsoft.com/office/drawing/2014/main" val="3771773160"/>
                      </a:ext>
                    </a:extLst>
                  </a:tr>
                  <a:tr h="540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2372287852"/>
                      </a:ext>
                    </a:extLst>
                  </a:tr>
                  <a:tr h="1656000">
                    <a:tc>
                      <a:txBody>
                        <a:bodyPr/>
                        <a:lstStyle/>
                        <a:p>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4&lt;3</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−2&lt;10</m:t>
                              </m:r>
                            </m:oMath>
                          </a14:m>
                          <a:endParaRPr lang="en-GB" sz="1200" b="0" noProof="0" dirty="0">
                            <a:solidFill>
                              <a:schemeClr val="tx1"/>
                            </a:solidFill>
                          </a:endParaRPr>
                        </a:p>
                      </a:txBody>
                      <a:tcPr/>
                    </a:tc>
                    <a:tc>
                      <a:txBody>
                        <a:bodyPr/>
                        <a:lstStyle/>
                        <a:p>
                          <a:r>
                            <a:rPr lang="en-GB" sz="1200" b="0" noProof="0" dirty="0">
                              <a:solidFill>
                                <a:schemeClr val="tx1"/>
                              </a:solidFill>
                            </a:rPr>
                            <a:t>e) </a:t>
                          </a:r>
                          <a14:m>
                            <m:oMath xmlns:m="http://schemas.openxmlformats.org/officeDocument/2006/math">
                              <m:r>
                                <a:rPr lang="en-GB" sz="1200" b="0" i="0"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&lt;</m:t>
                              </m:r>
                              <m:f>
                                <m:fPr>
                                  <m:ctrlPr>
                                    <a:rPr lang="en-GB" sz="1200" b="0" i="1" noProof="0" smtClean="0">
                                      <a:solidFill>
                                        <a:schemeClr val="tx1"/>
                                      </a:solidFill>
                                      <a:latin typeface="Cambria Math" panose="02040503050406030204" pitchFamily="18" charset="0"/>
                                      <a:ea typeface="Cambria Math" panose="02040503050406030204" pitchFamily="18" charset="0"/>
                                    </a:rPr>
                                  </m:ctrlPr>
                                </m:fPr>
                                <m:num>
                                  <m:r>
                                    <a:rPr lang="en-GB" sz="1200" b="0" i="1" noProof="0" smtClean="0">
                                      <a:solidFill>
                                        <a:schemeClr val="tx1"/>
                                      </a:solidFill>
                                      <a:latin typeface="Cambria Math" panose="02040503050406030204" pitchFamily="18" charset="0"/>
                                      <a:ea typeface="Cambria Math" panose="02040503050406030204" pitchFamily="18" charset="0"/>
                                    </a:rPr>
                                    <m:t>𝑥</m:t>
                                  </m:r>
                                </m:num>
                                <m:den>
                                  <m:r>
                                    <a:rPr lang="en-GB" sz="1200" b="0" i="1" noProof="0" smtClean="0">
                                      <a:solidFill>
                                        <a:schemeClr val="tx1"/>
                                      </a:solidFill>
                                      <a:latin typeface="Cambria Math" panose="02040503050406030204" pitchFamily="18" charset="0"/>
                                      <a:ea typeface="Cambria Math" panose="02040503050406030204" pitchFamily="18" charset="0"/>
                                    </a:rPr>
                                    <m:t>3</m:t>
                                  </m:r>
                                </m:den>
                              </m:f>
                              <m:r>
                                <a:rPr lang="en-GB" sz="1200" b="0" i="1" noProof="0" smtClean="0">
                                  <a:solidFill>
                                    <a:schemeClr val="tx1"/>
                                  </a:solidFill>
                                  <a:latin typeface="Cambria Math" panose="02040503050406030204" pitchFamily="18" charset="0"/>
                                  <a:ea typeface="Cambria Math" panose="02040503050406030204" pitchFamily="18" charset="0"/>
                                </a:rPr>
                                <m:t>−2&lt;</m:t>
                              </m:r>
                              <m:r>
                                <a:rPr lang="en-GB" sz="1200" b="0" i="0" noProof="0" smtClean="0">
                                  <a:solidFill>
                                    <a:schemeClr val="tx1"/>
                                  </a:solidFill>
                                  <a:latin typeface="Cambria Math" panose="02040503050406030204" pitchFamily="18" charset="0"/>
                                  <a:ea typeface="Cambria Math" panose="02040503050406030204" pitchFamily="18" charset="0"/>
                                </a:rPr>
                                <m:t>5</m:t>
                              </m:r>
                            </m:oMath>
                          </a14:m>
                          <a:endParaRPr lang="en-GB" sz="1200" b="0" noProof="0" dirty="0">
                            <a:solidFill>
                              <a:schemeClr val="tx1"/>
                            </a:solidFill>
                          </a:endParaRPr>
                        </a:p>
                      </a:txBody>
                      <a:tcPr/>
                    </a:tc>
                    <a:tc>
                      <a:txBody>
                        <a:bodyPr/>
                        <a:lstStyle/>
                        <a:p>
                          <a:r>
                            <a:rPr lang="en-GB" sz="1200" b="0" noProof="0" dirty="0">
                              <a:solidFill>
                                <a:schemeClr val="tx1"/>
                              </a:solidFill>
                            </a:rPr>
                            <a:t>f) </a:t>
                          </a:r>
                          <a14:m>
                            <m:oMath xmlns:m="http://schemas.openxmlformats.org/officeDocument/2006/math">
                              <m:r>
                                <a:rPr lang="en-GB" sz="1200" b="0" i="0"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6&lt;3(</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−2)&lt;1</m:t>
                              </m:r>
                              <m:r>
                                <a:rPr lang="en-GB" sz="1200" b="0" i="0"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solidFill>
                              <a:schemeClr val="tx1"/>
                            </a:solidFill>
                          </a:endParaRPr>
                        </a:p>
                      </a:txBody>
                      <a:tcPr/>
                    </a:tc>
                    <a:extLst>
                      <a:ext uri="{0D108BD9-81ED-4DB2-BD59-A6C34878D82A}">
                        <a16:rowId xmlns:a16="http://schemas.microsoft.com/office/drawing/2014/main" val="2739586819"/>
                      </a:ext>
                    </a:extLst>
                  </a:tr>
                  <a:tr h="540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1718446453"/>
                      </a:ext>
                    </a:extLst>
                  </a:tr>
                  <a:tr h="1656000">
                    <a:tc>
                      <a:txBody>
                        <a:bodyPr/>
                        <a:lstStyle/>
                        <a:p>
                          <a:r>
                            <a:rPr lang="en-GB" sz="1200" b="0" noProof="0" dirty="0">
                              <a:solidFill>
                                <a:schemeClr val="tx1"/>
                              </a:solidFill>
                            </a:rPr>
                            <a:t>g) </a:t>
                          </a:r>
                          <a14:m>
                            <m:oMath xmlns:m="http://schemas.openxmlformats.org/officeDocument/2006/math">
                              <m:r>
                                <a:rPr lang="en-GB" sz="1200" b="0" i="1" noProof="0" smtClean="0">
                                  <a:solidFill>
                                    <a:schemeClr val="tx1"/>
                                  </a:solidFill>
                                  <a:latin typeface="Cambria Math" panose="02040503050406030204" pitchFamily="18" charset="0"/>
                                </a:rPr>
                                <m:t>−4&lt;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−2&lt;10</m:t>
                              </m:r>
                            </m:oMath>
                          </a14:m>
                          <a:endParaRPr lang="en-GB" sz="1200" b="0" noProof="0" dirty="0">
                            <a:solidFill>
                              <a:schemeClr val="tx1"/>
                            </a:solidFill>
                          </a:endParaRPr>
                        </a:p>
                      </a:txBody>
                      <a:tcPr/>
                    </a:tc>
                    <a:tc>
                      <a:txBody>
                        <a:bodyPr/>
                        <a:lstStyle/>
                        <a:p>
                          <a:r>
                            <a:rPr lang="en-GB" sz="1200" b="0" noProof="0" dirty="0">
                              <a:solidFill>
                                <a:schemeClr val="tx1"/>
                              </a:solidFill>
                            </a:rPr>
                            <a:t>h) </a:t>
                          </a:r>
                          <a14:m>
                            <m:oMath xmlns:m="http://schemas.openxmlformats.org/officeDocument/2006/math">
                              <m:r>
                                <a:rPr lang="en-GB" sz="1200" b="0" i="1" noProof="0" smtClean="0">
                                  <a:solidFill>
                                    <a:schemeClr val="tx1"/>
                                  </a:solidFill>
                                  <a:latin typeface="Cambria Math" panose="02040503050406030204" pitchFamily="18" charset="0"/>
                                </a:rPr>
                                <m:t>−1</m:t>
                              </m:r>
                              <m:r>
                                <a:rPr lang="en-GB" sz="1200" b="0" i="1" noProof="0" smtClean="0">
                                  <a:solidFill>
                                    <a:schemeClr val="tx1"/>
                                  </a:solidFill>
                                  <a:latin typeface="Cambria Math" panose="02040503050406030204" pitchFamily="18" charset="0"/>
                                  <a:ea typeface="Cambria Math" panose="02040503050406030204" pitchFamily="18" charset="0"/>
                                </a:rPr>
                                <m:t>≤</m:t>
                              </m:r>
                              <m:f>
                                <m:fPr>
                                  <m:ctrlPr>
                                    <a:rPr lang="en-GB" sz="1200" b="0" i="1" noProof="0" smtClean="0">
                                      <a:solidFill>
                                        <a:schemeClr val="tx1"/>
                                      </a:solidFill>
                                      <a:latin typeface="Cambria Math" panose="02040503050406030204" pitchFamily="18" charset="0"/>
                                      <a:ea typeface="Cambria Math" panose="02040503050406030204" pitchFamily="18" charset="0"/>
                                    </a:rPr>
                                  </m:ctrlPr>
                                </m:fPr>
                                <m:num>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m:t>
                                  </m:r>
                                </m:num>
                                <m:den>
                                  <m:r>
                                    <a:rPr lang="en-GB" sz="1200" b="0" i="1" noProof="0" smtClean="0">
                                      <a:solidFill>
                                        <a:schemeClr val="tx1"/>
                                      </a:solidFill>
                                      <a:latin typeface="Cambria Math" panose="02040503050406030204" pitchFamily="18" charset="0"/>
                                      <a:ea typeface="Cambria Math" panose="02040503050406030204" pitchFamily="18" charset="0"/>
                                    </a:rPr>
                                    <m:t>2</m:t>
                                  </m:r>
                                </m:den>
                              </m:f>
                              <m:r>
                                <a:rPr lang="en-GB" sz="1200" b="0" i="1" noProof="0" smtClean="0">
                                  <a:solidFill>
                                    <a:schemeClr val="tx1"/>
                                  </a:solidFill>
                                  <a:latin typeface="Cambria Math" panose="02040503050406030204" pitchFamily="18" charset="0"/>
                                  <a:ea typeface="Cambria Math" panose="02040503050406030204" pitchFamily="18" charset="0"/>
                                </a:rPr>
                                <m:t>≤</m:t>
                              </m:r>
                              <m:r>
                                <a:rPr lang="en-GB" sz="1200" b="0" i="0"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solidFill>
                              <a:schemeClr val="tx1"/>
                            </a:solidFill>
                          </a:endParaRPr>
                        </a:p>
                      </a:txBody>
                      <a:tcPr/>
                    </a:tc>
                    <a:tc>
                      <a:txBody>
                        <a:bodyPr/>
                        <a:lstStyle/>
                        <a:p>
                          <a:r>
                            <a:rPr lang="en-GB" sz="1200" b="0" noProof="0" dirty="0">
                              <a:solidFill>
                                <a:schemeClr val="tx1"/>
                              </a:solidFill>
                            </a:rPr>
                            <a:t>i) </a:t>
                          </a:r>
                          <a14:m>
                            <m:oMath xmlns:m="http://schemas.openxmlformats.org/officeDocument/2006/math">
                              <m:r>
                                <a:rPr lang="en-GB" sz="1200" b="0" i="0"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10 </m:t>
                              </m:r>
                              <m:r>
                                <a:rPr lang="en-GB" sz="1200" b="0" i="1" noProof="0" smtClean="0">
                                  <a:solidFill>
                                    <a:schemeClr val="tx1"/>
                                  </a:solidFill>
                                  <a:latin typeface="Cambria Math" panose="02040503050406030204" pitchFamily="18" charset="0"/>
                                  <a:ea typeface="Cambria Math" panose="02040503050406030204" pitchFamily="18" charset="0"/>
                                </a:rPr>
                                <m:t>≤2</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−1≤−4</m:t>
                              </m:r>
                            </m:oMath>
                          </a14:m>
                          <a:endParaRPr lang="en-GB" sz="1200" b="0" noProof="0" dirty="0">
                            <a:solidFill>
                              <a:schemeClr val="tx1"/>
                            </a:solidFill>
                          </a:endParaRPr>
                        </a:p>
                      </a:txBody>
                      <a:tcPr/>
                    </a:tc>
                    <a:extLst>
                      <a:ext uri="{0D108BD9-81ED-4DB2-BD59-A6C34878D82A}">
                        <a16:rowId xmlns:a16="http://schemas.microsoft.com/office/drawing/2014/main" val="3843274290"/>
                      </a:ext>
                    </a:extLst>
                  </a:tr>
                  <a:tr h="540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1003044"/>
                      </a:ext>
                    </a:extLst>
                  </a:tr>
                </a:tbl>
              </a:graphicData>
            </a:graphic>
          </p:graphicFrame>
        </mc:Choice>
        <mc:Fallback xmlns="">
          <p:graphicFrame>
            <p:nvGraphicFramePr>
              <p:cNvPr id="25" name="Table 24">
                <a:extLst>
                  <a:ext uri="{FF2B5EF4-FFF2-40B4-BE49-F238E27FC236}">
                    <a16:creationId xmlns:a16="http://schemas.microsoft.com/office/drawing/2014/main" id="{FB255669-A7D3-27B1-5B50-00D5DD5CEDCD}"/>
                  </a:ext>
                </a:extLst>
              </p:cNvPr>
              <p:cNvGraphicFramePr>
                <a:graphicFrameLocks noGrp="1"/>
              </p:cNvGraphicFramePr>
              <p:nvPr>
                <p:extLst>
                  <p:ext uri="{D42A27DB-BD31-4B8C-83A1-F6EECF244321}">
                    <p14:modId xmlns:p14="http://schemas.microsoft.com/office/powerpoint/2010/main" val="3483118025"/>
                  </p:ext>
                </p:extLst>
              </p:nvPr>
            </p:nvGraphicFramePr>
            <p:xfrm>
              <a:off x="110181" y="3002105"/>
              <a:ext cx="6656334" cy="6588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20284029"/>
                        </a:ext>
                      </a:extLst>
                    </a:gridCol>
                    <a:gridCol w="2218778">
                      <a:extLst>
                        <a:ext uri="{9D8B030D-6E8A-4147-A177-3AD203B41FA5}">
                          <a16:colId xmlns:a16="http://schemas.microsoft.com/office/drawing/2014/main" val="3111965065"/>
                        </a:ext>
                      </a:extLst>
                    </a:gridCol>
                    <a:gridCol w="2218778">
                      <a:extLst>
                        <a:ext uri="{9D8B030D-6E8A-4147-A177-3AD203B41FA5}">
                          <a16:colId xmlns:a16="http://schemas.microsoft.com/office/drawing/2014/main" val="1484782081"/>
                        </a:ext>
                      </a:extLst>
                    </a:gridCol>
                  </a:tblGrid>
                  <a:tr h="1656000">
                    <a:tc>
                      <a:txBody>
                        <a:bodyPr/>
                        <a:lstStyle/>
                        <a:p>
                          <a:endParaRPr lang="en-US"/>
                        </a:p>
                      </a:txBody>
                      <a:tcPr>
                        <a:blipFill>
                          <a:blip r:embed="rId4"/>
                          <a:stretch>
                            <a:fillRect l="-275" t="-368" r="-200824" b="-298529"/>
                          </a:stretch>
                        </a:blipFill>
                      </a:tcPr>
                    </a:tc>
                    <a:tc>
                      <a:txBody>
                        <a:bodyPr/>
                        <a:lstStyle/>
                        <a:p>
                          <a:endParaRPr lang="en-US"/>
                        </a:p>
                      </a:txBody>
                      <a:tcPr>
                        <a:blipFill>
                          <a:blip r:embed="rId4"/>
                          <a:stretch>
                            <a:fillRect l="-100275" t="-368" r="-100824" b="-298529"/>
                          </a:stretch>
                        </a:blipFill>
                      </a:tcPr>
                    </a:tc>
                    <a:tc>
                      <a:txBody>
                        <a:bodyPr/>
                        <a:lstStyle/>
                        <a:p>
                          <a:endParaRPr lang="en-US"/>
                        </a:p>
                      </a:txBody>
                      <a:tcPr>
                        <a:blipFill>
                          <a:blip r:embed="rId4"/>
                          <a:stretch>
                            <a:fillRect l="-200275" t="-368" r="-824" b="-298529"/>
                          </a:stretch>
                        </a:blipFill>
                      </a:tcPr>
                    </a:tc>
                    <a:extLst>
                      <a:ext uri="{0D108BD9-81ED-4DB2-BD59-A6C34878D82A}">
                        <a16:rowId xmlns:a16="http://schemas.microsoft.com/office/drawing/2014/main" val="3771773160"/>
                      </a:ext>
                    </a:extLst>
                  </a:tr>
                  <a:tr h="540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2372287852"/>
                      </a:ext>
                    </a:extLst>
                  </a:tr>
                  <a:tr h="1656000">
                    <a:tc>
                      <a:txBody>
                        <a:bodyPr/>
                        <a:lstStyle/>
                        <a:p>
                          <a:endParaRPr lang="en-US"/>
                        </a:p>
                      </a:txBody>
                      <a:tcPr>
                        <a:blipFill>
                          <a:blip r:embed="rId4"/>
                          <a:stretch>
                            <a:fillRect l="-275" t="-133088" r="-200824" b="-165809"/>
                          </a:stretch>
                        </a:blipFill>
                      </a:tcPr>
                    </a:tc>
                    <a:tc>
                      <a:txBody>
                        <a:bodyPr/>
                        <a:lstStyle/>
                        <a:p>
                          <a:endParaRPr lang="en-US"/>
                        </a:p>
                      </a:txBody>
                      <a:tcPr>
                        <a:blipFill>
                          <a:blip r:embed="rId4"/>
                          <a:stretch>
                            <a:fillRect l="-100275" t="-133088" r="-100824" b="-165809"/>
                          </a:stretch>
                        </a:blipFill>
                      </a:tcPr>
                    </a:tc>
                    <a:tc>
                      <a:txBody>
                        <a:bodyPr/>
                        <a:lstStyle/>
                        <a:p>
                          <a:endParaRPr lang="en-US"/>
                        </a:p>
                      </a:txBody>
                      <a:tcPr>
                        <a:blipFill>
                          <a:blip r:embed="rId4"/>
                          <a:stretch>
                            <a:fillRect l="-200275" t="-133088" r="-824" b="-165809"/>
                          </a:stretch>
                        </a:blipFill>
                      </a:tcPr>
                    </a:tc>
                    <a:extLst>
                      <a:ext uri="{0D108BD9-81ED-4DB2-BD59-A6C34878D82A}">
                        <a16:rowId xmlns:a16="http://schemas.microsoft.com/office/drawing/2014/main" val="2739586819"/>
                      </a:ext>
                    </a:extLst>
                  </a:tr>
                  <a:tr h="540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1718446453"/>
                      </a:ext>
                    </a:extLst>
                  </a:tr>
                  <a:tr h="1656000">
                    <a:tc>
                      <a:txBody>
                        <a:bodyPr/>
                        <a:lstStyle/>
                        <a:p>
                          <a:endParaRPr lang="en-US"/>
                        </a:p>
                      </a:txBody>
                      <a:tcPr>
                        <a:blipFill>
                          <a:blip r:embed="rId4"/>
                          <a:stretch>
                            <a:fillRect l="-275" t="-265441" r="-200824" b="-33456"/>
                          </a:stretch>
                        </a:blipFill>
                      </a:tcPr>
                    </a:tc>
                    <a:tc>
                      <a:txBody>
                        <a:bodyPr/>
                        <a:lstStyle/>
                        <a:p>
                          <a:endParaRPr lang="en-US"/>
                        </a:p>
                      </a:txBody>
                      <a:tcPr>
                        <a:blipFill>
                          <a:blip r:embed="rId4"/>
                          <a:stretch>
                            <a:fillRect l="-100275" t="-265441" r="-100824" b="-33456"/>
                          </a:stretch>
                        </a:blipFill>
                      </a:tcPr>
                    </a:tc>
                    <a:tc>
                      <a:txBody>
                        <a:bodyPr/>
                        <a:lstStyle/>
                        <a:p>
                          <a:endParaRPr lang="en-US"/>
                        </a:p>
                      </a:txBody>
                      <a:tcPr>
                        <a:blipFill>
                          <a:blip r:embed="rId4"/>
                          <a:stretch>
                            <a:fillRect l="-200275" t="-265441" r="-824" b="-33456"/>
                          </a:stretch>
                        </a:blipFill>
                      </a:tcPr>
                    </a:tc>
                    <a:extLst>
                      <a:ext uri="{0D108BD9-81ED-4DB2-BD59-A6C34878D82A}">
                        <a16:rowId xmlns:a16="http://schemas.microsoft.com/office/drawing/2014/main" val="3843274290"/>
                      </a:ext>
                    </a:extLst>
                  </a:tr>
                  <a:tr h="540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1003044"/>
                      </a:ext>
                    </a:extLst>
                  </a:tr>
                </a:tbl>
              </a:graphicData>
            </a:graphic>
          </p:graphicFrame>
        </mc:Fallback>
      </mc:AlternateContent>
    </p:spTree>
    <p:extLst>
      <p:ext uri="{BB962C8B-B14F-4D97-AF65-F5344CB8AC3E}">
        <p14:creationId xmlns:p14="http://schemas.microsoft.com/office/powerpoint/2010/main" val="1007235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26239B-8609-2E7E-AE8F-1C5C73795722}"/>
              </a:ext>
            </a:extLst>
          </p:cNvPr>
          <p:cNvSpPr>
            <a:spLocks noGrp="1"/>
          </p:cNvSpPr>
          <p:nvPr>
            <p:ph type="sldNum" sz="quarter" idx="12"/>
          </p:nvPr>
        </p:nvSpPr>
        <p:spPr>
          <a:xfrm>
            <a:off x="5193983" y="9462888"/>
            <a:ext cx="1543050" cy="527403"/>
          </a:xfrm>
        </p:spPr>
        <p:txBody>
          <a:bodyPr/>
          <a:lstStyle/>
          <a:p>
            <a:fld id="{086C3A38-D272-42AA-9C88-F1FBEAE20D2C}" type="slidenum">
              <a:rPr lang="en-GB" noProof="0" smtClean="0"/>
              <a:t>32</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6AC4ED3-DE75-1812-2695-0C641590C87B}"/>
                  </a:ext>
                </a:extLst>
              </p:cNvPr>
              <p:cNvGraphicFramePr>
                <a:graphicFrameLocks noGrp="1"/>
              </p:cNvGraphicFramePr>
              <p:nvPr>
                <p:extLst>
                  <p:ext uri="{D42A27DB-BD31-4B8C-83A1-F6EECF244321}">
                    <p14:modId xmlns:p14="http://schemas.microsoft.com/office/powerpoint/2010/main" val="4274592899"/>
                  </p:ext>
                </p:extLst>
              </p:nvPr>
            </p:nvGraphicFramePr>
            <p:xfrm>
              <a:off x="110960" y="407562"/>
              <a:ext cx="6626073" cy="9090876"/>
            </p:xfrm>
            <a:graphic>
              <a:graphicData uri="http://schemas.openxmlformats.org/drawingml/2006/table">
                <a:tbl>
                  <a:tblPr firstRow="1" bandRow="1">
                    <a:tableStyleId>{5C22544A-7EE6-4342-B048-85BDC9FD1C3A}</a:tableStyleId>
                  </a:tblPr>
                  <a:tblGrid>
                    <a:gridCol w="2208691">
                      <a:extLst>
                        <a:ext uri="{9D8B030D-6E8A-4147-A177-3AD203B41FA5}">
                          <a16:colId xmlns:a16="http://schemas.microsoft.com/office/drawing/2014/main" val="1266167123"/>
                        </a:ext>
                      </a:extLst>
                    </a:gridCol>
                    <a:gridCol w="2208691">
                      <a:extLst>
                        <a:ext uri="{9D8B030D-6E8A-4147-A177-3AD203B41FA5}">
                          <a16:colId xmlns:a16="http://schemas.microsoft.com/office/drawing/2014/main" val="1543455521"/>
                        </a:ext>
                      </a:extLst>
                    </a:gridCol>
                    <a:gridCol w="2208691">
                      <a:extLst>
                        <a:ext uri="{9D8B030D-6E8A-4147-A177-3AD203B41FA5}">
                          <a16:colId xmlns:a16="http://schemas.microsoft.com/office/drawing/2014/main" val="1221606748"/>
                        </a:ext>
                      </a:extLst>
                    </a:gridCol>
                  </a:tblGrid>
                  <a:tr h="3030292">
                    <a:tc>
                      <a:txBody>
                        <a:bodyPr/>
                        <a:lstStyle/>
                        <a:p>
                          <a:r>
                            <a:rPr lang="en-GB" sz="1200" b="0" noProof="0" dirty="0">
                              <a:solidFill>
                                <a:schemeClr val="tx1"/>
                              </a:solidFill>
                            </a:rPr>
                            <a:t>a)  </a:t>
                          </a:r>
                          <a14:m>
                            <m:oMath xmlns:m="http://schemas.openxmlformats.org/officeDocument/2006/math">
                              <m:r>
                                <a:rPr lang="en-GB" sz="1200" b="0" i="0"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10 </m:t>
                              </m:r>
                              <m:r>
                                <a:rPr lang="en-GB" sz="1200" b="0" i="1" noProof="0" smtClean="0">
                                  <a:solidFill>
                                    <a:schemeClr val="tx1"/>
                                  </a:solidFill>
                                  <a:latin typeface="Cambria Math" panose="02040503050406030204" pitchFamily="18" charset="0"/>
                                  <a:ea typeface="Cambria Math" panose="02040503050406030204" pitchFamily="18" charset="0"/>
                                </a:rPr>
                                <m:t>≤4</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−2≤−4</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0"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10 </m:t>
                              </m:r>
                              <m:r>
                                <a:rPr lang="en-GB" sz="1200" b="0" i="1" noProof="0" smtClean="0">
                                  <a:solidFill>
                                    <a:schemeClr val="tx1"/>
                                  </a:solidFill>
                                  <a:latin typeface="Cambria Math" panose="02040503050406030204" pitchFamily="18" charset="0"/>
                                  <a:ea typeface="Cambria Math" panose="02040503050406030204" pitchFamily="18" charset="0"/>
                                </a:rPr>
                                <m:t>≤4</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−2≤4</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r>
                                <a:rPr lang="en-GB" sz="1200" b="0" i="0"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10 </m:t>
                              </m:r>
                              <m:r>
                                <a:rPr lang="en-GB" sz="1200" b="0" i="1" noProof="0" smtClean="0">
                                  <a:solidFill>
                                    <a:schemeClr val="tx1"/>
                                  </a:solidFill>
                                  <a:latin typeface="Cambria Math" panose="02040503050406030204" pitchFamily="18" charset="0"/>
                                  <a:ea typeface="Cambria Math" panose="02040503050406030204" pitchFamily="18" charset="0"/>
                                </a:rPr>
                                <m:t>≤4</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−2≤8</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114937"/>
                      </a:ext>
                    </a:extLst>
                  </a:tr>
                  <a:tr h="3030292">
                    <a:tc>
                      <a:txBody>
                        <a:bodyPr/>
                        <a:lstStyle/>
                        <a:p>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−20&lt;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1</m:t>
                                  </m:r>
                                </m:num>
                                <m:den>
                                  <m:r>
                                    <a:rPr lang="en-GB" sz="1200" b="0" i="1" noProof="0" smtClean="0">
                                      <a:solidFill>
                                        <a:schemeClr val="tx1"/>
                                      </a:solidFill>
                                      <a:latin typeface="Cambria Math" panose="02040503050406030204" pitchFamily="18" charset="0"/>
                                    </a:rPr>
                                    <m:t>4</m:t>
                                  </m:r>
                                </m:den>
                              </m:f>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≤8</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e) </a:t>
                          </a:r>
                          <a14:m>
                            <m:oMath xmlns:m="http://schemas.openxmlformats.org/officeDocument/2006/math">
                              <m:r>
                                <a:rPr lang="en-GB" sz="1200" b="0" i="1" noProof="0" smtClean="0">
                                  <a:solidFill>
                                    <a:schemeClr val="tx1"/>
                                  </a:solidFill>
                                  <a:latin typeface="Cambria Math" panose="02040503050406030204" pitchFamily="18" charset="0"/>
                                </a:rPr>
                                <m:t>−20&lt;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1</m:t>
                                  </m:r>
                                </m:num>
                                <m:den>
                                  <m:r>
                                    <a:rPr lang="en-GB" sz="1200" b="0" i="1" noProof="0" smtClean="0">
                                      <a:solidFill>
                                        <a:schemeClr val="tx1"/>
                                      </a:solidFill>
                                      <a:latin typeface="Cambria Math" panose="02040503050406030204" pitchFamily="18" charset="0"/>
                                    </a:rPr>
                                    <m:t>2</m:t>
                                  </m:r>
                                </m:den>
                              </m:f>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≤8</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 </a:t>
                          </a:r>
                          <a14:m>
                            <m:oMath xmlns:m="http://schemas.openxmlformats.org/officeDocument/2006/math">
                              <m:r>
                                <a:rPr lang="en-GB" sz="1200" b="0" i="1" noProof="0" smtClean="0">
                                  <a:solidFill>
                                    <a:schemeClr val="tx1"/>
                                  </a:solidFill>
                                  <a:latin typeface="Cambria Math" panose="02040503050406030204" pitchFamily="18" charset="0"/>
                                </a:rPr>
                                <m:t>−20&lt;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1</m:t>
                                  </m:r>
                                </m:num>
                                <m:den>
                                  <m:r>
                                    <a:rPr lang="en-GB" sz="1200" b="0" i="1" noProof="0" smtClean="0">
                                      <a:solidFill>
                                        <a:schemeClr val="tx1"/>
                                      </a:solidFill>
                                      <a:latin typeface="Cambria Math" panose="02040503050406030204" pitchFamily="18" charset="0"/>
                                    </a:rPr>
                                    <m:t>2</m:t>
                                  </m:r>
                                </m:den>
                              </m:f>
                              <m:r>
                                <a:rPr lang="en-GB" sz="1200" b="0" i="1" noProof="0" smtClean="0">
                                  <a:solidFill>
                                    <a:schemeClr val="tx1"/>
                                  </a:solidFill>
                                  <a:latin typeface="Cambria Math" panose="02040503050406030204" pitchFamily="18" charset="0"/>
                                </a:rPr>
                                <m:t>𝑥</m:t>
                              </m:r>
                              <m:r>
                                <a:rPr lang="en-GB" sz="1200" b="0" i="0" noProof="0" smtClean="0">
                                  <a:solidFill>
                                    <a:schemeClr val="tx1"/>
                                  </a:solidFill>
                                  <a:latin typeface="Cambria Math" panose="02040503050406030204" pitchFamily="18" charset="0"/>
                                </a:rPr>
                                <m:t>−8</m:t>
                              </m:r>
                              <m:r>
                                <a:rPr lang="en-GB" sz="1200" b="0" i="1" noProof="0" smtClean="0">
                                  <a:solidFill>
                                    <a:schemeClr val="tx1"/>
                                  </a:solidFill>
                                  <a:latin typeface="Cambria Math" panose="02040503050406030204" pitchFamily="18" charset="0"/>
                                  <a:ea typeface="Cambria Math" panose="02040503050406030204" pitchFamily="18" charset="0"/>
                                </a:rPr>
                                <m:t>≤8</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1555647"/>
                      </a:ext>
                    </a:extLst>
                  </a:tr>
                  <a:tr h="3030292">
                    <a:tc>
                      <a:txBody>
                        <a:bodyPr/>
                        <a:lstStyle/>
                        <a:p>
                          <a:r>
                            <a:rPr lang="en-GB" sz="1200" b="0" noProof="0" dirty="0">
                              <a:solidFill>
                                <a:schemeClr val="tx1"/>
                              </a:solidFill>
                            </a:rPr>
                            <a:t>g) </a:t>
                          </a:r>
                          <a14:m>
                            <m:oMath xmlns:m="http://schemas.openxmlformats.org/officeDocument/2006/math">
                              <m:r>
                                <a:rPr lang="en-GB" sz="1200" b="0" i="1" noProof="0" smtClean="0">
                                  <a:solidFill>
                                    <a:schemeClr val="tx1"/>
                                  </a:solidFill>
                                  <a:latin typeface="Cambria Math" panose="02040503050406030204" pitchFamily="18" charset="0"/>
                                </a:rPr>
                                <m:t>−20&lt;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−8</m:t>
                                  </m:r>
                                </m:num>
                                <m:den>
                                  <m:r>
                                    <a:rPr lang="en-GB" sz="1200" b="0" i="1" noProof="0" smtClean="0">
                                      <a:solidFill>
                                        <a:schemeClr val="tx1"/>
                                      </a:solidFill>
                                      <a:latin typeface="Cambria Math" panose="02040503050406030204" pitchFamily="18" charset="0"/>
                                    </a:rPr>
                                    <m:t>2</m:t>
                                  </m:r>
                                </m:den>
                              </m:f>
                              <m:r>
                                <a:rPr lang="en-GB" sz="1200" b="0" i="1" noProof="0" smtClean="0">
                                  <a:solidFill>
                                    <a:schemeClr val="tx1"/>
                                  </a:solidFill>
                                  <a:latin typeface="Cambria Math" panose="02040503050406030204" pitchFamily="18" charset="0"/>
                                  <a:ea typeface="Cambria Math" panose="02040503050406030204" pitchFamily="18" charset="0"/>
                                </a:rPr>
                                <m:t>≤8</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h) </a:t>
                          </a:r>
                          <a14:m>
                            <m:oMath xmlns:m="http://schemas.openxmlformats.org/officeDocument/2006/math">
                              <m:r>
                                <a:rPr lang="en-GB" sz="1200" b="0" i="1" noProof="0" smtClean="0">
                                  <a:solidFill>
                                    <a:schemeClr val="tx1"/>
                                  </a:solidFill>
                                  <a:latin typeface="Cambria Math" panose="02040503050406030204" pitchFamily="18" charset="0"/>
                                </a:rPr>
                                <m:t>−20&lt;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8+</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2</m:t>
                                  </m:r>
                                </m:den>
                              </m:f>
                              <m:r>
                                <a:rPr lang="en-GB" sz="1200" b="0" i="1" noProof="0" smtClean="0">
                                  <a:solidFill>
                                    <a:schemeClr val="tx1"/>
                                  </a:solidFill>
                                  <a:latin typeface="Cambria Math" panose="02040503050406030204" pitchFamily="18" charset="0"/>
                                </a:rPr>
                                <m:t>&lt;8</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i) </a:t>
                          </a:r>
                          <a14:m>
                            <m:oMath xmlns:m="http://schemas.openxmlformats.org/officeDocument/2006/math">
                              <m:r>
                                <a:rPr lang="en-GB" sz="1200" b="0" i="1" noProof="0" smtClean="0">
                                  <a:solidFill>
                                    <a:schemeClr val="tx1"/>
                                  </a:solidFill>
                                  <a:latin typeface="Cambria Math" panose="02040503050406030204" pitchFamily="18" charset="0"/>
                                </a:rPr>
                                <m:t>−20&lt;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2</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m:t>
                                      </m:r>
                                    </m:e>
                                  </m:d>
                                </m:num>
                                <m:den>
                                  <m:r>
                                    <a:rPr lang="en-GB" sz="1200" b="0" i="1" noProof="0" smtClean="0">
                                      <a:solidFill>
                                        <a:schemeClr val="tx1"/>
                                      </a:solidFill>
                                      <a:latin typeface="Cambria Math" panose="02040503050406030204" pitchFamily="18" charset="0"/>
                                    </a:rPr>
                                    <m:t>8</m:t>
                                  </m:r>
                                </m:den>
                              </m:f>
                              <m:r>
                                <a:rPr lang="en-GB" sz="1200" b="0" i="1" noProof="0" smtClean="0">
                                  <a:solidFill>
                                    <a:schemeClr val="tx1"/>
                                  </a:solidFill>
                                  <a:latin typeface="Cambria Math" panose="02040503050406030204" pitchFamily="18" charset="0"/>
                                </a:rPr>
                                <m:t>&lt;8</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2823731"/>
                      </a:ext>
                    </a:extLst>
                  </a:tr>
                </a:tbl>
              </a:graphicData>
            </a:graphic>
          </p:graphicFrame>
        </mc:Choice>
        <mc:Fallback xmlns="">
          <p:graphicFrame>
            <p:nvGraphicFramePr>
              <p:cNvPr id="3" name="Table 2">
                <a:extLst>
                  <a:ext uri="{FF2B5EF4-FFF2-40B4-BE49-F238E27FC236}">
                    <a16:creationId xmlns:a16="http://schemas.microsoft.com/office/drawing/2014/main" id="{36AC4ED3-DE75-1812-2695-0C641590C87B}"/>
                  </a:ext>
                </a:extLst>
              </p:cNvPr>
              <p:cNvGraphicFramePr>
                <a:graphicFrameLocks noGrp="1"/>
              </p:cNvGraphicFramePr>
              <p:nvPr>
                <p:extLst>
                  <p:ext uri="{D42A27DB-BD31-4B8C-83A1-F6EECF244321}">
                    <p14:modId xmlns:p14="http://schemas.microsoft.com/office/powerpoint/2010/main" val="4274592899"/>
                  </p:ext>
                </p:extLst>
              </p:nvPr>
            </p:nvGraphicFramePr>
            <p:xfrm>
              <a:off x="110960" y="407562"/>
              <a:ext cx="6626073" cy="9090876"/>
            </p:xfrm>
            <a:graphic>
              <a:graphicData uri="http://schemas.openxmlformats.org/drawingml/2006/table">
                <a:tbl>
                  <a:tblPr firstRow="1" bandRow="1">
                    <a:tableStyleId>{5C22544A-7EE6-4342-B048-85BDC9FD1C3A}</a:tableStyleId>
                  </a:tblPr>
                  <a:tblGrid>
                    <a:gridCol w="2208691">
                      <a:extLst>
                        <a:ext uri="{9D8B030D-6E8A-4147-A177-3AD203B41FA5}">
                          <a16:colId xmlns:a16="http://schemas.microsoft.com/office/drawing/2014/main" val="1266167123"/>
                        </a:ext>
                      </a:extLst>
                    </a:gridCol>
                    <a:gridCol w="2208691">
                      <a:extLst>
                        <a:ext uri="{9D8B030D-6E8A-4147-A177-3AD203B41FA5}">
                          <a16:colId xmlns:a16="http://schemas.microsoft.com/office/drawing/2014/main" val="1543455521"/>
                        </a:ext>
                      </a:extLst>
                    </a:gridCol>
                    <a:gridCol w="2208691">
                      <a:extLst>
                        <a:ext uri="{9D8B030D-6E8A-4147-A177-3AD203B41FA5}">
                          <a16:colId xmlns:a16="http://schemas.microsoft.com/office/drawing/2014/main" val="1221606748"/>
                        </a:ext>
                      </a:extLst>
                    </a:gridCol>
                  </a:tblGrid>
                  <a:tr h="303029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5" t="-201" r="-200275" b="-20020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52" t="-201" r="-100829" b="-20020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201" r="-551" b="-200201"/>
                          </a:stretch>
                        </a:blipFill>
                      </a:tcPr>
                    </a:tc>
                    <a:extLst>
                      <a:ext uri="{0D108BD9-81ED-4DB2-BD59-A6C34878D82A}">
                        <a16:rowId xmlns:a16="http://schemas.microsoft.com/office/drawing/2014/main" val="1886114937"/>
                      </a:ext>
                    </a:extLst>
                  </a:tr>
                  <a:tr h="303029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5" t="-100402" r="-200275" b="-10060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52" t="-100402" r="-100829" b="-10060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100402" r="-551" b="-100604"/>
                          </a:stretch>
                        </a:blipFill>
                      </a:tcPr>
                    </a:tc>
                    <a:extLst>
                      <a:ext uri="{0D108BD9-81ED-4DB2-BD59-A6C34878D82A}">
                        <a16:rowId xmlns:a16="http://schemas.microsoft.com/office/drawing/2014/main" val="1411555647"/>
                      </a:ext>
                    </a:extLst>
                  </a:tr>
                  <a:tr h="303029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5" t="-200000" r="-200275" b="-40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52" t="-200000" r="-100829" b="-40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200000" r="-551" b="-402"/>
                          </a:stretch>
                        </a:blipFill>
                      </a:tcPr>
                    </a:tc>
                    <a:extLst>
                      <a:ext uri="{0D108BD9-81ED-4DB2-BD59-A6C34878D82A}">
                        <a16:rowId xmlns:a16="http://schemas.microsoft.com/office/drawing/2014/main" val="552823731"/>
                      </a:ext>
                    </a:extLst>
                  </a:tr>
                </a:tbl>
              </a:graphicData>
            </a:graphic>
          </p:graphicFrame>
        </mc:Fallback>
      </mc:AlternateContent>
      <p:sp>
        <p:nvSpPr>
          <p:cNvPr id="4" name="TextBox 3">
            <a:extLst>
              <a:ext uri="{FF2B5EF4-FFF2-40B4-BE49-F238E27FC236}">
                <a16:creationId xmlns:a16="http://schemas.microsoft.com/office/drawing/2014/main" id="{EB7901B2-0F56-7F9F-E41E-9E15832D7D6C}"/>
              </a:ext>
            </a:extLst>
          </p:cNvPr>
          <p:cNvSpPr txBox="1"/>
          <p:nvPr/>
        </p:nvSpPr>
        <p:spPr>
          <a:xfrm>
            <a:off x="110960" y="80682"/>
            <a:ext cx="5502593" cy="276999"/>
          </a:xfrm>
          <a:prstGeom prst="rect">
            <a:avLst/>
          </a:prstGeom>
          <a:noFill/>
        </p:spPr>
        <p:txBody>
          <a:bodyPr wrap="square">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Question 3.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Solve the inequalities below</a:t>
            </a:r>
            <a:r>
              <a:rPr lang="en-GB" sz="1200" dirty="0">
                <a:solidFill>
                  <a:prstClr val="black"/>
                </a:solidFill>
                <a:latin typeface="Calibri" panose="020F0502020204030204"/>
              </a:rPr>
              <a:t>.</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8647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D9A7D8-1F90-0354-0512-AB9EF4068561}"/>
              </a:ext>
            </a:extLst>
          </p:cNvPr>
          <p:cNvSpPr>
            <a:spLocks noGrp="1"/>
          </p:cNvSpPr>
          <p:nvPr>
            <p:ph type="sldNum" sz="quarter" idx="12"/>
          </p:nvPr>
        </p:nvSpPr>
        <p:spPr>
          <a:xfrm>
            <a:off x="5152744" y="9436890"/>
            <a:ext cx="1543050" cy="527403"/>
          </a:xfrm>
        </p:spPr>
        <p:txBody>
          <a:bodyPr/>
          <a:lstStyle/>
          <a:p>
            <a:fld id="{086C3A38-D272-42AA-9C88-F1FBEAE20D2C}" type="slidenum">
              <a:rPr lang="en-GB" noProof="0" smtClean="0"/>
              <a:t>33</a:t>
            </a:fld>
            <a:endParaRPr lang="en-GB" noProof="0" dirty="0"/>
          </a:p>
        </p:txBody>
      </p:sp>
      <p:sp>
        <p:nvSpPr>
          <p:cNvPr id="13" name="Rectangle 12">
            <a:extLst>
              <a:ext uri="{FF2B5EF4-FFF2-40B4-BE49-F238E27FC236}">
                <a16:creationId xmlns:a16="http://schemas.microsoft.com/office/drawing/2014/main" id="{065FBE23-649F-09E4-C90E-9BD46E3593FA}"/>
              </a:ext>
            </a:extLst>
          </p:cNvPr>
          <p:cNvSpPr/>
          <p:nvPr/>
        </p:nvSpPr>
        <p:spPr>
          <a:xfrm>
            <a:off x="5203615" y="8011263"/>
            <a:ext cx="670560" cy="61951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2E835E6-BF39-3B84-60A6-AB7557D3D0C9}"/>
                  </a:ext>
                </a:extLst>
              </p:cNvPr>
              <p:cNvSpPr txBox="1"/>
              <p:nvPr/>
            </p:nvSpPr>
            <p:spPr>
              <a:xfrm>
                <a:off x="147296" y="5770128"/>
                <a:ext cx="6548498" cy="3914533"/>
              </a:xfrm>
              <a:prstGeom prst="rect">
                <a:avLst/>
              </a:prstGeom>
              <a:noFill/>
            </p:spPr>
            <p:txBody>
              <a:bodyPr wrap="square">
                <a:spAutoFit/>
              </a:bodyPr>
              <a:lstStyle/>
              <a:p>
                <a:pPr>
                  <a:lnSpc>
                    <a:spcPct val="115000"/>
                  </a:lnSpc>
                  <a:spcBef>
                    <a:spcPts val="600"/>
                  </a:spcBef>
                  <a:spcAft>
                    <a:spcPts val="600"/>
                  </a:spcAft>
                  <a:buNone/>
                </a:pPr>
                <a: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t>(a)  Solve </a:t>
                </a:r>
                <a14:m>
                  <m:oMath xmlns:m="http://schemas.openxmlformats.org/officeDocument/2006/math">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14</m:t>
                    </m:r>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𝑛</m:t>
                    </m:r>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 &gt; 11</m:t>
                    </m:r>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𝑛</m:t>
                    </m:r>
                    <m:r>
                      <a:rPr lang="en-GB" sz="1200" i="1" kern="0" dirty="0" smtClean="0">
                        <a:effectLst/>
                        <a:latin typeface="Cambria Math" panose="02040503050406030204" pitchFamily="18" charset="0"/>
                        <a:ea typeface="Times New Roman" panose="02020603050405020304" pitchFamily="18" charset="0"/>
                        <a:cs typeface="Times New Roman" panose="02020603050405020304" pitchFamily="18" charset="0"/>
                      </a:rPr>
                      <m:t> + 6</m:t>
                    </m:r>
                  </m:oMath>
                </a14:m>
                <a:endParaRPr lang="en-GB" sz="14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lgn="r">
                  <a:lnSpc>
                    <a:spcPct val="115000"/>
                  </a:lnSpc>
                  <a:spcBef>
                    <a:spcPts val="600"/>
                  </a:spcBef>
                  <a:spcAft>
                    <a:spcPts val="600"/>
                  </a:spcAft>
                  <a:buNone/>
                </a:pPr>
                <a:b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br>
                <a:b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br>
                <a:b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br>
                <a:b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br>
                <a:b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br>
                <a: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t> ........................................................... </a:t>
                </a:r>
                <a:endParaRPr lang="en-GB" sz="14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lgn="r">
                  <a:lnSpc>
                    <a:spcPct val="115000"/>
                  </a:lnSpc>
                  <a:spcAft>
                    <a:spcPts val="800"/>
                  </a:spcAft>
                  <a:buNone/>
                </a:pPr>
                <a:r>
                  <a:rPr lang="en-GB" sz="1200" b="1" kern="0" dirty="0">
                    <a:solidFill>
                      <a:srgbClr val="A8AAAD"/>
                    </a:solidFill>
                    <a:effectLst/>
                    <a:latin typeface="Arial" panose="020B0604020202020204" pitchFamily="34" charset="0"/>
                    <a:ea typeface="Times New Roman" panose="02020603050405020304" pitchFamily="18" charset="0"/>
                    <a:cs typeface="Times New Roman" panose="02020603050405020304" pitchFamily="18" charset="0"/>
                  </a:rPr>
                  <a:t>(2)</a:t>
                </a:r>
                <a:endParaRPr lang="en-GB" sz="1400" kern="100" dirty="0">
                  <a:effectLst/>
                  <a:latin typeface="Aptos" panose="020B0004020202020204" pitchFamily="34" charset="0"/>
                  <a:ea typeface="Times New Roman" panose="02020603050405020304" pitchFamily="18" charset="0"/>
                  <a:cs typeface="Times New Roman" panose="02020603050405020304" pitchFamily="18" charset="0"/>
                </a:endParaRPr>
              </a:p>
              <a:p>
                <a: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t>(b)  On the number line below, show the set of values of </a:t>
                </a:r>
                <a:r>
                  <a:rPr lang="en-GB" sz="1200" i="1" kern="0" dirty="0">
                    <a:effectLst/>
                    <a:latin typeface="Arial" panose="020B0604020202020204" pitchFamily="34" charset="0"/>
                    <a:ea typeface="Times New Roman" panose="02020603050405020304" pitchFamily="18" charset="0"/>
                    <a:cs typeface="Times New Roman" panose="02020603050405020304" pitchFamily="18" charset="0"/>
                  </a:rPr>
                  <a:t>x</a:t>
                </a:r>
                <a: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t> for which –2 &lt; </a:t>
                </a:r>
                <a:r>
                  <a:rPr lang="en-GB" sz="1200" i="1" kern="0" dirty="0">
                    <a:effectLst/>
                    <a:latin typeface="Arial" panose="020B0604020202020204" pitchFamily="34" charset="0"/>
                    <a:ea typeface="Times New Roman" panose="02020603050405020304" pitchFamily="18" charset="0"/>
                    <a:cs typeface="Times New Roman" panose="02020603050405020304" pitchFamily="18" charset="0"/>
                  </a:rPr>
                  <a:t>x</a:t>
                </a:r>
                <a:r>
                  <a:rPr lang="en-GB" sz="1200" kern="0" dirty="0">
                    <a:effectLst/>
                    <a:latin typeface="Arial" panose="020B0604020202020204" pitchFamily="34" charset="0"/>
                    <a:ea typeface="Times New Roman" panose="02020603050405020304" pitchFamily="18" charset="0"/>
                    <a:cs typeface="Times New Roman" panose="02020603050405020304" pitchFamily="18" charset="0"/>
                  </a:rPr>
                  <a:t> + 3 ≤ 4</a:t>
                </a:r>
              </a:p>
              <a:p>
                <a:endParaRPr lang="en-GB" sz="1200" kern="0" dirty="0">
                  <a:latin typeface="Arial" panose="020B0604020202020204" pitchFamily="34" charset="0"/>
                  <a:ea typeface="Times New Roman" panose="02020603050405020304" pitchFamily="18" charset="0"/>
                  <a:cs typeface="Times New Roman" panose="02020603050405020304" pitchFamily="18" charset="0"/>
                </a:endParaRPr>
              </a:p>
              <a:p>
                <a:endParaRPr lang="en-GB" sz="1200" kern="0" dirty="0">
                  <a:latin typeface="Arial" panose="020B0604020202020204" pitchFamily="34" charset="0"/>
                  <a:ea typeface="Times New Roman" panose="02020603050405020304" pitchFamily="18" charset="0"/>
                  <a:cs typeface="Times New Roman" panose="02020603050405020304" pitchFamily="18" charset="0"/>
                </a:endParaRPr>
              </a:p>
              <a:p>
                <a:endParaRPr lang="en-GB" sz="1200" kern="0" dirty="0">
                  <a:effectLst/>
                  <a:latin typeface="Arial" panose="020B0604020202020204" pitchFamily="34" charset="0"/>
                  <a:ea typeface="Times New Roman" panose="02020603050405020304" pitchFamily="18" charset="0"/>
                  <a:cs typeface="Times New Roman" panose="02020603050405020304" pitchFamily="18" charset="0"/>
                </a:endParaRPr>
              </a:p>
              <a:p>
                <a:pPr algn="r"/>
                <a:endParaRPr lang="en-GB" sz="1200" b="1" kern="0" dirty="0">
                  <a:latin typeface="Arial" panose="020B0604020202020204" pitchFamily="34" charset="0"/>
                  <a:cs typeface="Times New Roman" panose="02020603050405020304" pitchFamily="18" charset="0"/>
                </a:endParaRPr>
              </a:p>
              <a:p>
                <a:pPr algn="r"/>
                <a:r>
                  <a:rPr lang="en-GB" sz="1200" b="1" dirty="0"/>
                  <a:t>(3)</a:t>
                </a:r>
                <a:endParaRPr lang="en-GB" sz="1200" dirty="0"/>
              </a:p>
              <a:p>
                <a:pPr algn="r"/>
                <a:r>
                  <a:rPr lang="en-GB" sz="1200" dirty="0"/>
                  <a:t> </a:t>
                </a:r>
              </a:p>
              <a:p>
                <a:pPr algn="r"/>
                <a:r>
                  <a:rPr lang="en-GB" sz="1200" b="1" dirty="0"/>
                  <a:t>(Total for question = 5 marks)</a:t>
                </a:r>
                <a:endParaRPr lang="en-GB" sz="1200" dirty="0"/>
              </a:p>
              <a:p>
                <a:pPr>
                  <a:lnSpc>
                    <a:spcPct val="115000"/>
                  </a:lnSpc>
                  <a:spcBef>
                    <a:spcPts val="600"/>
                  </a:spcBef>
                  <a:spcAft>
                    <a:spcPts val="600"/>
                  </a:spcAft>
                </a:pPr>
                <a:endParaRPr lang="en-GB" sz="1400" kern="100" dirty="0">
                  <a:effectLst/>
                  <a:latin typeface="Aptos" panose="020B0004020202020204" pitchFamily="34" charset="0"/>
                  <a:ea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B2E835E6-BF39-3B84-60A6-AB7557D3D0C9}"/>
                  </a:ext>
                </a:extLst>
              </p:cNvPr>
              <p:cNvSpPr txBox="1">
                <a:spLocks noRot="1" noChangeAspect="1" noMove="1" noResize="1" noEditPoints="1" noAdjustHandles="1" noChangeArrowheads="1" noChangeShapeType="1" noTextEdit="1"/>
              </p:cNvSpPr>
              <p:nvPr/>
            </p:nvSpPr>
            <p:spPr>
              <a:xfrm>
                <a:off x="147296" y="5770128"/>
                <a:ext cx="6548498" cy="3914533"/>
              </a:xfrm>
              <a:prstGeom prst="rect">
                <a:avLst/>
              </a:prstGeom>
              <a:blipFill>
                <a:blip r:embed="rId2"/>
                <a:stretch>
                  <a:fillRect r="-931"/>
                </a:stretch>
              </a:blipFill>
            </p:spPr>
            <p:txBody>
              <a:bodyPr/>
              <a:lstStyle/>
              <a:p>
                <a:r>
                  <a:rPr lang="en-GB">
                    <a:noFill/>
                  </a:rPr>
                  <a:t> </a:t>
                </a:r>
              </a:p>
            </p:txBody>
          </p:sp>
        </mc:Fallback>
      </mc:AlternateContent>
      <p:pic>
        <p:nvPicPr>
          <p:cNvPr id="31747" name="Picture 3">
            <a:extLst>
              <a:ext uri="{FF2B5EF4-FFF2-40B4-BE49-F238E27FC236}">
                <a16:creationId xmlns:a16="http://schemas.microsoft.com/office/drawing/2014/main" id="{EB4ACBDE-ECDA-1C89-BC6A-D26C0EC890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045" y="8537908"/>
            <a:ext cx="5715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4" name="Picture 10">
            <a:extLst>
              <a:ext uri="{FF2B5EF4-FFF2-40B4-BE49-F238E27FC236}">
                <a16:creationId xmlns:a16="http://schemas.microsoft.com/office/drawing/2014/main" id="{A924E55B-67EB-A007-98A2-AABD848FB6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4240" y="1033104"/>
            <a:ext cx="6477000" cy="240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F214910F-BC25-AE9F-2DF0-D420561CB8FD}"/>
              </a:ext>
            </a:extLst>
          </p:cNvPr>
          <p:cNvSpPr/>
          <p:nvPr/>
        </p:nvSpPr>
        <p:spPr>
          <a:xfrm>
            <a:off x="6775" y="5446059"/>
            <a:ext cx="1620000" cy="252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noProof="0" dirty="0"/>
              <a:t>Exam Question</a:t>
            </a:r>
          </a:p>
        </p:txBody>
      </p:sp>
      <p:sp>
        <p:nvSpPr>
          <p:cNvPr id="6" name="TextBox 5">
            <a:extLst>
              <a:ext uri="{FF2B5EF4-FFF2-40B4-BE49-F238E27FC236}">
                <a16:creationId xmlns:a16="http://schemas.microsoft.com/office/drawing/2014/main" id="{D09D3D88-8573-AF21-33A0-FC7B6360E873}"/>
              </a:ext>
            </a:extLst>
          </p:cNvPr>
          <p:cNvSpPr txBox="1"/>
          <p:nvPr/>
        </p:nvSpPr>
        <p:spPr>
          <a:xfrm>
            <a:off x="259511" y="110706"/>
            <a:ext cx="6187962" cy="276999"/>
          </a:xfrm>
          <a:prstGeom prst="rect">
            <a:avLst/>
          </a:prstGeom>
          <a:noFill/>
        </p:spPr>
        <p:txBody>
          <a:bodyPr wrap="square">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Question </a:t>
            </a:r>
            <a:r>
              <a:rPr lang="en-GB" sz="1200" b="1" noProof="0" dirty="0">
                <a:solidFill>
                  <a:prstClr val="black"/>
                </a:solidFill>
                <a:latin typeface="Calibri" panose="020F0502020204030204"/>
              </a:rPr>
              <a:t>4</a:t>
            </a: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In each question, explain what mistake has been made and correct the answer.</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94B4BCA-6CB9-D947-2041-6B3122E60EDF}"/>
                  </a:ext>
                </a:extLst>
              </p:cNvPr>
              <p:cNvGraphicFramePr>
                <a:graphicFrameLocks noGrp="1"/>
              </p:cNvGraphicFramePr>
              <p:nvPr>
                <p:extLst>
                  <p:ext uri="{D42A27DB-BD31-4B8C-83A1-F6EECF244321}">
                    <p14:modId xmlns:p14="http://schemas.microsoft.com/office/powerpoint/2010/main" val="2470233411"/>
                  </p:ext>
                </p:extLst>
              </p:nvPr>
            </p:nvGraphicFramePr>
            <p:xfrm>
              <a:off x="332422" y="555101"/>
              <a:ext cx="6187960" cy="4648868"/>
            </p:xfrm>
            <a:graphic>
              <a:graphicData uri="http://schemas.openxmlformats.org/drawingml/2006/table">
                <a:tbl>
                  <a:tblPr firstRow="1" bandRow="1">
                    <a:tableStyleId>{5C22544A-7EE6-4342-B048-85BDC9FD1C3A}</a:tableStyleId>
                  </a:tblPr>
                  <a:tblGrid>
                    <a:gridCol w="3093980">
                      <a:extLst>
                        <a:ext uri="{9D8B030D-6E8A-4147-A177-3AD203B41FA5}">
                          <a16:colId xmlns:a16="http://schemas.microsoft.com/office/drawing/2014/main" val="3970673285"/>
                        </a:ext>
                      </a:extLst>
                    </a:gridCol>
                    <a:gridCol w="3093980">
                      <a:extLst>
                        <a:ext uri="{9D8B030D-6E8A-4147-A177-3AD203B41FA5}">
                          <a16:colId xmlns:a16="http://schemas.microsoft.com/office/drawing/2014/main" val="293050370"/>
                        </a:ext>
                      </a:extLst>
                    </a:gridCol>
                  </a:tblGrid>
                  <a:tr h="4648868">
                    <a:tc>
                      <a:txBody>
                        <a:bodyPr/>
                        <a:lstStyle/>
                        <a:p>
                          <a:pPr/>
                          <a:r>
                            <a:rPr lang="en-GB" sz="1200" b="0" noProof="0" dirty="0">
                              <a:solidFill>
                                <a:schemeClr val="tx1"/>
                              </a:solidFill>
                            </a:rPr>
                            <a:t>a) </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 </m:t>
                              </m:r>
                            </m:oMath>
                          </a14:m>
                          <a:br>
                            <a:rPr lang="en-GB" sz="1200" b="0" i="1" noProof="0" dirty="0">
                              <a:solidFill>
                                <a:schemeClr val="tx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7&lt;3</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+4&lt;10</m:t>
                                </m:r>
                              </m:oMath>
                            </m:oMathPara>
                          </a14:m>
                          <a:br>
                            <a:rPr lang="en-GB" sz="1200" b="0" noProof="0" dirty="0">
                              <a:solidFill>
                                <a:schemeClr val="tx1"/>
                              </a:solidFill>
                            </a:rPr>
                          </a:b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3&lt;3</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&lt;10</m:t>
                              </m:r>
                            </m:oMath>
                          </a14:m>
                          <a:br>
                            <a:rPr lang="en-GB" sz="1200" b="0" noProof="0" dirty="0">
                              <a:solidFill>
                                <a:schemeClr val="tx1"/>
                              </a:solidFill>
                            </a:rPr>
                          </a:br>
                          <a:r>
                            <a:rPr lang="en-GB" sz="1200" b="0" noProof="0" dirty="0">
                              <a:solidFill>
                                <a:schemeClr val="tx1"/>
                              </a:solidFill>
                            </a:rPr>
                            <a:t>                          </a:t>
                          </a:r>
                          <a:r>
                            <a:rPr lang="en-GB" sz="1200" b="0" baseline="0" noProof="0" dirty="0">
                              <a:solidFill>
                                <a:schemeClr val="tx1"/>
                              </a:solidFill>
                            </a:rPr>
                            <a:t> </a:t>
                          </a: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1&lt;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&lt;10</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r>
                            <a:rPr lang="en-GB" sz="1200" b="0" noProof="0" dirty="0">
                              <a:solidFill>
                                <a:schemeClr val="tx1"/>
                              </a:solidFill>
                            </a:rPr>
                            <a:t>b)                       </a:t>
                          </a:r>
                          <a:br>
                            <a:rPr lang="en-GB" sz="1200" b="0" noProof="0" dirty="0">
                              <a:solidFill>
                                <a:schemeClr val="tx1"/>
                              </a:solidFill>
                            </a:rPr>
                          </a:b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1&lt;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+5</m:t>
                                  </m:r>
                                </m:num>
                                <m:den>
                                  <m:r>
                                    <a:rPr lang="en-GB" sz="1200" b="0" i="1" noProof="0" smtClean="0">
                                      <a:solidFill>
                                        <a:schemeClr val="tx1"/>
                                      </a:solidFill>
                                      <a:latin typeface="Cambria Math" panose="02040503050406030204" pitchFamily="18" charset="0"/>
                                    </a:rPr>
                                    <m:t>2</m:t>
                                  </m:r>
                                </m:den>
                              </m:f>
                              <m:r>
                                <a:rPr lang="en-GB" sz="1200" b="0" i="1" noProof="0" smtClean="0">
                                  <a:solidFill>
                                    <a:schemeClr val="tx1"/>
                                  </a:solidFill>
                                  <a:latin typeface="Cambria Math" panose="02040503050406030204" pitchFamily="18" charset="0"/>
                                  <a:ea typeface="Cambria Math" panose="02040503050406030204" pitchFamily="18" charset="0"/>
                                </a:rPr>
                                <m:t>≤5</m:t>
                              </m:r>
                            </m:oMath>
                          </a14:m>
                          <a:br>
                            <a:rPr lang="en-GB" sz="1200" b="0" noProof="0" dirty="0">
                              <a:solidFill>
                                <a:schemeClr val="tx1"/>
                              </a:solidFill>
                              <a:ea typeface="Cambria Math" panose="02040503050406030204" pitchFamily="18" charset="0"/>
                            </a:rPr>
                          </a:b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ea typeface="Cambria Math" panose="02040503050406030204" pitchFamily="18" charset="0"/>
                                  </a:rPr>
                                  <m:t>2&lt;3</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+5&lt;10</m:t>
                                </m:r>
                              </m:oMath>
                            </m:oMathPara>
                          </a14:m>
                          <a:br>
                            <a:rPr lang="en-GB" sz="1200" b="0" noProof="0" dirty="0">
                              <a:solidFill>
                                <a:schemeClr val="tx1"/>
                              </a:solidFill>
                              <a:ea typeface="Cambria Math" panose="02040503050406030204" pitchFamily="18" charset="0"/>
                            </a:rPr>
                          </a:br>
                          <a:r>
                            <a:rPr lang="en-GB" sz="1200" b="0" noProof="0" dirty="0">
                              <a:solidFill>
                                <a:schemeClr val="tx1"/>
                              </a:solidFill>
                              <a:ea typeface="Cambria Math" panose="02040503050406030204" pitchFamily="18" charset="0"/>
                            </a:rPr>
                            <a:t>                                </a:t>
                          </a:r>
                          <a14:m>
                            <m:oMath xmlns:m="http://schemas.openxmlformats.org/officeDocument/2006/math">
                              <m:r>
                                <a:rPr lang="en-GB" sz="1200" b="0" i="1" noProof="0" smtClean="0">
                                  <a:solidFill>
                                    <a:schemeClr val="tx1"/>
                                  </a:solidFill>
                                  <a:latin typeface="Cambria Math" panose="02040503050406030204" pitchFamily="18" charset="0"/>
                                  <a:ea typeface="Cambria Math" panose="02040503050406030204" pitchFamily="18" charset="0"/>
                                </a:rPr>
                                <m:t>−3&lt;3</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&lt;5</m:t>
                              </m:r>
                            </m:oMath>
                          </a14:m>
                          <a:br>
                            <a:rPr lang="en-GB" sz="1200" b="0" noProof="0" dirty="0">
                              <a:solidFill>
                                <a:schemeClr val="tx1"/>
                              </a:solidFill>
                              <a:ea typeface="Cambria Math" panose="02040503050406030204" pitchFamily="18" charset="0"/>
                            </a:rPr>
                          </a:br>
                          <a:r>
                            <a:rPr lang="en-GB" sz="1200" b="0" noProof="0" dirty="0">
                              <a:solidFill>
                                <a:schemeClr val="tx1"/>
                              </a:solidFill>
                              <a:ea typeface="Cambria Math" panose="02040503050406030204" pitchFamily="18" charset="0"/>
                            </a:rPr>
                            <a:t>                                  </a:t>
                          </a:r>
                          <a14:m>
                            <m:oMath xmlns:m="http://schemas.openxmlformats.org/officeDocument/2006/math">
                              <m:r>
                                <a:rPr lang="en-GB" sz="1200" b="0" i="1" noProof="0" smtClean="0">
                                  <a:solidFill>
                                    <a:schemeClr val="tx1"/>
                                  </a:solidFill>
                                  <a:latin typeface="Cambria Math" panose="02040503050406030204" pitchFamily="18" charset="0"/>
                                  <a:ea typeface="Cambria Math" panose="02040503050406030204" pitchFamily="18" charset="0"/>
                                </a:rPr>
                                <m:t>−1&lt;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&lt;</m:t>
                              </m:r>
                              <m:f>
                                <m:fPr>
                                  <m:ctrlPr>
                                    <a:rPr lang="en-GB" sz="1200" b="0" i="1" noProof="0" smtClean="0">
                                      <a:solidFill>
                                        <a:schemeClr val="tx1"/>
                                      </a:solidFill>
                                      <a:latin typeface="Cambria Math" panose="02040503050406030204" pitchFamily="18" charset="0"/>
                                      <a:ea typeface="Cambria Math" panose="02040503050406030204" pitchFamily="18" charset="0"/>
                                    </a:rPr>
                                  </m:ctrlPr>
                                </m:fPr>
                                <m:num>
                                  <m:r>
                                    <a:rPr lang="en-GB" sz="1200" b="0" i="1" noProof="0" smtClean="0">
                                      <a:solidFill>
                                        <a:schemeClr val="tx1"/>
                                      </a:solidFill>
                                      <a:latin typeface="Cambria Math" panose="02040503050406030204" pitchFamily="18" charset="0"/>
                                      <a:ea typeface="Cambria Math" panose="02040503050406030204" pitchFamily="18" charset="0"/>
                                    </a:rPr>
                                    <m:t>5</m:t>
                                  </m:r>
                                </m:num>
                                <m:den>
                                  <m:r>
                                    <a:rPr lang="en-GB" sz="1200" b="0" i="1" noProof="0" smtClean="0">
                                      <a:solidFill>
                                        <a:schemeClr val="tx1"/>
                                      </a:solidFill>
                                      <a:latin typeface="Cambria Math" panose="02040503050406030204" pitchFamily="18" charset="0"/>
                                      <a:ea typeface="Cambria Math" panose="02040503050406030204" pitchFamily="18" charset="0"/>
                                    </a:rPr>
                                    <m:t>3</m:t>
                                  </m:r>
                                </m:den>
                              </m:f>
                            </m:oMath>
                          </a14:m>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6304081"/>
                      </a:ext>
                    </a:extLst>
                  </a:tr>
                </a:tbl>
              </a:graphicData>
            </a:graphic>
          </p:graphicFrame>
        </mc:Choice>
        <mc:Fallback xmlns="">
          <p:graphicFrame>
            <p:nvGraphicFramePr>
              <p:cNvPr id="8" name="Table 7">
                <a:extLst>
                  <a:ext uri="{FF2B5EF4-FFF2-40B4-BE49-F238E27FC236}">
                    <a16:creationId xmlns:a16="http://schemas.microsoft.com/office/drawing/2014/main" id="{C94B4BCA-6CB9-D947-2041-6B3122E60EDF}"/>
                  </a:ext>
                </a:extLst>
              </p:cNvPr>
              <p:cNvGraphicFramePr>
                <a:graphicFrameLocks noGrp="1"/>
              </p:cNvGraphicFramePr>
              <p:nvPr>
                <p:extLst>
                  <p:ext uri="{D42A27DB-BD31-4B8C-83A1-F6EECF244321}">
                    <p14:modId xmlns:p14="http://schemas.microsoft.com/office/powerpoint/2010/main" val="2470233411"/>
                  </p:ext>
                </p:extLst>
              </p:nvPr>
            </p:nvGraphicFramePr>
            <p:xfrm>
              <a:off x="332422" y="555101"/>
              <a:ext cx="6187960" cy="4648868"/>
            </p:xfrm>
            <a:graphic>
              <a:graphicData uri="http://schemas.openxmlformats.org/drawingml/2006/table">
                <a:tbl>
                  <a:tblPr firstRow="1" bandRow="1">
                    <a:tableStyleId>{5C22544A-7EE6-4342-B048-85BDC9FD1C3A}</a:tableStyleId>
                  </a:tblPr>
                  <a:tblGrid>
                    <a:gridCol w="3093980">
                      <a:extLst>
                        <a:ext uri="{9D8B030D-6E8A-4147-A177-3AD203B41FA5}">
                          <a16:colId xmlns:a16="http://schemas.microsoft.com/office/drawing/2014/main" val="3970673285"/>
                        </a:ext>
                      </a:extLst>
                    </a:gridCol>
                    <a:gridCol w="3093980">
                      <a:extLst>
                        <a:ext uri="{9D8B030D-6E8A-4147-A177-3AD203B41FA5}">
                          <a16:colId xmlns:a16="http://schemas.microsoft.com/office/drawing/2014/main" val="293050370"/>
                        </a:ext>
                      </a:extLst>
                    </a:gridCol>
                  </a:tblGrid>
                  <a:tr h="464886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7" t="-131" r="-100394" b="-26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197" t="-131" r="-394" b="-262"/>
                          </a:stretch>
                        </a:blipFill>
                      </a:tcPr>
                    </a:tc>
                    <a:extLst>
                      <a:ext uri="{0D108BD9-81ED-4DB2-BD59-A6C34878D82A}">
                        <a16:rowId xmlns:a16="http://schemas.microsoft.com/office/drawing/2014/main" val="4256304081"/>
                      </a:ext>
                    </a:extLst>
                  </a:tr>
                </a:tbl>
              </a:graphicData>
            </a:graphic>
          </p:graphicFrame>
        </mc:Fallback>
      </mc:AlternateContent>
      <p:graphicFrame>
        <p:nvGraphicFramePr>
          <p:cNvPr id="9" name="Table 8">
            <a:extLst>
              <a:ext uri="{FF2B5EF4-FFF2-40B4-BE49-F238E27FC236}">
                <a16:creationId xmlns:a16="http://schemas.microsoft.com/office/drawing/2014/main" id="{28EC1EB2-A899-49F5-31B6-43E0B7CA0101}"/>
              </a:ext>
            </a:extLst>
          </p:cNvPr>
          <p:cNvGraphicFramePr>
            <a:graphicFrameLocks noGrp="1"/>
          </p:cNvGraphicFramePr>
          <p:nvPr>
            <p:extLst>
              <p:ext uri="{D42A27DB-BD31-4B8C-83A1-F6EECF244321}">
                <p14:modId xmlns:p14="http://schemas.microsoft.com/office/powerpoint/2010/main" val="821569389"/>
              </p:ext>
            </p:extLst>
          </p:nvPr>
        </p:nvGraphicFramePr>
        <p:xfrm>
          <a:off x="332422" y="2654823"/>
          <a:ext cx="6187959" cy="2563848"/>
        </p:xfrm>
        <a:graphic>
          <a:graphicData uri="http://schemas.openxmlformats.org/drawingml/2006/table">
            <a:tbl>
              <a:tblPr firstRow="1" bandRow="1">
                <a:tableStyleId>{5C22544A-7EE6-4342-B048-85BDC9FD1C3A}</a:tableStyleId>
              </a:tblPr>
              <a:tblGrid>
                <a:gridCol w="6187959">
                  <a:extLst>
                    <a:ext uri="{9D8B030D-6E8A-4147-A177-3AD203B41FA5}">
                      <a16:colId xmlns:a16="http://schemas.microsoft.com/office/drawing/2014/main" val="67005758"/>
                    </a:ext>
                  </a:extLst>
                </a:gridCol>
              </a:tblGrid>
              <a:tr h="3204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2288861"/>
                  </a:ext>
                </a:extLst>
              </a:tr>
              <a:tr h="3204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9140425"/>
                  </a:ext>
                </a:extLst>
              </a:tr>
              <a:tr h="3204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9883349"/>
                  </a:ext>
                </a:extLst>
              </a:tr>
              <a:tr h="3204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7440057"/>
                  </a:ext>
                </a:extLst>
              </a:tr>
              <a:tr h="3204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8165698"/>
                  </a:ext>
                </a:extLst>
              </a:tr>
              <a:tr h="3204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9467557"/>
                  </a:ext>
                </a:extLst>
              </a:tr>
              <a:tr h="3204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6598397"/>
                  </a:ext>
                </a:extLst>
              </a:tr>
              <a:tr h="320481">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7351686"/>
                  </a:ext>
                </a:extLst>
              </a:tr>
            </a:tbl>
          </a:graphicData>
        </a:graphic>
      </p:graphicFrame>
    </p:spTree>
    <p:extLst>
      <p:ext uri="{BB962C8B-B14F-4D97-AF65-F5344CB8AC3E}">
        <p14:creationId xmlns:p14="http://schemas.microsoft.com/office/powerpoint/2010/main" val="9192570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3FC872C-C698-6320-595E-98F54B801398}"/>
                  </a:ext>
                </a:extLst>
              </p:cNvPr>
              <p:cNvGraphicFramePr>
                <a:graphicFrameLocks noGrp="1"/>
              </p:cNvGraphicFramePr>
              <p:nvPr>
                <p:extLst>
                  <p:ext uri="{D42A27DB-BD31-4B8C-83A1-F6EECF244321}">
                    <p14:modId xmlns:p14="http://schemas.microsoft.com/office/powerpoint/2010/main" val="1784322495"/>
                  </p:ext>
                </p:extLst>
              </p:nvPr>
            </p:nvGraphicFramePr>
            <p:xfrm>
              <a:off x="93453" y="514848"/>
              <a:ext cx="6671090" cy="8928000"/>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5291469">
                      <a:extLst>
                        <a:ext uri="{9D8B030D-6E8A-4147-A177-3AD203B41FA5}">
                          <a16:colId xmlns:a16="http://schemas.microsoft.com/office/drawing/2014/main" val="1034895713"/>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8">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b="0" noProof="0" dirty="0">
                              <a:solidFill>
                                <a:schemeClr val="tx1"/>
                              </a:solidFill>
                              <a:latin typeface="+mn-lt"/>
                            </a:rPr>
                            <a:t>Split the double inequality into two separate inequalities.</a:t>
                          </a: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a:t>
                          </a:r>
                          <a:r>
                            <a:rPr lang="en-GB" sz="1200" b="0" noProof="0" dirty="0">
                              <a:solidFill>
                                <a:schemeClr val="tx1"/>
                              </a:solidFill>
                              <a:latin typeface="+mn-lt"/>
                            </a:rPr>
                            <a:t>Solve each inequality separately.</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3) Write your two separate answers as one double inequality.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80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sz="1200" b="0" i="1" dirty="0" smtClean="0">
                                    <a:latin typeface="Cambria Math" panose="02040503050406030204" pitchFamily="18" charset="0"/>
                                  </a:rPr>
                                  <m:t>3−</m:t>
                                </m:r>
                                <m:r>
                                  <a:rPr lang="en-GB" sz="1200" b="0" i="1" dirty="0" smtClean="0">
                                    <a:latin typeface="Cambria Math" panose="02040503050406030204" pitchFamily="18" charset="0"/>
                                  </a:rPr>
                                  <m:t>𝑥</m:t>
                                </m:r>
                                <m:r>
                                  <a:rPr lang="en-GB" sz="1200" b="0" i="1" dirty="0" smtClean="0">
                                    <a:latin typeface="Cambria Math" panose="02040503050406030204" pitchFamily="18" charset="0"/>
                                  </a:rPr>
                                  <m:t>≤2&lt;10−2</m:t>
                                </m:r>
                                <m:r>
                                  <a:rPr lang="en-GB" sz="1200" b="0" i="1" dirty="0" smtClean="0">
                                    <a:latin typeface="Cambria Math" panose="02040503050406030204" pitchFamily="18" charset="0"/>
                                  </a:rPr>
                                  <m:t>𝑥</m:t>
                                </m:r>
                              </m:oMath>
                            </m:oMathPara>
                          </a14:m>
                          <a:endParaRPr lang="en-GB" sz="1200" b="0" dirty="0"/>
                        </a:p>
                        <a:p>
                          <a:endParaRPr lang="en-US" sz="1200" baseline="0" dirty="0">
                            <a:solidFill>
                              <a:schemeClr val="tx1"/>
                            </a:solidFill>
                          </a:endParaRPr>
                        </a:p>
                        <a:p>
                          <a:endParaRPr lang="en-GB" sz="1200" baseline="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0" noProof="0" dirty="0">
                            <a:solidFill>
                              <a:schemeClr val="tx1"/>
                            </a:solidFill>
                          </a:endParaRP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132366"/>
                      </a:ext>
                    </a:extLst>
                  </a:tr>
                  <a:tr h="828000">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solution on the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6191038"/>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80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+7≤6</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−3&lt;5</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+18</m:t>
                                </m:r>
                              </m:oMath>
                            </m:oMathPara>
                          </a14:m>
                          <a:endParaRPr kumimoji="0" lang="en-GB" sz="1200" b="0" i="0" u="none" strike="noStrike" kern="1200" cap="none" spc="0" normalizeH="0" baseline="0" noProof="0" dirty="0">
                            <a:ln>
                              <a:noFill/>
                            </a:ln>
                            <a:solidFill>
                              <a:prstClr val="black"/>
                            </a:solidFill>
                            <a:effectLst/>
                            <a:uLnTx/>
                            <a:uFillTx/>
                            <a:latin typeface="Calibri" panose="020F0502020204030204"/>
                            <a:ea typeface="Cambria Math" panose="02040503050406030204" pitchFamily="18" charset="0"/>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Cambria Math" panose="02040503050406030204" pitchFamily="18" charset="0"/>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Cambria Math" panose="02040503050406030204" pitchFamily="18" charset="0"/>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773913"/>
                      </a:ext>
                    </a:extLst>
                  </a:tr>
                  <a:tr h="720000">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List the largest and smallest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9858291"/>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800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dirty="0" smtClean="0">
                                    <a:latin typeface="Cambria Math" panose="02040503050406030204" pitchFamily="18" charset="0"/>
                                  </a:rPr>
                                  <m:t>1+</m:t>
                                </m:r>
                                <m:r>
                                  <a:rPr lang="en-GB" sz="1200" b="0" i="1" dirty="0" smtClean="0">
                                    <a:latin typeface="Cambria Math" panose="02040503050406030204" pitchFamily="18" charset="0"/>
                                  </a:rPr>
                                  <m:t>𝑥</m:t>
                                </m:r>
                                <m:r>
                                  <a:rPr lang="en-GB" sz="1200" b="0" i="1" dirty="0" smtClean="0">
                                    <a:latin typeface="Cambria Math" panose="02040503050406030204" pitchFamily="18" charset="0"/>
                                  </a:rPr>
                                  <m:t>&lt;5≤7+2</m:t>
                                </m:r>
                                <m:r>
                                  <a:rPr lang="en-GB" sz="1200" b="0" i="1" dirty="0" smtClean="0">
                                    <a:latin typeface="Cambria Math" panose="02040503050406030204" pitchFamily="18" charset="0"/>
                                  </a:rPr>
                                  <m:t>𝑥</m:t>
                                </m:r>
                              </m:oMath>
                            </m:oMathPara>
                          </a14:m>
                          <a:endParaRPr lang="en-GB" sz="1200" b="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529705"/>
                      </a:ext>
                    </a:extLst>
                  </a:tr>
                  <a:tr h="82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solution on the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9780167"/>
                      </a:ext>
                    </a:extLst>
                  </a:tr>
                </a:tbl>
              </a:graphicData>
            </a:graphic>
          </p:graphicFrame>
        </mc:Choice>
        <mc:Fallback xmlns="">
          <p:graphicFrame>
            <p:nvGraphicFramePr>
              <p:cNvPr id="4" name="Table 3">
                <a:extLst>
                  <a:ext uri="{FF2B5EF4-FFF2-40B4-BE49-F238E27FC236}">
                    <a16:creationId xmlns:a16="http://schemas.microsoft.com/office/drawing/2014/main" id="{73FC872C-C698-6320-595E-98F54B801398}"/>
                  </a:ext>
                </a:extLst>
              </p:cNvPr>
              <p:cNvGraphicFramePr>
                <a:graphicFrameLocks noGrp="1"/>
              </p:cNvGraphicFramePr>
              <p:nvPr>
                <p:extLst>
                  <p:ext uri="{D42A27DB-BD31-4B8C-83A1-F6EECF244321}">
                    <p14:modId xmlns:p14="http://schemas.microsoft.com/office/powerpoint/2010/main" val="1784322495"/>
                  </p:ext>
                </p:extLst>
              </p:nvPr>
            </p:nvGraphicFramePr>
            <p:xfrm>
              <a:off x="93453" y="514848"/>
              <a:ext cx="6671090" cy="8928000"/>
            </p:xfrm>
            <a:graphic>
              <a:graphicData uri="http://schemas.openxmlformats.org/drawingml/2006/table">
                <a:tbl>
                  <a:tblPr firstRow="1" bandRow="1">
                    <a:tableStyleId>{5C22544A-7EE6-4342-B048-85BDC9FD1C3A}</a:tableStyleId>
                  </a:tblPr>
                  <a:tblGrid>
                    <a:gridCol w="1379621">
                      <a:extLst>
                        <a:ext uri="{9D8B030D-6E8A-4147-A177-3AD203B41FA5}">
                          <a16:colId xmlns:a16="http://schemas.microsoft.com/office/drawing/2014/main" val="4215826847"/>
                        </a:ext>
                      </a:extLst>
                    </a:gridCol>
                    <a:gridCol w="5291469">
                      <a:extLst>
                        <a:ext uri="{9D8B030D-6E8A-4147-A177-3AD203B41FA5}">
                          <a16:colId xmlns:a16="http://schemas.microsoft.com/office/drawing/2014/main" val="1034895713"/>
                        </a:ext>
                      </a:extLst>
                    </a:gridCol>
                  </a:tblGrid>
                  <a:tr h="288000">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Solve: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759098"/>
                      </a:ext>
                    </a:extLst>
                  </a:tr>
                  <a:tr h="288000">
                    <a:tc rowSpan="8">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b="0" noProof="0" dirty="0">
                              <a:solidFill>
                                <a:schemeClr val="tx1"/>
                              </a:solidFill>
                              <a:latin typeface="+mn-lt"/>
                            </a:rPr>
                            <a:t>Split the double inequality into two separate inequalities.</a:t>
                          </a: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a:t>
                          </a:r>
                          <a:r>
                            <a:rPr lang="en-GB" sz="1200" b="0" noProof="0" dirty="0">
                              <a:solidFill>
                                <a:schemeClr val="tx1"/>
                              </a:solidFill>
                              <a:latin typeface="+mn-lt"/>
                            </a:rPr>
                            <a:t>Solve each inequality separately.</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latin typeface="+mn-lt"/>
                            </a:rPr>
                            <a:t>3) Write your two separate answers as one double inequality.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7 –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9923782"/>
                      </a:ext>
                    </a:extLst>
                  </a:tr>
                  <a:tr h="180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122" t="-32542" r="-230" b="-365424"/>
                          </a:stretch>
                        </a:blipFill>
                      </a:tcPr>
                    </a:tc>
                    <a:extLst>
                      <a:ext uri="{0D108BD9-81ED-4DB2-BD59-A6C34878D82A}">
                        <a16:rowId xmlns:a16="http://schemas.microsoft.com/office/drawing/2014/main" val="1741132366"/>
                      </a:ext>
                    </a:extLst>
                  </a:tr>
                  <a:tr h="828000">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solution on the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6191038"/>
                      </a:ext>
                    </a:extLst>
                  </a:tr>
                  <a:tr h="288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709853"/>
                      </a:ext>
                    </a:extLst>
                  </a:tr>
                  <a:tr h="1800000">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122" t="-193919" r="-230" b="-202365"/>
                          </a:stretch>
                        </a:blipFill>
                      </a:tcPr>
                    </a:tc>
                    <a:extLst>
                      <a:ext uri="{0D108BD9-81ED-4DB2-BD59-A6C34878D82A}">
                        <a16:rowId xmlns:a16="http://schemas.microsoft.com/office/drawing/2014/main" val="2640773913"/>
                      </a:ext>
                    </a:extLst>
                  </a:tr>
                  <a:tr h="720000">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List the largest and smallest integers that satisfy this inequality.</a:t>
                          </a:r>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9858291"/>
                      </a:ext>
                    </a:extLst>
                  </a:tr>
                  <a:tr h="288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11207"/>
                      </a:ext>
                    </a:extLst>
                  </a:tr>
                  <a:tr h="180000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122" t="-349662" r="-230" b="-46622"/>
                          </a:stretch>
                        </a:blipFill>
                      </a:tcPr>
                    </a:tc>
                    <a:extLst>
                      <a:ext uri="{0D108BD9-81ED-4DB2-BD59-A6C34878D82A}">
                        <a16:rowId xmlns:a16="http://schemas.microsoft.com/office/drawing/2014/main" val="2187529705"/>
                      </a:ext>
                    </a:extLst>
                  </a:tr>
                  <a:tr h="82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Represent the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solution on the </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aseline="0" noProof="0" dirty="0">
                              <a:solidFill>
                                <a:schemeClr val="tx1"/>
                              </a:solidFill>
                            </a:rPr>
                            <a:t>number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9780167"/>
                      </a:ext>
                    </a:extLst>
                  </a:tr>
                </a:tbl>
              </a:graphicData>
            </a:graphic>
          </p:graphicFrame>
        </mc:Fallback>
      </mc:AlternateContent>
      <p:sp>
        <p:nvSpPr>
          <p:cNvPr id="2" name="Slide Number Placeholder 1">
            <a:extLst>
              <a:ext uri="{FF2B5EF4-FFF2-40B4-BE49-F238E27FC236}">
                <a16:creationId xmlns:a16="http://schemas.microsoft.com/office/drawing/2014/main" id="{0C87FE74-8F15-D4CD-539B-160359301443}"/>
              </a:ext>
            </a:extLst>
          </p:cNvPr>
          <p:cNvSpPr>
            <a:spLocks noGrp="1"/>
          </p:cNvSpPr>
          <p:nvPr>
            <p:ph type="sldNum" sz="quarter" idx="12"/>
          </p:nvPr>
        </p:nvSpPr>
        <p:spPr>
          <a:xfrm>
            <a:off x="5269230" y="9486562"/>
            <a:ext cx="1543050" cy="527403"/>
          </a:xfrm>
        </p:spPr>
        <p:txBody>
          <a:bodyPr/>
          <a:lstStyle/>
          <a:p>
            <a:fld id="{086C3A38-D272-42AA-9C88-F1FBEAE20D2C}" type="slidenum">
              <a:rPr lang="en-GB" noProof="0" smtClean="0"/>
              <a:t>34</a:t>
            </a:fld>
            <a:endParaRPr lang="en-GB" noProof="0" dirty="0"/>
          </a:p>
        </p:txBody>
      </p:sp>
      <p:pic>
        <p:nvPicPr>
          <p:cNvPr id="8" name="Picture 2" descr="Number lines / Misunderstandings / Patterns / Topdrawer / Home - Topdrawer">
            <a:extLst>
              <a:ext uri="{FF2B5EF4-FFF2-40B4-BE49-F238E27FC236}">
                <a16:creationId xmlns:a16="http://schemas.microsoft.com/office/drawing/2014/main" id="{E67F8F99-C45E-39A8-8C9E-E0BA3BD643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4902" y="3145517"/>
            <a:ext cx="2578028" cy="37829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73F81F3C-1455-73B0-A5E1-1FBB33BA688C}"/>
              </a:ext>
            </a:extLst>
          </p:cNvPr>
          <p:cNvPicPr>
            <a:picLocks noChangeAspect="1"/>
          </p:cNvPicPr>
          <p:nvPr/>
        </p:nvPicPr>
        <p:blipFill>
          <a:blip r:embed="rId4"/>
          <a:stretch>
            <a:fillRect/>
          </a:stretch>
        </p:blipFill>
        <p:spPr>
          <a:xfrm>
            <a:off x="3803639" y="8931185"/>
            <a:ext cx="1620553" cy="366089"/>
          </a:xfrm>
          <a:prstGeom prst="rect">
            <a:avLst/>
          </a:prstGeom>
        </p:spPr>
      </p:pic>
      <p:sp>
        <p:nvSpPr>
          <p:cNvPr id="15" name="Rectangle 14">
            <a:extLst>
              <a:ext uri="{FF2B5EF4-FFF2-40B4-BE49-F238E27FC236}">
                <a16:creationId xmlns:a16="http://schemas.microsoft.com/office/drawing/2014/main" id="{E6466D59-28B0-5189-D29A-C9A96545C1F1}"/>
              </a:ext>
            </a:extLst>
          </p:cNvPr>
          <p:cNvSpPr/>
          <p:nvPr/>
        </p:nvSpPr>
        <p:spPr>
          <a:xfrm>
            <a:off x="-2" y="51880"/>
            <a:ext cx="6858000" cy="252000"/>
          </a:xfrm>
          <a:prstGeom prst="rect">
            <a:avLst/>
          </a:prstGeom>
          <a:solidFill>
            <a:srgbClr val="009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Solving Double-Sided Inequalities Where a Split is Needed</a:t>
            </a:r>
            <a:endParaRPr lang="en-GB" sz="1400" b="1" noProof="0" dirty="0">
              <a:solidFill>
                <a:schemeClr val="bg1"/>
              </a:solidFill>
            </a:endParaRPr>
          </a:p>
        </p:txBody>
      </p:sp>
    </p:spTree>
    <p:extLst>
      <p:ext uri="{BB962C8B-B14F-4D97-AF65-F5344CB8AC3E}">
        <p14:creationId xmlns:p14="http://schemas.microsoft.com/office/powerpoint/2010/main" val="17171326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DA5712-9CC4-5521-0A38-58DECAD57282}"/>
              </a:ext>
            </a:extLst>
          </p:cNvPr>
          <p:cNvSpPr>
            <a:spLocks noGrp="1"/>
          </p:cNvSpPr>
          <p:nvPr>
            <p:ph type="sldNum" sz="quarter" idx="12"/>
          </p:nvPr>
        </p:nvSpPr>
        <p:spPr>
          <a:xfrm>
            <a:off x="5177189" y="9367176"/>
            <a:ext cx="1543050" cy="527403"/>
          </a:xfrm>
        </p:spPr>
        <p:txBody>
          <a:bodyPr/>
          <a:lstStyle/>
          <a:p>
            <a:fld id="{086C3A38-D272-42AA-9C88-F1FBEAE20D2C}" type="slidenum">
              <a:rPr lang="en-GB" noProof="0" smtClean="0"/>
              <a:t>35</a:t>
            </a:fld>
            <a:endParaRPr lang="en-GB" noProof="0" dirty="0"/>
          </a:p>
        </p:txBody>
      </p:sp>
      <p:sp>
        <p:nvSpPr>
          <p:cNvPr id="16" name="Rectangle 15">
            <a:extLst>
              <a:ext uri="{FF2B5EF4-FFF2-40B4-BE49-F238E27FC236}">
                <a16:creationId xmlns:a16="http://schemas.microsoft.com/office/drawing/2014/main" id="{21D84C7B-8552-11DE-C68F-AF5A9ED3DFCB}"/>
              </a:ext>
            </a:extLst>
          </p:cNvPr>
          <p:cNvSpPr/>
          <p:nvPr/>
        </p:nvSpPr>
        <p:spPr>
          <a:xfrm>
            <a:off x="94129" y="205670"/>
            <a:ext cx="1620000" cy="252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p:sp>
        <p:nvSpPr>
          <p:cNvPr id="17" name="TextBox 16">
            <a:extLst>
              <a:ext uri="{FF2B5EF4-FFF2-40B4-BE49-F238E27FC236}">
                <a16:creationId xmlns:a16="http://schemas.microsoft.com/office/drawing/2014/main" id="{CD0BB550-C045-0152-2915-2DFC0CF9CFB0}"/>
              </a:ext>
            </a:extLst>
          </p:cNvPr>
          <p:cNvSpPr txBox="1"/>
          <p:nvPr/>
        </p:nvSpPr>
        <p:spPr>
          <a:xfrm>
            <a:off x="1714129" y="198714"/>
            <a:ext cx="5502593" cy="276999"/>
          </a:xfrm>
          <a:prstGeom prst="rect">
            <a:avLst/>
          </a:prstGeom>
          <a:noFill/>
        </p:spPr>
        <p:txBody>
          <a:bodyPr wrap="square">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Question 1.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Solve the inequalities</a:t>
            </a:r>
            <a:r>
              <a:rPr lang="en-GB" sz="1200" dirty="0">
                <a:solidFill>
                  <a:prstClr val="black"/>
                </a:solidFill>
                <a:latin typeface="Calibri" panose="020F0502020204030204"/>
              </a:rPr>
              <a:t> and show</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solution on the number line. </a:t>
            </a:r>
          </a:p>
        </p:txBody>
      </p:sp>
      <p:pic>
        <p:nvPicPr>
          <p:cNvPr id="18" name="Picture 2" descr="Number lines / Misunderstandings / Patterns / Topdrawer / Home - Topdrawer">
            <a:extLst>
              <a:ext uri="{FF2B5EF4-FFF2-40B4-BE49-F238E27FC236}">
                <a16:creationId xmlns:a16="http://schemas.microsoft.com/office/drawing/2014/main" id="{BF7C4279-8FF0-149C-8183-E05A38664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382" y="4627852"/>
            <a:ext cx="2172155" cy="31874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Number lines / Misunderstandings / Patterns / Topdrawer / Home - Topdrawer">
            <a:extLst>
              <a:ext uri="{FF2B5EF4-FFF2-40B4-BE49-F238E27FC236}">
                <a16:creationId xmlns:a16="http://schemas.microsoft.com/office/drawing/2014/main" id="{1C8FF186-153D-E7D8-588D-7DAEE0D68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7504" y="4658528"/>
            <a:ext cx="2172155" cy="31874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Number lines / Misunderstandings / Patterns / Topdrawer / Home - Topdrawer">
            <a:extLst>
              <a:ext uri="{FF2B5EF4-FFF2-40B4-BE49-F238E27FC236}">
                <a16:creationId xmlns:a16="http://schemas.microsoft.com/office/drawing/2014/main" id="{2193154D-7F79-95F6-04F1-F5A99971F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4627" y="4658528"/>
            <a:ext cx="2172155" cy="31874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21" name="Table 20">
                <a:extLst>
                  <a:ext uri="{FF2B5EF4-FFF2-40B4-BE49-F238E27FC236}">
                    <a16:creationId xmlns:a16="http://schemas.microsoft.com/office/drawing/2014/main" id="{9EE5812D-BA6B-7085-F7E7-7730A61B298C}"/>
                  </a:ext>
                </a:extLst>
              </p:cNvPr>
              <p:cNvGraphicFramePr>
                <a:graphicFrameLocks noGrp="1"/>
              </p:cNvGraphicFramePr>
              <p:nvPr>
                <p:extLst>
                  <p:ext uri="{D42A27DB-BD31-4B8C-83A1-F6EECF244321}">
                    <p14:modId xmlns:p14="http://schemas.microsoft.com/office/powerpoint/2010/main" val="957401221"/>
                  </p:ext>
                </p:extLst>
              </p:nvPr>
            </p:nvGraphicFramePr>
            <p:xfrm>
              <a:off x="102793" y="580850"/>
              <a:ext cx="6656334" cy="8856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299755385"/>
                        </a:ext>
                      </a:extLst>
                    </a:gridCol>
                    <a:gridCol w="2218778">
                      <a:extLst>
                        <a:ext uri="{9D8B030D-6E8A-4147-A177-3AD203B41FA5}">
                          <a16:colId xmlns:a16="http://schemas.microsoft.com/office/drawing/2014/main" val="2676526672"/>
                        </a:ext>
                      </a:extLst>
                    </a:gridCol>
                    <a:gridCol w="2218778">
                      <a:extLst>
                        <a:ext uri="{9D8B030D-6E8A-4147-A177-3AD203B41FA5}">
                          <a16:colId xmlns:a16="http://schemas.microsoft.com/office/drawing/2014/main" val="4291473460"/>
                        </a:ext>
                      </a:extLst>
                    </a:gridCol>
                  </a:tblGrid>
                  <a:tr h="3600000">
                    <a:tc>
                      <a:txBody>
                        <a:bodyPr/>
                        <a:lstStyle/>
                        <a:p>
                          <a:r>
                            <a:rPr lang="en-GB" sz="1200" b="0" noProof="0" dirty="0">
                              <a:solidFill>
                                <a:schemeClr val="tx1"/>
                              </a:solidFill>
                            </a:rPr>
                            <a:t>a)</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+1&lt;5&lt;2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oMath>
                          </a14:m>
                          <a:endParaRPr lang="en-GB" sz="1200" b="0" noProof="0" dirty="0">
                            <a:solidFill>
                              <a:schemeClr val="tx1"/>
                            </a:solidFill>
                          </a:endParaRPr>
                        </a:p>
                      </a:txBody>
                      <a:tcPr/>
                    </a:tc>
                    <a:tc>
                      <a:txBody>
                        <a:bodyPr/>
                        <a:lstStyle/>
                        <a:p>
                          <a:r>
                            <a:rPr lang="en-GB" sz="1200" b="0" noProof="0" dirty="0">
                              <a:solidFill>
                                <a:schemeClr val="tx1"/>
                              </a:solidFill>
                            </a:rPr>
                            <a:t>b)</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3</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−2&lt;7≤</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oMath>
                          </a14:m>
                          <a:endParaRPr lang="en-GB" sz="1200" b="0" noProof="0" dirty="0">
                            <a:solidFill>
                              <a:schemeClr val="tx1"/>
                            </a:solidFill>
                          </a:endParaRPr>
                        </a:p>
                      </a:txBody>
                      <a:tcPr/>
                    </a:tc>
                    <a:tc>
                      <a:txBody>
                        <a:bodyPr/>
                        <a:lstStyle/>
                        <a:p>
                          <a:r>
                            <a:rPr lang="en-GB" sz="1200" b="0" noProof="0" dirty="0">
                              <a:solidFill>
                                <a:schemeClr val="tx1"/>
                              </a:solidFill>
                            </a:rPr>
                            <a:t>c)</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+3&lt;5&lt;2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oMath>
                          </a14:m>
                          <a:endParaRPr lang="en-GB" sz="1200" b="0" noProof="0" dirty="0">
                            <a:solidFill>
                              <a:schemeClr val="tx1"/>
                            </a:solidFill>
                          </a:endParaRPr>
                        </a:p>
                      </a:txBody>
                      <a:tcPr/>
                    </a:tc>
                    <a:extLst>
                      <a:ext uri="{0D108BD9-81ED-4DB2-BD59-A6C34878D82A}">
                        <a16:rowId xmlns:a16="http://schemas.microsoft.com/office/drawing/2014/main" val="376524330"/>
                      </a:ext>
                    </a:extLst>
                  </a:tr>
                  <a:tr h="82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352276900"/>
                      </a:ext>
                    </a:extLst>
                  </a:tr>
                  <a:tr h="3600000">
                    <a:tc>
                      <a:txBody>
                        <a:bodyPr/>
                        <a:lstStyle/>
                        <a:p>
                          <a:r>
                            <a:rPr lang="en-GB" sz="1200" b="0" noProof="0" dirty="0">
                              <a:solidFill>
                                <a:schemeClr val="tx1"/>
                              </a:solidFill>
                            </a:rPr>
                            <a:t>d)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+2&lt;7≤3</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oMath>
                          </a14:m>
                          <a:endParaRPr lang="en-GB" sz="1200" b="0" noProof="0" dirty="0">
                            <a:solidFill>
                              <a:schemeClr val="tx1"/>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e)</a:t>
                          </a:r>
                          <a14:m>
                            <m:oMath xmlns:m="http://schemas.openxmlformats.org/officeDocument/2006/math">
                              <m:r>
                                <a:rPr lang="en-GB" sz="1200" b="0" i="1" noProof="0" smtClean="0">
                                  <a:solidFill>
                                    <a:schemeClr val="tx1"/>
                                  </a:solidFill>
                                  <a:latin typeface="Cambria Math" panose="02040503050406030204" pitchFamily="18" charset="0"/>
                                </a:rPr>
                                <m:t>3</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&gt;−6</m:t>
                              </m:r>
                              <m:r>
                                <a:rPr lang="en-GB" sz="1200" b="0" i="1" noProof="0" smtClean="0">
                                  <a:solidFill>
                                    <a:schemeClr val="tx1"/>
                                  </a:solidFill>
                                  <a:latin typeface="Cambria Math" panose="02040503050406030204" pitchFamily="18" charset="0"/>
                                  <a:ea typeface="Cambria Math" panose="02040503050406030204" pitchFamily="18" charset="0"/>
                                </a:rPr>
                                <m:t>≥</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p>
                      </a:txBody>
                      <a:tcPr/>
                    </a:tc>
                    <a:tc>
                      <a:txBody>
                        <a:bodyPr/>
                        <a:lstStyle/>
                        <a:p>
                          <a:r>
                            <a:rPr lang="en-GB" sz="1200" b="0" noProof="0" dirty="0">
                              <a:solidFill>
                                <a:schemeClr val="tx1"/>
                              </a:solidFill>
                            </a:rPr>
                            <a:t>f)</a:t>
                          </a:r>
                          <a14:m>
                            <m:oMath xmlns:m="http://schemas.openxmlformats.org/officeDocument/2006/math">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+1≤−7&lt;</m:t>
                              </m:r>
                              <m:f>
                                <m:fPr>
                                  <m:ctrlPr>
                                    <a:rPr lang="en-GB" sz="1200" b="0" i="1" noProof="0" smtClean="0">
                                      <a:solidFill>
                                        <a:schemeClr val="tx1"/>
                                      </a:solidFill>
                                      <a:latin typeface="Cambria Math" panose="02040503050406030204" pitchFamily="18" charset="0"/>
                                      <a:ea typeface="Cambria Math" panose="02040503050406030204" pitchFamily="18" charset="0"/>
                                    </a:rPr>
                                  </m:ctrlPr>
                                </m:fPr>
                                <m:num>
                                  <m:r>
                                    <a:rPr lang="en-GB" sz="1200" b="0" i="1" noProof="0" smtClean="0">
                                      <a:solidFill>
                                        <a:schemeClr val="tx1"/>
                                      </a:solidFill>
                                      <a:latin typeface="Cambria Math" panose="02040503050406030204" pitchFamily="18" charset="0"/>
                                      <a:ea typeface="Cambria Math" panose="02040503050406030204" pitchFamily="18" charset="0"/>
                                    </a:rPr>
                                    <m:t>𝑥</m:t>
                                  </m:r>
                                </m:num>
                                <m:den>
                                  <m:r>
                                    <a:rPr lang="en-GB" sz="1200" b="0" i="1" noProof="0" smtClean="0">
                                      <a:solidFill>
                                        <a:schemeClr val="tx1"/>
                                      </a:solidFill>
                                      <a:latin typeface="Cambria Math" panose="02040503050406030204" pitchFamily="18" charset="0"/>
                                      <a:ea typeface="Cambria Math" panose="02040503050406030204" pitchFamily="18" charset="0"/>
                                    </a:rPr>
                                    <m:t>3</m:t>
                                  </m:r>
                                </m:den>
                              </m:f>
                              <m:r>
                                <a:rPr lang="en-GB" sz="1200" b="0" i="1" noProof="0" smtClean="0">
                                  <a:solidFill>
                                    <a:schemeClr val="tx1"/>
                                  </a:solidFill>
                                  <a:latin typeface="Cambria Math" panose="02040503050406030204" pitchFamily="18" charset="0"/>
                                  <a:ea typeface="Cambria Math" panose="02040503050406030204" pitchFamily="18" charset="0"/>
                                </a:rPr>
                                <m:t>+4</m:t>
                              </m:r>
                            </m:oMath>
                          </a14:m>
                          <a:endParaRPr lang="en-GB" sz="1200" b="0" noProof="0" dirty="0">
                            <a:solidFill>
                              <a:schemeClr val="tx1"/>
                            </a:solidFill>
                          </a:endParaRPr>
                        </a:p>
                      </a:txBody>
                      <a:tcPr/>
                    </a:tc>
                    <a:extLst>
                      <a:ext uri="{0D108BD9-81ED-4DB2-BD59-A6C34878D82A}">
                        <a16:rowId xmlns:a16="http://schemas.microsoft.com/office/drawing/2014/main" val="1811971039"/>
                      </a:ext>
                    </a:extLst>
                  </a:tr>
                  <a:tr h="82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828605713"/>
                      </a:ext>
                    </a:extLst>
                  </a:tr>
                </a:tbl>
              </a:graphicData>
            </a:graphic>
          </p:graphicFrame>
        </mc:Choice>
        <mc:Fallback xmlns="">
          <p:graphicFrame>
            <p:nvGraphicFramePr>
              <p:cNvPr id="21" name="Table 20">
                <a:extLst>
                  <a:ext uri="{FF2B5EF4-FFF2-40B4-BE49-F238E27FC236}">
                    <a16:creationId xmlns:a16="http://schemas.microsoft.com/office/drawing/2014/main" id="{9EE5812D-BA6B-7085-F7E7-7730A61B298C}"/>
                  </a:ext>
                </a:extLst>
              </p:cNvPr>
              <p:cNvGraphicFramePr>
                <a:graphicFrameLocks noGrp="1"/>
              </p:cNvGraphicFramePr>
              <p:nvPr>
                <p:extLst>
                  <p:ext uri="{D42A27DB-BD31-4B8C-83A1-F6EECF244321}">
                    <p14:modId xmlns:p14="http://schemas.microsoft.com/office/powerpoint/2010/main" val="957401221"/>
                  </p:ext>
                </p:extLst>
              </p:nvPr>
            </p:nvGraphicFramePr>
            <p:xfrm>
              <a:off x="102793" y="580850"/>
              <a:ext cx="6656334" cy="8856000"/>
            </p:xfrm>
            <a:graphic>
              <a:graphicData uri="http://schemas.openxmlformats.org/drawingml/2006/table">
                <a:tbl>
                  <a:tblPr firstRow="1" bandRow="1">
                    <a:tableStyleId>{5940675A-B579-460E-94D1-54222C63F5DA}</a:tableStyleId>
                  </a:tblPr>
                  <a:tblGrid>
                    <a:gridCol w="2218778">
                      <a:extLst>
                        <a:ext uri="{9D8B030D-6E8A-4147-A177-3AD203B41FA5}">
                          <a16:colId xmlns:a16="http://schemas.microsoft.com/office/drawing/2014/main" val="299755385"/>
                        </a:ext>
                      </a:extLst>
                    </a:gridCol>
                    <a:gridCol w="2218778">
                      <a:extLst>
                        <a:ext uri="{9D8B030D-6E8A-4147-A177-3AD203B41FA5}">
                          <a16:colId xmlns:a16="http://schemas.microsoft.com/office/drawing/2014/main" val="2676526672"/>
                        </a:ext>
                      </a:extLst>
                    </a:gridCol>
                    <a:gridCol w="2218778">
                      <a:extLst>
                        <a:ext uri="{9D8B030D-6E8A-4147-A177-3AD203B41FA5}">
                          <a16:colId xmlns:a16="http://schemas.microsoft.com/office/drawing/2014/main" val="4291473460"/>
                        </a:ext>
                      </a:extLst>
                    </a:gridCol>
                  </a:tblGrid>
                  <a:tr h="3600000">
                    <a:tc>
                      <a:txBody>
                        <a:bodyPr/>
                        <a:lstStyle/>
                        <a:p>
                          <a:endParaRPr lang="en-US"/>
                        </a:p>
                      </a:txBody>
                      <a:tcPr>
                        <a:blipFill>
                          <a:blip r:embed="rId4"/>
                          <a:stretch>
                            <a:fillRect l="-275" t="-169" r="-200824" b="-146362"/>
                          </a:stretch>
                        </a:blipFill>
                      </a:tcPr>
                    </a:tc>
                    <a:tc>
                      <a:txBody>
                        <a:bodyPr/>
                        <a:lstStyle/>
                        <a:p>
                          <a:endParaRPr lang="en-US"/>
                        </a:p>
                      </a:txBody>
                      <a:tcPr>
                        <a:blipFill>
                          <a:blip r:embed="rId4"/>
                          <a:stretch>
                            <a:fillRect l="-100000" t="-169" r="-100274" b="-146362"/>
                          </a:stretch>
                        </a:blipFill>
                      </a:tcPr>
                    </a:tc>
                    <a:tc>
                      <a:txBody>
                        <a:bodyPr/>
                        <a:lstStyle/>
                        <a:p>
                          <a:endParaRPr lang="en-US"/>
                        </a:p>
                      </a:txBody>
                      <a:tcPr>
                        <a:blipFill>
                          <a:blip r:embed="rId4"/>
                          <a:stretch>
                            <a:fillRect l="-200549" t="-169" r="-549" b="-146362"/>
                          </a:stretch>
                        </a:blipFill>
                      </a:tcPr>
                    </a:tc>
                    <a:extLst>
                      <a:ext uri="{0D108BD9-81ED-4DB2-BD59-A6C34878D82A}">
                        <a16:rowId xmlns:a16="http://schemas.microsoft.com/office/drawing/2014/main" val="376524330"/>
                      </a:ext>
                    </a:extLst>
                  </a:tr>
                  <a:tr h="82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352276900"/>
                      </a:ext>
                    </a:extLst>
                  </a:tr>
                  <a:tr h="3600000">
                    <a:tc>
                      <a:txBody>
                        <a:bodyPr/>
                        <a:lstStyle/>
                        <a:p>
                          <a:endParaRPr lang="en-US"/>
                        </a:p>
                      </a:txBody>
                      <a:tcPr>
                        <a:blipFill>
                          <a:blip r:embed="rId4"/>
                          <a:stretch>
                            <a:fillRect l="-275" t="-123181" r="-200824" b="-23350"/>
                          </a:stretch>
                        </a:blipFill>
                      </a:tcPr>
                    </a:tc>
                    <a:tc>
                      <a:txBody>
                        <a:bodyPr/>
                        <a:lstStyle/>
                        <a:p>
                          <a:endParaRPr lang="en-US"/>
                        </a:p>
                      </a:txBody>
                      <a:tcPr>
                        <a:blipFill>
                          <a:blip r:embed="rId4"/>
                          <a:stretch>
                            <a:fillRect l="-100000" t="-123181" r="-100274" b="-23350"/>
                          </a:stretch>
                        </a:blipFill>
                      </a:tcPr>
                    </a:tc>
                    <a:tc>
                      <a:txBody>
                        <a:bodyPr/>
                        <a:lstStyle/>
                        <a:p>
                          <a:endParaRPr lang="en-US"/>
                        </a:p>
                      </a:txBody>
                      <a:tcPr>
                        <a:blipFill>
                          <a:blip r:embed="rId4"/>
                          <a:stretch>
                            <a:fillRect l="-200549" t="-123181" r="-549" b="-23350"/>
                          </a:stretch>
                        </a:blipFill>
                      </a:tcPr>
                    </a:tc>
                    <a:extLst>
                      <a:ext uri="{0D108BD9-81ED-4DB2-BD59-A6C34878D82A}">
                        <a16:rowId xmlns:a16="http://schemas.microsoft.com/office/drawing/2014/main" val="1811971039"/>
                      </a:ext>
                    </a:extLst>
                  </a:tr>
                  <a:tr h="828000">
                    <a:tc>
                      <a:txBody>
                        <a:bodyPr/>
                        <a:lstStyle/>
                        <a:p>
                          <a:endParaRPr lang="en-GB" sz="1200" noProof="0" dirty="0"/>
                        </a:p>
                      </a:txBody>
                      <a:tcPr/>
                    </a:tc>
                    <a:tc>
                      <a:txBody>
                        <a:bodyPr/>
                        <a:lstStyle/>
                        <a:p>
                          <a:endParaRPr lang="en-GB" sz="1200" noProof="0" dirty="0"/>
                        </a:p>
                      </a:txBody>
                      <a:tcPr/>
                    </a:tc>
                    <a:tc>
                      <a:txBody>
                        <a:bodyPr/>
                        <a:lstStyle/>
                        <a:p>
                          <a:endParaRPr lang="en-GB" sz="1200" noProof="0" dirty="0"/>
                        </a:p>
                      </a:txBody>
                      <a:tcPr/>
                    </a:tc>
                    <a:extLst>
                      <a:ext uri="{0D108BD9-81ED-4DB2-BD59-A6C34878D82A}">
                        <a16:rowId xmlns:a16="http://schemas.microsoft.com/office/drawing/2014/main" val="3828605713"/>
                      </a:ext>
                    </a:extLst>
                  </a:tr>
                </a:tbl>
              </a:graphicData>
            </a:graphic>
          </p:graphicFrame>
        </mc:Fallback>
      </mc:AlternateContent>
      <p:pic>
        <p:nvPicPr>
          <p:cNvPr id="24" name="Picture 2" descr="Number lines / Misunderstandings / Patterns / Topdrawer / Home - Topdrawer">
            <a:extLst>
              <a:ext uri="{FF2B5EF4-FFF2-40B4-BE49-F238E27FC236}">
                <a16:creationId xmlns:a16="http://schemas.microsoft.com/office/drawing/2014/main" id="{1908999E-9DB4-9CE3-02EB-E28D4439B1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39" y="9031793"/>
            <a:ext cx="2172155" cy="31874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Number lines / Misunderstandings / Patterns / Topdrawer / Home - Topdrawer">
            <a:extLst>
              <a:ext uri="{FF2B5EF4-FFF2-40B4-BE49-F238E27FC236}">
                <a16:creationId xmlns:a16="http://schemas.microsoft.com/office/drawing/2014/main" id="{33CD8182-3128-DC46-F6FE-E19CC4006B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8084" y="9062469"/>
            <a:ext cx="2172155" cy="31874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EB0987C-9439-B054-8BF2-13CE7574793F}"/>
              </a:ext>
            </a:extLst>
          </p:cNvPr>
          <p:cNvPicPr>
            <a:picLocks noChangeAspect="1"/>
          </p:cNvPicPr>
          <p:nvPr/>
        </p:nvPicPr>
        <p:blipFill>
          <a:blip r:embed="rId5"/>
          <a:srcRect r="13710" b="-15378"/>
          <a:stretch/>
        </p:blipFill>
        <p:spPr>
          <a:xfrm>
            <a:off x="2401422" y="8961032"/>
            <a:ext cx="2107774" cy="499447"/>
          </a:xfrm>
          <a:prstGeom prst="rect">
            <a:avLst/>
          </a:prstGeom>
        </p:spPr>
      </p:pic>
    </p:spTree>
    <p:extLst>
      <p:ext uri="{BB962C8B-B14F-4D97-AF65-F5344CB8AC3E}">
        <p14:creationId xmlns:p14="http://schemas.microsoft.com/office/powerpoint/2010/main" val="933710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8D475-0194-9525-8A64-C66E55075F7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566D82-13D1-2922-BBD4-4FC33E98C336}"/>
              </a:ext>
            </a:extLst>
          </p:cNvPr>
          <p:cNvSpPr>
            <a:spLocks noGrp="1"/>
          </p:cNvSpPr>
          <p:nvPr>
            <p:ph type="sldNum" sz="quarter" idx="12"/>
          </p:nvPr>
        </p:nvSpPr>
        <p:spPr>
          <a:xfrm>
            <a:off x="5198986" y="9378597"/>
            <a:ext cx="1543050" cy="527403"/>
          </a:xfrm>
        </p:spPr>
        <p:txBody>
          <a:bodyPr/>
          <a:lstStyle/>
          <a:p>
            <a:fld id="{086C3A38-D272-42AA-9C88-F1FBEAE20D2C}" type="slidenum">
              <a:rPr lang="en-GB" noProof="0" smtClean="0"/>
              <a:t>36</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8FADF4AF-8969-C2D5-CABF-A80157CC02E9}"/>
                  </a:ext>
                </a:extLst>
              </p:cNvPr>
              <p:cNvGraphicFramePr>
                <a:graphicFrameLocks noGrp="1"/>
              </p:cNvGraphicFramePr>
              <p:nvPr>
                <p:extLst>
                  <p:ext uri="{D42A27DB-BD31-4B8C-83A1-F6EECF244321}">
                    <p14:modId xmlns:p14="http://schemas.microsoft.com/office/powerpoint/2010/main" val="2162250159"/>
                  </p:ext>
                </p:extLst>
              </p:nvPr>
            </p:nvGraphicFramePr>
            <p:xfrm>
              <a:off x="115963" y="335699"/>
              <a:ext cx="6626073" cy="9180000"/>
            </p:xfrm>
            <a:graphic>
              <a:graphicData uri="http://schemas.openxmlformats.org/drawingml/2006/table">
                <a:tbl>
                  <a:tblPr firstRow="1" bandRow="1">
                    <a:tableStyleId>{5C22544A-7EE6-4342-B048-85BDC9FD1C3A}</a:tableStyleId>
                  </a:tblPr>
                  <a:tblGrid>
                    <a:gridCol w="2208691">
                      <a:extLst>
                        <a:ext uri="{9D8B030D-6E8A-4147-A177-3AD203B41FA5}">
                          <a16:colId xmlns:a16="http://schemas.microsoft.com/office/drawing/2014/main" val="1266167123"/>
                        </a:ext>
                      </a:extLst>
                    </a:gridCol>
                    <a:gridCol w="2208691">
                      <a:extLst>
                        <a:ext uri="{9D8B030D-6E8A-4147-A177-3AD203B41FA5}">
                          <a16:colId xmlns:a16="http://schemas.microsoft.com/office/drawing/2014/main" val="1543455521"/>
                        </a:ext>
                      </a:extLst>
                    </a:gridCol>
                    <a:gridCol w="2208691">
                      <a:extLst>
                        <a:ext uri="{9D8B030D-6E8A-4147-A177-3AD203B41FA5}">
                          <a16:colId xmlns:a16="http://schemas.microsoft.com/office/drawing/2014/main" val="1221606748"/>
                        </a:ext>
                      </a:extLst>
                    </a:gridCol>
                  </a:tblGrid>
                  <a:tr h="3780000">
                    <a:tc>
                      <a:txBody>
                        <a:bodyPr/>
                        <a:lstStyle/>
                        <a:p>
                          <a:r>
                            <a:rPr lang="en-GB" sz="1200" b="0" noProof="0" dirty="0">
                              <a:solidFill>
                                <a:schemeClr val="tx1"/>
                              </a:solidFill>
                            </a:rPr>
                            <a:t>g) </a:t>
                          </a:r>
                          <a14:m>
                            <m:oMath xmlns:m="http://schemas.openxmlformats.org/officeDocument/2006/math">
                              <m:r>
                                <a:rPr lang="en-GB" sz="1200" b="0" i="1" noProof="0" smtClean="0">
                                  <a:solidFill>
                                    <a:schemeClr val="tx1"/>
                                  </a:solidFill>
                                  <a:latin typeface="Cambria Math" panose="02040503050406030204" pitchFamily="18" charset="0"/>
                                </a:rPr>
                                <m:t>12+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≥10&gt;2</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h) </a:t>
                          </a:r>
                          <a14:m>
                            <m:oMath xmlns:m="http://schemas.openxmlformats.org/officeDocument/2006/math">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−15≤7&lt;3</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err="1">
                              <a:solidFill>
                                <a:schemeClr val="tx1"/>
                              </a:solidFill>
                            </a:rPr>
                            <a:t>i</a:t>
                          </a: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−6&lt;−2≤2</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7150512"/>
                      </a:ext>
                    </a:extLst>
                  </a:tr>
                  <a:tr h="720000">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670617"/>
                      </a:ext>
                    </a:extLst>
                  </a:tr>
                  <a:tr h="3960000">
                    <a:tc>
                      <a:txBody>
                        <a:bodyPr/>
                        <a:lstStyle/>
                        <a:p>
                          <a:r>
                            <a:rPr lang="en-GB" sz="1200" b="0" noProof="0" dirty="0">
                              <a:solidFill>
                                <a:schemeClr val="tx1"/>
                              </a:solidFill>
                            </a:rPr>
                            <a:t>j) </a:t>
                          </a:r>
                          <a14:m>
                            <m:oMath xmlns:m="http://schemas.openxmlformats.org/officeDocument/2006/math">
                              <m:r>
                                <a:rPr lang="en-GB" sz="1200" b="0" i="1" noProof="0" smtClean="0">
                                  <a:solidFill>
                                    <a:schemeClr val="tx1"/>
                                  </a:solidFill>
                                  <a:latin typeface="Cambria Math" panose="02040503050406030204" pitchFamily="18" charset="0"/>
                                </a:rPr>
                                <m:t>2</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e>
                              </m:d>
                              <m:r>
                                <a:rPr lang="en-GB" sz="1200" b="0" i="1" noProof="0" smtClean="0">
                                  <a:solidFill>
                                    <a:schemeClr val="tx1"/>
                                  </a:solidFill>
                                  <a:latin typeface="Cambria Math" panose="02040503050406030204" pitchFamily="18" charset="0"/>
                                  <a:ea typeface="Cambria Math" panose="02040503050406030204" pitchFamily="18" charset="0"/>
                                </a:rPr>
                                <m:t>≤10&lt;5</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k) </a:t>
                          </a:r>
                          <a14:m>
                            <m:oMath xmlns:m="http://schemas.openxmlformats.org/officeDocument/2006/math">
                              <m:r>
                                <a:rPr lang="en-GB" sz="1200" b="0" i="1" noProof="0" smtClean="0">
                                  <a:solidFill>
                                    <a:schemeClr val="tx1"/>
                                  </a:solidFill>
                                  <a:latin typeface="Cambria Math" panose="02040503050406030204" pitchFamily="18" charset="0"/>
                                </a:rPr>
                                <m:t>6+</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&lt;8≤4(</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−2≥4&gt;</m:t>
                                </m:r>
                                <m:f>
                                  <m:fPr>
                                    <m:ctrlPr>
                                      <a:rPr lang="en-GB" sz="1200" b="0" i="1" noProof="0" smtClean="0">
                                        <a:solidFill>
                                          <a:schemeClr val="tx1"/>
                                        </a:solidFill>
                                        <a:latin typeface="Cambria Math" panose="02040503050406030204" pitchFamily="18" charset="0"/>
                                        <a:ea typeface="Cambria Math" panose="02040503050406030204" pitchFamily="18" charset="0"/>
                                      </a:rPr>
                                    </m:ctrlPr>
                                  </m:fPr>
                                  <m:num>
                                    <m:r>
                                      <a:rPr lang="en-GB" sz="1200" b="0" i="1" noProof="0" smtClean="0">
                                        <a:solidFill>
                                          <a:schemeClr val="tx1"/>
                                        </a:solidFill>
                                        <a:latin typeface="Cambria Math" panose="02040503050406030204" pitchFamily="18" charset="0"/>
                                        <a:ea typeface="Cambria Math" panose="02040503050406030204" pitchFamily="18" charset="0"/>
                                      </a:rPr>
                                      <m:t>2</m:t>
                                    </m:r>
                                    <m:r>
                                      <a:rPr lang="en-GB" sz="1200" b="0" i="1" noProof="0" smtClean="0">
                                        <a:solidFill>
                                          <a:schemeClr val="tx1"/>
                                        </a:solidFill>
                                        <a:latin typeface="Cambria Math" panose="02040503050406030204" pitchFamily="18" charset="0"/>
                                        <a:ea typeface="Cambria Math" panose="02040503050406030204" pitchFamily="18" charset="0"/>
                                      </a:rPr>
                                      <m:t>𝑥</m:t>
                                    </m:r>
                                  </m:num>
                                  <m:den>
                                    <m:r>
                                      <a:rPr lang="en-GB" sz="1200" b="0" i="1" noProof="0" smtClean="0">
                                        <a:solidFill>
                                          <a:schemeClr val="tx1"/>
                                        </a:solidFill>
                                        <a:latin typeface="Cambria Math" panose="02040503050406030204" pitchFamily="18" charset="0"/>
                                        <a:ea typeface="Cambria Math" panose="02040503050406030204" pitchFamily="18" charset="0"/>
                                      </a:rPr>
                                      <m:t>5</m:t>
                                    </m:r>
                                  </m:den>
                                </m:f>
                                <m:r>
                                  <a:rPr lang="en-GB" sz="1200" b="0" i="1" noProof="0" smtClean="0">
                                    <a:solidFill>
                                      <a:schemeClr val="tx1"/>
                                    </a:solidFill>
                                    <a:latin typeface="Cambria Math" panose="02040503050406030204" pitchFamily="18" charset="0"/>
                                    <a:ea typeface="Cambria Math" panose="02040503050406030204" pitchFamily="18" charset="0"/>
                                  </a:rPr>
                                  <m:t>+1</m:t>
                                </m:r>
                              </m:oMath>
                            </m:oMathPara>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0966070"/>
                      </a:ext>
                    </a:extLst>
                  </a:tr>
                  <a:tr h="720000">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747087"/>
                      </a:ext>
                    </a:extLst>
                  </a:tr>
                </a:tbl>
              </a:graphicData>
            </a:graphic>
          </p:graphicFrame>
        </mc:Choice>
        <mc:Fallback xmlns="">
          <p:graphicFrame>
            <p:nvGraphicFramePr>
              <p:cNvPr id="3" name="Table 2">
                <a:extLst>
                  <a:ext uri="{FF2B5EF4-FFF2-40B4-BE49-F238E27FC236}">
                    <a16:creationId xmlns:a16="http://schemas.microsoft.com/office/drawing/2014/main" id="{8FADF4AF-8969-C2D5-CABF-A80157CC02E9}"/>
                  </a:ext>
                </a:extLst>
              </p:cNvPr>
              <p:cNvGraphicFramePr>
                <a:graphicFrameLocks noGrp="1"/>
              </p:cNvGraphicFramePr>
              <p:nvPr>
                <p:extLst>
                  <p:ext uri="{D42A27DB-BD31-4B8C-83A1-F6EECF244321}">
                    <p14:modId xmlns:p14="http://schemas.microsoft.com/office/powerpoint/2010/main" val="2162250159"/>
                  </p:ext>
                </p:extLst>
              </p:nvPr>
            </p:nvGraphicFramePr>
            <p:xfrm>
              <a:off x="115963" y="335699"/>
              <a:ext cx="6626073" cy="9180000"/>
            </p:xfrm>
            <a:graphic>
              <a:graphicData uri="http://schemas.openxmlformats.org/drawingml/2006/table">
                <a:tbl>
                  <a:tblPr firstRow="1" bandRow="1">
                    <a:tableStyleId>{5C22544A-7EE6-4342-B048-85BDC9FD1C3A}</a:tableStyleId>
                  </a:tblPr>
                  <a:tblGrid>
                    <a:gridCol w="2208691">
                      <a:extLst>
                        <a:ext uri="{9D8B030D-6E8A-4147-A177-3AD203B41FA5}">
                          <a16:colId xmlns:a16="http://schemas.microsoft.com/office/drawing/2014/main" val="1266167123"/>
                        </a:ext>
                      </a:extLst>
                    </a:gridCol>
                    <a:gridCol w="2208691">
                      <a:extLst>
                        <a:ext uri="{9D8B030D-6E8A-4147-A177-3AD203B41FA5}">
                          <a16:colId xmlns:a16="http://schemas.microsoft.com/office/drawing/2014/main" val="1543455521"/>
                        </a:ext>
                      </a:extLst>
                    </a:gridCol>
                    <a:gridCol w="2208691">
                      <a:extLst>
                        <a:ext uri="{9D8B030D-6E8A-4147-A177-3AD203B41FA5}">
                          <a16:colId xmlns:a16="http://schemas.microsoft.com/office/drawing/2014/main" val="1221606748"/>
                        </a:ext>
                      </a:extLst>
                    </a:gridCol>
                  </a:tblGrid>
                  <a:tr h="378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52" t="-161" r="-201105" b="-14338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5" t="-161" r="-100551" b="-14338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829" t="-161" r="-829" b="-143387"/>
                          </a:stretch>
                        </a:blipFill>
                      </a:tcPr>
                    </a:tc>
                    <a:extLst>
                      <a:ext uri="{0D108BD9-81ED-4DB2-BD59-A6C34878D82A}">
                        <a16:rowId xmlns:a16="http://schemas.microsoft.com/office/drawing/2014/main" val="2147150512"/>
                      </a:ext>
                    </a:extLst>
                  </a:tr>
                  <a:tr h="720000">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670617"/>
                      </a:ext>
                    </a:extLst>
                  </a:tr>
                  <a:tr h="396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52" t="-113692" r="-201105" b="-1861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5" t="-113692" r="-100551" b="-1861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829" t="-113692" r="-829" b="-18615"/>
                          </a:stretch>
                        </a:blipFill>
                      </a:tcPr>
                    </a:tc>
                    <a:extLst>
                      <a:ext uri="{0D108BD9-81ED-4DB2-BD59-A6C34878D82A}">
                        <a16:rowId xmlns:a16="http://schemas.microsoft.com/office/drawing/2014/main" val="2190966070"/>
                      </a:ext>
                    </a:extLst>
                  </a:tr>
                  <a:tr h="720000">
                    <a:tc>
                      <a:txBody>
                        <a:bodyPr/>
                        <a:lstStyle/>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747087"/>
                      </a:ext>
                    </a:extLst>
                  </a:tr>
                </a:tbl>
              </a:graphicData>
            </a:graphic>
          </p:graphicFrame>
        </mc:Fallback>
      </mc:AlternateContent>
      <p:sp>
        <p:nvSpPr>
          <p:cNvPr id="5" name="TextBox 4">
            <a:extLst>
              <a:ext uri="{FF2B5EF4-FFF2-40B4-BE49-F238E27FC236}">
                <a16:creationId xmlns:a16="http://schemas.microsoft.com/office/drawing/2014/main" id="{2614C160-1A65-A17E-DF4B-B00B49667C71}"/>
              </a:ext>
            </a:extLst>
          </p:cNvPr>
          <p:cNvSpPr txBox="1"/>
          <p:nvPr/>
        </p:nvSpPr>
        <p:spPr>
          <a:xfrm>
            <a:off x="0" y="58700"/>
            <a:ext cx="5502593" cy="276999"/>
          </a:xfrm>
          <a:prstGeom prst="rect">
            <a:avLst/>
          </a:prstGeom>
          <a:noFill/>
        </p:spPr>
        <p:txBody>
          <a:bodyPr wrap="square">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Question 2.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Solve the inequalities</a:t>
            </a:r>
            <a:r>
              <a:rPr lang="en-GB" sz="1200" dirty="0">
                <a:solidFill>
                  <a:prstClr val="black"/>
                </a:solidFill>
                <a:latin typeface="Calibri" panose="020F0502020204030204"/>
              </a:rPr>
              <a:t> and list the integers that satisfy the inequality.</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7898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9D62C8-0EE0-1D6F-23E5-1F47130EE25D}"/>
              </a:ext>
            </a:extLst>
          </p:cNvPr>
          <p:cNvSpPr>
            <a:spLocks noGrp="1"/>
          </p:cNvSpPr>
          <p:nvPr>
            <p:ph type="sldNum" sz="quarter" idx="12"/>
          </p:nvPr>
        </p:nvSpPr>
        <p:spPr>
          <a:xfrm>
            <a:off x="5314950" y="9445099"/>
            <a:ext cx="1543050" cy="527403"/>
          </a:xfrm>
        </p:spPr>
        <p:txBody>
          <a:bodyPr/>
          <a:lstStyle/>
          <a:p>
            <a:fld id="{086C3A38-D272-42AA-9C88-F1FBEAE20D2C}" type="slidenum">
              <a:rPr lang="en-GB" noProof="0" smtClean="0"/>
              <a:t>37</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8BF4ECF-BAC6-27D9-AB8A-56E5261811BA}"/>
                  </a:ext>
                </a:extLst>
              </p:cNvPr>
              <p:cNvGraphicFramePr>
                <a:graphicFrameLocks noGrp="1"/>
              </p:cNvGraphicFramePr>
              <p:nvPr>
                <p:extLst>
                  <p:ext uri="{D42A27DB-BD31-4B8C-83A1-F6EECF244321}">
                    <p14:modId xmlns:p14="http://schemas.microsoft.com/office/powerpoint/2010/main" val="399138717"/>
                  </p:ext>
                </p:extLst>
              </p:nvPr>
            </p:nvGraphicFramePr>
            <p:xfrm>
              <a:off x="157041" y="335699"/>
              <a:ext cx="6543918" cy="9278949"/>
            </p:xfrm>
            <a:graphic>
              <a:graphicData uri="http://schemas.openxmlformats.org/drawingml/2006/table">
                <a:tbl>
                  <a:tblPr firstRow="1" bandRow="1">
                    <a:tableStyleId>{5C22544A-7EE6-4342-B048-85BDC9FD1C3A}</a:tableStyleId>
                  </a:tblPr>
                  <a:tblGrid>
                    <a:gridCol w="3271959">
                      <a:extLst>
                        <a:ext uri="{9D8B030D-6E8A-4147-A177-3AD203B41FA5}">
                          <a16:colId xmlns:a16="http://schemas.microsoft.com/office/drawing/2014/main" val="1480449643"/>
                        </a:ext>
                      </a:extLst>
                    </a:gridCol>
                    <a:gridCol w="3271959">
                      <a:extLst>
                        <a:ext uri="{9D8B030D-6E8A-4147-A177-3AD203B41FA5}">
                          <a16:colId xmlns:a16="http://schemas.microsoft.com/office/drawing/2014/main" val="1662057146"/>
                        </a:ext>
                      </a:extLst>
                    </a:gridCol>
                  </a:tblGrid>
                  <a:tr h="3092983">
                    <a:tc>
                      <a:txBody>
                        <a:bodyPr/>
                        <a:lstStyle/>
                        <a:p>
                          <a:r>
                            <a:rPr lang="en-GB" sz="1200" b="0" noProof="0" dirty="0">
                              <a:solidFill>
                                <a:schemeClr val="tx1"/>
                              </a:solidFill>
                            </a:rPr>
                            <a:t>p) </a:t>
                          </a:r>
                          <a14:m>
                            <m:oMath xmlns:m="http://schemas.openxmlformats.org/officeDocument/2006/math">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−1≤10</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+2≤3</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+23</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q) </a:t>
                          </a:r>
                          <a14:m>
                            <m:oMath xmlns:m="http://schemas.openxmlformats.org/officeDocument/2006/math">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−14≤3(</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+4)≤4</m:t>
                              </m:r>
                              <m:r>
                                <a:rPr lang="en-GB" sz="1200" b="0" i="1" noProof="0" smtClean="0">
                                  <a:solidFill>
                                    <a:schemeClr val="tx1"/>
                                  </a:solidFill>
                                  <a:latin typeface="Cambria Math" panose="02040503050406030204" pitchFamily="18" charset="0"/>
                                  <a:ea typeface="Cambria Math" panose="02040503050406030204" pitchFamily="18" charset="0"/>
                                </a:rPr>
                                <m:t>𝑥</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8297112"/>
                      </a:ext>
                    </a:extLst>
                  </a:tr>
                  <a:tr h="3092983">
                    <a:tc>
                      <a:txBody>
                        <a:bodyPr/>
                        <a:lstStyle/>
                        <a:p>
                          <a:r>
                            <a:rPr lang="en-GB" sz="1200" b="0" noProof="0" dirty="0">
                              <a:solidFill>
                                <a:schemeClr val="tx1"/>
                              </a:solidFill>
                            </a:rPr>
                            <a:t>r) </a:t>
                          </a:r>
                          <a:r>
                            <a:rPr lang="en-GB" sz="1200" noProof="0" dirty="0"/>
                            <a:t>6𝑥 − 10 ≤ 2(𝑥 + 5) ≤ 5𝑥</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s)</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−14&lt;7−5</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≤−3</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+11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186459"/>
                      </a:ext>
                    </a:extLst>
                  </a:tr>
                  <a:tr h="3092983">
                    <a:tc>
                      <a:txBody>
                        <a:bodyPr/>
                        <a:lstStyle/>
                        <a:p>
                          <a:r>
                            <a:rPr lang="en-GB" sz="1200" b="0" noProof="0" dirty="0">
                              <a:solidFill>
                                <a:schemeClr val="tx1"/>
                              </a:solidFill>
                            </a:rPr>
                            <a:t>t) </a:t>
                          </a:r>
                          <a14:m>
                            <m:oMath xmlns:m="http://schemas.openxmlformats.org/officeDocument/2006/math">
                              <m:r>
                                <a:rPr lang="en-GB" sz="1200" b="0" i="1" noProof="0" smtClean="0">
                                  <a:solidFill>
                                    <a:schemeClr val="tx1"/>
                                  </a:solidFill>
                                  <a:latin typeface="Cambria Math" panose="02040503050406030204" pitchFamily="18" charset="0"/>
                                </a:rPr>
                                <m:t>2</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e>
                              </m:d>
                              <m:r>
                                <a:rPr lang="en-GB" sz="1200" b="0" i="1" noProof="0" smtClean="0">
                                  <a:solidFill>
                                    <a:schemeClr val="tx1"/>
                                  </a:solidFill>
                                  <a:latin typeface="Cambria Math" panose="02040503050406030204" pitchFamily="18" charset="0"/>
                                </a:rPr>
                                <m:t>&lt;5</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e>
                              </m:d>
                              <m:r>
                                <a:rPr lang="en-GB" sz="1200" b="0" i="1" noProof="0" smtClean="0">
                                  <a:solidFill>
                                    <a:schemeClr val="tx1"/>
                                  </a:solidFill>
                                  <a:latin typeface="Cambria Math" panose="02040503050406030204" pitchFamily="18" charset="0"/>
                                </a:rPr>
                                <m:t>&lt;2</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+5</m:t>
                                  </m:r>
                                </m:e>
                              </m:d>
                              <m:r>
                                <a:rPr lang="en-GB" sz="1200" b="0" i="1" noProof="0" smtClean="0">
                                  <a:solidFill>
                                    <a:schemeClr val="tx1"/>
                                  </a:solidFill>
                                  <a:latin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u)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−5</m:t>
                                  </m:r>
                                </m:num>
                                <m:den>
                                  <m:r>
                                    <a:rPr lang="en-GB" sz="1200" b="0" i="1" noProof="0" smtClean="0">
                                      <a:solidFill>
                                        <a:schemeClr val="tx1"/>
                                      </a:solidFill>
                                      <a:latin typeface="Cambria Math" panose="02040503050406030204" pitchFamily="18" charset="0"/>
                                    </a:rPr>
                                    <m:t>2</m:t>
                                  </m:r>
                                </m:den>
                              </m:f>
                              <m:r>
                                <a:rPr lang="en-GB" sz="1200" b="0" i="1" noProof="0" smtClean="0">
                                  <a:solidFill>
                                    <a:schemeClr val="tx1"/>
                                  </a:solidFill>
                                  <a:latin typeface="Cambria Math" panose="02040503050406030204" pitchFamily="18" charset="0"/>
                                </a:rPr>
                                <m:t>&lt;3</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+2&lt;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+20</m:t>
                                  </m:r>
                                </m:num>
                                <m:den>
                                  <m:r>
                                    <a:rPr lang="en-GB" sz="1200" b="0" i="1" noProof="0" smtClean="0">
                                      <a:solidFill>
                                        <a:schemeClr val="tx1"/>
                                      </a:solidFill>
                                      <a:latin typeface="Cambria Math" panose="02040503050406030204" pitchFamily="18" charset="0"/>
                                    </a:rPr>
                                    <m:t>3</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4049954"/>
                      </a:ext>
                    </a:extLst>
                  </a:tr>
                </a:tbl>
              </a:graphicData>
            </a:graphic>
          </p:graphicFrame>
        </mc:Choice>
        <mc:Fallback xmlns="">
          <p:graphicFrame>
            <p:nvGraphicFramePr>
              <p:cNvPr id="3" name="Table 2">
                <a:extLst>
                  <a:ext uri="{FF2B5EF4-FFF2-40B4-BE49-F238E27FC236}">
                    <a16:creationId xmlns:a16="http://schemas.microsoft.com/office/drawing/2014/main" id="{78BF4ECF-BAC6-27D9-AB8A-56E5261811BA}"/>
                  </a:ext>
                </a:extLst>
              </p:cNvPr>
              <p:cNvGraphicFramePr>
                <a:graphicFrameLocks noGrp="1"/>
              </p:cNvGraphicFramePr>
              <p:nvPr>
                <p:extLst>
                  <p:ext uri="{D42A27DB-BD31-4B8C-83A1-F6EECF244321}">
                    <p14:modId xmlns:p14="http://schemas.microsoft.com/office/powerpoint/2010/main" val="399138717"/>
                  </p:ext>
                </p:extLst>
              </p:nvPr>
            </p:nvGraphicFramePr>
            <p:xfrm>
              <a:off x="157041" y="335699"/>
              <a:ext cx="6543918" cy="9278949"/>
            </p:xfrm>
            <a:graphic>
              <a:graphicData uri="http://schemas.openxmlformats.org/drawingml/2006/table">
                <a:tbl>
                  <a:tblPr firstRow="1" bandRow="1">
                    <a:tableStyleId>{5C22544A-7EE6-4342-B048-85BDC9FD1C3A}</a:tableStyleId>
                  </a:tblPr>
                  <a:tblGrid>
                    <a:gridCol w="3271959">
                      <a:extLst>
                        <a:ext uri="{9D8B030D-6E8A-4147-A177-3AD203B41FA5}">
                          <a16:colId xmlns:a16="http://schemas.microsoft.com/office/drawing/2014/main" val="1480449643"/>
                        </a:ext>
                      </a:extLst>
                    </a:gridCol>
                    <a:gridCol w="3271959">
                      <a:extLst>
                        <a:ext uri="{9D8B030D-6E8A-4147-A177-3AD203B41FA5}">
                          <a16:colId xmlns:a16="http://schemas.microsoft.com/office/drawing/2014/main" val="1662057146"/>
                        </a:ext>
                      </a:extLst>
                    </a:gridCol>
                  </a:tblGrid>
                  <a:tr h="309298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6" t="-197" r="-100186" b="-2001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72" t="-197" r="-372" b="-200197"/>
                          </a:stretch>
                        </a:blipFill>
                      </a:tcPr>
                    </a:tc>
                    <a:extLst>
                      <a:ext uri="{0D108BD9-81ED-4DB2-BD59-A6C34878D82A}">
                        <a16:rowId xmlns:a16="http://schemas.microsoft.com/office/drawing/2014/main" val="2608297112"/>
                      </a:ext>
                    </a:extLst>
                  </a:tr>
                  <a:tr h="3092983">
                    <a:tc>
                      <a:txBody>
                        <a:bodyPr/>
                        <a:lstStyle/>
                        <a:p>
                          <a:r>
                            <a:rPr lang="en-GB" sz="1200" b="0" noProof="0" dirty="0">
                              <a:solidFill>
                                <a:schemeClr val="tx1"/>
                              </a:solidFill>
                            </a:rPr>
                            <a:t>r) </a:t>
                          </a:r>
                          <a:r>
                            <a:rPr lang="en-GB" sz="1200" noProof="0" dirty="0"/>
                            <a:t>6𝑥 − 10 ≤ 2(𝑥 + 5) ≤ 5𝑥</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72" t="-100394" r="-372" b="-100592"/>
                          </a:stretch>
                        </a:blipFill>
                      </a:tcPr>
                    </a:tc>
                    <a:extLst>
                      <a:ext uri="{0D108BD9-81ED-4DB2-BD59-A6C34878D82A}">
                        <a16:rowId xmlns:a16="http://schemas.microsoft.com/office/drawing/2014/main" val="68186459"/>
                      </a:ext>
                    </a:extLst>
                  </a:tr>
                  <a:tr h="309298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6" t="-200000" r="-100186" b="-39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72" t="-200000" r="-372" b="-394"/>
                          </a:stretch>
                        </a:blipFill>
                      </a:tcPr>
                    </a:tc>
                    <a:extLst>
                      <a:ext uri="{0D108BD9-81ED-4DB2-BD59-A6C34878D82A}">
                        <a16:rowId xmlns:a16="http://schemas.microsoft.com/office/drawing/2014/main" val="3064049954"/>
                      </a:ext>
                    </a:extLst>
                  </a:tr>
                </a:tbl>
              </a:graphicData>
            </a:graphic>
          </p:graphicFrame>
        </mc:Fallback>
      </mc:AlternateContent>
      <p:sp>
        <p:nvSpPr>
          <p:cNvPr id="4" name="TextBox 3">
            <a:extLst>
              <a:ext uri="{FF2B5EF4-FFF2-40B4-BE49-F238E27FC236}">
                <a16:creationId xmlns:a16="http://schemas.microsoft.com/office/drawing/2014/main" id="{D0BEBC23-D35B-3C1E-5FA0-B304DEB4CAA3}"/>
              </a:ext>
            </a:extLst>
          </p:cNvPr>
          <p:cNvSpPr txBox="1"/>
          <p:nvPr/>
        </p:nvSpPr>
        <p:spPr>
          <a:xfrm>
            <a:off x="0" y="58700"/>
            <a:ext cx="5502593" cy="276999"/>
          </a:xfrm>
          <a:prstGeom prst="rect">
            <a:avLst/>
          </a:prstGeom>
          <a:noFill/>
        </p:spPr>
        <p:txBody>
          <a:bodyPr wrap="square">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Question 2.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Solve the inequalities</a:t>
            </a:r>
            <a:r>
              <a:rPr lang="en-GB" sz="1200" dirty="0">
                <a:solidFill>
                  <a:prstClr val="black"/>
                </a:solidFill>
                <a:latin typeface="Calibri" panose="020F0502020204030204"/>
              </a:rPr>
              <a:t> and list the integers that satisfy the inequality.</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3011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D9B194-EF47-85AB-1282-9EA86B60B054}"/>
              </a:ext>
            </a:extLst>
          </p:cNvPr>
          <p:cNvSpPr>
            <a:spLocks noGrp="1"/>
          </p:cNvSpPr>
          <p:nvPr>
            <p:ph type="sldNum" sz="quarter" idx="12"/>
          </p:nvPr>
        </p:nvSpPr>
        <p:spPr>
          <a:xfrm>
            <a:off x="5198269" y="9534522"/>
            <a:ext cx="1543050" cy="527403"/>
          </a:xfrm>
        </p:spPr>
        <p:txBody>
          <a:bodyPr/>
          <a:lstStyle/>
          <a:p>
            <a:fld id="{086C3A38-D272-42AA-9C88-F1FBEAE20D2C}" type="slidenum">
              <a:rPr lang="en-GB" noProof="0" smtClean="0"/>
              <a:t>38</a:t>
            </a:fld>
            <a:endParaRPr lang="en-GB" noProof="0" dirty="0"/>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ACBF1961-B3BC-EB99-513E-1450FCCD2E2C}"/>
                  </a:ext>
                </a:extLst>
              </p:cNvPr>
              <p:cNvGraphicFramePr>
                <a:graphicFrameLocks noGrp="1"/>
              </p:cNvGraphicFramePr>
              <p:nvPr>
                <p:extLst>
                  <p:ext uri="{D42A27DB-BD31-4B8C-83A1-F6EECF244321}">
                    <p14:modId xmlns:p14="http://schemas.microsoft.com/office/powerpoint/2010/main" val="4172373980"/>
                  </p:ext>
                </p:extLst>
              </p:nvPr>
            </p:nvGraphicFramePr>
            <p:xfrm>
              <a:off x="57796" y="185470"/>
              <a:ext cx="6671088" cy="2807908"/>
            </p:xfrm>
            <a:graphic>
              <a:graphicData uri="http://schemas.openxmlformats.org/drawingml/2006/table">
                <a:tbl>
                  <a:tblPr firstRow="1" bandRow="1">
                    <a:tableStyleId>{5C22544A-7EE6-4342-B048-85BDC9FD1C3A}</a:tableStyleId>
                  </a:tblPr>
                  <a:tblGrid>
                    <a:gridCol w="6671088">
                      <a:extLst>
                        <a:ext uri="{9D8B030D-6E8A-4147-A177-3AD203B41FA5}">
                          <a16:colId xmlns:a16="http://schemas.microsoft.com/office/drawing/2014/main" val="2809776754"/>
                        </a:ext>
                      </a:extLst>
                    </a:gridCol>
                  </a:tblGrid>
                  <a:tr h="280790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mn-lt"/>
                              <a:ea typeface="+mn-ea"/>
                              <a:cs typeface="+mn-cs"/>
                            </a:rPr>
                            <a:t>Question 4. </a:t>
                          </a: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+1≤3</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+17</m:t>
                                </m:r>
                              </m:oMath>
                            </m:oMathPara>
                          </a14:m>
                          <a:endParaRPr lang="en-GB" sz="1200" b="0" noProof="0" dirty="0">
                            <a:solidFill>
                              <a:schemeClr val="tx1"/>
                            </a:solidFill>
                          </a:endParaRPr>
                        </a:p>
                        <a:p>
                          <a:pPr marL="228600" indent="-228600">
                            <a:buAutoNum type="alphaLcParenR"/>
                          </a:pPr>
                          <a:r>
                            <a:rPr lang="en-GB" sz="1200" b="0" noProof="0" dirty="0">
                              <a:solidFill>
                                <a:schemeClr val="tx1"/>
                              </a:solidFill>
                            </a:rPr>
                            <a:t>Does the following inequality need to be split into two to solve, or is it possible to solve it as one, like the first two example sets? You must explain your answer.</a:t>
                          </a:r>
                        </a:p>
                        <a:p>
                          <a:pPr marL="228600" indent="-228600">
                            <a:buAutoNum type="alphaLcParenR"/>
                          </a:pPr>
                          <a:endParaRPr lang="en-GB" sz="1200" b="0" noProof="0" dirty="0">
                            <a:solidFill>
                              <a:schemeClr val="tx1"/>
                            </a:solidFill>
                          </a:endParaRPr>
                        </a:p>
                        <a:p>
                          <a:pPr marL="228600" indent="-228600">
                            <a:buAutoNum type="alphaLcParenR"/>
                          </a:pPr>
                          <a:r>
                            <a:rPr lang="en-GB" sz="1200" b="0" noProof="0" dirty="0">
                              <a:solidFill>
                                <a:schemeClr val="tx1"/>
                              </a:solidFill>
                            </a:rPr>
                            <a:t>Hence, solve the inequality. </a:t>
                          </a: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2010026"/>
                      </a:ext>
                    </a:extLst>
                  </a:tr>
                </a:tbl>
              </a:graphicData>
            </a:graphic>
          </p:graphicFrame>
        </mc:Choice>
        <mc:Fallback xmlns="">
          <p:graphicFrame>
            <p:nvGraphicFramePr>
              <p:cNvPr id="9" name="Table 8">
                <a:extLst>
                  <a:ext uri="{FF2B5EF4-FFF2-40B4-BE49-F238E27FC236}">
                    <a16:creationId xmlns:a16="http://schemas.microsoft.com/office/drawing/2014/main" id="{ACBF1961-B3BC-EB99-513E-1450FCCD2E2C}"/>
                  </a:ext>
                </a:extLst>
              </p:cNvPr>
              <p:cNvGraphicFramePr>
                <a:graphicFrameLocks noGrp="1"/>
              </p:cNvGraphicFramePr>
              <p:nvPr>
                <p:extLst>
                  <p:ext uri="{D42A27DB-BD31-4B8C-83A1-F6EECF244321}">
                    <p14:modId xmlns:p14="http://schemas.microsoft.com/office/powerpoint/2010/main" val="4172373980"/>
                  </p:ext>
                </p:extLst>
              </p:nvPr>
            </p:nvGraphicFramePr>
            <p:xfrm>
              <a:off x="57796" y="185470"/>
              <a:ext cx="6671088" cy="2807908"/>
            </p:xfrm>
            <a:graphic>
              <a:graphicData uri="http://schemas.openxmlformats.org/drawingml/2006/table">
                <a:tbl>
                  <a:tblPr firstRow="1" bandRow="1">
                    <a:tableStyleId>{5C22544A-7EE6-4342-B048-85BDC9FD1C3A}</a:tableStyleId>
                  </a:tblPr>
                  <a:tblGrid>
                    <a:gridCol w="6671088">
                      <a:extLst>
                        <a:ext uri="{9D8B030D-6E8A-4147-A177-3AD203B41FA5}">
                          <a16:colId xmlns:a16="http://schemas.microsoft.com/office/drawing/2014/main" val="2809776754"/>
                        </a:ext>
                      </a:extLst>
                    </a:gridCol>
                  </a:tblGrid>
                  <a:tr h="28079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 t="-216" r="-183" b="-433"/>
                          </a:stretch>
                        </a:blipFill>
                      </a:tcPr>
                    </a:tc>
                    <a:extLst>
                      <a:ext uri="{0D108BD9-81ED-4DB2-BD59-A6C34878D82A}">
                        <a16:rowId xmlns:a16="http://schemas.microsoft.com/office/drawing/2014/main" val="2282010026"/>
                      </a:ext>
                    </a:extLst>
                  </a:tr>
                </a:tbl>
              </a:graphicData>
            </a:graphic>
          </p:graphicFrame>
        </mc:Fallback>
      </mc:AlternateContent>
      <p:graphicFrame>
        <p:nvGraphicFramePr>
          <p:cNvPr id="10" name="Table 9">
            <a:extLst>
              <a:ext uri="{FF2B5EF4-FFF2-40B4-BE49-F238E27FC236}">
                <a16:creationId xmlns:a16="http://schemas.microsoft.com/office/drawing/2014/main" id="{D82BDC27-912C-03A5-FCE1-C913E0CCE1D4}"/>
              </a:ext>
            </a:extLst>
          </p:cNvPr>
          <p:cNvGraphicFramePr>
            <a:graphicFrameLocks noGrp="1"/>
          </p:cNvGraphicFramePr>
          <p:nvPr>
            <p:extLst>
              <p:ext uri="{D42A27DB-BD31-4B8C-83A1-F6EECF244321}">
                <p14:modId xmlns:p14="http://schemas.microsoft.com/office/powerpoint/2010/main" val="4019225447"/>
              </p:ext>
            </p:extLst>
          </p:nvPr>
        </p:nvGraphicFramePr>
        <p:xfrm>
          <a:off x="57796" y="1413798"/>
          <a:ext cx="6671089" cy="1579580"/>
        </p:xfrm>
        <a:graphic>
          <a:graphicData uri="http://schemas.openxmlformats.org/drawingml/2006/table">
            <a:tbl>
              <a:tblPr firstRow="1" bandRow="1">
                <a:tableStyleId>{5C22544A-7EE6-4342-B048-85BDC9FD1C3A}</a:tableStyleId>
              </a:tblPr>
              <a:tblGrid>
                <a:gridCol w="6671089">
                  <a:extLst>
                    <a:ext uri="{9D8B030D-6E8A-4147-A177-3AD203B41FA5}">
                      <a16:colId xmlns:a16="http://schemas.microsoft.com/office/drawing/2014/main" val="67005758"/>
                    </a:ext>
                  </a:extLst>
                </a:gridCol>
              </a:tblGrid>
              <a:tr h="31591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9883349"/>
                  </a:ext>
                </a:extLst>
              </a:tr>
              <a:tr h="31591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7440057"/>
                  </a:ext>
                </a:extLst>
              </a:tr>
              <a:tr h="31591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6598397"/>
                  </a:ext>
                </a:extLst>
              </a:tr>
              <a:tr h="31591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7613377"/>
                  </a:ext>
                </a:extLst>
              </a:tr>
              <a:tr h="315916">
                <a:tc>
                  <a:txBody>
                    <a:bodyPr/>
                    <a:lstStyle/>
                    <a:p>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1013116"/>
                  </a:ext>
                </a:extLst>
              </a:tr>
            </a:tbl>
          </a:graphicData>
        </a:graphic>
      </p:graphicFrame>
      <p:sp>
        <p:nvSpPr>
          <p:cNvPr id="4" name="TextBox 3">
            <a:extLst>
              <a:ext uri="{FF2B5EF4-FFF2-40B4-BE49-F238E27FC236}">
                <a16:creationId xmlns:a16="http://schemas.microsoft.com/office/drawing/2014/main" id="{DC7DB70B-3D12-478C-3CEC-7A584C76081C}"/>
              </a:ext>
            </a:extLst>
          </p:cNvPr>
          <p:cNvSpPr txBox="1"/>
          <p:nvPr/>
        </p:nvSpPr>
        <p:spPr>
          <a:xfrm>
            <a:off x="43565" y="3162300"/>
            <a:ext cx="6699550" cy="338554"/>
          </a:xfrm>
          <a:prstGeom prst="rect">
            <a:avLst/>
          </a:prstGeom>
          <a:solidFill>
            <a:srgbClr val="7E2341"/>
          </a:solid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dirty="0">
                <a:solidFill>
                  <a:schemeClr val="bg1"/>
                </a:solidFill>
                <a:latin typeface="Calibri" panose="020F0502020204030204"/>
              </a:rPr>
              <a:t>Skills Check</a:t>
            </a:r>
            <a:endParaRPr kumimoji="0" lang="en-GB"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graphicFrame>
        <p:nvGraphicFramePr>
          <p:cNvPr id="14" name="Table 50">
            <a:extLst>
              <a:ext uri="{FF2B5EF4-FFF2-40B4-BE49-F238E27FC236}">
                <a16:creationId xmlns:a16="http://schemas.microsoft.com/office/drawing/2014/main" id="{19CF11FD-E234-FD78-FFA8-89DC79A22606}"/>
              </a:ext>
            </a:extLst>
          </p:cNvPr>
          <p:cNvGraphicFramePr>
            <a:graphicFrameLocks noGrp="1"/>
          </p:cNvGraphicFramePr>
          <p:nvPr>
            <p:extLst>
              <p:ext uri="{D42A27DB-BD31-4B8C-83A1-F6EECF244321}">
                <p14:modId xmlns:p14="http://schemas.microsoft.com/office/powerpoint/2010/main" val="986445236"/>
              </p:ext>
            </p:extLst>
          </p:nvPr>
        </p:nvGraphicFramePr>
        <p:xfrm>
          <a:off x="57795" y="3554330"/>
          <a:ext cx="6671090" cy="6084000"/>
        </p:xfrm>
        <a:graphic>
          <a:graphicData uri="http://schemas.openxmlformats.org/drawingml/2006/table">
            <a:tbl>
              <a:tblPr firstRow="1" bandRow="1">
                <a:tableStyleId>{5C22544A-7EE6-4342-B048-85BDC9FD1C3A}</a:tableStyleId>
              </a:tblPr>
              <a:tblGrid>
                <a:gridCol w="6671090">
                  <a:extLst>
                    <a:ext uri="{9D8B030D-6E8A-4147-A177-3AD203B41FA5}">
                      <a16:colId xmlns:a16="http://schemas.microsoft.com/office/drawing/2014/main" val="3265157943"/>
                    </a:ext>
                  </a:extLst>
                </a:gridCol>
              </a:tblGrid>
              <a:tr h="1728000">
                <a:tc>
                  <a:txBody>
                    <a:bodyPr/>
                    <a:lstStyle/>
                    <a:p>
                      <a:pPr algn="ctr"/>
                      <a:endParaRPr lang="en-GB" sz="1200" b="0" noProof="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5121655"/>
                  </a:ext>
                </a:extLst>
              </a:tr>
              <a:tr h="21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9421678"/>
                  </a:ext>
                </a:extLst>
              </a:tr>
              <a:tr h="2160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4834373"/>
                  </a:ext>
                </a:extLst>
              </a:tr>
            </a:tbl>
          </a:graphicData>
        </a:graphic>
      </p:graphicFrame>
      <p:pic>
        <p:nvPicPr>
          <p:cNvPr id="32776" name="Picture 8">
            <a:extLst>
              <a:ext uri="{FF2B5EF4-FFF2-40B4-BE49-F238E27FC236}">
                <a16:creationId xmlns:a16="http://schemas.microsoft.com/office/drawing/2014/main" id="{72972D1A-7B7C-5532-AD53-14AD8C5F0B0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948" t="12448" r="14830" b="75700"/>
          <a:stretch>
            <a:fillRect/>
          </a:stretch>
        </p:blipFill>
        <p:spPr bwMode="auto">
          <a:xfrm>
            <a:off x="57795" y="3669776"/>
            <a:ext cx="3759201" cy="46267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8">
            <a:extLst>
              <a:ext uri="{FF2B5EF4-FFF2-40B4-BE49-F238E27FC236}">
                <a16:creationId xmlns:a16="http://schemas.microsoft.com/office/drawing/2014/main" id="{954AAF5A-EFEE-4882-A097-4DE845324AB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240" t="26945" r="56158" b="47679"/>
          <a:stretch>
            <a:fillRect/>
          </a:stretch>
        </p:blipFill>
        <p:spPr bwMode="auto">
          <a:xfrm>
            <a:off x="298506" y="3955539"/>
            <a:ext cx="1504452" cy="87821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a:extLst>
              <a:ext uri="{FF2B5EF4-FFF2-40B4-BE49-F238E27FC236}">
                <a16:creationId xmlns:a16="http://schemas.microsoft.com/office/drawing/2014/main" id="{92934906-6050-775C-7E07-4DB00804871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7253" t="29778" r="10145" b="44846"/>
          <a:stretch>
            <a:fillRect/>
          </a:stretch>
        </p:blipFill>
        <p:spPr bwMode="auto">
          <a:xfrm>
            <a:off x="2215621" y="4074786"/>
            <a:ext cx="1504452" cy="87821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a:extLst>
              <a:ext uri="{FF2B5EF4-FFF2-40B4-BE49-F238E27FC236}">
                <a16:creationId xmlns:a16="http://schemas.microsoft.com/office/drawing/2014/main" id="{C2F04B1E-60F3-6058-D7D4-067BF3D3CEA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83" t="76511" r="76788" b="11452"/>
          <a:stretch>
            <a:fillRect/>
          </a:stretch>
        </p:blipFill>
        <p:spPr bwMode="auto">
          <a:xfrm>
            <a:off x="4452454" y="3717404"/>
            <a:ext cx="855140" cy="4699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a:extLst>
              <a:ext uri="{FF2B5EF4-FFF2-40B4-BE49-F238E27FC236}">
                <a16:creationId xmlns:a16="http://schemas.microsoft.com/office/drawing/2014/main" id="{9EB10243-EB79-FB02-AE61-1B6E7A2399E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198" t="76415" r="55373" b="11548"/>
          <a:stretch>
            <a:fillRect/>
          </a:stretch>
        </p:blipFill>
        <p:spPr bwMode="auto">
          <a:xfrm>
            <a:off x="5794425" y="3728031"/>
            <a:ext cx="855140" cy="4699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8">
            <a:extLst>
              <a:ext uri="{FF2B5EF4-FFF2-40B4-BE49-F238E27FC236}">
                <a16:creationId xmlns:a16="http://schemas.microsoft.com/office/drawing/2014/main" id="{0BE5C088-B35B-8A20-CB11-DD5F714E336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3085" t="75114" r="30486" b="12849"/>
          <a:stretch>
            <a:fillRect/>
          </a:stretch>
        </p:blipFill>
        <p:spPr bwMode="auto">
          <a:xfrm>
            <a:off x="4372673" y="4594826"/>
            <a:ext cx="855140" cy="4699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8">
            <a:extLst>
              <a:ext uri="{FF2B5EF4-FFF2-40B4-BE49-F238E27FC236}">
                <a16:creationId xmlns:a16="http://schemas.microsoft.com/office/drawing/2014/main" id="{655D8161-0F4C-D1A5-64BC-2430071848F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7042" t="76071" r="7274" b="18192"/>
          <a:stretch>
            <a:fillRect/>
          </a:stretch>
        </p:blipFill>
        <p:spPr bwMode="auto">
          <a:xfrm>
            <a:off x="5795169" y="4777135"/>
            <a:ext cx="816392" cy="22394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16FD2E49-F216-16C5-8C2E-72C6B699F94F}"/>
              </a:ext>
            </a:extLst>
          </p:cNvPr>
          <p:cNvPicPr>
            <a:picLocks noChangeAspect="1"/>
          </p:cNvPicPr>
          <p:nvPr/>
        </p:nvPicPr>
        <p:blipFill>
          <a:blip r:embed="rId5"/>
          <a:srcRect l="50859" t="14906" r="39012" b="72888"/>
          <a:stretch>
            <a:fillRect/>
          </a:stretch>
        </p:blipFill>
        <p:spPr>
          <a:xfrm>
            <a:off x="3875830" y="3655855"/>
            <a:ext cx="604983" cy="546784"/>
          </a:xfrm>
          <a:prstGeom prst="rect">
            <a:avLst/>
          </a:prstGeom>
        </p:spPr>
      </p:pic>
      <p:pic>
        <p:nvPicPr>
          <p:cNvPr id="26" name="Picture 25">
            <a:extLst>
              <a:ext uri="{FF2B5EF4-FFF2-40B4-BE49-F238E27FC236}">
                <a16:creationId xmlns:a16="http://schemas.microsoft.com/office/drawing/2014/main" id="{30DBCE77-C267-0866-EC99-12B5D6335664}"/>
              </a:ext>
            </a:extLst>
          </p:cNvPr>
          <p:cNvPicPr>
            <a:picLocks noChangeAspect="1"/>
          </p:cNvPicPr>
          <p:nvPr/>
        </p:nvPicPr>
        <p:blipFill>
          <a:blip r:embed="rId5"/>
          <a:srcRect l="51240" t="34083" r="38631" b="53711"/>
          <a:stretch>
            <a:fillRect/>
          </a:stretch>
        </p:blipFill>
        <p:spPr>
          <a:xfrm>
            <a:off x="5267696" y="3668555"/>
            <a:ext cx="604983" cy="546784"/>
          </a:xfrm>
          <a:prstGeom prst="rect">
            <a:avLst/>
          </a:prstGeom>
        </p:spPr>
      </p:pic>
      <p:pic>
        <p:nvPicPr>
          <p:cNvPr id="27" name="Picture 26">
            <a:extLst>
              <a:ext uri="{FF2B5EF4-FFF2-40B4-BE49-F238E27FC236}">
                <a16:creationId xmlns:a16="http://schemas.microsoft.com/office/drawing/2014/main" id="{F41F1382-3FD7-A372-0DA7-91B96BEDE1DA}"/>
              </a:ext>
            </a:extLst>
          </p:cNvPr>
          <p:cNvPicPr>
            <a:picLocks noChangeAspect="1"/>
          </p:cNvPicPr>
          <p:nvPr/>
        </p:nvPicPr>
        <p:blipFill>
          <a:blip r:embed="rId5"/>
          <a:srcRect l="51111" t="53119" r="38760" b="34675"/>
          <a:stretch>
            <a:fillRect/>
          </a:stretch>
        </p:blipFill>
        <p:spPr>
          <a:xfrm>
            <a:off x="3875830" y="4556384"/>
            <a:ext cx="604983" cy="546784"/>
          </a:xfrm>
          <a:prstGeom prst="rect">
            <a:avLst/>
          </a:prstGeom>
        </p:spPr>
      </p:pic>
      <p:pic>
        <p:nvPicPr>
          <p:cNvPr id="28" name="Picture 27">
            <a:extLst>
              <a:ext uri="{FF2B5EF4-FFF2-40B4-BE49-F238E27FC236}">
                <a16:creationId xmlns:a16="http://schemas.microsoft.com/office/drawing/2014/main" id="{C3987376-7851-FD2C-C666-7B895882DFFB}"/>
              </a:ext>
            </a:extLst>
          </p:cNvPr>
          <p:cNvPicPr>
            <a:picLocks noChangeAspect="1"/>
          </p:cNvPicPr>
          <p:nvPr/>
        </p:nvPicPr>
        <p:blipFill>
          <a:blip r:embed="rId5"/>
          <a:srcRect l="51240" t="72201" r="38631" b="15593"/>
          <a:stretch>
            <a:fillRect/>
          </a:stretch>
        </p:blipFill>
        <p:spPr>
          <a:xfrm>
            <a:off x="5338144" y="4556384"/>
            <a:ext cx="604983" cy="546784"/>
          </a:xfrm>
          <a:prstGeom prst="rect">
            <a:avLst/>
          </a:prstGeom>
        </p:spPr>
      </p:pic>
      <p:pic>
        <p:nvPicPr>
          <p:cNvPr id="32" name="Picture 31">
            <a:extLst>
              <a:ext uri="{FF2B5EF4-FFF2-40B4-BE49-F238E27FC236}">
                <a16:creationId xmlns:a16="http://schemas.microsoft.com/office/drawing/2014/main" id="{B0A24A21-3778-DCF4-A74F-BD5BE0D8A6A6}"/>
              </a:ext>
            </a:extLst>
          </p:cNvPr>
          <p:cNvPicPr>
            <a:picLocks noChangeAspect="1"/>
          </p:cNvPicPr>
          <p:nvPr/>
        </p:nvPicPr>
        <p:blipFill>
          <a:blip r:embed="rId5"/>
          <a:srcRect l="50859" t="14906" r="39012" b="72888"/>
          <a:stretch>
            <a:fillRect/>
          </a:stretch>
        </p:blipFill>
        <p:spPr>
          <a:xfrm>
            <a:off x="1233211" y="6294326"/>
            <a:ext cx="604983" cy="546784"/>
          </a:xfrm>
          <a:prstGeom prst="rect">
            <a:avLst/>
          </a:prstGeom>
        </p:spPr>
      </p:pic>
      <p:pic>
        <p:nvPicPr>
          <p:cNvPr id="33" name="Picture 32">
            <a:extLst>
              <a:ext uri="{FF2B5EF4-FFF2-40B4-BE49-F238E27FC236}">
                <a16:creationId xmlns:a16="http://schemas.microsoft.com/office/drawing/2014/main" id="{E7B435AF-A376-4FBA-2475-BA976AE04AD0}"/>
              </a:ext>
            </a:extLst>
          </p:cNvPr>
          <p:cNvPicPr>
            <a:picLocks noChangeAspect="1"/>
          </p:cNvPicPr>
          <p:nvPr/>
        </p:nvPicPr>
        <p:blipFill>
          <a:blip r:embed="rId5"/>
          <a:srcRect l="51240" t="34083" r="38631" b="53711"/>
          <a:stretch>
            <a:fillRect/>
          </a:stretch>
        </p:blipFill>
        <p:spPr>
          <a:xfrm>
            <a:off x="3454758" y="6301768"/>
            <a:ext cx="604983" cy="546784"/>
          </a:xfrm>
          <a:prstGeom prst="rect">
            <a:avLst/>
          </a:prstGeom>
        </p:spPr>
      </p:pic>
      <p:pic>
        <p:nvPicPr>
          <p:cNvPr id="34" name="Picture 33">
            <a:extLst>
              <a:ext uri="{FF2B5EF4-FFF2-40B4-BE49-F238E27FC236}">
                <a16:creationId xmlns:a16="http://schemas.microsoft.com/office/drawing/2014/main" id="{A1210EF9-0198-AD8E-6051-54160B6F4CBF}"/>
              </a:ext>
            </a:extLst>
          </p:cNvPr>
          <p:cNvPicPr>
            <a:picLocks noChangeAspect="1"/>
          </p:cNvPicPr>
          <p:nvPr/>
        </p:nvPicPr>
        <p:blipFill>
          <a:blip r:embed="rId5"/>
          <a:srcRect l="51111" t="53119" r="38760" b="34675"/>
          <a:stretch>
            <a:fillRect/>
          </a:stretch>
        </p:blipFill>
        <p:spPr>
          <a:xfrm>
            <a:off x="1251161" y="6805527"/>
            <a:ext cx="604983" cy="546784"/>
          </a:xfrm>
          <a:prstGeom prst="rect">
            <a:avLst/>
          </a:prstGeom>
        </p:spPr>
      </p:pic>
      <p:pic>
        <p:nvPicPr>
          <p:cNvPr id="35" name="Picture 34">
            <a:extLst>
              <a:ext uri="{FF2B5EF4-FFF2-40B4-BE49-F238E27FC236}">
                <a16:creationId xmlns:a16="http://schemas.microsoft.com/office/drawing/2014/main" id="{EF21ABCD-AFE0-101A-DCCF-3AA7D26AE285}"/>
              </a:ext>
            </a:extLst>
          </p:cNvPr>
          <p:cNvPicPr>
            <a:picLocks noChangeAspect="1"/>
          </p:cNvPicPr>
          <p:nvPr/>
        </p:nvPicPr>
        <p:blipFill>
          <a:blip r:embed="rId5"/>
          <a:srcRect l="51240" t="72201" r="38631" b="15593"/>
          <a:stretch>
            <a:fillRect/>
          </a:stretch>
        </p:blipFill>
        <p:spPr>
          <a:xfrm>
            <a:off x="3500141" y="6841361"/>
            <a:ext cx="604983" cy="546784"/>
          </a:xfrm>
          <a:prstGeom prst="rect">
            <a:avLst/>
          </a:prstGeom>
        </p:spPr>
      </p:pic>
      <p:pic>
        <p:nvPicPr>
          <p:cNvPr id="36" name="Picture 35">
            <a:extLst>
              <a:ext uri="{FF2B5EF4-FFF2-40B4-BE49-F238E27FC236}">
                <a16:creationId xmlns:a16="http://schemas.microsoft.com/office/drawing/2014/main" id="{98DE9596-F5B6-8CB9-EEB1-8B4EA82BD200}"/>
              </a:ext>
            </a:extLst>
          </p:cNvPr>
          <p:cNvPicPr>
            <a:picLocks noChangeAspect="1"/>
          </p:cNvPicPr>
          <p:nvPr/>
        </p:nvPicPr>
        <p:blipFill>
          <a:blip r:embed="rId5"/>
          <a:srcRect l="50859" t="14906" r="39012" b="72888"/>
          <a:stretch>
            <a:fillRect/>
          </a:stretch>
        </p:blipFill>
        <p:spPr>
          <a:xfrm>
            <a:off x="1221066" y="8464337"/>
            <a:ext cx="604983" cy="546784"/>
          </a:xfrm>
          <a:prstGeom prst="rect">
            <a:avLst/>
          </a:prstGeom>
        </p:spPr>
      </p:pic>
      <p:pic>
        <p:nvPicPr>
          <p:cNvPr id="37" name="Picture 36">
            <a:extLst>
              <a:ext uri="{FF2B5EF4-FFF2-40B4-BE49-F238E27FC236}">
                <a16:creationId xmlns:a16="http://schemas.microsoft.com/office/drawing/2014/main" id="{8081DBE6-DBEA-E923-298A-A85208085539}"/>
              </a:ext>
            </a:extLst>
          </p:cNvPr>
          <p:cNvPicPr>
            <a:picLocks noChangeAspect="1"/>
          </p:cNvPicPr>
          <p:nvPr/>
        </p:nvPicPr>
        <p:blipFill>
          <a:blip r:embed="rId5"/>
          <a:srcRect l="51240" t="34083" r="38631" b="53711"/>
          <a:stretch>
            <a:fillRect/>
          </a:stretch>
        </p:blipFill>
        <p:spPr>
          <a:xfrm>
            <a:off x="3453484" y="8477037"/>
            <a:ext cx="604983" cy="546784"/>
          </a:xfrm>
          <a:prstGeom prst="rect">
            <a:avLst/>
          </a:prstGeom>
        </p:spPr>
      </p:pic>
      <p:pic>
        <p:nvPicPr>
          <p:cNvPr id="38" name="Picture 37">
            <a:extLst>
              <a:ext uri="{FF2B5EF4-FFF2-40B4-BE49-F238E27FC236}">
                <a16:creationId xmlns:a16="http://schemas.microsoft.com/office/drawing/2014/main" id="{BF9069ED-916D-BC7B-56DF-DFCB726935E9}"/>
              </a:ext>
            </a:extLst>
          </p:cNvPr>
          <p:cNvPicPr>
            <a:picLocks noChangeAspect="1"/>
          </p:cNvPicPr>
          <p:nvPr/>
        </p:nvPicPr>
        <p:blipFill>
          <a:blip r:embed="rId5"/>
          <a:srcRect l="51111" t="53119" r="38760" b="34675"/>
          <a:stretch>
            <a:fillRect/>
          </a:stretch>
        </p:blipFill>
        <p:spPr>
          <a:xfrm>
            <a:off x="1211035" y="9011121"/>
            <a:ext cx="604983" cy="546784"/>
          </a:xfrm>
          <a:prstGeom prst="rect">
            <a:avLst/>
          </a:prstGeom>
        </p:spPr>
      </p:pic>
      <p:pic>
        <p:nvPicPr>
          <p:cNvPr id="39" name="Picture 38">
            <a:extLst>
              <a:ext uri="{FF2B5EF4-FFF2-40B4-BE49-F238E27FC236}">
                <a16:creationId xmlns:a16="http://schemas.microsoft.com/office/drawing/2014/main" id="{9CB07F37-2FD3-1483-9461-92FD600EB4CE}"/>
              </a:ext>
            </a:extLst>
          </p:cNvPr>
          <p:cNvPicPr>
            <a:picLocks noChangeAspect="1"/>
          </p:cNvPicPr>
          <p:nvPr/>
        </p:nvPicPr>
        <p:blipFill>
          <a:blip r:embed="rId5"/>
          <a:srcRect l="51240" t="72201" r="38631" b="15593"/>
          <a:stretch>
            <a:fillRect/>
          </a:stretch>
        </p:blipFill>
        <p:spPr>
          <a:xfrm>
            <a:off x="3450401" y="9011121"/>
            <a:ext cx="604983" cy="546784"/>
          </a:xfrm>
          <a:prstGeom prst="rect">
            <a:avLst/>
          </a:prstGeom>
        </p:spPr>
      </p:pic>
      <p:pic>
        <p:nvPicPr>
          <p:cNvPr id="40" name="Picture 4">
            <a:extLst>
              <a:ext uri="{FF2B5EF4-FFF2-40B4-BE49-F238E27FC236}">
                <a16:creationId xmlns:a16="http://schemas.microsoft.com/office/drawing/2014/main" id="{3A0C0ADE-23CA-22BE-E83D-C4CDE5CA350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3534" t="20147" r="15217" b="53334"/>
          <a:stretch>
            <a:fillRect/>
          </a:stretch>
        </p:blipFill>
        <p:spPr bwMode="auto">
          <a:xfrm>
            <a:off x="1707737" y="5306418"/>
            <a:ext cx="3371205" cy="941084"/>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
            <a:extLst>
              <a:ext uri="{FF2B5EF4-FFF2-40B4-BE49-F238E27FC236}">
                <a16:creationId xmlns:a16="http://schemas.microsoft.com/office/drawing/2014/main" id="{B4A0361F-5D4F-9DB9-0AC2-3A203986633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9522" t="74123" r="26654" b="18743"/>
          <a:stretch>
            <a:fillRect/>
          </a:stretch>
        </p:blipFill>
        <p:spPr bwMode="auto">
          <a:xfrm>
            <a:off x="1838194" y="6915267"/>
            <a:ext cx="1452283" cy="32615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a:extLst>
              <a:ext uri="{FF2B5EF4-FFF2-40B4-BE49-F238E27FC236}">
                <a16:creationId xmlns:a16="http://schemas.microsoft.com/office/drawing/2014/main" id="{D7738DE6-6171-A65F-4201-B2B8FE27B39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842" t="74853" r="74334" b="18013"/>
          <a:stretch>
            <a:fillRect/>
          </a:stretch>
        </p:blipFill>
        <p:spPr bwMode="auto">
          <a:xfrm>
            <a:off x="1838194" y="6456141"/>
            <a:ext cx="1452283" cy="326159"/>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a:extLst>
              <a:ext uri="{FF2B5EF4-FFF2-40B4-BE49-F238E27FC236}">
                <a16:creationId xmlns:a16="http://schemas.microsoft.com/office/drawing/2014/main" id="{B8F25D9D-767F-41DA-22A1-7B5006091CA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8335" t="74399" r="51877" b="18467"/>
          <a:stretch>
            <a:fillRect/>
          </a:stretch>
        </p:blipFill>
        <p:spPr bwMode="auto">
          <a:xfrm>
            <a:off x="4105124" y="6437957"/>
            <a:ext cx="1206233" cy="32615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a:extLst>
              <a:ext uri="{FF2B5EF4-FFF2-40B4-BE49-F238E27FC236}">
                <a16:creationId xmlns:a16="http://schemas.microsoft.com/office/drawing/2014/main" id="{275BF815-A8FD-DAE6-15A0-0DAF9B16DCD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5644" t="74907" r="532" b="17959"/>
          <a:stretch>
            <a:fillRect/>
          </a:stretch>
        </p:blipFill>
        <p:spPr bwMode="auto">
          <a:xfrm>
            <a:off x="4105124" y="7010554"/>
            <a:ext cx="1452283" cy="3261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10D33D7-14A2-0AEE-D334-D806CD96BDE1}"/>
                  </a:ext>
                </a:extLst>
              </p:cNvPr>
              <p:cNvSpPr txBox="1"/>
              <p:nvPr/>
            </p:nvSpPr>
            <p:spPr>
              <a:xfrm>
                <a:off x="2336298" y="7792682"/>
                <a:ext cx="2060756"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−10</m:t>
                      </m:r>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2</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−8</m:t>
                          </m:r>
                        </m:num>
                        <m:den>
                          <m:r>
                            <a:rPr lang="en-GB" b="0" i="1" smtClean="0">
                              <a:latin typeface="Cambria Math" panose="02040503050406030204" pitchFamily="18" charset="0"/>
                              <a:ea typeface="Cambria Math" panose="02040503050406030204" pitchFamily="18" charset="0"/>
                            </a:rPr>
                            <m:t>3</m:t>
                          </m:r>
                        </m:den>
                      </m:f>
                      <m:r>
                        <a:rPr lang="en-GB" b="0" i="1" smtClean="0">
                          <a:latin typeface="Cambria Math" panose="02040503050406030204" pitchFamily="18" charset="0"/>
                          <a:ea typeface="Cambria Math" panose="02040503050406030204" pitchFamily="18" charset="0"/>
                        </a:rPr>
                        <m:t>&lt;4</m:t>
                      </m:r>
                    </m:oMath>
                  </m:oMathPara>
                </a14:m>
                <a:endParaRPr lang="en-GB" dirty="0"/>
              </a:p>
            </p:txBody>
          </p:sp>
        </mc:Choice>
        <mc:Fallback xmlns="">
          <p:sp>
            <p:nvSpPr>
              <p:cNvPr id="46" name="TextBox 45">
                <a:extLst>
                  <a:ext uri="{FF2B5EF4-FFF2-40B4-BE49-F238E27FC236}">
                    <a16:creationId xmlns:a16="http://schemas.microsoft.com/office/drawing/2014/main" id="{710D33D7-14A2-0AEE-D334-D806CD96BDE1}"/>
                  </a:ext>
                </a:extLst>
              </p:cNvPr>
              <p:cNvSpPr txBox="1">
                <a:spLocks noRot="1" noChangeAspect="1" noMove="1" noResize="1" noEditPoints="1" noAdjustHandles="1" noChangeArrowheads="1" noChangeShapeType="1" noTextEdit="1"/>
              </p:cNvSpPr>
              <p:nvPr/>
            </p:nvSpPr>
            <p:spPr>
              <a:xfrm>
                <a:off x="2336298" y="7792682"/>
                <a:ext cx="2060756" cy="612732"/>
              </a:xfrm>
              <a:prstGeom prst="rect">
                <a:avLst/>
              </a:prstGeom>
              <a:blipFill>
                <a:blip r:embed="rId7"/>
                <a:stretch>
                  <a:fillRect/>
                </a:stretch>
              </a:blipFill>
            </p:spPr>
            <p:txBody>
              <a:bodyPr/>
              <a:lstStyle/>
              <a:p>
                <a:r>
                  <a:rPr lang="en-GB">
                    <a:noFill/>
                  </a:rPr>
                  <a:t> </a:t>
                </a:r>
              </a:p>
            </p:txBody>
          </p:sp>
        </mc:Fallback>
      </mc:AlternateContent>
      <p:pic>
        <p:nvPicPr>
          <p:cNvPr id="47" name="Picture 4">
            <a:extLst>
              <a:ext uri="{FF2B5EF4-FFF2-40B4-BE49-F238E27FC236}">
                <a16:creationId xmlns:a16="http://schemas.microsoft.com/office/drawing/2014/main" id="{4AA3F4FE-CE7E-137F-0A31-5AD3D722BBC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3534" t="36816" r="15217" b="53334"/>
          <a:stretch>
            <a:fillRect/>
          </a:stretch>
        </p:blipFill>
        <p:spPr bwMode="auto">
          <a:xfrm>
            <a:off x="1743397" y="7522704"/>
            <a:ext cx="3371205" cy="34954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64CD5C2-CF5E-A2E7-27D3-EBFCEA5E2468}"/>
                  </a:ext>
                </a:extLst>
              </p:cNvPr>
              <p:cNvSpPr txBox="1"/>
              <p:nvPr/>
            </p:nvSpPr>
            <p:spPr>
              <a:xfrm>
                <a:off x="1685930" y="8561682"/>
                <a:ext cx="165680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−19</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&lt;10</m:t>
                      </m:r>
                    </m:oMath>
                  </m:oMathPara>
                </a14:m>
                <a:endParaRPr lang="en-GB" dirty="0"/>
              </a:p>
            </p:txBody>
          </p:sp>
        </mc:Choice>
        <mc:Fallback xmlns="">
          <p:sp>
            <p:nvSpPr>
              <p:cNvPr id="48" name="TextBox 47">
                <a:extLst>
                  <a:ext uri="{FF2B5EF4-FFF2-40B4-BE49-F238E27FC236}">
                    <a16:creationId xmlns:a16="http://schemas.microsoft.com/office/drawing/2014/main" id="{D64CD5C2-CF5E-A2E7-27D3-EBFCEA5E2468}"/>
                  </a:ext>
                </a:extLst>
              </p:cNvPr>
              <p:cNvSpPr txBox="1">
                <a:spLocks noRot="1" noChangeAspect="1" noMove="1" noResize="1" noEditPoints="1" noAdjustHandles="1" noChangeArrowheads="1" noChangeShapeType="1" noTextEdit="1"/>
              </p:cNvSpPr>
              <p:nvPr/>
            </p:nvSpPr>
            <p:spPr>
              <a:xfrm>
                <a:off x="1685930" y="8561682"/>
                <a:ext cx="1656800" cy="36933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1144063-6685-B8B0-809A-F17CC170FD1F}"/>
                  </a:ext>
                </a:extLst>
              </p:cNvPr>
              <p:cNvSpPr txBox="1"/>
              <p:nvPr/>
            </p:nvSpPr>
            <p:spPr>
              <a:xfrm>
                <a:off x="1725687" y="9161221"/>
                <a:ext cx="165680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−11</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&lt;10</m:t>
                      </m:r>
                    </m:oMath>
                  </m:oMathPara>
                </a14:m>
                <a:endParaRPr lang="en-GB" dirty="0"/>
              </a:p>
            </p:txBody>
          </p:sp>
        </mc:Choice>
        <mc:Fallback xmlns="">
          <p:sp>
            <p:nvSpPr>
              <p:cNvPr id="49" name="TextBox 48">
                <a:extLst>
                  <a:ext uri="{FF2B5EF4-FFF2-40B4-BE49-F238E27FC236}">
                    <a16:creationId xmlns:a16="http://schemas.microsoft.com/office/drawing/2014/main" id="{E1144063-6685-B8B0-809A-F17CC170FD1F}"/>
                  </a:ext>
                </a:extLst>
              </p:cNvPr>
              <p:cNvSpPr txBox="1">
                <a:spLocks noRot="1" noChangeAspect="1" noMove="1" noResize="1" noEditPoints="1" noAdjustHandles="1" noChangeArrowheads="1" noChangeShapeType="1" noTextEdit="1"/>
              </p:cNvSpPr>
              <p:nvPr/>
            </p:nvSpPr>
            <p:spPr>
              <a:xfrm>
                <a:off x="1725687" y="9161221"/>
                <a:ext cx="1656800"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9C7E932-0DC8-B4AD-1D1D-D51DC8094B44}"/>
                  </a:ext>
                </a:extLst>
              </p:cNvPr>
              <p:cNvSpPr txBox="1"/>
              <p:nvPr/>
            </p:nvSpPr>
            <p:spPr>
              <a:xfrm>
                <a:off x="3908131" y="8574802"/>
                <a:ext cx="165680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−11</m:t>
                      </m:r>
                      <m:r>
                        <a:rPr lang="en-GB" b="0" i="1" smtClean="0">
                          <a:latin typeface="Cambria Math" panose="02040503050406030204" pitchFamily="18" charset="0"/>
                          <a:ea typeface="Cambria Math" panose="02040503050406030204" pitchFamily="18" charset="0"/>
                        </a:rPr>
                        <m:t>&lt;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&lt;10</m:t>
                      </m:r>
                    </m:oMath>
                  </m:oMathPara>
                </a14:m>
                <a:endParaRPr lang="en-GB" dirty="0"/>
              </a:p>
            </p:txBody>
          </p:sp>
        </mc:Choice>
        <mc:Fallback xmlns="">
          <p:sp>
            <p:nvSpPr>
              <p:cNvPr id="50" name="TextBox 49">
                <a:extLst>
                  <a:ext uri="{FF2B5EF4-FFF2-40B4-BE49-F238E27FC236}">
                    <a16:creationId xmlns:a16="http://schemas.microsoft.com/office/drawing/2014/main" id="{E9C7E932-0DC8-B4AD-1D1D-D51DC8094B44}"/>
                  </a:ext>
                </a:extLst>
              </p:cNvPr>
              <p:cNvSpPr txBox="1">
                <a:spLocks noRot="1" noChangeAspect="1" noMove="1" noResize="1" noEditPoints="1" noAdjustHandles="1" noChangeArrowheads="1" noChangeShapeType="1" noTextEdit="1"/>
              </p:cNvSpPr>
              <p:nvPr/>
            </p:nvSpPr>
            <p:spPr>
              <a:xfrm>
                <a:off x="3908131" y="8574802"/>
                <a:ext cx="1656800" cy="369332"/>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EAC2279-810A-07C6-A9BF-D1298FFEE963}"/>
                  </a:ext>
                </a:extLst>
              </p:cNvPr>
              <p:cNvSpPr txBox="1"/>
              <p:nvPr/>
            </p:nvSpPr>
            <p:spPr>
              <a:xfrm>
                <a:off x="3947888" y="9122399"/>
                <a:ext cx="152856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−19</m:t>
                      </m:r>
                      <m:r>
                        <a:rPr lang="en-GB" b="0" i="1" smtClean="0">
                          <a:latin typeface="Cambria Math" panose="02040503050406030204" pitchFamily="18" charset="0"/>
                          <a:ea typeface="Cambria Math" panose="02040503050406030204" pitchFamily="18" charset="0"/>
                        </a:rPr>
                        <m:t>&lt;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51" name="TextBox 50">
                <a:extLst>
                  <a:ext uri="{FF2B5EF4-FFF2-40B4-BE49-F238E27FC236}">
                    <a16:creationId xmlns:a16="http://schemas.microsoft.com/office/drawing/2014/main" id="{4EAC2279-810A-07C6-A9BF-D1298FFEE963}"/>
                  </a:ext>
                </a:extLst>
              </p:cNvPr>
              <p:cNvSpPr txBox="1">
                <a:spLocks noRot="1" noChangeAspect="1" noMove="1" noResize="1" noEditPoints="1" noAdjustHandles="1" noChangeArrowheads="1" noChangeShapeType="1" noTextEdit="1"/>
              </p:cNvSpPr>
              <p:nvPr/>
            </p:nvSpPr>
            <p:spPr>
              <a:xfrm>
                <a:off x="3947888" y="9122399"/>
                <a:ext cx="1528560" cy="369332"/>
              </a:xfrm>
              <a:prstGeom prst="rect">
                <a:avLst/>
              </a:prstGeom>
              <a:blipFill>
                <a:blip r:embed="rId1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4907320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4" ma:contentTypeDescription="Create a new document." ma:contentTypeScope="" ma:versionID="d122bacdc6e0e52b1daab86e5e474f38">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c50e756327527929f9f40a94500ed9ef"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2A6794-A31B-46DE-BDA8-25E1392639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0b71df-48f4-4db7-95c3-a9033c265cb9"/>
    <ds:schemaRef ds:uri="608ebbb4-e88b-4c99-b506-21d9362781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B12542-D13C-4370-82E4-6859EAE6CA39}">
  <ds:schemaRefs>
    <ds:schemaRef ds:uri="http://schemas.microsoft.com/sharepoint/v3/contenttype/forms"/>
  </ds:schemaRefs>
</ds:datastoreItem>
</file>

<file path=customXml/itemProps3.xml><?xml version="1.0" encoding="utf-8"?>
<ds:datastoreItem xmlns:ds="http://schemas.openxmlformats.org/officeDocument/2006/customXml" ds:itemID="{90B18C6B-5F2A-4076-B4FD-346B3D63DE76}">
  <ds:schemaRefs>
    <ds:schemaRef ds:uri="e30b71df-48f4-4db7-95c3-a9033c265cb9"/>
    <ds:schemaRef ds:uri="http://purl.org/dc/elements/1.1/"/>
    <ds:schemaRef ds:uri="http://schemas.microsoft.com/office/infopath/2007/PartnerControls"/>
    <ds:schemaRef ds:uri="608ebbb4-e88b-4c99-b506-21d9362781c6"/>
    <ds:schemaRef ds:uri="http://purl.org/dc/dcmitype/"/>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13591</TotalTime>
  <Words>5978</Words>
  <Application>Microsoft Office PowerPoint</Application>
  <PresentationFormat>A4 Paper (210x297 mm)</PresentationFormat>
  <Paragraphs>1095</Paragraphs>
  <Slides>38</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Aptos</vt: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Marcus Lindley (Staff, Astrea Academy Sheffield)</dc:creator>
  <cp:lastModifiedBy>Kathryn Clark (Astrea Central)</cp:lastModifiedBy>
  <cp:revision>2</cp:revision>
  <dcterms:created xsi:type="dcterms:W3CDTF">2024-09-30T17:58:18Z</dcterms:created>
  <dcterms:modified xsi:type="dcterms:W3CDTF">2025-08-20T16:59:50Z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