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510" r:id="rId5"/>
    <p:sldId id="2719" r:id="rId6"/>
    <p:sldId id="2707" r:id="rId7"/>
    <p:sldId id="2634" r:id="rId8"/>
    <p:sldId id="2613" r:id="rId9"/>
    <p:sldId id="2708" r:id="rId10"/>
    <p:sldId id="2709" r:id="rId11"/>
    <p:sldId id="2710" r:id="rId12"/>
    <p:sldId id="2711" r:id="rId13"/>
    <p:sldId id="2713" r:id="rId14"/>
    <p:sldId id="2712" r:id="rId15"/>
    <p:sldId id="2714" r:id="rId16"/>
    <p:sldId id="2715" r:id="rId17"/>
    <p:sldId id="2716" r:id="rId18"/>
    <p:sldId id="2717" r:id="rId19"/>
    <p:sldId id="2718" r:id="rId2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CAP: Solving Equations" id="{F8F2FCA3-2595-4771-A907-F0C85F92ED85}">
          <p14:sldIdLst>
            <p14:sldId id="510"/>
            <p14:sldId id="2719"/>
            <p14:sldId id="2707"/>
            <p14:sldId id="2634"/>
            <p14:sldId id="2613"/>
            <p14:sldId id="2708"/>
            <p14:sldId id="2709"/>
            <p14:sldId id="2710"/>
            <p14:sldId id="2711"/>
            <p14:sldId id="2713"/>
            <p14:sldId id="2712"/>
            <p14:sldId id="2714"/>
            <p14:sldId id="2715"/>
            <p14:sldId id="2716"/>
            <p14:sldId id="2717"/>
            <p14:sldId id="27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08EB3B-5835-B75B-6063-544D6C77522D}" name="Kathryn Clark (Astrea Central)" initials="KC" userId="S::kathryn.clark@astreaacademytrust.org::d0e16b62-87cd-4242-828a-2f5e276be710" providerId="AD"/>
  <p188:author id="{96C0476A-192A-E270-0014-0328538DA927}" name="Adam Brown (Astrea Central)" initials="AC" userId="S::adam.brown@astreaacademytrust.org::e4577f1c-a0ea-4eef-9851-9bdbe8619e58" providerId="AD"/>
  <p188:author id="{0E0E0699-6B8A-23CD-720D-DFF91356B330}" name="Kathryn Clark (Astrea Central)" initials="KC" userId="S::Kathryn.Clark@astreaacademytrust.org::d0e16b62-87cd-4242-828a-2f5e276be7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242"/>
    <a:srgbClr val="00D25F"/>
    <a:srgbClr val="82ADE1"/>
    <a:srgbClr val="EF7266"/>
    <a:srgbClr val="7E2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DD733-7C8A-4C3D-8843-02E6A1BE42D0}" v="17" dt="2025-08-20T12:58:16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635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ryn Clark (Astrea Central)" userId="S::kathryn.clark@astreaacademytrust.org::d0e16b62-87cd-4242-828a-2f5e276be710" providerId="AD" clId="Web-{99E29CE7-D03A-576A-2F95-38BDD9D19AA4}"/>
    <pc:docChg chg="mod">
      <pc:chgData name="Kathryn Clark (Astrea Central)" userId="S::kathryn.clark@astreaacademytrust.org::d0e16b62-87cd-4242-828a-2f5e276be710" providerId="AD" clId="Web-{99E29CE7-D03A-576A-2F95-38BDD9D19AA4}" dt="2025-07-02T14:19:51.043" v="0"/>
      <pc:docMkLst>
        <pc:docMk/>
      </pc:docMkLst>
    </pc:docChg>
  </pc:docChgLst>
  <pc:docChgLst>
    <pc:chgData name="Kathryn Clark (Astrea Central)" userId="d0e16b62-87cd-4242-828a-2f5e276be710" providerId="ADAL" clId="{E9E53160-A7E3-4065-A3DF-3F8FEE715E1E}"/>
    <pc:docChg chg="undo custSel addSld delSld modSld addSection modSection">
      <pc:chgData name="Kathryn Clark (Astrea Central)" userId="d0e16b62-87cd-4242-828a-2f5e276be710" providerId="ADAL" clId="{E9E53160-A7E3-4065-A3DF-3F8FEE715E1E}" dt="2025-06-30T16:11:01.088" v="216" actId="47"/>
      <pc:docMkLst>
        <pc:docMk/>
      </pc:docMkLst>
      <pc:sldChg chg="modSp mod">
        <pc:chgData name="Kathryn Clark (Astrea Central)" userId="d0e16b62-87cd-4242-828a-2f5e276be710" providerId="ADAL" clId="{E9E53160-A7E3-4065-A3DF-3F8FEE715E1E}" dt="2025-06-30T15:31:16.998" v="189" actId="20577"/>
        <pc:sldMkLst>
          <pc:docMk/>
          <pc:sldMk cId="3872383198" sldId="257"/>
        </pc:sldMkLst>
      </pc:sldChg>
      <pc:sldChg chg="modSp mod">
        <pc:chgData name="Kathryn Clark (Astrea Central)" userId="d0e16b62-87cd-4242-828a-2f5e276be710" providerId="ADAL" clId="{E9E53160-A7E3-4065-A3DF-3F8FEE715E1E}" dt="2025-06-30T15:30:28.964" v="166" actId="20577"/>
        <pc:sldMkLst>
          <pc:docMk/>
          <pc:sldMk cId="3405770585" sldId="258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877068480" sldId="385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56907853" sldId="38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37162702" sldId="389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219000895" sldId="390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898110452" sldId="39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571822142" sldId="392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2383950560" sldId="39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450021662" sldId="394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866325359" sldId="39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167869659" sldId="39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520011281" sldId="58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E9E53160-A7E3-4065-A3DF-3F8FEE715E1E}" dt="2025-06-30T15:42:54.728" v="193" actId="47"/>
        <pc:sldMkLst>
          <pc:docMk/>
          <pc:sldMk cId="2256777514" sldId="634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420299832" sldId="68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08024738" sldId="68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754420381" sldId="68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37754641" sldId="68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97299661" sldId="690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685425301" sldId="693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534798675" sldId="696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44855750" sldId="697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226401228" sldId="698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2902289112" sldId="699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808954895" sldId="700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958006941" sldId="701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020095710" sldId="70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25275511" sldId="70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229741830" sldId="70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145139309" sldId="707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40744406" sldId="70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659657367" sldId="71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216392958" sldId="71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077937691" sldId="71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007198627" sldId="71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534680821" sldId="71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864444121" sldId="71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37459663" sldId="719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4123504392" sldId="72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164592704" sldId="721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754239031" sldId="72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038323404" sldId="723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387616564" sldId="724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172123028" sldId="72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629263725" sldId="72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987164763" sldId="727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202981554" sldId="72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980075744" sldId="72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87619576" sldId="73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973222117" sldId="73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494193463" sldId="73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06603858" sldId="740"/>
        </pc:sldMkLst>
      </pc:sldChg>
      <pc:sldChg chg="addSp delSp modSp add del mod">
        <pc:chgData name="Kathryn Clark (Astrea Central)" userId="d0e16b62-87cd-4242-828a-2f5e276be710" providerId="ADAL" clId="{E9E53160-A7E3-4065-A3DF-3F8FEE715E1E}" dt="2025-06-30T16:11:01.088" v="216" actId="47"/>
        <pc:sldMkLst>
          <pc:docMk/>
          <pc:sldMk cId="1371891853" sldId="741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943141915" sldId="742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208901415" sldId="743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922628727" sldId="744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724626238" sldId="745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567034086" sldId="746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4185088232" sldId="74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530955478" sldId="752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364502094" sldId="779"/>
        </pc:sldMkLst>
      </pc:sldChg>
      <pc:sldChg chg="del">
        <pc:chgData name="Kathryn Clark (Astrea Central)" userId="d0e16b62-87cd-4242-828a-2f5e276be710" providerId="ADAL" clId="{E9E53160-A7E3-4065-A3DF-3F8FEE715E1E}" dt="2025-06-30T15:42:53.151" v="192" actId="47"/>
        <pc:sldMkLst>
          <pc:docMk/>
          <pc:sldMk cId="4228041536" sldId="859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010217414" sldId="99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179576727" sldId="99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295259342" sldId="99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253984274" sldId="121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39866304" sldId="121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92644395" sldId="121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79054774" sldId="122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497399336" sldId="123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323390205" sldId="123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33198936" sldId="125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19205928" sldId="125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268313574" sldId="125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141730267" sldId="125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008329193" sldId="126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147899049" sldId="126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151857062" sldId="126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456297609" sldId="126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644577293" sldId="126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274479591" sldId="126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098089706" sldId="126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00638804" sldId="126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98917385" sldId="126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00469656" sldId="127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867229049" sldId="127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726936922" sldId="127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459505126" sldId="127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22116122" sldId="127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920620145" sldId="127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48435665" sldId="1276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978893645" sldId="260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810527692" sldId="260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236198652" sldId="2604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196532462" sldId="2605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2398298622" sldId="261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56801237" sldId="266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888631115" sldId="266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78473732" sldId="2695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492178883" sldId="2696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527980205" sldId="2697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800564505" sldId="2698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689107183" sldId="2699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921029909" sldId="2700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591683603" sldId="2701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40179314" sldId="2702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4064036166" sldId="270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095329613" sldId="2704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472423686" sldId="2705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746315300" sldId="2706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93292637" sldId="2707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329243498" sldId="2708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501259011" sldId="2709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343074288" sldId="2710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694266614" sldId="2711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389567068" sldId="2712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838999864" sldId="271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626947470" sldId="2714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490285267" sldId="271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857558838" sldId="271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5549879" sldId="271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660213305" sldId="271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982959648" sldId="271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044138969" sldId="272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131534759" sldId="272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336694868" sldId="272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279240226" sldId="2723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672075193" sldId="2724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578618602" sldId="272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271499334" sldId="272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827505513" sldId="272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634526352" sldId="272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820953386" sldId="272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158602697" sldId="273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046473592" sldId="273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550113328" sldId="273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244038654" sldId="2733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91852916" sldId="2734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538936063" sldId="273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041451842" sldId="273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007235271" sldId="273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708647637" sldId="273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717132647" sldId="273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933710123" sldId="274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633011772" sldId="274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490732034" sldId="274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919257085" sldId="274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583529761" sldId="274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65309983" sldId="274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825450557" sldId="274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109880761" sldId="274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03229536" sldId="2748"/>
        </pc:sldMkLst>
      </pc:sldChg>
    </pc:docChg>
  </pc:docChgLst>
  <pc:docChgLst>
    <pc:chgData name="Adam Brown (Astrea Central)" userId="e4577f1c-a0ea-4eef-9851-9bdbe8619e58" providerId="ADAL" clId="{B546AAAC-F199-43ED-9917-FB3A38A96D7B}"/>
    <pc:docChg chg="undo redo custSel modSld">
      <pc:chgData name="Adam Brown (Astrea Central)" userId="e4577f1c-a0ea-4eef-9851-9bdbe8619e58" providerId="ADAL" clId="{B546AAAC-F199-43ED-9917-FB3A38A96D7B}" dt="2025-08-06T09:56:42.250" v="34" actId="120"/>
      <pc:docMkLst>
        <pc:docMk/>
      </pc:docMkLst>
      <pc:sldChg chg="modSp mod">
        <pc:chgData name="Adam Brown (Astrea Central)" userId="e4577f1c-a0ea-4eef-9851-9bdbe8619e58" providerId="ADAL" clId="{B546AAAC-F199-43ED-9917-FB3A38A96D7B}" dt="2025-08-06T09:55:32.147" v="30" actId="1076"/>
        <pc:sldMkLst>
          <pc:docMk/>
          <pc:sldMk cId="3987619576" sldId="730"/>
        </pc:sldMkLst>
      </pc:sldChg>
      <pc:sldChg chg="modSp mod">
        <pc:chgData name="Adam Brown (Astrea Central)" userId="e4577f1c-a0ea-4eef-9851-9bdbe8619e58" providerId="ADAL" clId="{B546AAAC-F199-43ED-9917-FB3A38A96D7B}" dt="2025-08-06T09:51:44.925" v="10" actId="14100"/>
        <pc:sldMkLst>
          <pc:docMk/>
          <pc:sldMk cId="529695953" sldId="1203"/>
        </pc:sldMkLst>
      </pc:sldChg>
      <pc:sldChg chg="modSp mod">
        <pc:chgData name="Adam Brown (Astrea Central)" userId="e4577f1c-a0ea-4eef-9851-9bdbe8619e58" providerId="ADAL" clId="{B546AAAC-F199-43ED-9917-FB3A38A96D7B}" dt="2025-08-06T09:54:11.584" v="16" actId="1076"/>
        <pc:sldMkLst>
          <pc:docMk/>
          <pc:sldMk cId="3292644395" sldId="1219"/>
        </pc:sldMkLst>
      </pc:sldChg>
      <pc:sldChg chg="modSp mod">
        <pc:chgData name="Adam Brown (Astrea Central)" userId="e4577f1c-a0ea-4eef-9851-9bdbe8619e58" providerId="ADAL" clId="{B546AAAC-F199-43ED-9917-FB3A38A96D7B}" dt="2025-08-06T09:54:56.107" v="26" actId="1076"/>
        <pc:sldMkLst>
          <pc:docMk/>
          <pc:sldMk cId="2268313574" sldId="1258"/>
        </pc:sldMkLst>
      </pc:sldChg>
      <pc:sldChg chg="modSp mod">
        <pc:chgData name="Adam Brown (Astrea Central)" userId="e4577f1c-a0ea-4eef-9851-9bdbe8619e58" providerId="ADAL" clId="{B546AAAC-F199-43ED-9917-FB3A38A96D7B}" dt="2025-08-06T09:55:13.060" v="28" actId="6549"/>
        <pc:sldMkLst>
          <pc:docMk/>
          <pc:sldMk cId="1151857062" sldId="1262"/>
        </pc:sldMkLst>
      </pc:sldChg>
      <pc:sldChg chg="modSp">
        <pc:chgData name="Adam Brown (Astrea Central)" userId="e4577f1c-a0ea-4eef-9851-9bdbe8619e58" providerId="ADAL" clId="{B546AAAC-F199-43ED-9917-FB3A38A96D7B}" dt="2025-08-06T09:55:42.661" v="32" actId="6549"/>
        <pc:sldMkLst>
          <pc:docMk/>
          <pc:sldMk cId="2456297609" sldId="1263"/>
        </pc:sldMkLst>
      </pc:sldChg>
      <pc:sldChg chg="modSp mod">
        <pc:chgData name="Adam Brown (Astrea Central)" userId="e4577f1c-a0ea-4eef-9851-9bdbe8619e58" providerId="ADAL" clId="{B546AAAC-F199-43ED-9917-FB3A38A96D7B}" dt="2025-08-06T09:48:54.360" v="4" actId="20577"/>
        <pc:sldMkLst>
          <pc:docMk/>
          <pc:sldMk cId="2375111560" sldId="2613"/>
        </pc:sldMkLst>
        <pc:spChg chg="mod">
          <ac:chgData name="Adam Brown (Astrea Central)" userId="e4577f1c-a0ea-4eef-9851-9bdbe8619e58" providerId="ADAL" clId="{B546AAAC-F199-43ED-9917-FB3A38A96D7B}" dt="2025-08-06T09:48:54.360" v="4" actId="20577"/>
          <ac:spMkLst>
            <pc:docMk/>
            <pc:sldMk cId="2375111560" sldId="2613"/>
            <ac:spMk id="2" creationId="{9894DD08-3744-064D-18B1-6B19A2FADE17}"/>
          </ac:spMkLst>
        </pc:spChg>
      </pc:sldChg>
      <pc:sldChg chg="modSp mod">
        <pc:chgData name="Adam Brown (Astrea Central)" userId="e4577f1c-a0ea-4eef-9851-9bdbe8619e58" providerId="ADAL" clId="{B546AAAC-F199-43ED-9917-FB3A38A96D7B}" dt="2025-08-06T09:35:47.807" v="3" actId="14100"/>
        <pc:sldMkLst>
          <pc:docMk/>
          <pc:sldMk cId="2860981141" sldId="2634"/>
        </pc:sldMkLst>
        <pc:graphicFrameChg chg="mod modGraphic">
          <ac:chgData name="Adam Brown (Astrea Central)" userId="e4577f1c-a0ea-4eef-9851-9bdbe8619e58" providerId="ADAL" clId="{B546AAAC-F199-43ED-9917-FB3A38A96D7B}" dt="2025-08-06T09:35:47.807" v="3" actId="14100"/>
          <ac:graphicFrameMkLst>
            <pc:docMk/>
            <pc:sldMk cId="2860981141" sldId="2634"/>
            <ac:graphicFrameMk id="3" creationId="{C7B585F8-003B-A45D-70D5-13B73C1CF858}"/>
          </ac:graphicFrameMkLst>
        </pc:graphicFrameChg>
      </pc:sldChg>
      <pc:sldChg chg="modSp mod">
        <pc:chgData name="Adam Brown (Astrea Central)" userId="e4577f1c-a0ea-4eef-9851-9bdbe8619e58" providerId="ADAL" clId="{B546AAAC-F199-43ED-9917-FB3A38A96D7B}" dt="2025-08-06T09:35:34.665" v="1" actId="1076"/>
        <pc:sldMkLst>
          <pc:docMk/>
          <pc:sldMk cId="738503352" sldId="2707"/>
        </pc:sldMkLst>
        <pc:spChg chg="mod">
          <ac:chgData name="Adam Brown (Astrea Central)" userId="e4577f1c-a0ea-4eef-9851-9bdbe8619e58" providerId="ADAL" clId="{B546AAAC-F199-43ED-9917-FB3A38A96D7B}" dt="2025-08-06T09:35:34.665" v="1" actId="1076"/>
          <ac:spMkLst>
            <pc:docMk/>
            <pc:sldMk cId="738503352" sldId="2707"/>
            <ac:spMk id="7" creationId="{E7093188-5A6B-55B6-F458-791B5FA2D951}"/>
          </ac:spMkLst>
        </pc:spChg>
        <pc:spChg chg="mod">
          <ac:chgData name="Adam Brown (Astrea Central)" userId="e4577f1c-a0ea-4eef-9851-9bdbe8619e58" providerId="ADAL" clId="{B546AAAC-F199-43ED-9917-FB3A38A96D7B}" dt="2025-08-06T09:35:34.665" v="1" actId="1076"/>
          <ac:spMkLst>
            <pc:docMk/>
            <pc:sldMk cId="738503352" sldId="2707"/>
            <ac:spMk id="8" creationId="{D3DBC2B0-E4BD-03FA-EF02-FC85A1E11BB1}"/>
          </ac:spMkLst>
        </pc:spChg>
        <pc:graphicFrameChg chg="mod modGraphic">
          <ac:chgData name="Adam Brown (Astrea Central)" userId="e4577f1c-a0ea-4eef-9851-9bdbe8619e58" providerId="ADAL" clId="{B546AAAC-F199-43ED-9917-FB3A38A96D7B}" dt="2025-08-06T09:35:34.665" v="1" actId="1076"/>
          <ac:graphicFrameMkLst>
            <pc:docMk/>
            <pc:sldMk cId="738503352" sldId="2707"/>
            <ac:graphicFrameMk id="9" creationId="{866CAA32-35F5-320C-7522-04BA947D8718}"/>
          </ac:graphicFrameMkLst>
        </pc:graphicFrameChg>
      </pc:sldChg>
      <pc:sldChg chg="addSp modSp mod">
        <pc:chgData name="Adam Brown (Astrea Central)" userId="e4577f1c-a0ea-4eef-9851-9bdbe8619e58" providerId="ADAL" clId="{B546AAAC-F199-43ED-9917-FB3A38A96D7B}" dt="2025-08-06T09:50:27.884" v="6" actId="13822"/>
        <pc:sldMkLst>
          <pc:docMk/>
          <pc:sldMk cId="530186686" sldId="2744"/>
        </pc:sldMkLst>
      </pc:sldChg>
      <pc:sldChg chg="modSp mod">
        <pc:chgData name="Adam Brown (Astrea Central)" userId="e4577f1c-a0ea-4eef-9851-9bdbe8619e58" providerId="ADAL" clId="{B546AAAC-F199-43ED-9917-FB3A38A96D7B}" dt="2025-08-06T09:56:42.250" v="34" actId="120"/>
        <pc:sldMkLst>
          <pc:docMk/>
          <pc:sldMk cId="303439746" sldId="2772"/>
        </pc:sldMkLst>
      </pc:sldChg>
    </pc:docChg>
  </pc:docChgLst>
  <pc:docChgLst>
    <pc:chgData name="Kathryn Clark (Astrea Central)" userId="d0e16b62-87cd-4242-828a-2f5e276be710" providerId="ADAL" clId="{9DC0DCD2-5121-4CBD-BEDF-3B7C5B935354}"/>
    <pc:docChg chg="undo custSel addSld delSld modSld sldOrd addSection delSection modSection">
      <pc:chgData name="Kathryn Clark (Astrea Central)" userId="d0e16b62-87cd-4242-828a-2f5e276be710" providerId="ADAL" clId="{9DC0DCD2-5121-4CBD-BEDF-3B7C5B935354}" dt="2025-07-01T11:05:36.446" v="927" actId="47"/>
      <pc:docMkLst>
        <pc:docMk/>
      </pc:docMkLst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44988901" sldId="26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298809760" sldId="26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35812588" sldId="26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800818377" sldId="26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22769965" sldId="26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10446999" sldId="26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56719208" sldId="26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42899529" sldId="26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53001837" sldId="26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82240599" sldId="26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14084658" sldId="27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054399999" sldId="27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23999436" sldId="27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55687156" sldId="27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31911984" sldId="27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88137902" sldId="27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146658951" sldId="27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87637966" sldId="27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197034761" sldId="27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89196625" sldId="2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672236804" sldId="28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68544672" sldId="28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98028280" sldId="28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75977025" sldId="28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71028310" sldId="28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33324030" sldId="28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51265218" sldId="28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83040939" sldId="28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062622595" sldId="28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74314852" sldId="28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623754354" sldId="29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45467097" sldId="29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953605078" sldId="29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47600163" sldId="29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123673023" sldId="29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60333315" sldId="29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71942290" sldId="296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877068480" sldId="385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56907853" sldId="38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37162702" sldId="389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219000895" sldId="390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898110452" sldId="39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571822142" sldId="392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2383950560" sldId="39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450021662" sldId="394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866325359" sldId="39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167869659" sldId="39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520011281" sldId="58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420299832" sldId="68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08024738" sldId="68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754420381" sldId="68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37754641" sldId="68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97299661" sldId="69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685425301" sldId="693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534798675" sldId="696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44855750" sldId="697"/>
        </pc:sldMkLst>
      </pc:sldChg>
      <pc:sldChg chg="modSp add del mod ord modNotesTx">
        <pc:chgData name="Kathryn Clark (Astrea Central)" userId="d0e16b62-87cd-4242-828a-2f5e276be710" providerId="ADAL" clId="{9DC0DCD2-5121-4CBD-BEDF-3B7C5B935354}" dt="2025-07-01T11:01:40.992" v="895" actId="47"/>
        <pc:sldMkLst>
          <pc:docMk/>
          <pc:sldMk cId="3226401228" sldId="698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2902289112" sldId="699"/>
        </pc:sldMkLst>
      </pc:sldChg>
      <pc:sldChg chg="add del modNotesTx">
        <pc:chgData name="Kathryn Clark (Astrea Central)" userId="d0e16b62-87cd-4242-828a-2f5e276be710" providerId="ADAL" clId="{9DC0DCD2-5121-4CBD-BEDF-3B7C5B935354}" dt="2025-06-30T16:25:02.803" v="70"/>
        <pc:sldMkLst>
          <pc:docMk/>
          <pc:sldMk cId="3808954895" sldId="70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958006941" sldId="70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020095710" sldId="70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25275511" sldId="70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229741830" sldId="70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145139309" sldId="707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40744406" sldId="70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659657367" sldId="71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216392958" sldId="71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077937691" sldId="71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007198627" sldId="71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534680821" sldId="71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864444121" sldId="71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37459663" sldId="719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4123504392" sldId="72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164592704" sldId="72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754239031" sldId="72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038323404" sldId="723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387616564" sldId="724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172123028" sldId="72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629263725" sldId="72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987164763" sldId="727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202981554" sldId="72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980075744" sldId="72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87619576" sldId="73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973222117" sldId="73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494193463" sldId="73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06603858" sldId="740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371891853" sldId="741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943141915" sldId="742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208901415" sldId="743"/>
        </pc:sldMkLst>
      </pc:sldChg>
      <pc:sldChg chg="add del modNotesTx">
        <pc:chgData name="Kathryn Clark (Astrea Central)" userId="d0e16b62-87cd-4242-828a-2f5e276be710" providerId="ADAL" clId="{9DC0DCD2-5121-4CBD-BEDF-3B7C5B935354}" dt="2025-06-30T16:25:01.649" v="69"/>
        <pc:sldMkLst>
          <pc:docMk/>
          <pc:sldMk cId="922628727" sldId="744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724626238" sldId="745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3567034086" sldId="746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4185088232" sldId="74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530955478" sldId="752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3364502094" sldId="7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68601689" sldId="94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02214598" sldId="95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312846986" sldId="95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753479950" sldId="95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28519001" sldId="95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54087703" sldId="95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61337165" sldId="95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37687486" sldId="95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34552584" sldId="95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03764935" sldId="95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467340240" sldId="95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24118204" sldId="96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22720388" sldId="96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1953142" sldId="96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651128130" sldId="96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623609214" sldId="96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74385786" sldId="96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962015683" sldId="96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561353" sldId="96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825187523" sldId="96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56224976" sldId="97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31722019" sldId="97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6356508" sldId="97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99644270" sldId="97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752120071" sldId="9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76531831" sldId="98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195919322" sldId="98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99061422" sldId="98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18942764" sldId="98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696658123" sldId="98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328723957" sldId="98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66300513" sldId="98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94028101" sldId="98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219029894" sldId="99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04270567" sldId="99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010217414" sldId="99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179576727" sldId="99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295259342" sldId="99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253984274" sldId="121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39866304" sldId="121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92644395" sldId="121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79054774" sldId="122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497399336" sldId="123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323390205" sldId="123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33198936" sldId="125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19205928" sldId="125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268313574" sldId="125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141730267" sldId="125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008329193" sldId="126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147899049" sldId="126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151857062" sldId="126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456297609" sldId="126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644577293" sldId="126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274479591" sldId="126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098089706" sldId="126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00638804" sldId="126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98917385" sldId="126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00469656" sldId="127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867229049" sldId="127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726936922" sldId="127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459505126" sldId="127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22116122" sldId="127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920620145" sldId="127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48435665" sldId="1276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978893645" sldId="260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810527692" sldId="260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236198652" sldId="2604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196532462" sldId="2605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2398298622" sldId="261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56801237" sldId="266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888631115" sldId="266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78473732" sldId="2695"/>
        </pc:sldMkLst>
      </pc:sldChg>
      <pc:sldChg chg="modSp add del modNotesTx">
        <pc:chgData name="Kathryn Clark (Astrea Central)" userId="d0e16b62-87cd-4242-828a-2f5e276be710" providerId="ADAL" clId="{9DC0DCD2-5121-4CBD-BEDF-3B7C5B935354}" dt="2025-07-01T10:52:31.425" v="833" actId="20577"/>
        <pc:sldMkLst>
          <pc:docMk/>
          <pc:sldMk cId="3492178883" sldId="2696"/>
        </pc:sldMkLst>
      </pc:sldChg>
      <pc:sldChg chg="modSp add del mod modNotesTx">
        <pc:chgData name="Kathryn Clark (Astrea Central)" userId="d0e16b62-87cd-4242-828a-2f5e276be710" providerId="ADAL" clId="{9DC0DCD2-5121-4CBD-BEDF-3B7C5B935354}" dt="2025-07-01T10:55:24.604" v="856" actId="20577"/>
        <pc:sldMkLst>
          <pc:docMk/>
          <pc:sldMk cId="3527980205" sldId="2697"/>
        </pc:sldMkLst>
      </pc:sldChg>
      <pc:sldChg chg="addSp delSp modSp add del mod modNotesTx">
        <pc:chgData name="Kathryn Clark (Astrea Central)" userId="d0e16b62-87cd-4242-828a-2f5e276be710" providerId="ADAL" clId="{9DC0DCD2-5121-4CBD-BEDF-3B7C5B935354}" dt="2025-07-01T10:59:59.502" v="894" actId="478"/>
        <pc:sldMkLst>
          <pc:docMk/>
          <pc:sldMk cId="800564505" sldId="2698"/>
        </pc:sldMkLst>
      </pc:sldChg>
      <pc:sldChg chg="delSp add del mod modNotesTx">
        <pc:chgData name="Kathryn Clark (Astrea Central)" userId="d0e16b62-87cd-4242-828a-2f5e276be710" providerId="ADAL" clId="{9DC0DCD2-5121-4CBD-BEDF-3B7C5B935354}" dt="2025-07-01T11:05:36.446" v="927" actId="47"/>
        <pc:sldMkLst>
          <pc:docMk/>
          <pc:sldMk cId="689107183" sldId="2699"/>
        </pc:sldMkLst>
      </pc:sldChg>
      <pc:sldChg chg="add del modNotesTx">
        <pc:chgData name="Kathryn Clark (Astrea Central)" userId="d0e16b62-87cd-4242-828a-2f5e276be710" providerId="ADAL" clId="{9DC0DCD2-5121-4CBD-BEDF-3B7C5B935354}" dt="2025-06-30T16:24:11.947" v="64"/>
        <pc:sldMkLst>
          <pc:docMk/>
          <pc:sldMk cId="921029909" sldId="2700"/>
        </pc:sldMkLst>
      </pc:sldChg>
      <pc:sldChg chg="add del modNotesTx">
        <pc:chgData name="Kathryn Clark (Astrea Central)" userId="d0e16b62-87cd-4242-828a-2f5e276be710" providerId="ADAL" clId="{9DC0DCD2-5121-4CBD-BEDF-3B7C5B935354}" dt="2025-06-30T16:24:13.550" v="65"/>
        <pc:sldMkLst>
          <pc:docMk/>
          <pc:sldMk cId="2591683603" sldId="2701"/>
        </pc:sldMkLst>
      </pc:sldChg>
      <pc:sldChg chg="add del modNotesTx">
        <pc:chgData name="Kathryn Clark (Astrea Central)" userId="d0e16b62-87cd-4242-828a-2f5e276be710" providerId="ADAL" clId="{9DC0DCD2-5121-4CBD-BEDF-3B7C5B935354}" dt="2025-06-30T16:24:14.638" v="66"/>
        <pc:sldMkLst>
          <pc:docMk/>
          <pc:sldMk cId="140179314" sldId="2702"/>
        </pc:sldMkLst>
      </pc:sldChg>
      <pc:sldChg chg="addSp delSp modSp new mod">
        <pc:chgData name="Kathryn Clark (Astrea Central)" userId="d0e16b62-87cd-4242-828a-2f5e276be710" providerId="ADAL" clId="{9DC0DCD2-5121-4CBD-BEDF-3B7C5B935354}" dt="2025-06-30T17:34:42.349" v="694"/>
        <pc:sldMkLst>
          <pc:docMk/>
          <pc:sldMk cId="2923777065" sldId="270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4064036166" sldId="270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095329613" sldId="2704"/>
        </pc:sldMkLst>
      </pc:sldChg>
      <pc:sldChg chg="addSp delSp modSp add mod">
        <pc:chgData name="Kathryn Clark (Astrea Central)" userId="d0e16b62-87cd-4242-828a-2f5e276be710" providerId="ADAL" clId="{9DC0DCD2-5121-4CBD-BEDF-3B7C5B935354}" dt="2025-06-30T16:51:54.629" v="410" actId="1076"/>
        <pc:sldMkLst>
          <pc:docMk/>
          <pc:sldMk cId="3361736352" sldId="2704"/>
        </pc:sldMkLst>
      </pc:sldChg>
      <pc:sldChg chg="addSp modSp new mod">
        <pc:chgData name="Kathryn Clark (Astrea Central)" userId="d0e16b62-87cd-4242-828a-2f5e276be710" providerId="ADAL" clId="{9DC0DCD2-5121-4CBD-BEDF-3B7C5B935354}" dt="2025-06-30T16:52:15.990" v="415" actId="1076"/>
        <pc:sldMkLst>
          <pc:docMk/>
          <pc:sldMk cId="1605219722" sldId="2705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472423686" sldId="2705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746315300" sldId="2706"/>
        </pc:sldMkLst>
      </pc:sldChg>
      <pc:sldChg chg="addSp delSp modSp new mod">
        <pc:chgData name="Kathryn Clark (Astrea Central)" userId="d0e16b62-87cd-4242-828a-2f5e276be710" providerId="ADAL" clId="{9DC0DCD2-5121-4CBD-BEDF-3B7C5B935354}" dt="2025-07-01T11:05:33.620" v="926"/>
        <pc:sldMkLst>
          <pc:docMk/>
          <pc:sldMk cId="3239936472" sldId="2706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93292637" sldId="2707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329243498" sldId="2708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501259011" sldId="2709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343074288" sldId="2710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694266614" sldId="2711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389567068" sldId="2712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838999864" sldId="271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626947470" sldId="2714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490285267" sldId="271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857558838" sldId="271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5549879" sldId="271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660213305" sldId="271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982959648" sldId="271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044138969" sldId="272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131534759" sldId="272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336694868" sldId="272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279240226" sldId="2723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672075193" sldId="2724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578618602" sldId="272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271499334" sldId="272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827505513" sldId="272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634526352" sldId="272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820953386" sldId="272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158602697" sldId="273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046473592" sldId="273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550113328" sldId="273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244038654" sldId="2733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91852916" sldId="2734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538936063" sldId="273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041451842" sldId="273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007235271" sldId="273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708647637" sldId="273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717132647" sldId="273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933710123" sldId="274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633011772" sldId="274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490732034" sldId="274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919257085" sldId="274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583529761" sldId="274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65309983" sldId="274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825450557" sldId="274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109880761" sldId="274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03229536" sldId="2748"/>
        </pc:sldMkLst>
      </pc:sldChg>
    </pc:docChg>
  </pc:docChgLst>
  <pc:docChgLst>
    <pc:chgData name="Kathryn Clark (Astrea Central)" userId="d0e16b62-87cd-4242-828a-2f5e276be710" providerId="ADAL" clId="{A19DD733-7C8A-4C3D-8843-02E6A1BE42D0}"/>
    <pc:docChg chg="undo custSel addSld delSld modSld sldOrd modSection">
      <pc:chgData name="Kathryn Clark (Astrea Central)" userId="d0e16b62-87cd-4242-828a-2f5e276be710" providerId="ADAL" clId="{A19DD733-7C8A-4C3D-8843-02E6A1BE42D0}" dt="2025-08-20T12:58:16.227" v="22" actId="6549"/>
      <pc:docMkLst>
        <pc:docMk/>
      </pc:docMkLst>
      <pc:sldChg chg="ord">
        <pc:chgData name="Kathryn Clark (Astrea Central)" userId="d0e16b62-87cd-4242-828a-2f5e276be710" providerId="ADAL" clId="{A19DD733-7C8A-4C3D-8843-02E6A1BE42D0}" dt="2025-08-14T11:24:23.238" v="1"/>
        <pc:sldMkLst>
          <pc:docMk/>
          <pc:sldMk cId="2271792515" sldId="510"/>
        </pc:sldMkLst>
      </pc:sldChg>
      <pc:sldChg chg="del">
        <pc:chgData name="Kathryn Clark (Astrea Central)" userId="d0e16b62-87cd-4242-828a-2f5e276be710" providerId="ADAL" clId="{A19DD733-7C8A-4C3D-8843-02E6A1BE42D0}" dt="2025-08-19T16:49:03.808" v="3" actId="47"/>
        <pc:sldMkLst>
          <pc:docMk/>
          <pc:sldMk cId="346473540" sldId="2609"/>
        </pc:sldMkLst>
      </pc:sldChg>
      <pc:sldChg chg="modSp mod">
        <pc:chgData name="Kathryn Clark (Astrea Central)" userId="d0e16b62-87cd-4242-828a-2f5e276be710" providerId="ADAL" clId="{A19DD733-7C8A-4C3D-8843-02E6A1BE42D0}" dt="2025-08-20T12:57:46.968" v="10"/>
        <pc:sldMkLst>
          <pc:docMk/>
          <pc:sldMk cId="2244115812" sldId="2711"/>
        </pc:sldMkLst>
        <pc:graphicFrameChg chg="mod modGraphic">
          <ac:chgData name="Kathryn Clark (Astrea Central)" userId="d0e16b62-87cd-4242-828a-2f5e276be710" providerId="ADAL" clId="{A19DD733-7C8A-4C3D-8843-02E6A1BE42D0}" dt="2025-08-20T12:57:46.968" v="10"/>
          <ac:graphicFrameMkLst>
            <pc:docMk/>
            <pc:sldMk cId="2244115812" sldId="2711"/>
            <ac:graphicFrameMk id="7" creationId="{C04B6090-0A11-AA77-000A-05E1AC7D4731}"/>
          </ac:graphicFrameMkLst>
        </pc:graphicFrameChg>
      </pc:sldChg>
      <pc:sldChg chg="modSp mod">
        <pc:chgData name="Kathryn Clark (Astrea Central)" userId="d0e16b62-87cd-4242-828a-2f5e276be710" providerId="ADAL" clId="{A19DD733-7C8A-4C3D-8843-02E6A1BE42D0}" dt="2025-08-20T12:58:16.227" v="22" actId="6549"/>
        <pc:sldMkLst>
          <pc:docMk/>
          <pc:sldMk cId="1996236475" sldId="2713"/>
        </pc:sldMkLst>
        <pc:graphicFrameChg chg="mod modGraphic">
          <ac:chgData name="Kathryn Clark (Astrea Central)" userId="d0e16b62-87cd-4242-828a-2f5e276be710" providerId="ADAL" clId="{A19DD733-7C8A-4C3D-8843-02E6A1BE42D0}" dt="2025-08-20T12:58:16.227" v="22" actId="6549"/>
          <ac:graphicFrameMkLst>
            <pc:docMk/>
            <pc:sldMk cId="1996236475" sldId="2713"/>
            <ac:graphicFrameMk id="7" creationId="{066B552B-50AA-B77E-5D6B-A80D6C51F990}"/>
          </ac:graphicFrameMkLst>
        </pc:graphicFrameChg>
      </pc:sldChg>
      <pc:sldChg chg="add">
        <pc:chgData name="Kathryn Clark (Astrea Central)" userId="d0e16b62-87cd-4242-828a-2f5e276be710" providerId="ADAL" clId="{A19DD733-7C8A-4C3D-8843-02E6A1BE42D0}" dt="2025-08-19T16:49:02.459" v="2"/>
        <pc:sldMkLst>
          <pc:docMk/>
          <pc:sldMk cId="3570078611" sldId="2719"/>
        </pc:sldMkLst>
      </pc:sldChg>
    </pc:docChg>
  </pc:docChgLst>
  <pc:docChgLst>
    <pc:chgData name="Kathryn Clark (Astrea Central)" userId="d0e16b62-87cd-4242-828a-2f5e276be710" providerId="ADAL" clId="{19CD6828-3A08-4F98-B6C5-E5A747E4B7D1}"/>
    <pc:docChg chg="undo redo custSel addSld delSld modSld sldOrd addSection delSection modSection">
      <pc:chgData name="Kathryn Clark (Astrea Central)" userId="d0e16b62-87cd-4242-828a-2f5e276be710" providerId="ADAL" clId="{19CD6828-3A08-4F98-B6C5-E5A747E4B7D1}" dt="2025-08-06T12:52:22.618" v="45359" actId="1036"/>
      <pc:docMkLst>
        <pc:docMk/>
      </pc:docMkLst>
      <pc:sldChg chg="addSp modSp mod">
        <pc:chgData name="Kathryn Clark (Astrea Central)" userId="d0e16b62-87cd-4242-828a-2f5e276be710" providerId="ADAL" clId="{19CD6828-3A08-4F98-B6C5-E5A747E4B7D1}" dt="2025-08-04T16:33:43.394" v="45341" actId="20577"/>
        <pc:sldMkLst>
          <pc:docMk/>
          <pc:sldMk cId="3872383198" sldId="257"/>
        </pc:sldMkLst>
      </pc:sldChg>
      <pc:sldChg chg="modSp mod modCm">
        <pc:chgData name="Kathryn Clark (Astrea Central)" userId="d0e16b62-87cd-4242-828a-2f5e276be710" providerId="ADAL" clId="{19CD6828-3A08-4F98-B6C5-E5A747E4B7D1}" dt="2025-08-04T11:22:39.093" v="44275" actId="20577"/>
        <pc:sldMkLst>
          <pc:docMk/>
          <pc:sldMk cId="3405770585" sldId="25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athryn Clark (Astrea Central)" userId="d0e16b62-87cd-4242-828a-2f5e276be710" providerId="ADAL" clId="{19CD6828-3A08-4F98-B6C5-E5A747E4B7D1}" dt="2025-08-04T11:22:39.093" v="44275" actId="20577"/>
              <pc2:cmMkLst xmlns:pc2="http://schemas.microsoft.com/office/powerpoint/2019/9/main/command">
                <pc:docMk/>
                <pc:sldMk cId="3405770585" sldId="258"/>
                <pc2:cmMk id="{5147AD9B-19C4-495D-897F-D3907373A935}"/>
              </pc2:cmMkLst>
            </pc226:cmChg>
          </p:ext>
        </pc:extLst>
      </pc:sldChg>
      <pc:sldChg chg="modSp mod modShow">
        <pc:chgData name="Kathryn Clark (Astrea Central)" userId="d0e16b62-87cd-4242-828a-2f5e276be710" providerId="ADAL" clId="{19CD6828-3A08-4F98-B6C5-E5A747E4B7D1}" dt="2025-07-29T15:22:57.653" v="14511" actId="729"/>
        <pc:sldMkLst>
          <pc:docMk/>
          <pc:sldMk cId="3577189475" sldId="259"/>
        </pc:sldMkLst>
      </pc:sldChg>
      <pc:sldChg chg="modSp add del mod">
        <pc:chgData name="Kathryn Clark (Astrea Central)" userId="d0e16b62-87cd-4242-828a-2f5e276be710" providerId="ADAL" clId="{19CD6828-3A08-4F98-B6C5-E5A747E4B7D1}" dt="2025-07-30T08:54:12.332" v="15922" actId="47"/>
        <pc:sldMkLst>
          <pc:docMk/>
          <pc:sldMk cId="4122743361" sldId="2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084990881" sldId="273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20:33.953" v="16822" actId="113"/>
        <pc:sldMkLst>
          <pc:docMk/>
          <pc:sldMk cId="3107775372" sldId="274"/>
        </pc:sldMkLst>
      </pc:sldChg>
      <pc:sldChg chg="add del mod modShow">
        <pc:chgData name="Kathryn Clark (Astrea Central)" userId="d0e16b62-87cd-4242-828a-2f5e276be710" providerId="ADAL" clId="{19CD6828-3A08-4F98-B6C5-E5A747E4B7D1}" dt="2025-07-30T12:39:36.096" v="20015" actId="47"/>
        <pc:sldMkLst>
          <pc:docMk/>
          <pc:sldMk cId="450605746" sldId="279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45:59.030" v="17508" actId="20577"/>
        <pc:sldMkLst>
          <pc:docMk/>
          <pc:sldMk cId="2271792515" sldId="510"/>
        </pc:sldMkLst>
        <pc:spChg chg="add del mod">
          <ac:chgData name="Kathryn Clark (Astrea Central)" userId="d0e16b62-87cd-4242-828a-2f5e276be710" providerId="ADAL" clId="{19CD6828-3A08-4F98-B6C5-E5A747E4B7D1}" dt="2025-07-29T15:05:36.297" v="14154" actId="1076"/>
          <ac:spMkLst>
            <pc:docMk/>
            <pc:sldMk cId="2271792515" sldId="510"/>
            <ac:spMk id="3" creationId="{412F1FCE-24C9-A9DD-7B7F-AA2CF9FFE112}"/>
          </ac:spMkLst>
        </pc:spChg>
        <pc:spChg chg="mod">
          <ac:chgData name="Kathryn Clark (Astrea Central)" userId="d0e16b62-87cd-4242-828a-2f5e276be710" providerId="ADAL" clId="{19CD6828-3A08-4F98-B6C5-E5A747E4B7D1}" dt="2025-07-29T15:07:03.197" v="14191" actId="20577"/>
          <ac:spMkLst>
            <pc:docMk/>
            <pc:sldMk cId="2271792515" sldId="510"/>
            <ac:spMk id="4" creationId="{B0F9E5E9-1134-1FDD-1094-E3999B8AE9E8}"/>
          </ac:spMkLst>
        </pc:spChg>
        <pc:spChg chg="mod">
          <ac:chgData name="Kathryn Clark (Astrea Central)" userId="d0e16b62-87cd-4242-828a-2f5e276be710" providerId="ADAL" clId="{19CD6828-3A08-4F98-B6C5-E5A747E4B7D1}" dt="2025-07-29T15:05:36.297" v="14154" actId="1076"/>
          <ac:spMkLst>
            <pc:docMk/>
            <pc:sldMk cId="2271792515" sldId="510"/>
            <ac:spMk id="9" creationId="{33C725E7-6175-C768-8C43-1F3C517DCACE}"/>
          </ac:spMkLst>
        </pc:spChg>
        <pc:spChg chg="mod">
          <ac:chgData name="Kathryn Clark (Astrea Central)" userId="d0e16b62-87cd-4242-828a-2f5e276be710" providerId="ADAL" clId="{19CD6828-3A08-4F98-B6C5-E5A747E4B7D1}" dt="2025-07-29T15:05:36.297" v="14154" actId="1076"/>
          <ac:spMkLst>
            <pc:docMk/>
            <pc:sldMk cId="2271792515" sldId="510"/>
            <ac:spMk id="10" creationId="{D25875C8-0260-14DF-E819-11B5E62E091D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271792515" sldId="510"/>
            <ac:spMk id="14" creationId="{2D83EE8E-E1D4-CD4B-99D4-CB62D4B8F520}"/>
          </ac:spMkLst>
        </pc:spChg>
        <pc:spChg chg="add mod ord">
          <ac:chgData name="Kathryn Clark (Astrea Central)" userId="d0e16b62-87cd-4242-828a-2f5e276be710" providerId="ADAL" clId="{19CD6828-3A08-4F98-B6C5-E5A747E4B7D1}" dt="2025-07-29T15:07:28.026" v="14197" actId="166"/>
          <ac:spMkLst>
            <pc:docMk/>
            <pc:sldMk cId="2271792515" sldId="510"/>
            <ac:spMk id="17" creationId="{26DC05C9-CC40-B8C8-C86F-80A76E7747E8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271792515" sldId="510"/>
            <ac:spMk id="19" creationId="{82B393BD-73A8-3C40-8580-71BE70CA9939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271792515" sldId="510"/>
            <ac:spMk id="20" creationId="{F54C4486-DC7D-1149-B377-5199FED4A648}"/>
          </ac:spMkLst>
        </pc:spChg>
        <pc:spChg chg="add mod">
          <ac:chgData name="Kathryn Clark (Astrea Central)" userId="d0e16b62-87cd-4242-828a-2f5e276be710" providerId="ADAL" clId="{19CD6828-3A08-4F98-B6C5-E5A747E4B7D1}" dt="2025-07-29T15:07:23.543" v="14196" actId="1076"/>
          <ac:spMkLst>
            <pc:docMk/>
            <pc:sldMk cId="2271792515" sldId="510"/>
            <ac:spMk id="30" creationId="{2054DEE3-34C1-C45C-7A59-F163A0E98318}"/>
          </ac:spMkLst>
        </pc:spChg>
        <pc:spChg chg="mod">
          <ac:chgData name="Kathryn Clark (Astrea Central)" userId="d0e16b62-87cd-4242-828a-2f5e276be710" providerId="ADAL" clId="{19CD6828-3A08-4F98-B6C5-E5A747E4B7D1}" dt="2025-07-30T09:45:59.030" v="17508" actId="20577"/>
          <ac:spMkLst>
            <pc:docMk/>
            <pc:sldMk cId="2271792515" sldId="510"/>
            <ac:spMk id="91" creationId="{7ECD2505-2658-40B2-84F6-32DD5C7E1262}"/>
          </ac:spMkLst>
        </pc:spChg>
        <pc:picChg chg="mod">
          <ac:chgData name="Kathryn Clark (Astrea Central)" userId="d0e16b62-87cd-4242-828a-2f5e276be710" providerId="ADAL" clId="{19CD6828-3A08-4F98-B6C5-E5A747E4B7D1}" dt="2025-07-29T15:05:36.297" v="14154" actId="1076"/>
          <ac:picMkLst>
            <pc:docMk/>
            <pc:sldMk cId="2271792515" sldId="510"/>
            <ac:picMk id="15" creationId="{5DAC861A-EA15-E427-13AE-59CD970C0B33}"/>
          </ac:picMkLst>
        </pc:picChg>
        <pc:picChg chg="mod">
          <ac:chgData name="Kathryn Clark (Astrea Central)" userId="d0e16b62-87cd-4242-828a-2f5e276be710" providerId="ADAL" clId="{19CD6828-3A08-4F98-B6C5-E5A747E4B7D1}" dt="2025-07-29T15:05:36.297" v="14154" actId="1076"/>
          <ac:picMkLst>
            <pc:docMk/>
            <pc:sldMk cId="2271792515" sldId="510"/>
            <ac:picMk id="16" creationId="{82E2007D-2AE7-3231-1067-28056E561DCF}"/>
          </ac:picMkLst>
        </pc:picChg>
        <pc:picChg chg="add mod">
          <ac:chgData name="Kathryn Clark (Astrea Central)" userId="d0e16b62-87cd-4242-828a-2f5e276be710" providerId="ADAL" clId="{19CD6828-3A08-4F98-B6C5-E5A747E4B7D1}" dt="2025-07-29T15:07:17.986" v="14194" actId="1076"/>
          <ac:picMkLst>
            <pc:docMk/>
            <pc:sldMk cId="2271792515" sldId="510"/>
            <ac:picMk id="22" creationId="{187E862F-8A07-6633-F89E-70B0C2A2C91B}"/>
          </ac:picMkLst>
        </pc:picChg>
        <pc:cxnChg chg="mod">
          <ac:chgData name="Kathryn Clark (Astrea Central)" userId="d0e16b62-87cd-4242-828a-2f5e276be710" providerId="ADAL" clId="{19CD6828-3A08-4F98-B6C5-E5A747E4B7D1}" dt="2025-07-29T15:05:36.297" v="14154" actId="1076"/>
          <ac:cxnSpMkLst>
            <pc:docMk/>
            <pc:sldMk cId="2271792515" sldId="510"/>
            <ac:cxnSpMk id="6" creationId="{A8BACFE7-6A0D-EF37-8039-3848600CF971}"/>
          </ac:cxnSpMkLst>
        </pc:cxnChg>
      </pc:sldChg>
      <pc:sldChg chg="addSp delSp modSp add mod">
        <pc:chgData name="Kathryn Clark (Astrea Central)" userId="d0e16b62-87cd-4242-828a-2f5e276be710" providerId="ADAL" clId="{19CD6828-3A08-4F98-B6C5-E5A747E4B7D1}" dt="2025-08-04T13:55:35.473" v="44306" actId="1076"/>
        <pc:sldMkLst>
          <pc:docMk/>
          <pc:sldMk cId="1520011281" sldId="583"/>
        </pc:sldMkLst>
      </pc:sldChg>
      <pc:sldChg chg="addSp modSp add mod">
        <pc:chgData name="Kathryn Clark (Astrea Central)" userId="d0e16b62-87cd-4242-828a-2f5e276be710" providerId="ADAL" clId="{19CD6828-3A08-4F98-B6C5-E5A747E4B7D1}" dt="2025-08-04T14:04:29.160" v="44499" actId="207"/>
        <pc:sldMkLst>
          <pc:docMk/>
          <pc:sldMk cId="3705307990" sldId="62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908024738" sldId="68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5:26.484" v="44303" actId="242"/>
        <pc:sldMkLst>
          <pc:docMk/>
          <pc:sldMk cId="737754641" sldId="688"/>
        </pc:sldMkLst>
      </pc:sldChg>
      <pc:sldChg chg="modSp del mod ord">
        <pc:chgData name="Kathryn Clark (Astrea Central)" userId="d0e16b62-87cd-4242-828a-2f5e276be710" providerId="ADAL" clId="{19CD6828-3A08-4F98-B6C5-E5A747E4B7D1}" dt="2025-07-29T13:36:25.072" v="11346" actId="47"/>
        <pc:sldMkLst>
          <pc:docMk/>
          <pc:sldMk cId="3808954895" sldId="700"/>
        </pc:sldMkLst>
      </pc:sldChg>
      <pc:sldChg chg="addSp modSp add del mod">
        <pc:chgData name="Kathryn Clark (Astrea Central)" userId="d0e16b62-87cd-4242-828a-2f5e276be710" providerId="ADAL" clId="{19CD6828-3A08-4F98-B6C5-E5A747E4B7D1}" dt="2025-07-31T11:05:28.792" v="25778" actId="47"/>
        <pc:sldMkLst>
          <pc:docMk/>
          <pc:sldMk cId="2077937691" sldId="715"/>
        </pc:sldMkLst>
      </pc:sldChg>
      <pc:sldChg chg="add del">
        <pc:chgData name="Kathryn Clark (Astrea Central)" userId="d0e16b62-87cd-4242-828a-2f5e276be710" providerId="ADAL" clId="{19CD6828-3A08-4F98-B6C5-E5A747E4B7D1}" dt="2025-07-31T11:08:56.416" v="25823" actId="47"/>
        <pc:sldMkLst>
          <pc:docMk/>
          <pc:sldMk cId="1007198627" sldId="716"/>
        </pc:sldMkLst>
      </pc:sldChg>
      <pc:sldChg chg="add del">
        <pc:chgData name="Kathryn Clark (Astrea Central)" userId="d0e16b62-87cd-4242-828a-2f5e276be710" providerId="ADAL" clId="{19CD6828-3A08-4F98-B6C5-E5A747E4B7D1}" dt="2025-07-31T11:15:16.354" v="26025" actId="47"/>
        <pc:sldMkLst>
          <pc:docMk/>
          <pc:sldMk cId="3534680821" sldId="717"/>
        </pc:sldMkLst>
      </pc:sldChg>
      <pc:sldChg chg="addSp delSp modSp add mod">
        <pc:chgData name="Kathryn Clark (Astrea Central)" userId="d0e16b62-87cd-4242-828a-2f5e276be710" providerId="ADAL" clId="{19CD6828-3A08-4F98-B6C5-E5A747E4B7D1}" dt="2025-07-31T11:15:14.090" v="26024" actId="20577"/>
        <pc:sldMkLst>
          <pc:docMk/>
          <pc:sldMk cId="1864444121" sldId="71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3:55:46.621" v="44308" actId="1035"/>
        <pc:sldMkLst>
          <pc:docMk/>
          <pc:sldMk cId="1937459663" sldId="719"/>
        </pc:sldMkLst>
      </pc:sldChg>
      <pc:sldChg chg="add del">
        <pc:chgData name="Kathryn Clark (Astrea Central)" userId="d0e16b62-87cd-4242-828a-2f5e276be710" providerId="ADAL" clId="{19CD6828-3A08-4F98-B6C5-E5A747E4B7D1}" dt="2025-08-01T10:09:39.416" v="26778" actId="47"/>
        <pc:sldMkLst>
          <pc:docMk/>
          <pc:sldMk cId="4164592704" sldId="721"/>
        </pc:sldMkLst>
      </pc:sldChg>
      <pc:sldChg chg="addSp delSp modSp add mod">
        <pc:chgData name="Kathryn Clark (Astrea Central)" userId="d0e16b62-87cd-4242-828a-2f5e276be710" providerId="ADAL" clId="{19CD6828-3A08-4F98-B6C5-E5A747E4B7D1}" dt="2025-08-01T11:49:12.436" v="28138" actId="1076"/>
        <pc:sldMkLst>
          <pc:docMk/>
          <pc:sldMk cId="3265309983" sldId="729"/>
        </pc:sldMkLst>
      </pc:sldChg>
      <pc:sldChg chg="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87619576" sldId="730"/>
        </pc:sldMkLst>
      </pc:sldChg>
      <pc:sldChg chg="modSp add mod">
        <pc:chgData name="Kathryn Clark (Astrea Central)" userId="d0e16b62-87cd-4242-828a-2f5e276be710" providerId="ADAL" clId="{19CD6828-3A08-4F98-B6C5-E5A747E4B7D1}" dt="2025-08-04T14:29:41.290" v="45223" actId="113"/>
        <pc:sldMkLst>
          <pc:docMk/>
          <pc:sldMk cId="2973222117" sldId="736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41:00.456" v="45270" actId="1036"/>
        <pc:sldMkLst>
          <pc:docMk/>
          <pc:sldMk cId="3494193463" sldId="739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30:33.300" v="45258" actId="113"/>
        <pc:sldMkLst>
          <pc:docMk/>
          <pc:sldMk cId="706603858" sldId="74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30:22.670" v="45253" actId="113"/>
        <pc:sldMkLst>
          <pc:docMk/>
          <pc:sldMk cId="2825450557" sldId="742"/>
        </pc:sldMkLst>
      </pc:sldChg>
      <pc:sldChg chg="add del">
        <pc:chgData name="Kathryn Clark (Astrea Central)" userId="d0e16b62-87cd-4242-828a-2f5e276be710" providerId="ADAL" clId="{19CD6828-3A08-4F98-B6C5-E5A747E4B7D1}" dt="2025-08-01T12:08:41.022" v="28308" actId="47"/>
        <pc:sldMkLst>
          <pc:docMk/>
          <pc:sldMk cId="4109880761" sldId="743"/>
        </pc:sldMkLst>
      </pc:sldChg>
      <pc:sldChg chg="addSp delSp modSp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22628727" sldId="744"/>
        </pc:sldMkLst>
      </pc:sldChg>
      <pc:sldChg chg="add del">
        <pc:chgData name="Kathryn Clark (Astrea Central)" userId="d0e16b62-87cd-4242-828a-2f5e276be710" providerId="ADAL" clId="{19CD6828-3A08-4F98-B6C5-E5A747E4B7D1}" dt="2025-08-01T10:09:40.307" v="26780" actId="47"/>
        <pc:sldMkLst>
          <pc:docMk/>
          <pc:sldMk cId="3530955478" sldId="75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529695953" sldId="1203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2:46:13.622" v="20085" actId="1076"/>
        <pc:sldMkLst>
          <pc:docMk/>
          <pc:sldMk cId="2979056539" sldId="121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4:34.276" v="44279" actId="1076"/>
        <pc:sldMkLst>
          <pc:docMk/>
          <pc:sldMk cId="4253984274" sldId="121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292644395" sldId="1219"/>
        </pc:sldMkLst>
      </pc:sldChg>
      <pc:sldChg chg="add del">
        <pc:chgData name="Kathryn Clark (Astrea Central)" userId="d0e16b62-87cd-4242-828a-2f5e276be710" providerId="ADAL" clId="{19CD6828-3A08-4F98-B6C5-E5A747E4B7D1}" dt="2025-08-01T10:09:37.267" v="26775" actId="47"/>
        <pc:sldMkLst>
          <pc:docMk/>
          <pc:sldMk cId="179054774" sldId="1221"/>
        </pc:sldMkLst>
      </pc:sldChg>
      <pc:sldChg chg="add del">
        <pc:chgData name="Kathryn Clark (Astrea Central)" userId="d0e16b62-87cd-4242-828a-2f5e276be710" providerId="ADAL" clId="{19CD6828-3A08-4F98-B6C5-E5A747E4B7D1}" dt="2025-08-01T10:09:36.576" v="26774" actId="47"/>
        <pc:sldMkLst>
          <pc:docMk/>
          <pc:sldMk cId="1497399336" sldId="1234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323390205" sldId="1235"/>
        </pc:sldMkLst>
      </pc:sldChg>
      <pc:sldChg chg="add del">
        <pc:chgData name="Kathryn Clark (Astrea Central)" userId="d0e16b62-87cd-4242-828a-2f5e276be710" providerId="ADAL" clId="{19CD6828-3A08-4F98-B6C5-E5A747E4B7D1}" dt="2025-08-01T10:09:38.768" v="26777" actId="47"/>
        <pc:sldMkLst>
          <pc:docMk/>
          <pc:sldMk cId="433198936" sldId="1256"/>
        </pc:sldMkLst>
      </pc:sldChg>
      <pc:sldChg chg="add del">
        <pc:chgData name="Kathryn Clark (Astrea Central)" userId="d0e16b62-87cd-4242-828a-2f5e276be710" providerId="ADAL" clId="{19CD6828-3A08-4F98-B6C5-E5A747E4B7D1}" dt="2025-08-01T10:09:39.850" v="26779" actId="47"/>
        <pc:sldMkLst>
          <pc:docMk/>
          <pc:sldMk cId="3919205928" sldId="1257"/>
        </pc:sldMkLst>
      </pc:sldChg>
      <pc:sldChg chg="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268313574" sldId="1258"/>
        </pc:sldMkLst>
      </pc:sldChg>
      <pc:sldChg chg="add del">
        <pc:chgData name="Kathryn Clark (Astrea Central)" userId="d0e16b62-87cd-4242-828a-2f5e276be710" providerId="ADAL" clId="{19CD6828-3A08-4F98-B6C5-E5A747E4B7D1}" dt="2025-08-01T13:19:08.659" v="30509"/>
        <pc:sldMkLst>
          <pc:docMk/>
          <pc:sldMk cId="3141730267" sldId="1259"/>
        </pc:sldMkLst>
      </pc:sldChg>
      <pc:sldChg chg="delSp modSp add del mod">
        <pc:chgData name="Kathryn Clark (Astrea Central)" userId="d0e16b62-87cd-4242-828a-2f5e276be710" providerId="ADAL" clId="{19CD6828-3A08-4F98-B6C5-E5A747E4B7D1}" dt="2025-08-04T14:28:47.748" v="45199" actId="1037"/>
        <pc:sldMkLst>
          <pc:docMk/>
          <pc:sldMk cId="2008329193" sldId="1260"/>
        </pc:sldMkLst>
      </pc:sldChg>
      <pc:sldChg chg="delSp add del mod">
        <pc:chgData name="Kathryn Clark (Astrea Central)" userId="d0e16b62-87cd-4242-828a-2f5e276be710" providerId="ADAL" clId="{19CD6828-3A08-4F98-B6C5-E5A747E4B7D1}" dt="2025-08-01T11:21:28.636" v="27585" actId="478"/>
        <pc:sldMkLst>
          <pc:docMk/>
          <pc:sldMk cId="1147899049" sldId="1261"/>
        </pc:sldMkLst>
      </pc:sldChg>
      <pc:sldChg chg="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151857062" sldId="126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456297609" sldId="1263"/>
        </pc:sldMkLst>
      </pc:sldChg>
      <pc:sldChg chg="modSp add mod">
        <pc:chgData name="Kathryn Clark (Astrea Central)" userId="d0e16b62-87cd-4242-828a-2f5e276be710" providerId="ADAL" clId="{19CD6828-3A08-4F98-B6C5-E5A747E4B7D1}" dt="2025-08-04T14:29:08.346" v="45209" actId="113"/>
        <pc:sldMkLst>
          <pc:docMk/>
          <pc:sldMk cId="4274479591" sldId="1265"/>
        </pc:sldMkLst>
      </pc:sldChg>
      <pc:sldChg chg="add del">
        <pc:chgData name="Kathryn Clark (Astrea Central)" userId="d0e16b62-87cd-4242-828a-2f5e276be710" providerId="ADAL" clId="{19CD6828-3A08-4F98-B6C5-E5A747E4B7D1}" dt="2025-08-04T09:35:50.922" v="41772"/>
        <pc:sldMkLst>
          <pc:docMk/>
          <pc:sldMk cId="1998917385" sldId="1269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00469656" sldId="1270"/>
        </pc:sldMkLst>
      </pc:sldChg>
      <pc:sldChg chg="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867229049" sldId="1271"/>
        </pc:sldMkLst>
      </pc:sldChg>
      <pc:sldChg chg="modSp add mod">
        <pc:chgData name="Kathryn Clark (Astrea Central)" userId="d0e16b62-87cd-4242-828a-2f5e276be710" providerId="ADAL" clId="{19CD6828-3A08-4F98-B6C5-E5A747E4B7D1}" dt="2025-08-04T14:08:05.211" v="44568" actId="1035"/>
        <pc:sldMkLst>
          <pc:docMk/>
          <pc:sldMk cId="1726936922" sldId="12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22116122" sldId="1274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0:59:01.133" v="43832" actId="164"/>
        <pc:sldMkLst>
          <pc:docMk/>
          <pc:sldMk cId="3248435665" sldId="1276"/>
        </pc:sldMkLst>
      </pc:sldChg>
      <pc:sldChg chg="add del">
        <pc:chgData name="Kathryn Clark (Astrea Central)" userId="d0e16b62-87cd-4242-828a-2f5e276be710" providerId="ADAL" clId="{19CD6828-3A08-4F98-B6C5-E5A747E4B7D1}" dt="2025-07-24T10:44:32.908" v="227" actId="47"/>
        <pc:sldMkLst>
          <pc:docMk/>
          <pc:sldMk cId="1803683105" sldId="2600"/>
        </pc:sldMkLst>
      </pc:sldChg>
      <pc:sldChg chg="addSp delSp modSp add mod chgLayout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46473540" sldId="2609"/>
        </pc:sldMkLst>
      </pc:sldChg>
      <pc:sldChg chg="add del">
        <pc:chgData name="Kathryn Clark (Astrea Central)" userId="d0e16b62-87cd-4242-828a-2f5e276be710" providerId="ADAL" clId="{19CD6828-3A08-4F98-B6C5-E5A747E4B7D1}" dt="2025-07-24T10:44:32.324" v="226" actId="47"/>
        <pc:sldMkLst>
          <pc:docMk/>
          <pc:sldMk cId="2955568586" sldId="2610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375111560" sldId="2613"/>
        </pc:sldMkLst>
        <pc:spChg chg="mod">
          <ac:chgData name="Kathryn Clark (Astrea Central)" userId="d0e16b62-87cd-4242-828a-2f5e276be710" providerId="ADAL" clId="{19CD6828-3A08-4F98-B6C5-E5A747E4B7D1}" dt="2025-07-29T15:07:51.174" v="14202" actId="20577"/>
          <ac:spMkLst>
            <pc:docMk/>
            <pc:sldMk cId="2375111560" sldId="2613"/>
            <ac:spMk id="2" creationId="{9894DD08-3744-064D-18B1-6B19A2FADE17}"/>
          </ac:spMkLst>
        </pc:spChg>
        <pc:spChg chg="mod">
          <ac:chgData name="Kathryn Clark (Astrea Central)" userId="d0e16b62-87cd-4242-828a-2f5e276be710" providerId="ADAL" clId="{19CD6828-3A08-4F98-B6C5-E5A747E4B7D1}" dt="2025-08-04T14:01:04.765" v="44376" actId="403"/>
          <ac:spMkLst>
            <pc:docMk/>
            <pc:sldMk cId="2375111560" sldId="2613"/>
            <ac:spMk id="4" creationId="{7B4337E9-5A09-CBAD-4ECC-9F00B4D223FB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75111560" sldId="2613"/>
            <ac:spMk id="7" creationId="{49C51C9E-A155-293D-C770-5F096BB5F152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75111560" sldId="2613"/>
            <ac:spMk id="11" creationId="{82F1FAD0-832F-64FC-DC26-74CF068C9441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75111560" sldId="2613"/>
            <ac:spMk id="14" creationId="{2D83EE8E-E1D4-CD4B-99D4-CB62D4B8F520}"/>
          </ac:spMkLst>
        </pc:spChg>
        <pc:spChg chg="add mod">
          <ac:chgData name="Kathryn Clark (Astrea Central)" userId="d0e16b62-87cd-4242-828a-2f5e276be710" providerId="ADAL" clId="{19CD6828-3A08-4F98-B6C5-E5A747E4B7D1}" dt="2025-07-29T15:08:04.026" v="14212" actId="404"/>
          <ac:spMkLst>
            <pc:docMk/>
            <pc:sldMk cId="2375111560" sldId="2613"/>
            <ac:spMk id="36" creationId="{E68FCB6A-FD08-C870-E226-7E78FF98A06F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75111560" sldId="2613"/>
            <ac:spMk id="38" creationId="{49AA5C91-40D2-94A5-ED18-44CD4821F4F1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75111560" sldId="2613"/>
            <ac:spMk id="39" creationId="{A72D3EB5-AD63-B9E7-F36D-3AA91F11C3CA}"/>
          </ac:spMkLst>
        </pc:spChg>
        <pc:spChg chg="add del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75111560" sldId="2613"/>
            <ac:spMk id="40" creationId="{50AECE44-CD68-04B5-21E3-9F356BCF6D9E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75111560" sldId="2613"/>
            <ac:spMk id="41" creationId="{7F1DFC2B-5626-F2BD-BCC7-58876AEA1713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7-24T13:18:52.374" v="2045" actId="1076"/>
          <ac:graphicFrameMkLst>
            <pc:docMk/>
            <pc:sldMk cId="2375111560" sldId="2613"/>
            <ac:graphicFrameMk id="8" creationId="{33D60936-289C-2889-A74E-4311CD0F206B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4T13:19:02.032" v="2048" actId="1076"/>
          <ac:graphicFrameMkLst>
            <pc:docMk/>
            <pc:sldMk cId="2375111560" sldId="2613"/>
            <ac:graphicFrameMk id="20" creationId="{FD234459-09B0-1C56-D2E8-A8DBCD14416A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4T13:19:41.557" v="2059" actId="1076"/>
          <ac:graphicFrameMkLst>
            <pc:docMk/>
            <pc:sldMk cId="2375111560" sldId="2613"/>
            <ac:graphicFrameMk id="30" creationId="{26A74114-A918-6B77-52EE-49FEC40268E3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4T13:16:12.081" v="2012" actId="1035"/>
          <ac:graphicFrameMkLst>
            <pc:docMk/>
            <pc:sldMk cId="2375111560" sldId="2613"/>
            <ac:graphicFrameMk id="32" creationId="{3B494784-95E5-D707-4A65-A5784D6BE078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375111560" sldId="2613"/>
            <ac:graphicFrameMk id="37" creationId="{73D485F3-1DCB-C6AE-2943-4846A2F79C57}"/>
          </ac:graphicFrameMkLst>
        </pc:graphicFrameChg>
        <pc:picChg chg="add mod">
          <ac:chgData name="Kathryn Clark (Astrea Central)" userId="d0e16b62-87cd-4242-828a-2f5e276be710" providerId="ADAL" clId="{19CD6828-3A08-4F98-B6C5-E5A747E4B7D1}" dt="2025-07-24T13:20:04.068" v="2069" actId="1036"/>
          <ac:picMkLst>
            <pc:docMk/>
            <pc:sldMk cId="2375111560" sldId="2613"/>
            <ac:picMk id="29" creationId="{7312D80C-7AA3-5ED5-770E-70D450422B4A}"/>
          </ac:picMkLst>
        </pc:picChg>
        <pc:picChg chg="add mod">
          <ac:chgData name="Kathryn Clark (Astrea Central)" userId="d0e16b62-87cd-4242-828a-2f5e276be710" providerId="ADAL" clId="{19CD6828-3A08-4F98-B6C5-E5A747E4B7D1}" dt="2025-07-24T13:20:04.068" v="2069" actId="1036"/>
          <ac:picMkLst>
            <pc:docMk/>
            <pc:sldMk cId="2375111560" sldId="2613"/>
            <ac:picMk id="31" creationId="{3D5C667D-4398-2D97-F3E7-CBF4BCAB4DF9}"/>
          </ac:picMkLst>
        </pc:picChg>
        <pc:picChg chg="add del mod">
          <ac:chgData name="Kathryn Clark (Astrea Central)" userId="d0e16b62-87cd-4242-828a-2f5e276be710" providerId="ADAL" clId="{19CD6828-3A08-4F98-B6C5-E5A747E4B7D1}" dt="2025-07-24T13:20:04.068" v="2069" actId="1036"/>
          <ac:picMkLst>
            <pc:docMk/>
            <pc:sldMk cId="2375111560" sldId="2613"/>
            <ac:picMk id="33" creationId="{B7491D52-3852-C355-6714-8A4FF2E26A89}"/>
          </ac:picMkLst>
        </pc:picChg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265900831" sldId="2615"/>
        </pc:sldMkLst>
      </pc:sldChg>
      <pc:sldChg chg="add del">
        <pc:chgData name="Kathryn Clark (Astrea Central)" userId="d0e16b62-87cd-4242-828a-2f5e276be710" providerId="ADAL" clId="{19CD6828-3A08-4F98-B6C5-E5A747E4B7D1}" dt="2025-07-24T10:44:42.716" v="238" actId="47"/>
        <pc:sldMkLst>
          <pc:docMk/>
          <pc:sldMk cId="2885549358" sldId="2615"/>
        </pc:sldMkLst>
      </pc:sldChg>
      <pc:sldChg chg="add del">
        <pc:chgData name="Kathryn Clark (Astrea Central)" userId="d0e16b62-87cd-4242-828a-2f5e276be710" providerId="ADAL" clId="{19CD6828-3A08-4F98-B6C5-E5A747E4B7D1}" dt="2025-07-24T10:44:38.713" v="234" actId="47"/>
        <pc:sldMkLst>
          <pc:docMk/>
          <pc:sldMk cId="2293880816" sldId="2620"/>
        </pc:sldMkLst>
      </pc:sldChg>
      <pc:sldChg chg="add del">
        <pc:chgData name="Kathryn Clark (Astrea Central)" userId="d0e16b62-87cd-4242-828a-2f5e276be710" providerId="ADAL" clId="{19CD6828-3A08-4F98-B6C5-E5A747E4B7D1}" dt="2025-07-24T10:44:44.152" v="240" actId="47"/>
        <pc:sldMkLst>
          <pc:docMk/>
          <pc:sldMk cId="3318039991" sldId="2621"/>
        </pc:sldMkLst>
      </pc:sldChg>
      <pc:sldChg chg="add del">
        <pc:chgData name="Kathryn Clark (Astrea Central)" userId="d0e16b62-87cd-4242-828a-2f5e276be710" providerId="ADAL" clId="{19CD6828-3A08-4F98-B6C5-E5A747E4B7D1}" dt="2025-07-24T10:44:35.377" v="228" actId="47"/>
        <pc:sldMkLst>
          <pc:docMk/>
          <pc:sldMk cId="3726160329" sldId="2629"/>
        </pc:sldMkLst>
      </pc:sldChg>
      <pc:sldChg chg="add del">
        <pc:chgData name="Kathryn Clark (Astrea Central)" userId="d0e16b62-87cd-4242-828a-2f5e276be710" providerId="ADAL" clId="{19CD6828-3A08-4F98-B6C5-E5A747E4B7D1}" dt="2025-07-24T10:44:36.280" v="230" actId="47"/>
        <pc:sldMkLst>
          <pc:docMk/>
          <pc:sldMk cId="2460304022" sldId="2630"/>
        </pc:sldMkLst>
      </pc:sldChg>
      <pc:sldChg chg="add del">
        <pc:chgData name="Kathryn Clark (Astrea Central)" userId="d0e16b62-87cd-4242-828a-2f5e276be710" providerId="ADAL" clId="{19CD6828-3A08-4F98-B6C5-E5A747E4B7D1}" dt="2025-07-24T10:44:35.754" v="229" actId="47"/>
        <pc:sldMkLst>
          <pc:docMk/>
          <pc:sldMk cId="60254147" sldId="2633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860981141" sldId="2634"/>
        </pc:sldMkLst>
        <pc:spChg chg="mod">
          <ac:chgData name="Kathryn Clark (Astrea Central)" userId="d0e16b62-87cd-4242-828a-2f5e276be710" providerId="ADAL" clId="{19CD6828-3A08-4F98-B6C5-E5A747E4B7D1}" dt="2025-07-29T15:02:16.837" v="14103" actId="14100"/>
          <ac:spMkLst>
            <pc:docMk/>
            <pc:sldMk cId="2860981141" sldId="2634"/>
            <ac:spMk id="9" creationId="{B61D41F8-335F-D888-BE5D-1ACF967A6BD9}"/>
          </ac:spMkLst>
        </pc:spChg>
        <pc:spChg chg="add mod">
          <ac:chgData name="Kathryn Clark (Astrea Central)" userId="d0e16b62-87cd-4242-828a-2f5e276be710" providerId="ADAL" clId="{19CD6828-3A08-4F98-B6C5-E5A747E4B7D1}" dt="2025-07-29T15:02:12.773" v="14102" actId="14100"/>
          <ac:spMkLst>
            <pc:docMk/>
            <pc:sldMk cId="2860981141" sldId="2634"/>
            <ac:spMk id="13" creationId="{73493B0F-125A-FCAC-BF6A-5A379F672F0F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860981141" sldId="2634"/>
            <ac:spMk id="14" creationId="{2D83EE8E-E1D4-CD4B-99D4-CB62D4B8F520}"/>
          </ac:spMkLst>
        </pc:spChg>
        <pc:spChg chg="add mod">
          <ac:chgData name="Kathryn Clark (Astrea Central)" userId="d0e16b62-87cd-4242-828a-2f5e276be710" providerId="ADAL" clId="{19CD6828-3A08-4F98-B6C5-E5A747E4B7D1}" dt="2025-07-29T14:57:00.347" v="13926" actId="113"/>
          <ac:spMkLst>
            <pc:docMk/>
            <pc:sldMk cId="2860981141" sldId="2634"/>
            <ac:spMk id="15" creationId="{4B343AB4-FF9C-15EA-7778-4D97E7108E00}"/>
          </ac:spMkLst>
        </pc:sp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860981141" sldId="2634"/>
            <ac:graphicFrameMk id="3" creationId="{C7B585F8-003B-A45D-70D5-13B73C1CF858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2860981141" sldId="2634"/>
            <ac:graphicFrameMk id="16" creationId="{90FD299E-9DA3-B2D3-8DB3-F68B71ECEBB5}"/>
          </ac:graphicFrameMkLst>
        </pc:graphicFrameChg>
      </pc:sldChg>
      <pc:sldChg chg="add del">
        <pc:chgData name="Kathryn Clark (Astrea Central)" userId="d0e16b62-87cd-4242-828a-2f5e276be710" providerId="ADAL" clId="{19CD6828-3A08-4F98-B6C5-E5A747E4B7D1}" dt="2025-07-24T10:44:37.276" v="232" actId="47"/>
        <pc:sldMkLst>
          <pc:docMk/>
          <pc:sldMk cId="2802140507" sldId="2635"/>
        </pc:sldMkLst>
      </pc:sldChg>
      <pc:sldChg chg="add del">
        <pc:chgData name="Kathryn Clark (Astrea Central)" userId="d0e16b62-87cd-4242-828a-2f5e276be710" providerId="ADAL" clId="{19CD6828-3A08-4F98-B6C5-E5A747E4B7D1}" dt="2025-07-24T10:44:43.634" v="239" actId="47"/>
        <pc:sldMkLst>
          <pc:docMk/>
          <pc:sldMk cId="2896592550" sldId="2637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46:14.394" v="17524" actId="20577"/>
        <pc:sldMkLst>
          <pc:docMk/>
          <pc:sldMk cId="440933357" sldId="2639"/>
        </pc:sldMkLst>
      </pc:sldChg>
      <pc:sldChg chg="add del">
        <pc:chgData name="Kathryn Clark (Astrea Central)" userId="d0e16b62-87cd-4242-828a-2f5e276be710" providerId="ADAL" clId="{19CD6828-3A08-4F98-B6C5-E5A747E4B7D1}" dt="2025-07-24T10:44:37.796" v="233" actId="47"/>
        <pc:sldMkLst>
          <pc:docMk/>
          <pc:sldMk cId="3118846309" sldId="2644"/>
        </pc:sldMkLst>
      </pc:sldChg>
      <pc:sldChg chg="add del">
        <pc:chgData name="Kathryn Clark (Astrea Central)" userId="d0e16b62-87cd-4242-828a-2f5e276be710" providerId="ADAL" clId="{19CD6828-3A08-4F98-B6C5-E5A747E4B7D1}" dt="2025-07-24T10:44:39.662" v="235" actId="47"/>
        <pc:sldMkLst>
          <pc:docMk/>
          <pc:sldMk cId="4289431191" sldId="2646"/>
        </pc:sldMkLst>
      </pc:sldChg>
      <pc:sldChg chg="add del">
        <pc:chgData name="Kathryn Clark (Astrea Central)" userId="d0e16b62-87cd-4242-828a-2f5e276be710" providerId="ADAL" clId="{19CD6828-3A08-4F98-B6C5-E5A747E4B7D1}" dt="2025-07-24T10:44:45.698" v="242" actId="47"/>
        <pc:sldMkLst>
          <pc:docMk/>
          <pc:sldMk cId="3237239891" sldId="2647"/>
        </pc:sldMkLst>
      </pc:sldChg>
      <pc:sldChg chg="add del">
        <pc:chgData name="Kathryn Clark (Astrea Central)" userId="d0e16b62-87cd-4242-828a-2f5e276be710" providerId="ADAL" clId="{19CD6828-3A08-4F98-B6C5-E5A747E4B7D1}" dt="2025-07-24T10:44:44.808" v="241" actId="47"/>
        <pc:sldMkLst>
          <pc:docMk/>
          <pc:sldMk cId="2393022665" sldId="2648"/>
        </pc:sldMkLst>
      </pc:sldChg>
      <pc:sldChg chg="add del">
        <pc:chgData name="Kathryn Clark (Astrea Central)" userId="d0e16b62-87cd-4242-828a-2f5e276be710" providerId="ADAL" clId="{19CD6828-3A08-4F98-B6C5-E5A747E4B7D1}" dt="2025-07-24T10:44:40.985" v="237" actId="47"/>
        <pc:sldMkLst>
          <pc:docMk/>
          <pc:sldMk cId="3018605485" sldId="2690"/>
        </pc:sldMkLst>
      </pc:sldChg>
      <pc:sldChg chg="addSp delSp modSp mod">
        <pc:chgData name="Kathryn Clark (Astrea Central)" userId="d0e16b62-87cd-4242-828a-2f5e276be710" providerId="ADAL" clId="{19CD6828-3A08-4F98-B6C5-E5A747E4B7D1}" dt="2025-07-29T15:25:08.725" v="14541" actId="255"/>
        <pc:sldMkLst>
          <pc:docMk/>
          <pc:sldMk cId="3492178883" sldId="2696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27980205" sldId="2697"/>
        </pc:sldMkLst>
      </pc:sldChg>
      <pc:sldChg chg="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800564505" sldId="2698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21029909" sldId="2700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91683603" sldId="2701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40179314" sldId="2702"/>
        </pc:sldMkLst>
      </pc:sldChg>
      <pc:sldChg chg="addSp modSp mod">
        <pc:chgData name="Kathryn Clark (Astrea Central)" userId="d0e16b62-87cd-4242-828a-2f5e276be710" providerId="ADAL" clId="{19CD6828-3A08-4F98-B6C5-E5A747E4B7D1}" dt="2025-07-29T14:54:44.901" v="13913" actId="1076"/>
        <pc:sldMkLst>
          <pc:docMk/>
          <pc:sldMk cId="2923777065" sldId="2703"/>
        </pc:sldMkLst>
      </pc:sldChg>
      <pc:sldChg chg="addSp modSp mod">
        <pc:chgData name="Kathryn Clark (Astrea Central)" userId="d0e16b62-87cd-4242-828a-2f5e276be710" providerId="ADAL" clId="{19CD6828-3A08-4F98-B6C5-E5A747E4B7D1}" dt="2025-08-04T14:04:17.161" v="44497" actId="1036"/>
        <pc:sldMkLst>
          <pc:docMk/>
          <pc:sldMk cId="3361736352" sldId="2704"/>
        </pc:sldMkLst>
      </pc:sldChg>
      <pc:sldChg chg="addSp delSp modSp mod">
        <pc:chgData name="Kathryn Clark (Astrea Central)" userId="d0e16b62-87cd-4242-828a-2f5e276be710" providerId="ADAL" clId="{19CD6828-3A08-4F98-B6C5-E5A747E4B7D1}" dt="2025-07-29T14:59:45.940" v="14036" actId="14100"/>
        <pc:sldMkLst>
          <pc:docMk/>
          <pc:sldMk cId="1605219722" sldId="2705"/>
        </pc:sldMkLst>
      </pc:sldChg>
      <pc:sldChg chg="modSp del mod">
        <pc:chgData name="Kathryn Clark (Astrea Central)" userId="d0e16b62-87cd-4242-828a-2f5e276be710" providerId="ADAL" clId="{19CD6828-3A08-4F98-B6C5-E5A747E4B7D1}" dt="2025-07-29T13:01:07.238" v="10626" actId="47"/>
        <pc:sldMkLst>
          <pc:docMk/>
          <pc:sldMk cId="3239936472" sldId="2706"/>
        </pc:sldMkLst>
      </pc:sldChg>
      <pc:sldChg chg="add del">
        <pc:chgData name="Kathryn Clark (Astrea Central)" userId="d0e16b62-87cd-4242-828a-2f5e276be710" providerId="ADAL" clId="{19CD6828-3A08-4F98-B6C5-E5A747E4B7D1}" dt="2025-07-24T10:44:46.329" v="243" actId="47"/>
        <pc:sldMkLst>
          <pc:docMk/>
          <pc:sldMk cId="661777489" sldId="2707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38503352" sldId="2707"/>
        </pc:sldMkLst>
        <pc:spChg chg="add mod">
          <ac:chgData name="Kathryn Clark (Astrea Central)" userId="d0e16b62-87cd-4242-828a-2f5e276be710" providerId="ADAL" clId="{19CD6828-3A08-4F98-B6C5-E5A747E4B7D1}" dt="2025-07-29T15:01:25.921" v="14078" actId="14100"/>
          <ac:spMkLst>
            <pc:docMk/>
            <pc:sldMk cId="738503352" sldId="2707"/>
            <ac:spMk id="3" creationId="{0D1768B1-A230-23C9-F24A-9E00302728BD}"/>
          </ac:spMkLst>
        </pc:spChg>
        <pc:spChg chg="add mod">
          <ac:chgData name="Kathryn Clark (Astrea Central)" userId="d0e16b62-87cd-4242-828a-2f5e276be710" providerId="ADAL" clId="{19CD6828-3A08-4F98-B6C5-E5A747E4B7D1}" dt="2025-07-29T15:01:55.323" v="14099" actId="1036"/>
          <ac:spMkLst>
            <pc:docMk/>
            <pc:sldMk cId="738503352" sldId="2707"/>
            <ac:spMk id="7" creationId="{E7093188-5A6B-55B6-F458-791B5FA2D951}"/>
          </ac:spMkLst>
        </pc:spChg>
        <pc:spChg chg="add mod">
          <ac:chgData name="Kathryn Clark (Astrea Central)" userId="d0e16b62-87cd-4242-828a-2f5e276be710" providerId="ADAL" clId="{19CD6828-3A08-4F98-B6C5-E5A747E4B7D1}" dt="2025-07-29T15:01:57.743" v="14100" actId="1076"/>
          <ac:spMkLst>
            <pc:docMk/>
            <pc:sldMk cId="738503352" sldId="2707"/>
            <ac:spMk id="8" creationId="{D3DBC2B0-E4BD-03FA-EF02-FC85A1E11BB1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738503352" sldId="2707"/>
            <ac:spMk id="16" creationId="{5B6E3320-B32B-5F38-1F6A-0BE05B58950D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738503352" sldId="2707"/>
            <ac:graphicFrameMk id="2" creationId="{A5EBA11C-2D6B-30A7-96BA-12AA6C34B144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9T15:01:50.646" v="14096" actId="14100"/>
          <ac:graphicFrameMkLst>
            <pc:docMk/>
            <pc:sldMk cId="738503352" sldId="2707"/>
            <ac:graphicFrameMk id="9" creationId="{866CAA32-35F5-320C-7522-04BA947D8718}"/>
          </ac:graphicFrameMkLst>
        </pc:graphicFrameChg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715339575" sldId="2708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715339575" sldId="2708"/>
            <ac:spMk id="14" creationId="{54B5EC2C-5DB7-0175-CF4F-59F08354E3B8}"/>
          </ac:spMkLst>
        </pc:spChg>
        <pc:spChg chg="add del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715339575" sldId="2708"/>
            <ac:spMk id="16" creationId="{BCA78E86-DB41-ED70-427D-E00589B08160}"/>
          </ac:spMkLst>
        </pc:spChg>
        <pc:spChg chg="add mod">
          <ac:chgData name="Kathryn Clark (Astrea Central)" userId="d0e16b62-87cd-4242-828a-2f5e276be710" providerId="ADAL" clId="{19CD6828-3A08-4F98-B6C5-E5A747E4B7D1}" dt="2025-07-29T15:02:34.360" v="14105" actId="14100"/>
          <ac:spMkLst>
            <pc:docMk/>
            <pc:sldMk cId="2715339575" sldId="2708"/>
            <ac:spMk id="22" creationId="{9BCED4E3-F3C6-A950-9A70-F3043A062560}"/>
          </ac:spMkLst>
        </pc:spChg>
        <pc:spChg chg="add mod">
          <ac:chgData name="Kathryn Clark (Astrea Central)" userId="d0e16b62-87cd-4242-828a-2f5e276be710" providerId="ADAL" clId="{19CD6828-3A08-4F98-B6C5-E5A747E4B7D1}" dt="2025-07-29T15:02:34.360" v="14105" actId="14100"/>
          <ac:spMkLst>
            <pc:docMk/>
            <pc:sldMk cId="2715339575" sldId="2708"/>
            <ac:spMk id="23" creationId="{B9B03FD4-DA3D-DDDD-7882-1CA2E40B9711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715339575" sldId="2708"/>
            <ac:graphicFrameMk id="15" creationId="{41B610FF-BADA-BBF3-AF2E-F86D2D10EE0D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2715339575" sldId="2708"/>
            <ac:graphicFrameMk id="17" creationId="{66BBE0EA-7A47-01FB-E317-A4CD44AB401B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2715339575" sldId="2708"/>
            <ac:graphicFrameMk id="19" creationId="{46A0326C-F22B-5367-EA60-F61281955C5B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715339575" sldId="2708"/>
            <ac:graphicFrameMk id="34" creationId="{8FEA6DB7-C038-48D1-925A-442E79BD15FF}"/>
          </ac:graphicFrameMkLst>
        </pc:graphicFrameChg>
        <pc:picChg chg="add mod">
          <ac:chgData name="Kathryn Clark (Astrea Central)" userId="d0e16b62-87cd-4242-828a-2f5e276be710" providerId="ADAL" clId="{19CD6828-3A08-4F98-B6C5-E5A747E4B7D1}" dt="2025-07-24T13:46:02.157" v="3091" actId="1035"/>
          <ac:picMkLst>
            <pc:docMk/>
            <pc:sldMk cId="2715339575" sldId="2708"/>
            <ac:picMk id="18" creationId="{E5FD8DCF-8FEE-B6D9-E6DF-88713B619D9A}"/>
          </ac:picMkLst>
        </pc:picChg>
        <pc:picChg chg="add mod">
          <ac:chgData name="Kathryn Clark (Astrea Central)" userId="d0e16b62-87cd-4242-828a-2f5e276be710" providerId="ADAL" clId="{19CD6828-3A08-4F98-B6C5-E5A747E4B7D1}" dt="2025-07-24T13:46:02.157" v="3091" actId="1035"/>
          <ac:picMkLst>
            <pc:docMk/>
            <pc:sldMk cId="2715339575" sldId="2708"/>
            <ac:picMk id="21" creationId="{0BE75DF7-142A-77E9-A274-17E493BBC2B9}"/>
          </ac:picMkLst>
        </pc:picChg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848619431" sldId="2709"/>
        </pc:sldMkLst>
        <pc:spChg chg="add mod">
          <ac:chgData name="Kathryn Clark (Astrea Central)" userId="d0e16b62-87cd-4242-828a-2f5e276be710" providerId="ADAL" clId="{19CD6828-3A08-4F98-B6C5-E5A747E4B7D1}" dt="2025-07-29T15:02:43.645" v="14106" actId="14100"/>
          <ac:spMkLst>
            <pc:docMk/>
            <pc:sldMk cId="3848619431" sldId="2709"/>
            <ac:spMk id="3" creationId="{E3635F30-09F3-8332-FEEC-DD29BC84DBF6}"/>
          </ac:spMkLst>
        </pc:spChg>
        <pc:spChg chg="mod ord">
          <ac:chgData name="Kathryn Clark (Astrea Central)" userId="d0e16b62-87cd-4242-828a-2f5e276be710" providerId="ADAL" clId="{19CD6828-3A08-4F98-B6C5-E5A747E4B7D1}" dt="2025-07-29T15:43:43.965" v="15085" actId="1076"/>
          <ac:spMkLst>
            <pc:docMk/>
            <pc:sldMk cId="3848619431" sldId="2709"/>
            <ac:spMk id="14" creationId="{BD9FC1A6-B5A8-301F-29B2-C5804B41FFD5}"/>
          </ac:spMkLst>
        </pc:spChg>
        <pc:spChg chg="mod">
          <ac:chgData name="Kathryn Clark (Astrea Central)" userId="d0e16b62-87cd-4242-828a-2f5e276be710" providerId="ADAL" clId="{19CD6828-3A08-4F98-B6C5-E5A747E4B7D1}" dt="2025-07-29T15:08:15.822" v="14220" actId="404"/>
          <ac:spMkLst>
            <pc:docMk/>
            <pc:sldMk cId="3848619431" sldId="2709"/>
            <ac:spMk id="16" creationId="{90AA239C-7F2D-E46E-38B1-71671C7BDE4F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7-29T15:44:36.407" v="15112" actId="1035"/>
          <ac:graphicFrameMkLst>
            <pc:docMk/>
            <pc:sldMk cId="3848619431" sldId="2709"/>
            <ac:graphicFrameMk id="4" creationId="{ADDEC1EB-78E6-0B45-AE99-57E1AAF4CC00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9T15:44:36.407" v="15112" actId="1035"/>
          <ac:graphicFrameMkLst>
            <pc:docMk/>
            <pc:sldMk cId="3848619431" sldId="2709"/>
            <ac:graphicFrameMk id="6" creationId="{E87EAC0C-6025-0BE9-9F9B-D62CAEBC20C9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3848619431" sldId="2709"/>
            <ac:graphicFrameMk id="15" creationId="{CD5A0067-5301-9028-B8C1-FABB912E9680}"/>
          </ac:graphicFrameMkLst>
        </pc:graphicFrameChg>
        <pc:picChg chg="add mod">
          <ac:chgData name="Kathryn Clark (Astrea Central)" userId="d0e16b62-87cd-4242-828a-2f5e276be710" providerId="ADAL" clId="{19CD6828-3A08-4F98-B6C5-E5A747E4B7D1}" dt="2025-07-29T15:44:36.407" v="15112" actId="1035"/>
          <ac:picMkLst>
            <pc:docMk/>
            <pc:sldMk cId="3848619431" sldId="2709"/>
            <ac:picMk id="5" creationId="{CB087890-66EF-47CE-4AC5-8A2ACE68E5FE}"/>
          </ac:picMkLst>
        </pc:picChg>
        <pc:picChg chg="add mod">
          <ac:chgData name="Kathryn Clark (Astrea Central)" userId="d0e16b62-87cd-4242-828a-2f5e276be710" providerId="ADAL" clId="{19CD6828-3A08-4F98-B6C5-E5A747E4B7D1}" dt="2025-07-29T15:44:36.407" v="15112" actId="1035"/>
          <ac:picMkLst>
            <pc:docMk/>
            <pc:sldMk cId="3848619431" sldId="2709"/>
            <ac:picMk id="7" creationId="{8CA1156D-245A-5D9E-4B2B-2647712D8583}"/>
          </ac:picMkLst>
        </pc:picChg>
      </pc:sldChg>
      <pc:sldChg chg="addSp modSp new mod">
        <pc:chgData name="Kathryn Clark (Astrea Central)" userId="d0e16b62-87cd-4242-828a-2f5e276be710" providerId="ADAL" clId="{19CD6828-3A08-4F98-B6C5-E5A747E4B7D1}" dt="2025-07-29T15:02:57.363" v="14108" actId="14100"/>
        <pc:sldMkLst>
          <pc:docMk/>
          <pc:sldMk cId="843583959" sldId="2710"/>
        </pc:sldMkLst>
        <pc:spChg chg="add mod">
          <ac:chgData name="Kathryn Clark (Astrea Central)" userId="d0e16b62-87cd-4242-828a-2f5e276be710" providerId="ADAL" clId="{19CD6828-3A08-4F98-B6C5-E5A747E4B7D1}" dt="2025-07-29T15:02:57.363" v="14108" actId="14100"/>
          <ac:spMkLst>
            <pc:docMk/>
            <pc:sldMk cId="843583959" sldId="2710"/>
            <ac:spMk id="2" creationId="{14BF9E40-849B-D1EE-8019-80EF9E5A97FA}"/>
          </ac:spMkLst>
        </pc:spChg>
        <pc:spChg chg="add mod">
          <ac:chgData name="Kathryn Clark (Astrea Central)" userId="d0e16b62-87cd-4242-828a-2f5e276be710" providerId="ADAL" clId="{19CD6828-3A08-4F98-B6C5-E5A747E4B7D1}" dt="2025-07-29T14:57:07.153" v="13927" actId="113"/>
          <ac:spMkLst>
            <pc:docMk/>
            <pc:sldMk cId="843583959" sldId="2710"/>
            <ac:spMk id="3" creationId="{C7C37783-654D-0F5C-2113-51EA0F17BB36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843583959" sldId="2710"/>
            <ac:spMk id="5" creationId="{42DE8BAA-5E0D-6DE4-8D69-ACDCEB6314BD}"/>
          </ac:spMkLst>
        </pc:spChg>
        <pc:spChg chg="add mod">
          <ac:chgData name="Kathryn Clark (Astrea Central)" userId="d0e16b62-87cd-4242-828a-2f5e276be710" providerId="ADAL" clId="{19CD6828-3A08-4F98-B6C5-E5A747E4B7D1}" dt="2025-07-29T15:02:53.063" v="14107" actId="14100"/>
          <ac:spMkLst>
            <pc:docMk/>
            <pc:sldMk cId="843583959" sldId="2710"/>
            <ac:spMk id="6" creationId="{98C8C346-AA51-B121-E393-AD810BDC2FB7}"/>
          </ac:spMkLst>
        </pc:spChg>
        <pc:spChg chg="add mod">
          <ac:chgData name="Kathryn Clark (Astrea Central)" userId="d0e16b62-87cd-4242-828a-2f5e276be710" providerId="ADAL" clId="{19CD6828-3A08-4F98-B6C5-E5A747E4B7D1}" dt="2025-07-29T14:57:08.923" v="13928" actId="113"/>
          <ac:spMkLst>
            <pc:docMk/>
            <pc:sldMk cId="843583959" sldId="2710"/>
            <ac:spMk id="8" creationId="{CA827802-67BF-07B7-647A-359A31D9013C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843583959" sldId="2710"/>
            <ac:graphicFrameMk id="4" creationId="{5FBE71B0-63B3-A91D-8845-93E520B4F180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843583959" sldId="2710"/>
            <ac:graphicFrameMk id="7" creationId="{0912BA7A-E066-E56E-0A57-63C3E8D43AEF}"/>
          </ac:graphicFrameMkLst>
        </pc:graphicFrameChg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244115812" sldId="2711"/>
        </pc:sldMkLst>
        <pc:spChg chg="add mod">
          <ac:chgData name="Kathryn Clark (Astrea Central)" userId="d0e16b62-87cd-4242-828a-2f5e276be710" providerId="ADAL" clId="{19CD6828-3A08-4F98-B6C5-E5A747E4B7D1}" dt="2025-07-29T15:03:09.627" v="14109" actId="14100"/>
          <ac:spMkLst>
            <pc:docMk/>
            <pc:sldMk cId="2244115812" sldId="2711"/>
            <ac:spMk id="3" creationId="{368A881B-8379-227B-61A6-5B4FBA1F722E}"/>
          </ac:spMkLst>
        </pc:spChg>
        <pc:spChg chg="add del mod">
          <ac:chgData name="Kathryn Clark (Astrea Central)" userId="d0e16b62-87cd-4242-828a-2f5e276be710" providerId="ADAL" clId="{19CD6828-3A08-4F98-B6C5-E5A747E4B7D1}" dt="2025-07-29T15:46:19.599" v="15163" actId="1036"/>
          <ac:spMkLst>
            <pc:docMk/>
            <pc:sldMk cId="2244115812" sldId="2711"/>
            <ac:spMk id="5" creationId="{BB2A0E62-CD63-FA46-5CFD-A9A00BE3978D}"/>
          </ac:spMkLst>
        </pc:spChg>
        <pc:spChg chg="add mod">
          <ac:chgData name="Kathryn Clark (Astrea Central)" userId="d0e16b62-87cd-4242-828a-2f5e276be710" providerId="ADAL" clId="{19CD6828-3A08-4F98-B6C5-E5A747E4B7D1}" dt="2025-07-29T15:03:13.712" v="14110" actId="14100"/>
          <ac:spMkLst>
            <pc:docMk/>
            <pc:sldMk cId="2244115812" sldId="2711"/>
            <ac:spMk id="6" creationId="{6C1F6508-8395-725A-84FF-08EF9C6BE87D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244115812" sldId="2711"/>
            <ac:spMk id="8" creationId="{265797B7-FB14-70AF-AFFA-08969C3760C4}"/>
          </ac:spMkLst>
        </pc:spChg>
        <pc:spChg chg="add mod">
          <ac:chgData name="Kathryn Clark (Astrea Central)" userId="d0e16b62-87cd-4242-828a-2f5e276be710" providerId="ADAL" clId="{19CD6828-3A08-4F98-B6C5-E5A747E4B7D1}" dt="2025-07-29T14:57:19.069" v="13931" actId="113"/>
          <ac:spMkLst>
            <pc:docMk/>
            <pc:sldMk cId="2244115812" sldId="2711"/>
            <ac:spMk id="9" creationId="{570FFCA6-929D-9E11-EB05-F92831B171E3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244115812" sldId="2711"/>
            <ac:graphicFrameMk id="2" creationId="{9CEA75A4-37B2-9EA9-5CCB-7C01E54264FE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2244115812" sldId="2711"/>
            <ac:graphicFrameMk id="4" creationId="{3A9C90DF-38A0-F6A1-D0E4-8F130ABDC8DD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2244115812" sldId="2711"/>
            <ac:graphicFrameMk id="7" creationId="{C04B6090-0A11-AA77-000A-05E1AC7D4731}"/>
          </ac:graphicFrameMkLst>
        </pc:graphicFrameChg>
      </pc:sldChg>
      <pc:sldChg chg="addSp delSp modSp new mod">
        <pc:chgData name="Kathryn Clark (Astrea Central)" userId="d0e16b62-87cd-4242-828a-2f5e276be710" providerId="ADAL" clId="{19CD6828-3A08-4F98-B6C5-E5A747E4B7D1}" dt="2025-07-29T15:03:32.312" v="14114" actId="14100"/>
        <pc:sldMkLst>
          <pc:docMk/>
          <pc:sldMk cId="2684023289" sldId="2712"/>
        </pc:sldMkLst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684023289" sldId="2712"/>
            <ac:spMk id="2" creationId="{11D49D33-1DCD-32E3-CFD7-6A8942EE30F5}"/>
          </ac:spMkLst>
        </pc:spChg>
        <pc:spChg chg="add mod">
          <ac:chgData name="Kathryn Clark (Astrea Central)" userId="d0e16b62-87cd-4242-828a-2f5e276be710" providerId="ADAL" clId="{19CD6828-3A08-4F98-B6C5-E5A747E4B7D1}" dt="2025-07-29T15:03:32.312" v="14114" actId="14100"/>
          <ac:spMkLst>
            <pc:docMk/>
            <pc:sldMk cId="2684023289" sldId="2712"/>
            <ac:spMk id="4" creationId="{5F8B6EF2-990B-4947-07CC-758A5CF8928D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684023289" sldId="2712"/>
            <ac:spMk id="11" creationId="{BCB30C1C-F4B2-D6E9-2A31-666A81102CF1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684023289" sldId="2712"/>
            <ac:spMk id="14" creationId="{96C4D279-0593-1566-65AD-F8979421E2BA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684023289" sldId="2712"/>
            <ac:spMk id="15" creationId="{ABAA36AF-5B7F-0396-6F4F-FD5BE6277090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684023289" sldId="2712"/>
            <ac:spMk id="17" creationId="{E10BFBB1-F7F1-7538-93E2-5F3FCACBCFA5}"/>
          </ac:spMkLst>
        </pc:spChg>
        <pc:picChg chg="add mod">
          <ac:chgData name="Kathryn Clark (Astrea Central)" userId="d0e16b62-87cd-4242-828a-2f5e276be710" providerId="ADAL" clId="{19CD6828-3A08-4F98-B6C5-E5A747E4B7D1}" dt="2025-07-25T12:29:43.694" v="8255" actId="1076"/>
          <ac:picMkLst>
            <pc:docMk/>
            <pc:sldMk cId="2684023289" sldId="2712"/>
            <ac:picMk id="1032" creationId="{9F07C01B-0211-7600-93BC-39465D12426E}"/>
          </ac:picMkLst>
        </pc:picChg>
        <pc:picChg chg="add mod">
          <ac:chgData name="Kathryn Clark (Astrea Central)" userId="d0e16b62-87cd-4242-828a-2f5e276be710" providerId="ADAL" clId="{19CD6828-3A08-4F98-B6C5-E5A747E4B7D1}" dt="2025-07-25T12:29:39.126" v="8252" actId="1076"/>
          <ac:picMkLst>
            <pc:docMk/>
            <pc:sldMk cId="2684023289" sldId="2712"/>
            <ac:picMk id="2050" creationId="{4880F0B2-1A43-4FA7-E510-66A71453A4BB}"/>
          </ac:picMkLst>
        </pc:picChg>
        <pc:picChg chg="add mod">
          <ac:chgData name="Kathryn Clark (Astrea Central)" userId="d0e16b62-87cd-4242-828a-2f5e276be710" providerId="ADAL" clId="{19CD6828-3A08-4F98-B6C5-E5A747E4B7D1}" dt="2025-07-25T12:29:42.923" v="8254" actId="1076"/>
          <ac:picMkLst>
            <pc:docMk/>
            <pc:sldMk cId="2684023289" sldId="2712"/>
            <ac:picMk id="2051" creationId="{5E0AF803-8DC4-1A81-E73A-25EA6A22FAA1}"/>
          </ac:picMkLst>
        </pc:picChg>
        <pc:picChg chg="add mod">
          <ac:chgData name="Kathryn Clark (Astrea Central)" userId="d0e16b62-87cd-4242-828a-2f5e276be710" providerId="ADAL" clId="{19CD6828-3A08-4F98-B6C5-E5A747E4B7D1}" dt="2025-07-25T12:29:41.459" v="8253" actId="1076"/>
          <ac:picMkLst>
            <pc:docMk/>
            <pc:sldMk cId="2684023289" sldId="2712"/>
            <ac:picMk id="2052" creationId="{2712354A-F4A2-0949-E575-121421CF5FD0}"/>
          </ac:picMkLst>
        </pc:picChg>
        <pc:cxnChg chg="add mod">
          <ac:chgData name="Kathryn Clark (Astrea Central)" userId="d0e16b62-87cd-4242-828a-2f5e276be710" providerId="ADAL" clId="{19CD6828-3A08-4F98-B6C5-E5A747E4B7D1}" dt="2025-07-25T12:29:49.028" v="8261" actId="1035"/>
          <ac:cxnSpMkLst>
            <pc:docMk/>
            <pc:sldMk cId="2684023289" sldId="2712"/>
            <ac:cxnSpMk id="13" creationId="{DE144D88-86EB-AF50-B5D5-66CE302ED434}"/>
          </ac:cxnSpMkLst>
        </pc:cxnChg>
        <pc:cxnChg chg="add mod">
          <ac:chgData name="Kathryn Clark (Astrea Central)" userId="d0e16b62-87cd-4242-828a-2f5e276be710" providerId="ADAL" clId="{19CD6828-3A08-4F98-B6C5-E5A747E4B7D1}" dt="2025-07-25T12:29:56.544" v="8263" actId="1076"/>
          <ac:cxnSpMkLst>
            <pc:docMk/>
            <pc:sldMk cId="2684023289" sldId="2712"/>
            <ac:cxnSpMk id="16" creationId="{9C7C8D87-464A-796B-04D1-8011FB4A5967}"/>
          </ac:cxnSpMkLst>
        </pc:cxnChg>
        <pc:cxnChg chg="add mod">
          <ac:chgData name="Kathryn Clark (Astrea Central)" userId="d0e16b62-87cd-4242-828a-2f5e276be710" providerId="ADAL" clId="{19CD6828-3A08-4F98-B6C5-E5A747E4B7D1}" dt="2025-07-25T12:30:00.990" v="8275" actId="1035"/>
          <ac:cxnSpMkLst>
            <pc:docMk/>
            <pc:sldMk cId="2684023289" sldId="2712"/>
            <ac:cxnSpMk id="18" creationId="{547C4E87-529D-E79E-E629-8D685F5DB26E}"/>
          </ac:cxnSpMkLst>
        </pc:cxnChg>
      </pc:sldChg>
      <pc:sldChg chg="addSp delSp modSp add mod ord">
        <pc:chgData name="Kathryn Clark (Astrea Central)" userId="d0e16b62-87cd-4242-828a-2f5e276be710" providerId="ADAL" clId="{19CD6828-3A08-4F98-B6C5-E5A747E4B7D1}" dt="2025-08-06T12:52:22.618" v="45359" actId="1036"/>
        <pc:sldMkLst>
          <pc:docMk/>
          <pc:sldMk cId="1996236475" sldId="2713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1996236475" sldId="2713"/>
            <ac:spMk id="2" creationId="{C7CE4BEE-815B-057C-C6D4-D5A5573E2C85}"/>
          </ac:spMkLst>
        </pc:spChg>
        <pc:spChg chg="mod">
          <ac:chgData name="Kathryn Clark (Astrea Central)" userId="d0e16b62-87cd-4242-828a-2f5e276be710" providerId="ADAL" clId="{19CD6828-3A08-4F98-B6C5-E5A747E4B7D1}" dt="2025-07-29T15:03:21.160" v="14111" actId="14100"/>
          <ac:spMkLst>
            <pc:docMk/>
            <pc:sldMk cId="1996236475" sldId="2713"/>
            <ac:spMk id="3" creationId="{856BE791-D3A2-FFB6-1669-9109E84A54CA}"/>
          </ac:spMkLst>
        </pc:spChg>
        <pc:spChg chg="add mod">
          <ac:chgData name="Kathryn Clark (Astrea Central)" userId="d0e16b62-87cd-4242-828a-2f5e276be710" providerId="ADAL" clId="{19CD6828-3A08-4F98-B6C5-E5A747E4B7D1}" dt="2025-08-06T12:52:22.618" v="45359" actId="1036"/>
          <ac:spMkLst>
            <pc:docMk/>
            <pc:sldMk cId="1996236475" sldId="2713"/>
            <ac:spMk id="6" creationId="{9CDA6251-956B-C23E-CDF2-8DC50A0940C2}"/>
          </ac:spMkLst>
        </pc:spChg>
        <pc:spChg chg="add mod">
          <ac:chgData name="Kathryn Clark (Astrea Central)" userId="d0e16b62-87cd-4242-828a-2f5e276be710" providerId="ADAL" clId="{19CD6828-3A08-4F98-B6C5-E5A747E4B7D1}" dt="2025-07-29T15:46:25.223" v="15166" actId="1035"/>
          <ac:spMkLst>
            <pc:docMk/>
            <pc:sldMk cId="1996236475" sldId="2713"/>
            <ac:spMk id="9" creationId="{82C00947-A5A9-8B89-5CB6-22FFCB258E85}"/>
          </ac:spMkLst>
        </pc:spChg>
        <pc:spChg chg="add mod">
          <ac:chgData name="Kathryn Clark (Astrea Central)" userId="d0e16b62-87cd-4242-828a-2f5e276be710" providerId="ADAL" clId="{19CD6828-3A08-4F98-B6C5-E5A747E4B7D1}" dt="2025-07-29T15:46:25.223" v="15166" actId="1035"/>
          <ac:spMkLst>
            <pc:docMk/>
            <pc:sldMk cId="1996236475" sldId="2713"/>
            <ac:spMk id="11" creationId="{1832F2C3-F415-A008-C0BB-0E4FC806E793}"/>
          </ac:spMkLst>
        </pc:spChg>
        <pc:spChg chg="add mod">
          <ac:chgData name="Kathryn Clark (Astrea Central)" userId="d0e16b62-87cd-4242-828a-2f5e276be710" providerId="ADAL" clId="{19CD6828-3A08-4F98-B6C5-E5A747E4B7D1}" dt="2025-07-29T15:46:25.223" v="15166" actId="1035"/>
          <ac:spMkLst>
            <pc:docMk/>
            <pc:sldMk cId="1996236475" sldId="2713"/>
            <ac:spMk id="12" creationId="{D06D902A-AA4F-8E2C-F25F-9F770F94A62A}"/>
          </ac:spMkLst>
        </pc:spChg>
        <pc:spChg chg="add mod">
          <ac:chgData name="Kathryn Clark (Astrea Central)" userId="d0e16b62-87cd-4242-828a-2f5e276be710" providerId="ADAL" clId="{19CD6828-3A08-4F98-B6C5-E5A747E4B7D1}" dt="2025-07-29T15:46:25.223" v="15166" actId="1035"/>
          <ac:spMkLst>
            <pc:docMk/>
            <pc:sldMk cId="1996236475" sldId="2713"/>
            <ac:spMk id="13" creationId="{2398FC7E-0E82-969D-878F-A166DA75D9D5}"/>
          </ac:spMkLst>
        </pc:spChg>
        <pc:spChg chg="add mod">
          <ac:chgData name="Kathryn Clark (Astrea Central)" userId="d0e16b62-87cd-4242-828a-2f5e276be710" providerId="ADAL" clId="{19CD6828-3A08-4F98-B6C5-E5A747E4B7D1}" dt="2025-07-29T15:46:25.223" v="15166" actId="1035"/>
          <ac:spMkLst>
            <pc:docMk/>
            <pc:sldMk cId="1996236475" sldId="2713"/>
            <ac:spMk id="15" creationId="{CCA9C971-5E54-5F4A-8398-47F548F95973}"/>
          </ac:spMkLst>
        </pc:spChg>
        <pc:spChg chg="add mod">
          <ac:chgData name="Kathryn Clark (Astrea Central)" userId="d0e16b62-87cd-4242-828a-2f5e276be710" providerId="ADAL" clId="{19CD6828-3A08-4F98-B6C5-E5A747E4B7D1}" dt="2025-07-29T15:46:25.223" v="15166" actId="1035"/>
          <ac:spMkLst>
            <pc:docMk/>
            <pc:sldMk cId="1996236475" sldId="2713"/>
            <ac:spMk id="16" creationId="{B60D6CE9-F8E4-6C62-AE56-DDD766A9D849}"/>
          </ac:spMkLst>
        </pc:spChg>
        <pc:spChg chg="add mod">
          <ac:chgData name="Kathryn Clark (Astrea Central)" userId="d0e16b62-87cd-4242-828a-2f5e276be710" providerId="ADAL" clId="{19CD6828-3A08-4F98-B6C5-E5A747E4B7D1}" dt="2025-07-29T15:46:27.928" v="15172" actId="1035"/>
          <ac:spMkLst>
            <pc:docMk/>
            <pc:sldMk cId="1996236475" sldId="2713"/>
            <ac:spMk id="17" creationId="{92DAA041-EB62-AE1D-670D-CE9C1741CF7F}"/>
          </ac:spMkLst>
        </pc:spChg>
        <pc:spChg chg="add mod">
          <ac:chgData name="Kathryn Clark (Astrea Central)" userId="d0e16b62-87cd-4242-828a-2f5e276be710" providerId="ADAL" clId="{19CD6828-3A08-4F98-B6C5-E5A747E4B7D1}" dt="2025-07-29T14:57:23.811" v="13932" actId="113"/>
          <ac:spMkLst>
            <pc:docMk/>
            <pc:sldMk cId="1996236475" sldId="2713"/>
            <ac:spMk id="18" creationId="{B3531ADB-8C81-1352-B45F-FEE44D0F270C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1996236475" sldId="2713"/>
            <ac:graphicFrameMk id="4" creationId="{857CE306-BE42-02A2-335C-573F9E605785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5T12:34:20.378" v="8536" actId="20577"/>
          <ac:graphicFrameMkLst>
            <pc:docMk/>
            <pc:sldMk cId="1996236475" sldId="2713"/>
            <ac:graphicFrameMk id="7" creationId="{066B552B-50AA-B77E-5D6B-A80D6C51F990}"/>
          </ac:graphicFrameMkLst>
        </pc:graphicFrameChg>
      </pc:sldChg>
      <pc:sldChg chg="addSp delSp modSp add mod">
        <pc:chgData name="Kathryn Clark (Astrea Central)" userId="d0e16b62-87cd-4242-828a-2f5e276be710" providerId="ADAL" clId="{19CD6828-3A08-4F98-B6C5-E5A747E4B7D1}" dt="2025-07-25T13:39:46.133" v="10568" actId="790"/>
        <pc:sldMkLst>
          <pc:docMk/>
          <pc:sldMk cId="2351065339" sldId="2714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51065339" sldId="2714"/>
            <ac:spMk id="2" creationId="{09C51568-32FC-68D9-234F-7E0D335B7C59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51065339" sldId="2714"/>
            <ac:spMk id="6" creationId="{BEA6636F-74A9-8B47-2635-E4C5ED870859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51065339" sldId="2714"/>
            <ac:spMk id="9" creationId="{DB9051E1-71CA-3042-DAAF-F49FCAF1DDFB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2351065339" sldId="2714"/>
            <ac:spMk id="12" creationId="{90B3EC07-8E57-8E65-AF56-7E7092C31472}"/>
          </ac:spMkLst>
        </pc:spChg>
        <pc:picChg chg="add mod">
          <ac:chgData name="Kathryn Clark (Astrea Central)" userId="d0e16b62-87cd-4242-828a-2f5e276be710" providerId="ADAL" clId="{19CD6828-3A08-4F98-B6C5-E5A747E4B7D1}" dt="2025-07-25T10:26:04.782" v="6656" actId="1076"/>
          <ac:picMkLst>
            <pc:docMk/>
            <pc:sldMk cId="2351065339" sldId="2714"/>
            <ac:picMk id="14" creationId="{A3B048DB-C654-1DB5-B75B-EB90FE0726CF}"/>
          </ac:picMkLst>
        </pc:picChg>
        <pc:picChg chg="add mod">
          <ac:chgData name="Kathryn Clark (Astrea Central)" userId="d0e16b62-87cd-4242-828a-2f5e276be710" providerId="ADAL" clId="{19CD6828-3A08-4F98-B6C5-E5A747E4B7D1}" dt="2025-07-25T12:31:04.085" v="8316" actId="1076"/>
          <ac:picMkLst>
            <pc:docMk/>
            <pc:sldMk cId="2351065339" sldId="2714"/>
            <ac:picMk id="2055" creationId="{2A25BB2E-2699-FE71-4A4A-74C4682F9C87}"/>
          </ac:picMkLst>
        </pc:picChg>
        <pc:picChg chg="add mod">
          <ac:chgData name="Kathryn Clark (Astrea Central)" userId="d0e16b62-87cd-4242-828a-2f5e276be710" providerId="ADAL" clId="{19CD6828-3A08-4F98-B6C5-E5A747E4B7D1}" dt="2025-07-25T12:31:09.742" v="8318" actId="1076"/>
          <ac:picMkLst>
            <pc:docMk/>
            <pc:sldMk cId="2351065339" sldId="2714"/>
            <ac:picMk id="2056" creationId="{3A6D4B34-6A0B-4674-7ED1-F1317DE5E612}"/>
          </ac:picMkLst>
        </pc:picChg>
        <pc:cxnChg chg="add mod">
          <ac:chgData name="Kathryn Clark (Astrea Central)" userId="d0e16b62-87cd-4242-828a-2f5e276be710" providerId="ADAL" clId="{19CD6828-3A08-4F98-B6C5-E5A747E4B7D1}" dt="2025-07-25T10:22:18.997" v="6580" actId="1035"/>
          <ac:cxnSpMkLst>
            <pc:docMk/>
            <pc:sldMk cId="2351065339" sldId="2714"/>
            <ac:cxnSpMk id="3" creationId="{39D7D8A0-2D17-D9AE-57B6-B17FB108B017}"/>
          </ac:cxnSpMkLst>
        </pc:cxnChg>
        <pc:cxnChg chg="add mod">
          <ac:chgData name="Kathryn Clark (Astrea Central)" userId="d0e16b62-87cd-4242-828a-2f5e276be710" providerId="ADAL" clId="{19CD6828-3A08-4F98-B6C5-E5A747E4B7D1}" dt="2025-07-25T12:30:46.104" v="8309" actId="1076"/>
          <ac:cxnSpMkLst>
            <pc:docMk/>
            <pc:sldMk cId="2351065339" sldId="2714"/>
            <ac:cxnSpMk id="10" creationId="{2B21D84F-92FE-90E5-5F42-01CBA8B4777A}"/>
          </ac:cxnSpMkLst>
        </pc:cxnChg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6827732" sldId="2715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96827732" sldId="2715"/>
            <ac:spMk id="2" creationId="{F068792D-EC2F-F789-5E8A-294EEA84F4B3}"/>
          </ac:spMkLst>
        </pc:spChg>
        <pc:spChg chg="mod">
          <ac:chgData name="Kathryn Clark (Astrea Central)" userId="d0e16b62-87cd-4242-828a-2f5e276be710" providerId="ADAL" clId="{19CD6828-3A08-4F98-B6C5-E5A747E4B7D1}" dt="2025-08-04T13:59:20.444" v="44363" actId="1035"/>
          <ac:spMkLst>
            <pc:docMk/>
            <pc:sldMk cId="96827732" sldId="2715"/>
            <ac:spMk id="3" creationId="{2E01F3B3-7BE0-C885-327F-446CF5E2666D}"/>
          </ac:spMkLst>
        </pc:spChg>
        <pc:spChg chg="add mod">
          <ac:chgData name="Kathryn Clark (Astrea Central)" userId="d0e16b62-87cd-4242-828a-2f5e276be710" providerId="ADAL" clId="{19CD6828-3A08-4F98-B6C5-E5A747E4B7D1}" dt="2025-07-29T15:47:20.272" v="15198" actId="1035"/>
          <ac:spMkLst>
            <pc:docMk/>
            <pc:sldMk cId="96827732" sldId="2715"/>
            <ac:spMk id="13" creationId="{B8ECFFAE-61FD-1731-7B13-3D7BE21F1DAB}"/>
          </ac:spMkLst>
        </pc:spChg>
        <pc:spChg chg="add 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96827732" sldId="2715"/>
            <ac:spMk id="14" creationId="{420974EA-574A-F32F-B6B4-F10D646DCDA1}"/>
          </ac:spMkLst>
        </pc:sp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96827732" sldId="2715"/>
            <ac:graphicFrameMk id="4" creationId="{F33C3517-B5D9-3C3D-6EC9-3710E6F486CE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96827732" sldId="2715"/>
            <ac:graphicFrameMk id="15" creationId="{19C67B6D-703A-B382-CCB1-2CE58CBAA76A}"/>
          </ac:graphicFrameMkLst>
        </pc:graphicFrameChg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200818547" sldId="2716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1200818547" sldId="2716"/>
            <ac:spMk id="2" creationId="{FC5B6533-B069-4D4D-F7FC-950F99048546}"/>
          </ac:spMkLst>
        </pc:spChg>
        <pc:spChg chg="add mod">
          <ac:chgData name="Kathryn Clark (Astrea Central)" userId="d0e16b62-87cd-4242-828a-2f5e276be710" providerId="ADAL" clId="{19CD6828-3A08-4F98-B6C5-E5A747E4B7D1}" dt="2025-07-29T15:09:00.614" v="14230" actId="1076"/>
          <ac:spMkLst>
            <pc:docMk/>
            <pc:sldMk cId="1200818547" sldId="2716"/>
            <ac:spMk id="6" creationId="{E9D8164D-AB1D-AD74-3A53-488BA42CBD59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1200818547" sldId="2716"/>
            <ac:spMk id="14" creationId="{522E2169-4CCA-E2AA-9554-81935978FB3A}"/>
          </ac:spMkLst>
        </pc:spChg>
        <pc:graphicFrameChg chg="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1200818547" sldId="2716"/>
            <ac:graphicFrameMk id="4" creationId="{C6DF990C-DD1E-5E83-DDB1-FEC3B79C0748}"/>
          </ac:graphicFrameMkLst>
        </pc:graphicFrameChg>
        <pc:graphicFrameChg chg="add mod modGraphic">
          <ac:chgData name="Kathryn Clark (Astrea Central)" userId="d0e16b62-87cd-4242-828a-2f5e276be710" providerId="ADAL" clId="{19CD6828-3A08-4F98-B6C5-E5A747E4B7D1}" dt="2025-08-04T16:52:08.130" v="45344"/>
          <ac:graphicFrameMkLst>
            <pc:docMk/>
            <pc:sldMk cId="1200818547" sldId="2716"/>
            <ac:graphicFrameMk id="5" creationId="{3E099474-CF1B-6655-DDF7-34D8CA851B7A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1200818547" sldId="2716"/>
            <ac:graphicFrameMk id="15" creationId="{9A9ABB22-03CD-DA92-C084-53C1EB23E992}"/>
          </ac:graphicFrameMkLst>
        </pc:graphicFrameChg>
      </pc:sldChg>
      <pc:sldChg chg="addSp delSp modSp add mod ord">
        <pc:chgData name="Kathryn Clark (Astrea Central)" userId="d0e16b62-87cd-4242-828a-2f5e276be710" providerId="ADAL" clId="{19CD6828-3A08-4F98-B6C5-E5A747E4B7D1}" dt="2025-07-29T15:03:52.359" v="14117" actId="14100"/>
        <pc:sldMkLst>
          <pc:docMk/>
          <pc:sldMk cId="649351142" sldId="2717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649351142" sldId="2717"/>
            <ac:spMk id="2" creationId="{58356312-3651-E4C1-67F6-231C87DA53DC}"/>
          </ac:spMkLst>
        </pc:spChg>
        <pc:spChg chg="mod">
          <ac:chgData name="Kathryn Clark (Astrea Central)" userId="d0e16b62-87cd-4242-828a-2f5e276be710" providerId="ADAL" clId="{19CD6828-3A08-4F98-B6C5-E5A747E4B7D1}" dt="2025-07-29T15:03:52.359" v="14117" actId="14100"/>
          <ac:spMkLst>
            <pc:docMk/>
            <pc:sldMk cId="649351142" sldId="2717"/>
            <ac:spMk id="6" creationId="{7342123B-56B4-6EA2-FF36-B0A8C1ED907E}"/>
          </ac:spMkLst>
        </pc:spChg>
        <pc:spChg chg="add mod">
          <ac:chgData name="Kathryn Clark (Astrea Central)" userId="d0e16b62-87cd-4242-828a-2f5e276be710" providerId="ADAL" clId="{19CD6828-3A08-4F98-B6C5-E5A747E4B7D1}" dt="2025-07-29T14:57:36.938" v="13933" actId="113"/>
          <ac:spMkLst>
            <pc:docMk/>
            <pc:sldMk cId="649351142" sldId="2717"/>
            <ac:spMk id="8" creationId="{45F8EE3C-F29C-A355-1004-24C9E5503C99}"/>
          </ac:spMkLst>
        </pc:spChg>
        <pc:graphicFrameChg chg="mod 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649351142" sldId="2717"/>
            <ac:graphicFrameMk id="7" creationId="{59D2B173-2010-E01D-23E8-E5F8D970EA1F}"/>
          </ac:graphicFrameMkLst>
        </pc:graphicFrameChg>
      </pc:sldChg>
      <pc:sldChg chg="addSp delSp modSp add mod">
        <pc:chgData name="Kathryn Clark (Astrea Central)" userId="d0e16b62-87cd-4242-828a-2f5e276be710" providerId="ADAL" clId="{19CD6828-3A08-4F98-B6C5-E5A747E4B7D1}" dt="2025-07-30T13:19:55.563" v="21267" actId="14100"/>
        <pc:sldMkLst>
          <pc:docMk/>
          <pc:sldMk cId="3148525930" sldId="2718"/>
        </pc:sldMkLst>
        <pc:spChg chg="mod">
          <ac:chgData name="Kathryn Clark (Astrea Central)" userId="d0e16b62-87cd-4242-828a-2f5e276be710" providerId="ADAL" clId="{19CD6828-3A08-4F98-B6C5-E5A747E4B7D1}" dt="2025-07-29T15:15:45.008" v="14349" actId="2711"/>
          <ac:spMkLst>
            <pc:docMk/>
            <pc:sldMk cId="3148525930" sldId="2718"/>
            <ac:spMk id="2" creationId="{42626A90-9652-4650-94A1-C139476B1331}"/>
          </ac:spMkLst>
        </pc:spChg>
        <pc:spChg chg="add mod">
          <ac:chgData name="Kathryn Clark (Astrea Central)" userId="d0e16b62-87cd-4242-828a-2f5e276be710" providerId="ADAL" clId="{19CD6828-3A08-4F98-B6C5-E5A747E4B7D1}" dt="2025-07-29T15:18:27.732" v="14462" actId="1076"/>
          <ac:spMkLst>
            <pc:docMk/>
            <pc:sldMk cId="3148525930" sldId="2718"/>
            <ac:spMk id="4" creationId="{C9745602-E20A-DED6-9F3A-6F642F8CC006}"/>
          </ac:spMkLst>
        </pc:spChg>
        <pc:spChg chg="mod">
          <ac:chgData name="Kathryn Clark (Astrea Central)" userId="d0e16b62-87cd-4242-828a-2f5e276be710" providerId="ADAL" clId="{19CD6828-3A08-4F98-B6C5-E5A747E4B7D1}" dt="2025-07-30T13:19:55.563" v="21267" actId="14100"/>
          <ac:spMkLst>
            <pc:docMk/>
            <pc:sldMk cId="3148525930" sldId="2718"/>
            <ac:spMk id="5" creationId="{1FA10D06-BE8A-19B4-9AB0-0FB1233D72CF}"/>
          </ac:spMkLst>
        </pc:spChg>
        <pc:spChg chg="add mod">
          <ac:chgData name="Kathryn Clark (Astrea Central)" userId="d0e16b62-87cd-4242-828a-2f5e276be710" providerId="ADAL" clId="{19CD6828-3A08-4F98-B6C5-E5A747E4B7D1}" dt="2025-07-29T15:17:19.225" v="14391" actId="20577"/>
          <ac:spMkLst>
            <pc:docMk/>
            <pc:sldMk cId="3148525930" sldId="2718"/>
            <ac:spMk id="9" creationId="{1579CDDC-F7E8-E21F-CEAB-8236AD05BF3F}"/>
          </ac:spMkLst>
        </pc:spChg>
        <pc:spChg chg="add mod">
          <ac:chgData name="Kathryn Clark (Astrea Central)" userId="d0e16b62-87cd-4242-828a-2f5e276be710" providerId="ADAL" clId="{19CD6828-3A08-4F98-B6C5-E5A747E4B7D1}" dt="2025-07-29T15:17:21.057" v="14393" actId="20577"/>
          <ac:spMkLst>
            <pc:docMk/>
            <pc:sldMk cId="3148525930" sldId="2718"/>
            <ac:spMk id="11" creationId="{8ADB74EB-EE9C-BF74-FD3F-B0723A795A80}"/>
          </ac:spMkLst>
        </pc:spChg>
        <pc:spChg chg="add mod">
          <ac:chgData name="Kathryn Clark (Astrea Central)" userId="d0e16b62-87cd-4242-828a-2f5e276be710" providerId="ADAL" clId="{19CD6828-3A08-4F98-B6C5-E5A747E4B7D1}" dt="2025-07-29T15:18:24.989" v="14461" actId="1076"/>
          <ac:spMkLst>
            <pc:docMk/>
            <pc:sldMk cId="3148525930" sldId="2718"/>
            <ac:spMk id="15" creationId="{847C0C30-D974-595A-8B29-A51EF4C20F91}"/>
          </ac:spMkLst>
        </pc:spChg>
        <pc:spChg chg="add mod">
          <ac:chgData name="Kathryn Clark (Astrea Central)" userId="d0e16b62-87cd-4242-828a-2f5e276be710" providerId="ADAL" clId="{19CD6828-3A08-4F98-B6C5-E5A747E4B7D1}" dt="2025-07-29T15:18:07.041" v="14446" actId="6549"/>
          <ac:spMkLst>
            <pc:docMk/>
            <pc:sldMk cId="3148525930" sldId="2718"/>
            <ac:spMk id="17" creationId="{4DEE48D4-2160-15C3-D008-D316811F9316}"/>
          </ac:spMkLst>
        </pc:spChg>
        <pc:spChg chg="add mod">
          <ac:chgData name="Kathryn Clark (Astrea Central)" userId="d0e16b62-87cd-4242-828a-2f5e276be710" providerId="ADAL" clId="{19CD6828-3A08-4F98-B6C5-E5A747E4B7D1}" dt="2025-07-29T15:18:07.964" v="14447" actId="6549"/>
          <ac:spMkLst>
            <pc:docMk/>
            <pc:sldMk cId="3148525930" sldId="2718"/>
            <ac:spMk id="19" creationId="{AA8CBE8D-2A6B-CCAB-4ACB-4AB18C44D05B}"/>
          </ac:spMkLst>
        </pc:spChg>
        <pc:graphicFrameChg chg="add del mod ord modGraphic">
          <ac:chgData name="Kathryn Clark (Astrea Central)" userId="d0e16b62-87cd-4242-828a-2f5e276be710" providerId="ADAL" clId="{19CD6828-3A08-4F98-B6C5-E5A747E4B7D1}" dt="2025-07-29T15:18:22.089" v="14460"/>
          <ac:graphicFrameMkLst>
            <pc:docMk/>
            <pc:sldMk cId="3148525930" sldId="2718"/>
            <ac:graphicFrameMk id="20" creationId="{2A03EBFF-1F6C-11D3-2F98-CD7B8CD8CEEB}"/>
          </ac:graphicFrameMkLst>
        </pc:graphicFrameChg>
        <pc:picChg chg="add mod">
          <ac:chgData name="Kathryn Clark (Astrea Central)" userId="d0e16b62-87cd-4242-828a-2f5e276be710" providerId="ADAL" clId="{19CD6828-3A08-4F98-B6C5-E5A747E4B7D1}" dt="2025-07-25T13:34:40.333" v="10534" actId="1076"/>
          <ac:picMkLst>
            <pc:docMk/>
            <pc:sldMk cId="3148525930" sldId="2718"/>
            <ac:picMk id="3077" creationId="{37F97C29-09F6-140B-4653-B73C94D8424B}"/>
          </ac:picMkLst>
        </pc:picChg>
        <pc:picChg chg="add mod">
          <ac:chgData name="Kathryn Clark (Astrea Central)" userId="d0e16b62-87cd-4242-828a-2f5e276be710" providerId="ADAL" clId="{19CD6828-3A08-4F98-B6C5-E5A747E4B7D1}" dt="2025-07-25T13:35:13.145" v="10536" actId="1076"/>
          <ac:picMkLst>
            <pc:docMk/>
            <pc:sldMk cId="3148525930" sldId="2718"/>
            <ac:picMk id="3078" creationId="{1F90F784-53F6-CA8B-FA08-83AB11A2DAC6}"/>
          </ac:picMkLst>
        </pc:picChg>
        <pc:picChg chg="add mod">
          <ac:chgData name="Kathryn Clark (Astrea Central)" userId="d0e16b62-87cd-4242-828a-2f5e276be710" providerId="ADAL" clId="{19CD6828-3A08-4F98-B6C5-E5A747E4B7D1}" dt="2025-07-25T13:35:44.481" v="10542" actId="1076"/>
          <ac:picMkLst>
            <pc:docMk/>
            <pc:sldMk cId="3148525930" sldId="2718"/>
            <ac:picMk id="3079" creationId="{5C92F406-0BA4-8BCE-5999-00D0A04DC130}"/>
          </ac:picMkLst>
        </pc:picChg>
        <pc:picChg chg="add mod">
          <ac:chgData name="Kathryn Clark (Astrea Central)" userId="d0e16b62-87cd-4242-828a-2f5e276be710" providerId="ADAL" clId="{19CD6828-3A08-4F98-B6C5-E5A747E4B7D1}" dt="2025-07-25T13:35:43.011" v="10541" actId="1076"/>
          <ac:picMkLst>
            <pc:docMk/>
            <pc:sldMk cId="3148525930" sldId="2718"/>
            <ac:picMk id="3080" creationId="{16434A9F-CE1C-2A59-D50E-9D6FBD7A2F37}"/>
          </ac:picMkLst>
        </pc:picChg>
        <pc:picChg chg="add mod">
          <ac:chgData name="Kathryn Clark (Astrea Central)" userId="d0e16b62-87cd-4242-828a-2f5e276be710" providerId="ADAL" clId="{19CD6828-3A08-4F98-B6C5-E5A747E4B7D1}" dt="2025-07-25T13:35:51.313" v="10544" actId="1076"/>
          <ac:picMkLst>
            <pc:docMk/>
            <pc:sldMk cId="3148525930" sldId="2718"/>
            <ac:picMk id="3081" creationId="{D0460939-8B43-05B9-AC3E-318C21012DF7}"/>
          </ac:picMkLst>
        </pc:picChg>
      </pc:sldChg>
      <pc:sldChg chg="add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25805775" sldId="2719"/>
        </pc:sldMkLst>
      </pc:sldChg>
      <pc:sldChg chg="addSp delSp modSp add mod ord modShow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311879112" sldId="272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70258967" sldId="272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3:29.592" v="44470" actId="1037"/>
        <pc:sldMkLst>
          <pc:docMk/>
          <pc:sldMk cId="1907887199" sldId="2722"/>
        </pc:sldMkLst>
      </pc:sldChg>
      <pc:sldChg chg="add del">
        <pc:chgData name="Kathryn Clark (Astrea Central)" userId="d0e16b62-87cd-4242-828a-2f5e276be710" providerId="ADAL" clId="{19CD6828-3A08-4F98-B6C5-E5A747E4B7D1}" dt="2025-07-29T14:19:04.231" v="12826" actId="47"/>
        <pc:sldMkLst>
          <pc:docMk/>
          <pc:sldMk cId="4064705746" sldId="2722"/>
        </pc:sldMkLst>
      </pc:sldChg>
      <pc:sldChg chg="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50690817" sldId="2723"/>
        </pc:sldMkLst>
      </pc:sldChg>
      <pc:sldChg chg="new del">
        <pc:chgData name="Kathryn Clark (Astrea Central)" userId="d0e16b62-87cd-4242-828a-2f5e276be710" providerId="ADAL" clId="{19CD6828-3A08-4F98-B6C5-E5A747E4B7D1}" dt="2025-07-29T15:21:46.845" v="14502" actId="47"/>
        <pc:sldMkLst>
          <pc:docMk/>
          <pc:sldMk cId="545438253" sldId="2724"/>
        </pc:sldMkLst>
      </pc:sldChg>
      <pc:sldChg chg="add del">
        <pc:chgData name="Kathryn Clark (Astrea Central)" userId="d0e16b62-87cd-4242-828a-2f5e276be710" providerId="ADAL" clId="{19CD6828-3A08-4F98-B6C5-E5A747E4B7D1}" dt="2025-07-30T08:55:07.985" v="15926" actId="47"/>
        <pc:sldMkLst>
          <pc:docMk/>
          <pc:sldMk cId="2272257009" sldId="2724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3:16:35.510" v="21160" actId="1036"/>
        <pc:sldMkLst>
          <pc:docMk/>
          <pc:sldMk cId="37649978" sldId="2725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29.282" v="45355" actId="20577"/>
        <pc:sldMkLst>
          <pc:docMk/>
          <pc:sldMk cId="550387963" sldId="2726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26:56.815" v="17020" actId="1036"/>
        <pc:sldMkLst>
          <pc:docMk/>
          <pc:sldMk cId="2393471396" sldId="272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1:33.173" v="44377" actId="14100"/>
        <pc:sldMkLst>
          <pc:docMk/>
          <pc:sldMk cId="1558718074" sldId="2728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11.368" v="44421" actId="14100"/>
        <pc:sldMkLst>
          <pc:docMk/>
          <pc:sldMk cId="1242708490" sldId="2729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6:44.715" v="22319" actId="1076"/>
        <pc:sldMkLst>
          <pc:docMk/>
          <pc:sldMk cId="3822218257" sldId="2730"/>
        </pc:sldMkLst>
      </pc:sldChg>
      <pc:sldChg chg="add del ord">
        <pc:chgData name="Kathryn Clark (Astrea Central)" userId="d0e16b62-87cd-4242-828a-2f5e276be710" providerId="ADAL" clId="{19CD6828-3A08-4F98-B6C5-E5A747E4B7D1}" dt="2025-07-30T09:48:38.038" v="17628" actId="47"/>
        <pc:sldMkLst>
          <pc:docMk/>
          <pc:sldMk cId="3594365347" sldId="273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237765148" sldId="2731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16.053" v="22324" actId="20577"/>
        <pc:sldMkLst>
          <pc:docMk/>
          <pc:sldMk cId="2354787100" sldId="273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671824443" sldId="2733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27.811" v="22327" actId="20577"/>
        <pc:sldMkLst>
          <pc:docMk/>
          <pc:sldMk cId="2682670728" sldId="2734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36.096" v="22330" actId="20577"/>
        <pc:sldMkLst>
          <pc:docMk/>
          <pc:sldMk cId="3269876765" sldId="2735"/>
        </pc:sldMkLst>
      </pc:sldChg>
      <pc:sldChg chg="modSp add mod">
        <pc:chgData name="Kathryn Clark (Astrea Central)" userId="d0e16b62-87cd-4242-828a-2f5e276be710" providerId="ADAL" clId="{19CD6828-3A08-4F98-B6C5-E5A747E4B7D1}" dt="2025-07-30T10:41:05.390" v="18810" actId="404"/>
        <pc:sldMkLst>
          <pc:docMk/>
          <pc:sldMk cId="2551116451" sldId="273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26515954" sldId="2737"/>
        </pc:sldMkLst>
      </pc:sldChg>
      <pc:sldChg chg="add del">
        <pc:chgData name="Kathryn Clark (Astrea Central)" userId="d0e16b62-87cd-4242-828a-2f5e276be710" providerId="ADAL" clId="{19CD6828-3A08-4F98-B6C5-E5A747E4B7D1}" dt="2025-07-30T10:44:13.738" v="18861"/>
        <pc:sldMkLst>
          <pc:docMk/>
          <pc:sldMk cId="803180155" sldId="2737"/>
        </pc:sldMkLst>
      </pc:sldChg>
      <pc:sldChg chg="add del">
        <pc:chgData name="Kathryn Clark (Astrea Central)" userId="d0e16b62-87cd-4242-828a-2f5e276be710" providerId="ADAL" clId="{19CD6828-3A08-4F98-B6C5-E5A747E4B7D1}" dt="2025-07-30T10:41:29.614" v="18812"/>
        <pc:sldMkLst>
          <pc:docMk/>
          <pc:sldMk cId="3765666445" sldId="273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064081495" sldId="273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372495540" sldId="2739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8:04.684" v="22338" actId="113"/>
        <pc:sldMkLst>
          <pc:docMk/>
          <pc:sldMk cId="2625264916" sldId="274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50.873" v="44438" actId="1036"/>
        <pc:sldMkLst>
          <pc:docMk/>
          <pc:sldMk cId="3056171141" sldId="2741"/>
        </pc:sldMkLst>
      </pc:sldChg>
      <pc:sldChg chg="addSp delSp modSp add del mod ord">
        <pc:chgData name="Kathryn Clark (Astrea Central)" userId="d0e16b62-87cd-4242-828a-2f5e276be710" providerId="ADAL" clId="{19CD6828-3A08-4F98-B6C5-E5A747E4B7D1}" dt="2025-07-31T10:39:21.379" v="25059" actId="47"/>
        <pc:sldMkLst>
          <pc:docMk/>
          <pc:sldMk cId="73778366" sldId="274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1:47.061" v="44379" actId="14100"/>
        <pc:sldMkLst>
          <pc:docMk/>
          <pc:sldMk cId="393827516" sldId="274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06.480" v="44420" actId="1036"/>
        <pc:sldMkLst>
          <pc:docMk/>
          <pc:sldMk cId="530186686" sldId="2744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3:03.299" v="44465" actId="14100"/>
        <pc:sldMkLst>
          <pc:docMk/>
          <pc:sldMk cId="1871282795" sldId="2745"/>
        </pc:sldMkLst>
      </pc:sldChg>
      <pc:sldChg chg="delSp add del mod">
        <pc:chgData name="Kathryn Clark (Astrea Central)" userId="d0e16b62-87cd-4242-828a-2f5e276be710" providerId="ADAL" clId="{19CD6828-3A08-4F98-B6C5-E5A747E4B7D1}" dt="2025-07-31T10:58:39.775" v="25529" actId="47"/>
        <pc:sldMkLst>
          <pc:docMk/>
          <pc:sldMk cId="3203229536" sldId="2748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725294789" sldId="2749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48116952" sldId="2750"/>
        </pc:sldMkLst>
      </pc:sldChg>
      <pc:sldChg chg="delSp add del mod ord">
        <pc:chgData name="Kathryn Clark (Astrea Central)" userId="d0e16b62-87cd-4242-828a-2f5e276be710" providerId="ADAL" clId="{19CD6828-3A08-4F98-B6C5-E5A747E4B7D1}" dt="2025-08-01T11:32:00.043" v="27728" actId="47"/>
        <pc:sldMkLst>
          <pc:docMk/>
          <pc:sldMk cId="2101533061" sldId="2751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07532733" sldId="2752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4:28:28.617" v="45187" actId="113"/>
        <pc:sldMkLst>
          <pc:docMk/>
          <pc:sldMk cId="2420241785" sldId="2753"/>
        </pc:sldMkLst>
      </pc:sldChg>
      <pc:sldChg chg="add del">
        <pc:chgData name="Kathryn Clark (Astrea Central)" userId="d0e16b62-87cd-4242-828a-2f5e276be710" providerId="ADAL" clId="{19CD6828-3A08-4F98-B6C5-E5A747E4B7D1}" dt="2025-08-01T10:09:43.533" v="26786" actId="47"/>
        <pc:sldMkLst>
          <pc:docMk/>
          <pc:sldMk cId="3265309983" sldId="275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003019914" sldId="2754"/>
        </pc:sldMkLst>
      </pc:sldChg>
      <pc:sldChg chg="addSp delSp modSp add mod">
        <pc:chgData name="Kathryn Clark (Astrea Central)" userId="d0e16b62-87cd-4242-828a-2f5e276be710" providerId="ADAL" clId="{19CD6828-3A08-4F98-B6C5-E5A747E4B7D1}" dt="2025-08-01T13:27:57.558" v="30673"/>
        <pc:sldMkLst>
          <pc:docMk/>
          <pc:sldMk cId="4278620915" sldId="2755"/>
        </pc:sldMkLst>
      </pc:sldChg>
      <pc:sldChg chg="new del">
        <pc:chgData name="Kathryn Clark (Astrea Central)" userId="d0e16b62-87cd-4242-828a-2f5e276be710" providerId="ADAL" clId="{19CD6828-3A08-4F98-B6C5-E5A747E4B7D1}" dt="2025-08-01T12:53:45.213" v="30154" actId="680"/>
        <pc:sldMkLst>
          <pc:docMk/>
          <pc:sldMk cId="1867542935" sldId="2756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14:08:49.703" v="44586" actId="1036"/>
        <pc:sldMkLst>
          <pc:docMk/>
          <pc:sldMk cId="3777841971" sldId="2756"/>
        </pc:sldMkLst>
      </pc:sldChg>
      <pc:sldChg chg="add del">
        <pc:chgData name="Kathryn Clark (Astrea Central)" userId="d0e16b62-87cd-4242-828a-2f5e276be710" providerId="ADAL" clId="{19CD6828-3A08-4F98-B6C5-E5A747E4B7D1}" dt="2025-08-01T13:45:07.308" v="30976"/>
        <pc:sldMkLst>
          <pc:docMk/>
          <pc:sldMk cId="3316018198" sldId="275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207511937" sldId="275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129393176" sldId="2758"/>
        </pc:sldMkLst>
      </pc:sldChg>
      <pc:sldChg chg="add del">
        <pc:chgData name="Kathryn Clark (Astrea Central)" userId="d0e16b62-87cd-4242-828a-2f5e276be710" providerId="ADAL" clId="{19CD6828-3A08-4F98-B6C5-E5A747E4B7D1}" dt="2025-08-01T15:39:15.143" v="34290" actId="47"/>
        <pc:sldMkLst>
          <pc:docMk/>
          <pc:sldMk cId="2490302120" sldId="2759"/>
        </pc:sldMkLst>
      </pc:sldChg>
      <pc:sldChg chg="addSp delSp modSp add del mod ord">
        <pc:chgData name="Kathryn Clark (Astrea Central)" userId="d0e16b62-87cd-4242-828a-2f5e276be710" providerId="ADAL" clId="{19CD6828-3A08-4F98-B6C5-E5A747E4B7D1}" dt="2025-08-01T16:12:06.205" v="35906" actId="47"/>
        <pc:sldMkLst>
          <pc:docMk/>
          <pc:sldMk cId="1745287727" sldId="2760"/>
        </pc:sldMkLst>
      </pc:sldChg>
      <pc:sldChg chg="add del ord">
        <pc:chgData name="Kathryn Clark (Astrea Central)" userId="d0e16b62-87cd-4242-828a-2f5e276be710" providerId="ADAL" clId="{19CD6828-3A08-4F98-B6C5-E5A747E4B7D1}" dt="2025-08-01T16:42:09.330" v="36638" actId="47"/>
        <pc:sldMkLst>
          <pc:docMk/>
          <pc:sldMk cId="1155721706" sldId="2761"/>
        </pc:sldMkLst>
      </pc:sldChg>
      <pc:sldChg chg="add del">
        <pc:chgData name="Kathryn Clark (Astrea Central)" userId="d0e16b62-87cd-4242-828a-2f5e276be710" providerId="ADAL" clId="{19CD6828-3A08-4F98-B6C5-E5A747E4B7D1}" dt="2025-08-01T16:42:56.515" v="36639" actId="47"/>
        <pc:sldMkLst>
          <pc:docMk/>
          <pc:sldMk cId="2038539790" sldId="2762"/>
        </pc:sldMkLst>
      </pc:sldChg>
      <pc:sldChg chg="add del">
        <pc:chgData name="Kathryn Clark (Astrea Central)" userId="d0e16b62-87cd-4242-828a-2f5e276be710" providerId="ADAL" clId="{19CD6828-3A08-4F98-B6C5-E5A747E4B7D1}" dt="2025-08-01T16:42:57.038" v="36640" actId="47"/>
        <pc:sldMkLst>
          <pc:docMk/>
          <pc:sldMk cId="3827536999" sldId="2763"/>
        </pc:sldMkLst>
      </pc:sldChg>
      <pc:sldChg chg="add del">
        <pc:chgData name="Kathryn Clark (Astrea Central)" userId="d0e16b62-87cd-4242-828a-2f5e276be710" providerId="ADAL" clId="{19CD6828-3A08-4F98-B6C5-E5A747E4B7D1}" dt="2025-08-01T16:43:04.215" v="36641" actId="47"/>
        <pc:sldMkLst>
          <pc:docMk/>
          <pc:sldMk cId="2631822624" sldId="2764"/>
        </pc:sldMkLst>
      </pc:sldChg>
      <pc:sldChg chg="delSp add del mod">
        <pc:chgData name="Kathryn Clark (Astrea Central)" userId="d0e16b62-87cd-4242-828a-2f5e276be710" providerId="ADAL" clId="{19CD6828-3A08-4F98-B6C5-E5A747E4B7D1}" dt="2025-08-01T15:44:41.827" v="34392" actId="47"/>
        <pc:sldMkLst>
          <pc:docMk/>
          <pc:sldMk cId="1099546865" sldId="2765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61133856" sldId="2765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14:27:31.703" v="45153" actId="113"/>
        <pc:sldMkLst>
          <pc:docMk/>
          <pc:sldMk cId="128374997" sldId="2766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27:49.779" v="45159" actId="113"/>
        <pc:sldMkLst>
          <pc:docMk/>
          <pc:sldMk cId="3507381526" sldId="276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92245757" sldId="276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1T18:29:27.412" v="39448"/>
        <pc:sldMkLst>
          <pc:docMk/>
          <pc:sldMk cId="3575009653" sldId="2769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09:26:44.906" v="41124" actId="1076"/>
        <pc:sldMkLst>
          <pc:docMk/>
          <pc:sldMk cId="2394020783" sldId="2770"/>
        </pc:sldMkLst>
      </pc:sldChg>
      <pc:sldChg chg="addSp modSp new del mod">
        <pc:chgData name="Kathryn Clark (Astrea Central)" userId="d0e16b62-87cd-4242-828a-2f5e276be710" providerId="ADAL" clId="{19CD6828-3A08-4F98-B6C5-E5A747E4B7D1}" dt="2025-08-01T18:35:50.598" v="39895" actId="47"/>
        <pc:sldMkLst>
          <pc:docMk/>
          <pc:sldMk cId="2033803928" sldId="2771"/>
        </pc:sldMkLst>
      </pc:sldChg>
      <pc:sldChg chg="addSp modSp add mod">
        <pc:chgData name="Kathryn Clark (Astrea Central)" userId="d0e16b62-87cd-4242-828a-2f5e276be710" providerId="ADAL" clId="{19CD6828-3A08-4F98-B6C5-E5A747E4B7D1}" dt="2025-08-04T13:55:58.627" v="44315" actId="1036"/>
        <pc:sldMkLst>
          <pc:docMk/>
          <pc:sldMk cId="2915799323" sldId="277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03439746" sldId="27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9:33.532" v="44609" actId="1036"/>
        <pc:sldMkLst>
          <pc:docMk/>
          <pc:sldMk cId="2572332978" sldId="277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9:44.638" v="44617" actId="20577"/>
        <pc:sldMkLst>
          <pc:docMk/>
          <pc:sldMk cId="2497437870" sldId="2774"/>
        </pc:sldMkLst>
      </pc:sldChg>
    </pc:docChg>
  </pc:docChgLst>
  <pc:docChgLst>
    <pc:chgData name="Kathryn Clark (Astrea Central)" userId="d0e16b62-87cd-4242-828a-2f5e276be710" providerId="ADAL" clId="{F52BB318-C737-4C19-95EB-1D74698BD6D6}"/>
    <pc:docChg chg="undo custSel addSld delSld modSld delSection modSection">
      <pc:chgData name="Kathryn Clark (Astrea Central)" userId="d0e16b62-87cd-4242-828a-2f5e276be710" providerId="ADAL" clId="{F52BB318-C737-4C19-95EB-1D74698BD6D6}" dt="2025-08-06T16:00:29.274" v="89" actId="207"/>
      <pc:docMkLst>
        <pc:docMk/>
      </pc:docMkLst>
      <pc:sldChg chg="del">
        <pc:chgData name="Kathryn Clark (Astrea Central)" userId="d0e16b62-87cd-4242-828a-2f5e276be710" providerId="ADAL" clId="{F52BB318-C737-4C19-95EB-1D74698BD6D6}" dt="2025-08-06T15:02:59.202" v="2" actId="47"/>
        <pc:sldMkLst>
          <pc:docMk/>
          <pc:sldMk cId="3872383198" sldId="257"/>
        </pc:sldMkLst>
      </pc:sldChg>
      <pc:sldChg chg="del">
        <pc:chgData name="Kathryn Clark (Astrea Central)" userId="d0e16b62-87cd-4242-828a-2f5e276be710" providerId="ADAL" clId="{F52BB318-C737-4C19-95EB-1D74698BD6D6}" dt="2025-08-06T15:02:59.783" v="3" actId="47"/>
        <pc:sldMkLst>
          <pc:docMk/>
          <pc:sldMk cId="3405770585" sldId="258"/>
        </pc:sldMkLst>
      </pc:sldChg>
      <pc:sldChg chg="add del">
        <pc:chgData name="Kathryn Clark (Astrea Central)" userId="d0e16b62-87cd-4242-828a-2f5e276be710" providerId="ADAL" clId="{F52BB318-C737-4C19-95EB-1D74698BD6D6}" dt="2025-08-06T15:03:01.041" v="4" actId="47"/>
        <pc:sldMkLst>
          <pc:docMk/>
          <pc:sldMk cId="3577189475" sldId="259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084990881" sldId="273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107775372" sldId="274"/>
        </pc:sldMkLst>
      </pc:sldChg>
      <pc:sldChg chg="modSp mod">
        <pc:chgData name="Kathryn Clark (Astrea Central)" userId="d0e16b62-87cd-4242-828a-2f5e276be710" providerId="ADAL" clId="{F52BB318-C737-4C19-95EB-1D74698BD6D6}" dt="2025-08-06T16:00:04.030" v="65" actId="20577"/>
        <pc:sldMkLst>
          <pc:docMk/>
          <pc:sldMk cId="2271792515" sldId="510"/>
        </pc:sldMkLst>
        <pc:spChg chg="mod">
          <ac:chgData name="Kathryn Clark (Astrea Central)" userId="d0e16b62-87cd-4242-828a-2f5e276be710" providerId="ADAL" clId="{F52BB318-C737-4C19-95EB-1D74698BD6D6}" dt="2025-08-06T16:00:04.030" v="65" actId="20577"/>
          <ac:spMkLst>
            <pc:docMk/>
            <pc:sldMk cId="2271792515" sldId="510"/>
            <ac:spMk id="91" creationId="{7ECD2505-2658-40B2-84F6-32DD5C7E1262}"/>
          </ac:spMkLst>
        </pc:spChg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1520011281" sldId="583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1908024738" sldId="686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737754641" sldId="688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1864444121" sldId="718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1937459663" sldId="719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265309983" sldId="729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987619576" sldId="730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973222117" sldId="736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494193463" sldId="739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706603858" sldId="740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825450557" sldId="742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922628727" sldId="744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529695953" sldId="1203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2979056539" sldId="1213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4253984274" sldId="1216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292644395" sldId="1219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1323390205" sldId="1235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268313574" sldId="1258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141730267" sldId="1259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008329193" sldId="1260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1147899049" sldId="1261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1151857062" sldId="1262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456297609" sldId="1263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4274479591" sldId="1265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900469656" sldId="1270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867229049" sldId="1271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1726936922" sldId="1272"/>
        </pc:sldMkLst>
      </pc:sldChg>
      <pc:sldChg chg="del">
        <pc:chgData name="Kathryn Clark (Astrea Central)" userId="d0e16b62-87cd-4242-828a-2f5e276be710" providerId="ADAL" clId="{F52BB318-C737-4C19-95EB-1D74698BD6D6}" dt="2025-08-06T15:03:41.188" v="11" actId="47"/>
        <pc:sldMkLst>
          <pc:docMk/>
          <pc:sldMk cId="722116122" sldId="1274"/>
        </pc:sldMkLst>
      </pc:sldChg>
      <pc:sldChg chg="del">
        <pc:chgData name="Kathryn Clark (Astrea Central)" userId="d0e16b62-87cd-4242-828a-2f5e276be710" providerId="ADAL" clId="{F52BB318-C737-4C19-95EB-1D74698BD6D6}" dt="2025-08-06T15:03:41.188" v="11" actId="47"/>
        <pc:sldMkLst>
          <pc:docMk/>
          <pc:sldMk cId="3248435665" sldId="1276"/>
        </pc:sldMkLst>
      </pc:sldChg>
      <pc:sldChg chg="modSp mod">
        <pc:chgData name="Kathryn Clark (Astrea Central)" userId="d0e16b62-87cd-4242-828a-2f5e276be710" providerId="ADAL" clId="{F52BB318-C737-4C19-95EB-1D74698BD6D6}" dt="2025-08-06T16:00:08.907" v="70" actId="20577"/>
        <pc:sldMkLst>
          <pc:docMk/>
          <pc:sldMk cId="346473540" sldId="2609"/>
        </pc:sldMkLst>
      </pc:sldChg>
      <pc:sldChg chg="modSp mod">
        <pc:chgData name="Kathryn Clark (Astrea Central)" userId="d0e16b62-87cd-4242-828a-2f5e276be710" providerId="ADAL" clId="{F52BB318-C737-4C19-95EB-1D74698BD6D6}" dt="2025-08-06T16:00:14.086" v="75" actId="20577"/>
        <pc:sldMkLst>
          <pc:docMk/>
          <pc:sldMk cId="2375111560" sldId="2613"/>
        </pc:sldMkLst>
        <pc:spChg chg="mod">
          <ac:chgData name="Kathryn Clark (Astrea Central)" userId="d0e16b62-87cd-4242-828a-2f5e276be710" providerId="ADAL" clId="{F52BB318-C737-4C19-95EB-1D74698BD6D6}" dt="2025-08-06T16:00:14.086" v="75" actId="20577"/>
          <ac:spMkLst>
            <pc:docMk/>
            <pc:sldMk cId="2375111560" sldId="2613"/>
            <ac:spMk id="4" creationId="{7B4337E9-5A09-CBAD-4ECC-9F00B4D223FB}"/>
          </ac:spMkLst>
        </pc:spChg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1265900831" sldId="2615"/>
        </pc:sldMkLst>
      </pc:sldChg>
      <pc:sldChg chg="modSp mod">
        <pc:chgData name="Kathryn Clark (Astrea Central)" userId="d0e16b62-87cd-4242-828a-2f5e276be710" providerId="ADAL" clId="{F52BB318-C737-4C19-95EB-1D74698BD6D6}" dt="2025-08-06T15:36:00.318" v="64" actId="1037"/>
        <pc:sldMkLst>
          <pc:docMk/>
          <pc:sldMk cId="2860981141" sldId="2634"/>
        </pc:sldMkLst>
        <pc:spChg chg="mod">
          <ac:chgData name="Kathryn Clark (Astrea Central)" userId="d0e16b62-87cd-4242-828a-2f5e276be710" providerId="ADAL" clId="{F52BB318-C737-4C19-95EB-1D74698BD6D6}" dt="2025-08-06T15:35:56.978" v="59" actId="1036"/>
          <ac:spMkLst>
            <pc:docMk/>
            <pc:sldMk cId="2860981141" sldId="2634"/>
            <ac:spMk id="13" creationId="{73493B0F-125A-FCAC-BF6A-5A379F672F0F}"/>
          </ac:spMkLst>
        </pc:spChg>
        <pc:spChg chg="mod">
          <ac:chgData name="Kathryn Clark (Astrea Central)" userId="d0e16b62-87cd-4242-828a-2f5e276be710" providerId="ADAL" clId="{F52BB318-C737-4C19-95EB-1D74698BD6D6}" dt="2025-08-06T15:36:00.318" v="64" actId="1037"/>
          <ac:spMkLst>
            <pc:docMk/>
            <pc:sldMk cId="2860981141" sldId="2634"/>
            <ac:spMk id="14" creationId="{2D83EE8E-E1D4-CD4B-99D4-CB62D4B8F520}"/>
          </ac:spMkLst>
        </pc:spChg>
        <pc:spChg chg="mod">
          <ac:chgData name="Kathryn Clark (Astrea Central)" userId="d0e16b62-87cd-4242-828a-2f5e276be710" providerId="ADAL" clId="{F52BB318-C737-4C19-95EB-1D74698BD6D6}" dt="2025-08-06T15:35:56.978" v="59" actId="1036"/>
          <ac:spMkLst>
            <pc:docMk/>
            <pc:sldMk cId="2860981141" sldId="2634"/>
            <ac:spMk id="15" creationId="{4B343AB4-FF9C-15EA-7778-4D97E7108E00}"/>
          </ac:spMkLst>
        </pc:spChg>
        <pc:graphicFrameChg chg="modGraphic">
          <ac:chgData name="Kathryn Clark (Astrea Central)" userId="d0e16b62-87cd-4242-828a-2f5e276be710" providerId="ADAL" clId="{F52BB318-C737-4C19-95EB-1D74698BD6D6}" dt="2025-08-06T15:35:52.270" v="50" actId="20577"/>
          <ac:graphicFrameMkLst>
            <pc:docMk/>
            <pc:sldMk cId="2860981141" sldId="2634"/>
            <ac:graphicFrameMk id="3" creationId="{C7B585F8-003B-A45D-70D5-13B73C1CF858}"/>
          </ac:graphicFrameMkLst>
        </pc:graphicFrameChg>
        <pc:graphicFrameChg chg="mod">
          <ac:chgData name="Kathryn Clark (Astrea Central)" userId="d0e16b62-87cd-4242-828a-2f5e276be710" providerId="ADAL" clId="{F52BB318-C737-4C19-95EB-1D74698BD6D6}" dt="2025-08-06T15:35:56.978" v="59" actId="1036"/>
          <ac:graphicFrameMkLst>
            <pc:docMk/>
            <pc:sldMk cId="2860981141" sldId="2634"/>
            <ac:graphicFrameMk id="16" creationId="{90FD299E-9DA3-B2D3-8DB3-F68B71ECEBB5}"/>
          </ac:graphicFrameMkLst>
        </pc:graphicFrameChg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440933357" sldId="2639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3492178883" sldId="2696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3527980205" sldId="2697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800564505" sldId="2698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921029909" sldId="2700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2591683603" sldId="2701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140179314" sldId="2702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2923777065" sldId="2703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3361736352" sldId="2704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1605219722" sldId="2705"/>
        </pc:sldMkLst>
      </pc:sldChg>
      <pc:sldChg chg="modSp mod">
        <pc:chgData name="Kathryn Clark (Astrea Central)" userId="d0e16b62-87cd-4242-828a-2f5e276be710" providerId="ADAL" clId="{F52BB318-C737-4C19-95EB-1D74698BD6D6}" dt="2025-08-06T15:35:42.746" v="42" actId="1036"/>
        <pc:sldMkLst>
          <pc:docMk/>
          <pc:sldMk cId="738503352" sldId="2707"/>
        </pc:sldMkLst>
        <pc:spChg chg="mod">
          <ac:chgData name="Kathryn Clark (Astrea Central)" userId="d0e16b62-87cd-4242-828a-2f5e276be710" providerId="ADAL" clId="{F52BB318-C737-4C19-95EB-1D74698BD6D6}" dt="2025-08-06T15:35:40.187" v="32" actId="1035"/>
          <ac:spMkLst>
            <pc:docMk/>
            <pc:sldMk cId="738503352" sldId="2707"/>
            <ac:spMk id="7" creationId="{E7093188-5A6B-55B6-F458-791B5FA2D951}"/>
          </ac:spMkLst>
        </pc:spChg>
        <pc:spChg chg="mod">
          <ac:chgData name="Kathryn Clark (Astrea Central)" userId="d0e16b62-87cd-4242-828a-2f5e276be710" providerId="ADAL" clId="{F52BB318-C737-4C19-95EB-1D74698BD6D6}" dt="2025-08-06T15:35:40.187" v="32" actId="1035"/>
          <ac:spMkLst>
            <pc:docMk/>
            <pc:sldMk cId="738503352" sldId="2707"/>
            <ac:spMk id="8" creationId="{D3DBC2B0-E4BD-03FA-EF02-FC85A1E11BB1}"/>
          </ac:spMkLst>
        </pc:spChg>
        <pc:spChg chg="mod">
          <ac:chgData name="Kathryn Clark (Astrea Central)" userId="d0e16b62-87cd-4242-828a-2f5e276be710" providerId="ADAL" clId="{F52BB318-C737-4C19-95EB-1D74698BD6D6}" dt="2025-08-06T15:35:42.746" v="42" actId="1036"/>
          <ac:spMkLst>
            <pc:docMk/>
            <pc:sldMk cId="738503352" sldId="2707"/>
            <ac:spMk id="16" creationId="{5B6E3320-B32B-5F38-1F6A-0BE05B58950D}"/>
          </ac:spMkLst>
        </pc:spChg>
        <pc:graphicFrameChg chg="modGraphic">
          <ac:chgData name="Kathryn Clark (Astrea Central)" userId="d0e16b62-87cd-4242-828a-2f5e276be710" providerId="ADAL" clId="{F52BB318-C737-4C19-95EB-1D74698BD6D6}" dt="2025-08-06T15:35:35.981" v="19" actId="14100"/>
          <ac:graphicFrameMkLst>
            <pc:docMk/>
            <pc:sldMk cId="738503352" sldId="2707"/>
            <ac:graphicFrameMk id="2" creationId="{A5EBA11C-2D6B-30A7-96BA-12AA6C34B144}"/>
          </ac:graphicFrameMkLst>
        </pc:graphicFrameChg>
        <pc:graphicFrameChg chg="mod">
          <ac:chgData name="Kathryn Clark (Astrea Central)" userId="d0e16b62-87cd-4242-828a-2f5e276be710" providerId="ADAL" clId="{F52BB318-C737-4C19-95EB-1D74698BD6D6}" dt="2025-08-06T15:35:40.187" v="32" actId="1035"/>
          <ac:graphicFrameMkLst>
            <pc:docMk/>
            <pc:sldMk cId="738503352" sldId="2707"/>
            <ac:graphicFrameMk id="9" creationId="{866CAA32-35F5-320C-7522-04BA947D8718}"/>
          </ac:graphicFrameMkLst>
        </pc:graphicFrameChg>
      </pc:sldChg>
      <pc:sldChg chg="modSp mod">
        <pc:chgData name="Kathryn Clark (Astrea Central)" userId="d0e16b62-87cd-4242-828a-2f5e276be710" providerId="ADAL" clId="{F52BB318-C737-4C19-95EB-1D74698BD6D6}" dt="2025-08-06T16:00:29.274" v="89" actId="207"/>
        <pc:sldMkLst>
          <pc:docMk/>
          <pc:sldMk cId="96827732" sldId="2715"/>
        </pc:sldMkLst>
        <pc:spChg chg="mod">
          <ac:chgData name="Kathryn Clark (Astrea Central)" userId="d0e16b62-87cd-4242-828a-2f5e276be710" providerId="ADAL" clId="{F52BB318-C737-4C19-95EB-1D74698BD6D6}" dt="2025-08-06T16:00:29.274" v="89" actId="207"/>
          <ac:spMkLst>
            <pc:docMk/>
            <pc:sldMk cId="96827732" sldId="2715"/>
            <ac:spMk id="3" creationId="{2E01F3B3-7BE0-C885-327F-446CF5E2666D}"/>
          </ac:spMkLst>
        </pc:spChg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725805775" sldId="2719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2311879112" sldId="2720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3570258967" sldId="2721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1907887199" sldId="2722"/>
        </pc:sldMkLst>
      </pc:sldChg>
      <pc:sldChg chg="del">
        <pc:chgData name="Kathryn Clark (Astrea Central)" userId="d0e16b62-87cd-4242-828a-2f5e276be710" providerId="ADAL" clId="{F52BB318-C737-4C19-95EB-1D74698BD6D6}" dt="2025-08-06T15:03:21.031" v="7" actId="47"/>
        <pc:sldMkLst>
          <pc:docMk/>
          <pc:sldMk cId="3950690817" sldId="2723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7649978" sldId="2725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550387963" sldId="2726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2393471396" sldId="2727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1558718074" sldId="2728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1242708490" sldId="2729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822218257" sldId="2730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4237765148" sldId="2731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2354787100" sldId="2732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671824443" sldId="2733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2682670728" sldId="2734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269876765" sldId="2735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2551116451" sldId="2736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26515954" sldId="2737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4064081495" sldId="2738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372495540" sldId="2739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2625264916" sldId="2740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056171141" sldId="2741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393827516" sldId="2743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530186686" sldId="2744"/>
        </pc:sldMkLst>
      </pc:sldChg>
      <pc:sldChg chg="del">
        <pc:chgData name="Kathryn Clark (Astrea Central)" userId="d0e16b62-87cd-4242-828a-2f5e276be710" providerId="ADAL" clId="{F52BB318-C737-4C19-95EB-1D74698BD6D6}" dt="2025-08-06T15:03:15.459" v="6" actId="47"/>
        <pc:sldMkLst>
          <pc:docMk/>
          <pc:sldMk cId="1871282795" sldId="2745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2725294789" sldId="2749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148116952" sldId="2750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507532733" sldId="2752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420241785" sldId="2753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2003019914" sldId="2754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4278620915" sldId="2755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777841971" sldId="2756"/>
        </pc:sldMkLst>
      </pc:sldChg>
      <pc:sldChg chg="del">
        <pc:chgData name="Kathryn Clark (Astrea Central)" userId="d0e16b62-87cd-4242-828a-2f5e276be710" providerId="ADAL" clId="{F52BB318-C737-4C19-95EB-1D74698BD6D6}" dt="2025-08-06T15:03:31.524" v="9" actId="47"/>
        <pc:sldMkLst>
          <pc:docMk/>
          <pc:sldMk cId="4207511937" sldId="2757"/>
        </pc:sldMkLst>
      </pc:sldChg>
      <pc:sldChg chg="del">
        <pc:chgData name="Kathryn Clark (Astrea Central)" userId="d0e16b62-87cd-4242-828a-2f5e276be710" providerId="ADAL" clId="{F52BB318-C737-4C19-95EB-1D74698BD6D6}" dt="2025-08-06T15:03:31.524" v="9" actId="47"/>
        <pc:sldMkLst>
          <pc:docMk/>
          <pc:sldMk cId="4129393176" sldId="2758"/>
        </pc:sldMkLst>
      </pc:sldChg>
      <pc:sldChg chg="del">
        <pc:chgData name="Kathryn Clark (Astrea Central)" userId="d0e16b62-87cd-4242-828a-2f5e276be710" providerId="ADAL" clId="{F52BB318-C737-4C19-95EB-1D74698BD6D6}" dt="2025-08-06T15:03:31.524" v="9" actId="47"/>
        <pc:sldMkLst>
          <pc:docMk/>
          <pc:sldMk cId="2561133856" sldId="2765"/>
        </pc:sldMkLst>
      </pc:sldChg>
      <pc:sldChg chg="del">
        <pc:chgData name="Kathryn Clark (Astrea Central)" userId="d0e16b62-87cd-4242-828a-2f5e276be710" providerId="ADAL" clId="{F52BB318-C737-4C19-95EB-1D74698BD6D6}" dt="2025-08-06T15:03:31.524" v="9" actId="47"/>
        <pc:sldMkLst>
          <pc:docMk/>
          <pc:sldMk cId="128374997" sldId="2766"/>
        </pc:sldMkLst>
      </pc:sldChg>
      <pc:sldChg chg="del">
        <pc:chgData name="Kathryn Clark (Astrea Central)" userId="d0e16b62-87cd-4242-828a-2f5e276be710" providerId="ADAL" clId="{F52BB318-C737-4C19-95EB-1D74698BD6D6}" dt="2025-08-06T15:03:31.524" v="9" actId="47"/>
        <pc:sldMkLst>
          <pc:docMk/>
          <pc:sldMk cId="3507381526" sldId="2767"/>
        </pc:sldMkLst>
      </pc:sldChg>
      <pc:sldChg chg="del">
        <pc:chgData name="Kathryn Clark (Astrea Central)" userId="d0e16b62-87cd-4242-828a-2f5e276be710" providerId="ADAL" clId="{F52BB318-C737-4C19-95EB-1D74698BD6D6}" dt="2025-08-06T15:03:31.524" v="9" actId="47"/>
        <pc:sldMkLst>
          <pc:docMk/>
          <pc:sldMk cId="2592245757" sldId="2768"/>
        </pc:sldMkLst>
      </pc:sldChg>
      <pc:sldChg chg="del">
        <pc:chgData name="Kathryn Clark (Astrea Central)" userId="d0e16b62-87cd-4242-828a-2f5e276be710" providerId="ADAL" clId="{F52BB318-C737-4C19-95EB-1D74698BD6D6}" dt="2025-08-06T15:03:38.423" v="10" actId="47"/>
        <pc:sldMkLst>
          <pc:docMk/>
          <pc:sldMk cId="3575009653" sldId="2769"/>
        </pc:sldMkLst>
      </pc:sldChg>
      <pc:sldChg chg="del">
        <pc:chgData name="Kathryn Clark (Astrea Central)" userId="d0e16b62-87cd-4242-828a-2f5e276be710" providerId="ADAL" clId="{F52BB318-C737-4C19-95EB-1D74698BD6D6}" dt="2025-08-06T15:03:31.524" v="9" actId="47"/>
        <pc:sldMkLst>
          <pc:docMk/>
          <pc:sldMk cId="2394020783" sldId="2770"/>
        </pc:sldMkLst>
      </pc:sldChg>
      <pc:sldChg chg="del">
        <pc:chgData name="Kathryn Clark (Astrea Central)" userId="d0e16b62-87cd-4242-828a-2f5e276be710" providerId="ADAL" clId="{F52BB318-C737-4C19-95EB-1D74698BD6D6}" dt="2025-08-06T15:03:27.095" v="8" actId="47"/>
        <pc:sldMkLst>
          <pc:docMk/>
          <pc:sldMk cId="2915799323" sldId="2771"/>
        </pc:sldMkLst>
      </pc:sldChg>
      <pc:sldChg chg="del">
        <pc:chgData name="Kathryn Clark (Astrea Central)" userId="d0e16b62-87cd-4242-828a-2f5e276be710" providerId="ADAL" clId="{F52BB318-C737-4C19-95EB-1D74698BD6D6}" dt="2025-08-06T15:03:41.188" v="11" actId="47"/>
        <pc:sldMkLst>
          <pc:docMk/>
          <pc:sldMk cId="303439746" sldId="2772"/>
        </pc:sldMkLst>
      </pc:sldChg>
      <pc:sldChg chg="del">
        <pc:chgData name="Kathryn Clark (Astrea Central)" userId="d0e16b62-87cd-4242-828a-2f5e276be710" providerId="ADAL" clId="{F52BB318-C737-4C19-95EB-1D74698BD6D6}" dt="2025-08-06T15:03:41.188" v="11" actId="47"/>
        <pc:sldMkLst>
          <pc:docMk/>
          <pc:sldMk cId="2572332978" sldId="2773"/>
        </pc:sldMkLst>
      </pc:sldChg>
      <pc:sldChg chg="del">
        <pc:chgData name="Kathryn Clark (Astrea Central)" userId="d0e16b62-87cd-4242-828a-2f5e276be710" providerId="ADAL" clId="{F52BB318-C737-4C19-95EB-1D74698BD6D6}" dt="2025-08-06T15:03:41.188" v="11" actId="47"/>
        <pc:sldMkLst>
          <pc:docMk/>
          <pc:sldMk cId="2497437870" sldId="2774"/>
        </pc:sldMkLst>
      </pc:sldChg>
    </pc:docChg>
  </pc:docChgLst>
  <pc:docChgLst>
    <pc:chgData name="Adam Brown (Astrea Central)" userId="S::adam.brown@astreaacademytrust.org::e4577f1c-a0ea-4eef-9851-9bdbe8619e58" providerId="AD" clId="Web-{77350A8A-9B00-74A0-621F-18BFA3A67EFF}"/>
    <pc:docChg chg="mod">
      <pc:chgData name="Adam Brown (Astrea Central)" userId="S::adam.brown@astreaacademytrust.org::e4577f1c-a0ea-4eef-9851-9bdbe8619e58" providerId="AD" clId="Web-{77350A8A-9B00-74A0-621F-18BFA3A67EFF}" dt="2025-07-02T12:47:18.986" v="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2E22F-8037-4E73-996F-59D4E5C2D900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4EA30-B88E-4542-8A78-DB28F8B408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742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4EA30-B88E-4542-8A78-DB28F8B408F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06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34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21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66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76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3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76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84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48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04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34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25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1B172-0278-4771-B1CD-92D30C432896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7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2.jpeg"/><Relationship Id="rId7" Type="http://schemas.openxmlformats.org/officeDocument/2006/relationships/image" Target="../media/image14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48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62.png"/><Relationship Id="rId7" Type="http://schemas.openxmlformats.org/officeDocument/2006/relationships/image" Target="../media/image19.jpe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23.jpeg"/><Relationship Id="rId5" Type="http://schemas.openxmlformats.org/officeDocument/2006/relationships/image" Target="../media/image64.png"/><Relationship Id="rId10" Type="http://schemas.openxmlformats.org/officeDocument/2006/relationships/image" Target="../media/image22.jpeg"/><Relationship Id="rId4" Type="http://schemas.openxmlformats.org/officeDocument/2006/relationships/image" Target="../media/image63.png"/><Relationship Id="rId9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B27CCF-69BA-BD45-B702-F34D04123233}"/>
              </a:ext>
            </a:extLst>
          </p:cNvPr>
          <p:cNvSpPr/>
          <p:nvPr/>
        </p:nvSpPr>
        <p:spPr>
          <a:xfrm>
            <a:off x="91923" y="321525"/>
            <a:ext cx="6705734" cy="1266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1C0BBC-CD68-284C-9A09-42259A63C2EF}"/>
              </a:ext>
            </a:extLst>
          </p:cNvPr>
          <p:cNvSpPr txBox="1"/>
          <p:nvPr/>
        </p:nvSpPr>
        <p:spPr>
          <a:xfrm>
            <a:off x="262076" y="717338"/>
            <a:ext cx="1149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noProof="0"/>
              <a:t>Objectives: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B393BD-73A8-3C40-8580-71BE70CA9939}"/>
              </a:ext>
            </a:extLst>
          </p:cNvPr>
          <p:cNvSpPr txBox="1"/>
          <p:nvPr/>
        </p:nvSpPr>
        <p:spPr>
          <a:xfrm>
            <a:off x="583365" y="969074"/>
            <a:ext cx="3816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/>
              <a:t>To understand what an equation is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/>
              <a:t>To become fluent in methods for solving equations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4C4486-DC7D-1149-B377-5199FED4A648}"/>
              </a:ext>
            </a:extLst>
          </p:cNvPr>
          <p:cNvSpPr txBox="1"/>
          <p:nvPr/>
        </p:nvSpPr>
        <p:spPr>
          <a:xfrm>
            <a:off x="262076" y="387542"/>
            <a:ext cx="445902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/>
              <a:t>LEARNING OUTCOME: How to solve equations with One Variable</a:t>
            </a:r>
            <a:endParaRPr lang="en-GB" sz="1200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399348-2F42-8F4A-A0DE-DA36488C36AC}"/>
              </a:ext>
            </a:extLst>
          </p:cNvPr>
          <p:cNvSpPr txBox="1"/>
          <p:nvPr/>
        </p:nvSpPr>
        <p:spPr>
          <a:xfrm>
            <a:off x="4891255" y="340590"/>
            <a:ext cx="1752869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u="sng" noProof="0"/>
              <a:t>Keywords:</a:t>
            </a:r>
            <a:endParaRPr lang="en-GB" sz="1200" noProof="0"/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/>
              <a:t>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/>
              <a:t>Solving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/>
              <a:t>Inverse operations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/>
              <a:t>Substitution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/>
              <a:t>Variables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D83EE8E-E1D4-CD4B-99D4-CB62D4B8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2641" y="9565410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</a:t>
            </a:fld>
            <a:endParaRPr lang="en-GB" b="1" noProof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ECD2505-2658-40B2-84F6-32DD5C7E1262}"/>
              </a:ext>
            </a:extLst>
          </p:cNvPr>
          <p:cNvSpPr/>
          <p:nvPr/>
        </p:nvSpPr>
        <p:spPr>
          <a:xfrm>
            <a:off x="0" y="0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/>
              <a:t>Subtopic 1A – Solving Equations (RECAP)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F9E5E9-1134-1FDD-1094-E3999B8AE9E8}"/>
                  </a:ext>
                </a:extLst>
              </p:cNvPr>
              <p:cNvSpPr txBox="1"/>
              <p:nvPr/>
            </p:nvSpPr>
            <p:spPr>
              <a:xfrm>
                <a:off x="76132" y="1640532"/>
                <a:ext cx="6705735" cy="58169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+mj-lt"/>
                  <a:buAutoNum type="arabicPeriod"/>
                </a:pPr>
                <a:r>
                  <a:rPr lang="en-GB" sz="1200" b="1" noProof="0"/>
                  <a:t>Introduction to Solving Equations: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noProof="0"/>
                  <a:t>Equations are </a:t>
                </a:r>
                <a:r>
                  <a:rPr lang="en-GB" sz="1200" noProof="0">
                    <a:solidFill>
                      <a:srgbClr val="333333"/>
                    </a:solidFill>
                  </a:rPr>
                  <a:t>a mathematical statement that two things are </a:t>
                </a:r>
                <a:r>
                  <a:rPr lang="en-GB" sz="1200" b="1" noProof="0">
                    <a:solidFill>
                      <a:srgbClr val="333333"/>
                    </a:solidFill>
                  </a:rPr>
                  <a:t>equal.</a:t>
                </a:r>
                <a:endParaRPr lang="en-GB" sz="1200" b="1" noProof="0"/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noProof="0"/>
                  <a:t>You could see this with an example of an equation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1+3=4</m:t>
                    </m:r>
                  </m:oMath>
                </a14:m>
                <a:r>
                  <a:rPr lang="en-GB" sz="1200" noProof="0"/>
                  <a:t>  where the value on the </a:t>
                </a:r>
                <a:r>
                  <a:rPr lang="en-GB" sz="1200" b="1" noProof="0"/>
                  <a:t>left-hand side</a:t>
                </a:r>
                <a:br>
                  <a:rPr lang="en-GB" sz="1200" b="1" noProof="0"/>
                </a:br>
                <a:r>
                  <a:rPr lang="en-GB" sz="1200" b="1" noProof="0"/>
                  <a:t>of the equation</a:t>
                </a:r>
                <a:r>
                  <a:rPr lang="en-GB" sz="1200" noProof="0"/>
                  <a:t> is exactly the same as on the </a:t>
                </a:r>
                <a:r>
                  <a:rPr lang="en-GB" sz="1200" b="1" noProof="0"/>
                  <a:t>right-hand side of the equation. </a:t>
                </a:r>
                <a:endParaRPr lang="en-GB" sz="1200" noProof="0"/>
              </a:p>
              <a:p>
                <a:pPr marL="228600" indent="-228600">
                  <a:buFont typeface="+mj-lt"/>
                  <a:buAutoNum type="arabicPeriod"/>
                </a:pPr>
                <a:endParaRPr lang="en-GB" sz="1200" noProof="0"/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noProof="0"/>
                  <a:t>Equations in your maths lessons will more usually be in an </a:t>
                </a:r>
                <a:r>
                  <a:rPr lang="en-GB" sz="1200" b="1" noProof="0"/>
                  <a:t>algebraic form</a:t>
                </a:r>
                <a:r>
                  <a:rPr lang="en-GB" sz="1200" noProof="0"/>
                  <a:t>, that is they will contain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b="1" noProof="0"/>
                  <a:t>variables </a:t>
                </a:r>
                <a:r>
                  <a:rPr lang="en-GB" sz="1200" noProof="0"/>
                  <a:t>which represent unknown numbers (in fact, mathematicians sometimes refer to these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noProof="0"/>
                  <a:t>variables as “unknowns”).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noProof="0"/>
                  <a:t>Generally, our challenge will be to work out the value of the variable by</a:t>
                </a:r>
                <a:r>
                  <a:rPr lang="en-GB" sz="1200"/>
                  <a:t> </a:t>
                </a:r>
                <a:r>
                  <a:rPr lang="en-GB" sz="1200" b="1" noProof="0"/>
                  <a:t>solving</a:t>
                </a:r>
                <a:r>
                  <a:rPr lang="en-GB" sz="1200" noProof="0"/>
                  <a:t>. </a:t>
                </a:r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The simplest equations can be thought of as ‘word problems’. For example, the equation,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+7=10</m:t>
                    </m:r>
                  </m:oMath>
                </a14:m>
                <a:r>
                  <a:rPr lang="en-GB" sz="1200" noProof="0"/>
                  <a:t> </a:t>
                </a:r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can be thought of as “There is an unknown number, and when you add 7 to it, you get 10.” </a:t>
                </a:r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This means that the unknown number must be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3.</m:t>
                    </m:r>
                  </m:oMath>
                </a14:m>
                <a:r>
                  <a:rPr lang="en-GB" sz="1200" noProof="0"/>
                  <a:t> In this case, we have solved the equation when we</a:t>
                </a:r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write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200" noProof="0"/>
                  <a:t>.</a:t>
                </a:r>
              </a:p>
              <a:p>
                <a:pPr marL="228600" indent="-228600">
                  <a:buFont typeface="+mj-lt"/>
                  <a:buAutoNum type="arabicPeriod" startAt="8"/>
                </a:pPr>
                <a:endParaRPr lang="en-GB" sz="1200" noProof="0"/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You have probably been solving equations for a long time without really realising it. Look at the</a:t>
                </a:r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examples below:</a:t>
                </a:r>
              </a:p>
              <a:p>
                <a:pPr marL="685800" lvl="1" indent="-228600">
                  <a:buFont typeface="+mj-lt"/>
                  <a:buAutoNum type="alphaLcParenR"/>
                </a:pPr>
                <a:r>
                  <a:rPr lang="en-GB" sz="1200" noProof="0"/>
                  <a:t>I think of a number. I double it and get 12. What number was I thinking of?</a:t>
                </a:r>
              </a:p>
              <a:p>
                <a:pPr marL="685800" lvl="1" indent="-228600">
                  <a:buFont typeface="+mj-lt"/>
                  <a:buAutoNum type="alphaLcParenR"/>
                </a:pPr>
                <a:r>
                  <a:rPr lang="en-GB" sz="1200" noProof="0"/>
                  <a:t>I think of a number. I subtract 5 from it and I get 15. What number was I thinking of?</a:t>
                </a:r>
              </a:p>
              <a:p>
                <a:pPr marL="685800" lvl="1" indent="-228600">
                  <a:buFont typeface="+mj-lt"/>
                  <a:buAutoNum type="alphaLcParenR"/>
                </a:pPr>
                <a:r>
                  <a:rPr lang="en-GB" sz="1200" noProof="0"/>
                  <a:t>I think of a number. I multiply it by 3 and I get 33. What number was I thinking of?</a:t>
                </a:r>
              </a:p>
              <a:p>
                <a:pPr marL="342900" indent="-342900">
                  <a:buFont typeface="+mj-lt"/>
                  <a:buAutoNum type="arabicPeriod" startAt="8"/>
                </a:pPr>
                <a:endParaRPr lang="en-GB" sz="1200" noProof="0"/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These kinds of problems can often be done in our heads using </a:t>
                </a:r>
                <a:r>
                  <a:rPr lang="en-GB" sz="1200" b="1" noProof="0"/>
                  <a:t>inverse operations. </a:t>
                </a:r>
                <a:r>
                  <a:rPr lang="en-GB" sz="1200" noProof="0"/>
                  <a:t>This idea can still</a:t>
                </a:r>
              </a:p>
              <a:p>
                <a:pPr marL="228600" indent="-228600">
                  <a:buFont typeface="+mj-lt"/>
                  <a:buAutoNum type="arabicPeriod" startAt="8"/>
                </a:pPr>
                <a:r>
                  <a:rPr lang="en-GB" sz="1200" noProof="0"/>
                  <a:t>be used when the equations get more challenging.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F9E5E9-1134-1FDD-1094-E3999B8AE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2" y="1640532"/>
                <a:ext cx="6705735" cy="5816977"/>
              </a:xfrm>
              <a:prstGeom prst="rect">
                <a:avLst/>
              </a:prstGeom>
              <a:blipFill>
                <a:blip r:embed="rId2"/>
                <a:stretch>
                  <a:fillRect t="-1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12F1FCE-24C9-A9DD-7B7F-AA2CF9FFE112}"/>
              </a:ext>
            </a:extLst>
          </p:cNvPr>
          <p:cNvSpPr/>
          <p:nvPr/>
        </p:nvSpPr>
        <p:spPr>
          <a:xfrm>
            <a:off x="91923" y="3447918"/>
            <a:ext cx="6727188" cy="14747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BACFE7-6A0D-EF37-8039-3848600CF971}"/>
              </a:ext>
            </a:extLst>
          </p:cNvPr>
          <p:cNvCxnSpPr>
            <a:cxnSpLocks/>
            <a:stCxn id="3" idx="2"/>
            <a:endCxn id="3" idx="0"/>
          </p:cNvCxnSpPr>
          <p:nvPr/>
        </p:nvCxnSpPr>
        <p:spPr>
          <a:xfrm flipV="1">
            <a:off x="3455517" y="3447918"/>
            <a:ext cx="0" cy="14747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3C725E7-6175-C768-8C43-1F3C517DCACE}"/>
              </a:ext>
            </a:extLst>
          </p:cNvPr>
          <p:cNvSpPr txBox="1"/>
          <p:nvPr/>
        </p:nvSpPr>
        <p:spPr>
          <a:xfrm>
            <a:off x="1252304" y="3423607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/>
              <a:t>Examples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875C8-0260-14DF-E819-11B5E62E091D}"/>
              </a:ext>
            </a:extLst>
          </p:cNvPr>
          <p:cNvSpPr txBox="1"/>
          <p:nvPr/>
        </p:nvSpPr>
        <p:spPr>
          <a:xfrm>
            <a:off x="4567129" y="3418314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/>
              <a:t>Non - Examples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AC861A-EA15-E427-13AE-59CD970C0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28" y="3695313"/>
            <a:ext cx="2251517" cy="118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E2007D-2AE7-3231-1067-28056E561D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169" y="3776762"/>
            <a:ext cx="1679077" cy="1047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7E862F-8A07-6633-F89E-70B0C2A2C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2" y="8109489"/>
            <a:ext cx="6689481" cy="17551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054DEE3-34C1-C45C-7A59-F163A0E98318}"/>
              </a:ext>
            </a:extLst>
          </p:cNvPr>
          <p:cNvSpPr txBox="1"/>
          <p:nvPr/>
        </p:nvSpPr>
        <p:spPr>
          <a:xfrm>
            <a:off x="10640" y="7519343"/>
            <a:ext cx="6868299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Inverse Operations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DC05C9-CC40-B8C8-C86F-80A76E7747E8}"/>
              </a:ext>
            </a:extLst>
          </p:cNvPr>
          <p:cNvSpPr txBox="1"/>
          <p:nvPr/>
        </p:nvSpPr>
        <p:spPr>
          <a:xfrm>
            <a:off x="76131" y="7833178"/>
            <a:ext cx="6689481" cy="281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200" b="1" noProof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inverse operation is the opposite operation that ‘undoes’ the first operation. </a:t>
            </a:r>
            <a:endParaRPr lang="en-GB" sz="1200" noProof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9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B585F8-003B-A45D-70D5-13B73C1CF858}"/>
              </a:ext>
            </a:extLst>
          </p:cNvPr>
          <p:cNvGraphicFramePr>
            <a:graphicFrameLocks noGrp="1"/>
          </p:cNvGraphicFramePr>
          <p:nvPr/>
        </p:nvGraphicFramePr>
        <p:xfrm>
          <a:off x="84258" y="118597"/>
          <a:ext cx="6689481" cy="319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690">
                  <a:extLst>
                    <a:ext uri="{9D8B030D-6E8A-4147-A177-3AD203B41FA5}">
                      <a16:colId xmlns:a16="http://schemas.microsoft.com/office/drawing/2014/main" val="1568142362"/>
                    </a:ext>
                  </a:extLst>
                </a:gridCol>
                <a:gridCol w="1868597">
                  <a:extLst>
                    <a:ext uri="{9D8B030D-6E8A-4147-A177-3AD203B41FA5}">
                      <a16:colId xmlns:a16="http://schemas.microsoft.com/office/drawing/2014/main" val="3551711160"/>
                    </a:ext>
                  </a:extLst>
                </a:gridCol>
                <a:gridCol w="1868597">
                  <a:extLst>
                    <a:ext uri="{9D8B030D-6E8A-4147-A177-3AD203B41FA5}">
                      <a16:colId xmlns:a16="http://schemas.microsoft.com/office/drawing/2014/main" val="1712497518"/>
                    </a:ext>
                  </a:extLst>
                </a:gridCol>
                <a:gridCol w="1868597">
                  <a:extLst>
                    <a:ext uri="{9D8B030D-6E8A-4147-A177-3AD203B41FA5}">
                      <a16:colId xmlns:a16="http://schemas.microsoft.com/office/drawing/2014/main" val="886122921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endParaRPr lang="en-GB" sz="1200" b="1" noProof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rgbClr val="FF0000"/>
                          </a:solidFill>
                        </a:rPr>
                        <a:t>Example 1.   I do…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chemeClr val="accent2"/>
                          </a:solidFill>
                        </a:rPr>
                        <a:t>Example 2.    We do…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rgbClr val="00B050"/>
                          </a:solidFill>
                        </a:rPr>
                        <a:t>Example 3.   You do…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28973"/>
                  </a:ext>
                </a:extLst>
              </a:tr>
              <a:tr h="226044">
                <a:tc>
                  <a:txBody>
                    <a:bodyPr/>
                    <a:lstStyle/>
                    <a:p>
                      <a:r>
                        <a:rPr lang="en-GB" sz="1200" b="1" noProof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Fill in the gaps: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Fill in the gaps: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Fill in the gaps: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201933"/>
                  </a:ext>
                </a:extLst>
              </a:tr>
              <a:tr h="1012127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noProof="0">
                          <a:solidFill>
                            <a:schemeClr val="tx1"/>
                          </a:solidFill>
                        </a:rPr>
                        <a:t>Use your knowledge of operations to work out the relevant inverse 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“The inverse of adding 7 to 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a number is ___________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___________________”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“The inverse of dividing by 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9 is     ___________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___________________”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“The inverse of subtracting 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8 from a number is ______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___________________”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625240"/>
                  </a:ext>
                </a:extLst>
              </a:tr>
              <a:tr h="24018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rgbClr val="FF0000"/>
                          </a:solidFill>
                        </a:rPr>
                        <a:t>Example 4.   I do…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chemeClr val="accent2"/>
                          </a:solidFill>
                        </a:rPr>
                        <a:t>Example 5.    We do…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rgbClr val="00B050"/>
                          </a:solidFill>
                        </a:rPr>
                        <a:t>Example 6.   You do…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450255"/>
                  </a:ext>
                </a:extLst>
              </a:tr>
              <a:tr h="1364029"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GB" sz="1200" noProof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noProof="0" dirty="0">
                          <a:solidFill>
                            <a:schemeClr val="tx1"/>
                          </a:solidFill>
                        </a:rPr>
                        <a:t>“The inverse of subtracting </a:t>
                      </a:r>
                    </a:p>
                    <a:p>
                      <a:pPr algn="ctr"/>
                      <a:endParaRPr lang="en-GB" sz="1200" baseline="0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 dirty="0">
                          <a:solidFill>
                            <a:schemeClr val="tx1"/>
                          </a:solidFill>
                        </a:rPr>
                        <a:t>4 from a number is ______</a:t>
                      </a:r>
                    </a:p>
                    <a:p>
                      <a:pPr algn="ctr"/>
                      <a:endParaRPr lang="en-GB" sz="1200" baseline="0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 dirty="0">
                          <a:solidFill>
                            <a:schemeClr val="tx1"/>
                          </a:solidFill>
                        </a:rPr>
                        <a:t>___________________”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“The inverse of multiplying  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by  11 is     ___________</a:t>
                      </a:r>
                    </a:p>
                    <a:p>
                      <a:pPr algn="ctr"/>
                      <a:endParaRPr lang="en-GB" sz="1200" baseline="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>
                          <a:solidFill>
                            <a:schemeClr val="tx1"/>
                          </a:solidFill>
                        </a:rPr>
                        <a:t>___________________”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noProof="0" dirty="0">
                          <a:solidFill>
                            <a:schemeClr val="tx1"/>
                          </a:solidFill>
                        </a:rPr>
                        <a:t>“The inverse of squaring a </a:t>
                      </a:r>
                    </a:p>
                    <a:p>
                      <a:pPr algn="ctr"/>
                      <a:endParaRPr lang="en-GB" sz="1200" baseline="0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 dirty="0">
                          <a:solidFill>
                            <a:schemeClr val="tx1"/>
                          </a:solidFill>
                        </a:rPr>
                        <a:t>number is     ___________</a:t>
                      </a:r>
                    </a:p>
                    <a:p>
                      <a:pPr algn="ctr"/>
                      <a:endParaRPr lang="en-GB" sz="1200" baseline="0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1200" baseline="0" noProof="0" dirty="0">
                          <a:solidFill>
                            <a:schemeClr val="tx1"/>
                          </a:solidFill>
                        </a:rPr>
                        <a:t>___________________”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0523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2C8419-A512-7848-9761-30C81E4E6279}"/>
              </a:ext>
            </a:extLst>
          </p:cNvPr>
          <p:cNvSpPr txBox="1"/>
          <p:nvPr/>
        </p:nvSpPr>
        <p:spPr>
          <a:xfrm>
            <a:off x="0" y="3732191"/>
            <a:ext cx="6868299" cy="216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One-Step Equations: Addition and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3BCFE7-98A3-89A8-8588-BC119300E146}"/>
                  </a:ext>
                </a:extLst>
              </p:cNvPr>
              <p:cNvSpPr txBox="1"/>
              <p:nvPr/>
            </p:nvSpPr>
            <p:spPr>
              <a:xfrm>
                <a:off x="84259" y="4074034"/>
                <a:ext cx="6689481" cy="1015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+mj-lt"/>
                  <a:buAutoNum type="arabicPeriod"/>
                </a:pPr>
                <a:r>
                  <a:rPr lang="en-GB" sz="1200" noProof="0"/>
                  <a:t>The objective when solving an equation is to work out the value of the variable, so that you are left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noProof="0"/>
                  <a:t>with a final answer such as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=8.5</m:t>
                    </m:r>
                  </m:oMath>
                </a14:m>
                <a:r>
                  <a:rPr lang="en-GB" sz="1200" noProof="0"/>
                  <a:t>.  As mathematicians we call this </a:t>
                </a:r>
                <a:r>
                  <a:rPr lang="en-GB" sz="1200" b="1" noProof="0"/>
                  <a:t>isolating the variable. </a:t>
                </a:r>
              </a:p>
              <a:p>
                <a:pPr marL="228600" indent="-228600">
                  <a:buFont typeface="+mj-lt"/>
                  <a:buAutoNum type="arabicPeriod"/>
                </a:pPr>
                <a:endParaRPr lang="en-GB" sz="1200" b="1" noProof="0"/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b="1" noProof="0"/>
                  <a:t>Even if you can work these out in your head, please write down all of the working out, as you will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GB" sz="1200" b="1" noProof="0"/>
                  <a:t>apply this technique to more and more difficult questions later!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3BCFE7-98A3-89A8-8588-BC119300E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9" y="4074034"/>
                <a:ext cx="6689481" cy="1015663"/>
              </a:xfrm>
              <a:prstGeom prst="rect">
                <a:avLst/>
              </a:prstGeom>
              <a:blipFill>
                <a:blip r:embed="rId2"/>
                <a:stretch>
                  <a:fillRect b="-35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3413C82-3260-E3EA-1A24-CDC83325D7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258" y="5135918"/>
              <a:ext cx="6689481" cy="47224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68577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68577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880041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to isolate the variable and solve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+7=13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=30</m:t>
                                </m:r>
                              </m:oMath>
                            </m:oMathPara>
                          </a14:m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3.7=2.5+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3646298"/>
                      </a:ext>
                    </a:extLst>
                  </a:tr>
                  <a:tr h="378926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0111188"/>
                      </a:ext>
                    </a:extLst>
                  </a:tr>
                  <a:tr h="187460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−5.6=4.3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−11=22</m:t>
                                </m:r>
                              </m:oMath>
                            </m:oMathPara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3413C82-3260-E3EA-1A24-CDC83325D7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258" y="5135918"/>
              <a:ext cx="6689481" cy="47224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920240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to isolate the variable and solve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448" t="-28797" r="-200746" b="-117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0448" t="-28797" r="-100746" b="-117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0448" t="-28797" r="-746" b="-1177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3646298"/>
                      </a:ext>
                    </a:extLst>
                  </a:tr>
                  <a:tr h="378926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0111188"/>
                      </a:ext>
                    </a:extLst>
                  </a:tr>
                  <a:tr h="187460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448" t="-152273" r="-200746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0448" t="-152273" r="-100746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0448" t="-152273" r="-746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38D1707F-CA9C-D97B-24E3-333D7D452DCE}"/>
              </a:ext>
            </a:extLst>
          </p:cNvPr>
          <p:cNvSpPr/>
          <p:nvPr/>
        </p:nvSpPr>
        <p:spPr>
          <a:xfrm>
            <a:off x="0" y="3363934"/>
            <a:ext cx="6858000" cy="288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Solving One-Step Equations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759F0B2D-A7B4-F0DE-D9C4-CD171CD4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2973" y="9458574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</a:t>
            </a:fld>
            <a:endParaRPr lang="en-GB" b="1" noProof="0"/>
          </a:p>
        </p:txBody>
      </p:sp>
    </p:spTree>
    <p:extLst>
      <p:ext uri="{BB962C8B-B14F-4D97-AF65-F5344CB8AC3E}">
        <p14:creationId xmlns:p14="http://schemas.microsoft.com/office/powerpoint/2010/main" val="357007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5EBA11C-2D6B-30A7-96BA-12AA6C34B1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26685"/>
                  </p:ext>
                </p:extLst>
              </p:nvPr>
            </p:nvGraphicFramePr>
            <p:xfrm>
              <a:off x="72642" y="265795"/>
              <a:ext cx="6689481" cy="321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410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096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487204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487204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3104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14.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15.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3104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936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to isolate the variable and solve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=18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1.2=4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=15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933349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16.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17.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18.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1569614"/>
                      </a:ext>
                    </a:extLst>
                  </a:tr>
                  <a:tr h="144000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10=</m:t>
                                </m:r>
                                <m:f>
                                  <m:f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=11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2=</m:t>
                                </m:r>
                                <m:f>
                                  <m:f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5EBA11C-2D6B-30A7-96BA-12AA6C34B1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26685"/>
                  </p:ext>
                </p:extLst>
              </p:nvPr>
            </p:nvGraphicFramePr>
            <p:xfrm>
              <a:off x="72642" y="265795"/>
              <a:ext cx="6689481" cy="321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410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8096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487204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487204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14.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15.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936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to isolate the variable and solve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1377" t="-59091" r="-177899" b="-1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9388" t="-59091" r="-100408" b="-1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0820" t="-59091" r="-820" b="-1883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933349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16.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17.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18.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1569614"/>
                      </a:ext>
                    </a:extLst>
                  </a:tr>
                  <a:tr h="144000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1377" t="-123207" r="-177899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9388" t="-123207" r="-10040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0820" t="-123207" r="-820" b="-2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D1768B1-A230-23C9-F24A-9E00302728BD}"/>
              </a:ext>
            </a:extLst>
          </p:cNvPr>
          <p:cNvSpPr txBox="1"/>
          <p:nvPr/>
        </p:nvSpPr>
        <p:spPr>
          <a:xfrm>
            <a:off x="-10300" y="-8565"/>
            <a:ext cx="68683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One-Step Equations: Multiplication and Division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93188-5A6B-55B6-F458-791B5FA2D951}"/>
              </a:ext>
            </a:extLst>
          </p:cNvPr>
          <p:cNvSpPr/>
          <p:nvPr/>
        </p:nvSpPr>
        <p:spPr>
          <a:xfrm>
            <a:off x="23235" y="3621336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Mixed Practice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DBC2B0-E4BD-03FA-EF02-FC85A1E11BB1}"/>
              </a:ext>
            </a:extLst>
          </p:cNvPr>
          <p:cNvSpPr/>
          <p:nvPr/>
        </p:nvSpPr>
        <p:spPr>
          <a:xfrm>
            <a:off x="1648106" y="3624042"/>
            <a:ext cx="5137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noProof="0"/>
              <a:t>Question 1. </a:t>
            </a:r>
            <a:r>
              <a:rPr lang="en-GB" sz="1200" noProof="0"/>
              <a:t>Solve each of the equations.  Show all your working.</a:t>
            </a:r>
            <a:endParaRPr lang="en-GB" sz="1200" b="1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66CAA32-35F5-320C-7522-04BA947D87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1473995"/>
                  </p:ext>
                </p:extLst>
              </p:nvPr>
            </p:nvGraphicFramePr>
            <p:xfrm>
              <a:off x="107494" y="3976846"/>
              <a:ext cx="6677864" cy="56759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16343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+1=10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28=7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14=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e)</a:t>
                          </a:r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119=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+41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f)</a:t>
                          </a:r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=50 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24=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−11.7=11.1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r>
                            <a:rPr lang="en-GB" sz="1200" noProof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20=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den>
                              </m:f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77=14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l)</a:t>
                          </a:r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13=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−3.8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53870421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m)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=40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n)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+15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o)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1.91+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p)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473139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q)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r)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s)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=−3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t)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9441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66CAA32-35F5-320C-7522-04BA947D87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1473995"/>
                  </p:ext>
                </p:extLst>
              </p:nvPr>
            </p:nvGraphicFramePr>
            <p:xfrm>
              <a:off x="107494" y="3976846"/>
              <a:ext cx="6677864" cy="56759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1634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524" r="-301095" b="-3890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24" r="-200000" b="-3890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524" r="-100730" b="-3890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524" r="-730" b="-3890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103784" r="-301095" b="-30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3784" r="-200000" b="-30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103784" r="-100730" b="-30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103784" r="-730" b="-3016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202688" r="-30109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2688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202688" r="-10073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202688" r="-73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3870421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304324" r="-301095" b="-10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4324" r="-200000" b="-10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304324" r="-100730" b="-10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304324" r="-730" b="-1010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73139"/>
                      </a:ext>
                    </a:extLst>
                  </a:tr>
                  <a:tr h="112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404324" r="-301095" b="-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4324" r="-200000" b="-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404324" r="-100730" b="-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404324" r="-730" b="-10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69441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5B6E3320-B32B-5F38-1F6A-0BE05B58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14072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3</a:t>
            </a:fld>
            <a:endParaRPr lang="en-GB" b="1" noProof="0"/>
          </a:p>
        </p:txBody>
      </p:sp>
    </p:spTree>
    <p:extLst>
      <p:ext uri="{BB962C8B-B14F-4D97-AF65-F5344CB8AC3E}">
        <p14:creationId xmlns:p14="http://schemas.microsoft.com/office/powerpoint/2010/main" val="73850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D83EE8E-E1D4-CD4B-99D4-CB62D4B8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4930" y="9514073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4</a:t>
            </a:fld>
            <a:endParaRPr lang="en-GB" b="1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7B585F8-003B-A45D-70D5-13B73C1CF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7691939"/>
                  </p:ext>
                </p:extLst>
              </p:nvPr>
            </p:nvGraphicFramePr>
            <p:xfrm>
              <a:off x="90067" y="379733"/>
              <a:ext cx="6689481" cy="60282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1111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5283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53553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420511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19.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20.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21.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68072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972397">
                    <a:tc rowSpan="7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to isolate the variable and solve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8856779"/>
                      </a:ext>
                    </a:extLst>
                  </a:tr>
                  <a:tr h="420511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22.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23.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24.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6344735"/>
                      </a:ext>
                    </a:extLst>
                  </a:tr>
                  <a:tr h="97239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36=</m:t>
                                </m:r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=144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420511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25.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26.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27.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743577"/>
                      </a:ext>
                    </a:extLst>
                  </a:tr>
                  <a:tr h="1063559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3=</m:t>
                                </m:r>
                                <m:rad>
                                  <m:rad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g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927291"/>
                      </a:ext>
                    </a:extLst>
                  </a:tr>
                  <a:tr h="420511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28.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29.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30.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30364"/>
                      </a:ext>
                    </a:extLst>
                  </a:tr>
                  <a:tr h="1063559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=−125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16=</m:t>
                                </m:r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=64</m:t>
                                </m:r>
                              </m:oMath>
                            </m:oMathPara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8845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7B585F8-003B-A45D-70D5-13B73C1CF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7691939"/>
                  </p:ext>
                </p:extLst>
              </p:nvPr>
            </p:nvGraphicFramePr>
            <p:xfrm>
              <a:off x="90067" y="379733"/>
              <a:ext cx="6689481" cy="60282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1111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528355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535535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420511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19.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20.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21.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972397">
                    <a:tc rowSpan="7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to isolate the variable and solve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5857" t="-71875" r="-203187" b="-44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1250" t="-71875" r="-99219" b="-44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508" t="-71875" r="-794" b="-44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8856779"/>
                      </a:ext>
                    </a:extLst>
                  </a:tr>
                  <a:tr h="420511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22.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23.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24.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6344735"/>
                      </a:ext>
                    </a:extLst>
                  </a:tr>
                  <a:tr h="97239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5857" t="-215000" r="-203187" b="-30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1250" t="-215000" r="-99219" b="-30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508" t="-215000" r="-794" b="-30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420511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25.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26.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27.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743577"/>
                      </a:ext>
                    </a:extLst>
                  </a:tr>
                  <a:tr h="1063559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5857" t="-329310" r="-203187" b="-14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1250" t="-329310" r="-99219" b="-14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508" t="-329310" r="-794" b="-141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927291"/>
                      </a:ext>
                    </a:extLst>
                  </a:tr>
                  <a:tr h="420511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28.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29.    We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30.   You do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30364"/>
                      </a:ext>
                    </a:extLst>
                  </a:tr>
                  <a:tr h="1063559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5857" t="-466286" r="-203187" b="-1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1250" t="-466286" r="-99219" b="-1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508" t="-466286" r="-794" b="-1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8845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61D41F8-335F-D888-BE5D-1ACF967A6BD9}"/>
              </a:ext>
            </a:extLst>
          </p:cNvPr>
          <p:cNvSpPr txBox="1"/>
          <p:nvPr/>
        </p:nvSpPr>
        <p:spPr>
          <a:xfrm>
            <a:off x="-10300" y="-19363"/>
            <a:ext cx="68683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One-Step Equations: Powers and Roots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93B0F-125A-FCAC-BF6A-5A379F672F0F}"/>
              </a:ext>
            </a:extLst>
          </p:cNvPr>
          <p:cNvSpPr/>
          <p:nvPr/>
        </p:nvSpPr>
        <p:spPr>
          <a:xfrm>
            <a:off x="-10300" y="6569752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343AB4-FF9C-15EA-7778-4D97E7108E00}"/>
              </a:ext>
            </a:extLst>
          </p:cNvPr>
          <p:cNvSpPr/>
          <p:nvPr/>
        </p:nvSpPr>
        <p:spPr>
          <a:xfrm>
            <a:off x="1720748" y="6567295"/>
            <a:ext cx="5137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noProof="0"/>
              <a:t>Question 2. </a:t>
            </a:r>
            <a:r>
              <a:rPr lang="en-GB" sz="1200" noProof="0"/>
              <a:t>Solve each of the equations.  Show all your working.</a:t>
            </a:r>
            <a:endParaRPr lang="en-GB" sz="1200" b="1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0FD299E-9DA3-B2D3-8DB3-F68B71ECEB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1272129"/>
                  </p:ext>
                </p:extLst>
              </p:nvPr>
            </p:nvGraphicFramePr>
            <p:xfrm>
              <a:off x="95876" y="6942277"/>
              <a:ext cx="6677864" cy="2638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31934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=49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=125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31934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81</m:t>
                                  </m:r>
                                </m:den>
                              </m:f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ra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=37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g)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h)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=0.008</m:t>
                              </m:r>
                            </m:oMath>
                          </a14:m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0FD299E-9DA3-B2D3-8DB3-F68B71ECEB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1272129"/>
                  </p:ext>
                </p:extLst>
              </p:nvPr>
            </p:nvGraphicFramePr>
            <p:xfrm>
              <a:off x="95876" y="6942277"/>
              <a:ext cx="6677864" cy="26386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3193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461" r="-301095" b="-100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61" r="-200000" b="-100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461" r="-100730" b="-100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461" r="-730" b="-100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3193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100461" r="-301095" b="-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0461" r="-200000" b="-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30" t="-100461" r="-100730" b="-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30" t="-100461" r="-730" b="-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098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D83EE8E-E1D4-CD4B-99D4-CB62D4B8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5</a:t>
            </a:fld>
            <a:endParaRPr lang="en-GB" b="1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4DD08-3744-064D-18B1-6B19A2FADE17}"/>
              </a:ext>
            </a:extLst>
          </p:cNvPr>
          <p:cNvSpPr txBox="1"/>
          <p:nvPr/>
        </p:nvSpPr>
        <p:spPr>
          <a:xfrm>
            <a:off x="84258" y="346535"/>
            <a:ext cx="6689481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noProof="0"/>
              <a:t>It is helpful to think of solving equations as </a:t>
            </a:r>
            <a:r>
              <a:rPr lang="en-GB" sz="1200" b="1" noProof="0"/>
              <a:t>“working backwards” </a:t>
            </a:r>
            <a:r>
              <a:rPr lang="en-GB" sz="1200" noProof="0"/>
              <a:t>– you know something has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happened to the variable and you need to work backwards to find its value. This is why we have been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using the </a:t>
            </a:r>
            <a:r>
              <a:rPr lang="en-GB" sz="1200" b="1" noProof="0"/>
              <a:t>inverse operation </a:t>
            </a:r>
            <a:r>
              <a:rPr lang="en-GB" sz="1200" noProof="0"/>
              <a:t>to isolate the variable.</a:t>
            </a:r>
          </a:p>
          <a:p>
            <a:pPr marL="228600" indent="-228600">
              <a:buFont typeface="+mj-lt"/>
              <a:buAutoNum type="arabicPeriod"/>
            </a:pPr>
            <a:endParaRPr lang="en-GB" sz="1200" noProof="0"/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Often, we will need to do more than one step to solve the equation, so we have to consider the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inverse of </a:t>
            </a:r>
            <a:r>
              <a:rPr lang="en-GB" sz="1200" b="1" noProof="0"/>
              <a:t>multiple operations</a:t>
            </a:r>
            <a:r>
              <a:rPr lang="en-GB" sz="1200" noProof="0"/>
              <a:t>. You will need to do the steps in the correct order by considering the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noProof="0"/>
              <a:t>order of operations</a:t>
            </a:r>
            <a:r>
              <a:rPr lang="en-GB" sz="1200" noProof="0"/>
              <a:t> to solve successfully!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4337E9-5A09-CBAD-4ECC-9F00B4D223FB}"/>
              </a:ext>
            </a:extLst>
          </p:cNvPr>
          <p:cNvSpPr/>
          <p:nvPr/>
        </p:nvSpPr>
        <p:spPr>
          <a:xfrm>
            <a:off x="0" y="0"/>
            <a:ext cx="6858000" cy="288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Solving Two-Step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51C9E-A155-293D-C770-5F096BB5F152}"/>
                  </a:ext>
                </a:extLst>
              </p:cNvPr>
              <p:cNvSpPr txBox="1"/>
              <p:nvPr/>
            </p:nvSpPr>
            <p:spPr>
              <a:xfrm>
                <a:off x="95975" y="2068931"/>
                <a:ext cx="6689481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noProof="0"/>
                  <a:t>The function machine below shows one way of thinking about the equation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+5=38</m:t>
                    </m:r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r>
                  <a:rPr lang="en-GB" sz="1200" noProof="0"/>
                  <a:t>When </a:t>
                </a:r>
                <a:r>
                  <a:rPr lang="en-GB" sz="1200" b="1" noProof="0"/>
                  <a:t>solving </a:t>
                </a:r>
                <a:r>
                  <a:rPr lang="en-GB" sz="1200" noProof="0"/>
                  <a:t> you are ‘working backwards’, so work in reverse order with the inverse operations.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51C9E-A155-293D-C770-5F096BB5F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75" y="2068931"/>
                <a:ext cx="6689481" cy="1754326"/>
              </a:xfrm>
              <a:prstGeom prst="rect">
                <a:avLst/>
              </a:prstGeom>
              <a:blipFill>
                <a:blip r:embed="rId3"/>
                <a:stretch>
                  <a:fillRect l="-91"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D60936-289C-2889-A74E-4311CD0F2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350325"/>
              </p:ext>
            </p:extLst>
          </p:nvPr>
        </p:nvGraphicFramePr>
        <p:xfrm>
          <a:off x="77577" y="3779211"/>
          <a:ext cx="6657989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405">
                  <a:extLst>
                    <a:ext uri="{9D8B030D-6E8A-4147-A177-3AD203B41FA5}">
                      <a16:colId xmlns:a16="http://schemas.microsoft.com/office/drawing/2014/main" val="1450630587"/>
                    </a:ext>
                  </a:extLst>
                </a:gridCol>
                <a:gridCol w="3308584">
                  <a:extLst>
                    <a:ext uri="{9D8B030D-6E8A-4147-A177-3AD203B41FA5}">
                      <a16:colId xmlns:a16="http://schemas.microsoft.com/office/drawing/2014/main" val="2283283963"/>
                    </a:ext>
                  </a:extLst>
                </a:gridCol>
              </a:tblGrid>
              <a:tr h="25230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chemeClr val="accent2"/>
                          </a:solidFill>
                        </a:rPr>
                        <a:t>We do…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>
                          <a:solidFill>
                            <a:srgbClr val="00B050"/>
                          </a:solidFill>
                        </a:rPr>
                        <a:t>You do…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26102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2F1FAD0-832F-64FC-DC26-74CF068C9441}"/>
              </a:ext>
            </a:extLst>
          </p:cNvPr>
          <p:cNvSpPr txBox="1"/>
          <p:nvPr/>
        </p:nvSpPr>
        <p:spPr>
          <a:xfrm>
            <a:off x="91943" y="1822435"/>
            <a:ext cx="908557" cy="28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noProof="0">
                <a:solidFill>
                  <a:srgbClr val="FF0000"/>
                </a:solidFill>
              </a:rPr>
              <a:t>I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FD234459-09B0-1C56-D2E8-A8DBCD1441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2685281"/>
                  </p:ext>
                </p:extLst>
              </p:nvPr>
            </p:nvGraphicFramePr>
            <p:xfrm>
              <a:off x="3453918" y="4026877"/>
              <a:ext cx="3328995" cy="884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3948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1859280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615767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8840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0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0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0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num>
                                  <m:den>
                                    <m:r>
                                      <a:rPr lang="en-GB" sz="10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0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FD234459-09B0-1C56-D2E8-A8DBCD1441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2685281"/>
                  </p:ext>
                </p:extLst>
              </p:nvPr>
            </p:nvGraphicFramePr>
            <p:xfrm>
              <a:off x="3453918" y="4026877"/>
              <a:ext cx="3328995" cy="884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3948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1859280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615767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884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r="-291429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584" r="-990" b="-6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7312D80C-7AA3-5ED5-770E-70D450422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871" y="4158086"/>
            <a:ext cx="1414815" cy="6563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26A74114-A918-6B77-52EE-49FEC40268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8684777"/>
                  </p:ext>
                </p:extLst>
              </p:nvPr>
            </p:nvGraphicFramePr>
            <p:xfrm>
              <a:off x="76344" y="4026877"/>
              <a:ext cx="3387950" cy="884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6175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1875103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626672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8840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−2=70</m:t>
                                </m:r>
                              </m:oMath>
                            </m:oMathPara>
                          </a14:m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0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26A74114-A918-6B77-52EE-49FEC40268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8684777"/>
                  </p:ext>
                </p:extLst>
              </p:nvPr>
            </p:nvGraphicFramePr>
            <p:xfrm>
              <a:off x="76344" y="4026877"/>
              <a:ext cx="3387950" cy="884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6175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1875103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626672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884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r="-282192" b="-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0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40777" r="-971" b="-6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3D5C667D-4398-2D97-F3E7-CBF4BCAB4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876" y="4158086"/>
            <a:ext cx="1414815" cy="6563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3B494784-95E5-D707-4A65-A5784D6BE0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389501"/>
                  </p:ext>
                </p:extLst>
              </p:nvPr>
            </p:nvGraphicFramePr>
            <p:xfrm>
              <a:off x="1251882" y="2434239"/>
              <a:ext cx="4206240" cy="10389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7105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437337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41798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103897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+5=38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3B494784-95E5-D707-4A65-A5784D6BE0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389501"/>
                  </p:ext>
                </p:extLst>
              </p:nvPr>
            </p:nvGraphicFramePr>
            <p:xfrm>
              <a:off x="1251882" y="2434239"/>
              <a:ext cx="4206240" cy="10389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7105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437337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41798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10389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92" t="-585" r="-309467" b="-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7213" t="-585" r="-820" b="-5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B7491D52-3852-C355-6714-8A4FF2E26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365" y="2540210"/>
            <a:ext cx="1782857" cy="82702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68FCB6A-FD08-C870-E226-7E78FF98A06F}"/>
              </a:ext>
            </a:extLst>
          </p:cNvPr>
          <p:cNvSpPr txBox="1"/>
          <p:nvPr/>
        </p:nvSpPr>
        <p:spPr>
          <a:xfrm>
            <a:off x="69703" y="5066039"/>
            <a:ext cx="667373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noProof="0"/>
              <a:t>As equations get more complex, this is not always the best representation, but the same kind of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thinking can make sure we complete each step in the right order. </a:t>
            </a:r>
          </a:p>
          <a:p>
            <a:pPr marL="228600" indent="-228600">
              <a:buFont typeface="+mj-lt"/>
              <a:buAutoNum type="arabicPeriod"/>
            </a:pPr>
            <a:endParaRPr lang="en-GB" sz="600" noProof="0"/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Instead, we manipulate the equations themselves, showing the inverse operations being applied to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each side of the “=“ to </a:t>
            </a:r>
            <a:r>
              <a:rPr lang="en-GB" sz="1200" b="1" noProof="0"/>
              <a:t>keep it balanced. </a:t>
            </a:r>
            <a:endParaRPr lang="en-GB" sz="12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73D485F3-1DCB-C6AE-2943-4846A2F79C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7403039"/>
                  </p:ext>
                </p:extLst>
              </p:nvPr>
            </p:nvGraphicFramePr>
            <p:xfrm>
              <a:off x="64479" y="6081702"/>
              <a:ext cx="6689481" cy="34775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258788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258788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2928929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(Use a function machine if it helps)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BIDMAS’ may help with this!)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+5=38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−2=70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num>
                                  <m:den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73D485F3-1DCB-C6AE-2943-4846A2F79C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7403039"/>
                  </p:ext>
                </p:extLst>
              </p:nvPr>
            </p:nvGraphicFramePr>
            <p:xfrm>
              <a:off x="64479" y="6081702"/>
              <a:ext cx="6689481" cy="34775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2928929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(Use a function machine if it helps)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BIDMAS’ may help with this!)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10861" t="-18880" r="-201873" b="-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0075" t="-18880" r="-101119" b="-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10075" t="-18880" r="-1119" b="-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9AA5C91-40D2-94A5-ED18-44CD4821F4F1}"/>
              </a:ext>
            </a:extLst>
          </p:cNvPr>
          <p:cNvSpPr/>
          <p:nvPr/>
        </p:nvSpPr>
        <p:spPr>
          <a:xfrm>
            <a:off x="68511" y="2068930"/>
            <a:ext cx="6716945" cy="171835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2D3EB5-AD63-B9E7-F36D-3AA91F11C3CA}"/>
              </a:ext>
            </a:extLst>
          </p:cNvPr>
          <p:cNvSpPr/>
          <p:nvPr/>
        </p:nvSpPr>
        <p:spPr>
          <a:xfrm>
            <a:off x="67278" y="3779211"/>
            <a:ext cx="3387950" cy="11374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AECE44-CD68-04B5-21E3-9F356BCF6D9E}"/>
              </a:ext>
            </a:extLst>
          </p:cNvPr>
          <p:cNvSpPr/>
          <p:nvPr/>
        </p:nvSpPr>
        <p:spPr>
          <a:xfrm>
            <a:off x="3455228" y="3787282"/>
            <a:ext cx="3335570" cy="1123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1DFC2B-5626-F2BD-BCC7-58876AEA1713}"/>
              </a:ext>
            </a:extLst>
          </p:cNvPr>
          <p:cNvSpPr/>
          <p:nvPr/>
        </p:nvSpPr>
        <p:spPr>
          <a:xfrm>
            <a:off x="64479" y="1852703"/>
            <a:ext cx="6716945" cy="2081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511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C03D-3C7F-9403-75CE-C0B4FE4C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4B5EC2C-5DB7-0175-CF4F-59F08354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6</a:t>
            </a:fld>
            <a:endParaRPr lang="en-GB" b="1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8FEA6DB7-C038-48D1-925A-442E79BD15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4202236"/>
                  </p:ext>
                </p:extLst>
              </p:nvPr>
            </p:nvGraphicFramePr>
            <p:xfrm>
              <a:off x="84259" y="287615"/>
              <a:ext cx="6689481" cy="2921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660434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602326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191529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5.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6.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191529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2373204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order of operations’ may help with this!)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13=4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53=10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7=2+3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8FEA6DB7-C038-48D1-925A-442E79BD15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4202236"/>
                  </p:ext>
                </p:extLst>
              </p:nvPr>
            </p:nvGraphicFramePr>
            <p:xfrm>
              <a:off x="84259" y="287615"/>
              <a:ext cx="6689481" cy="2921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660434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602326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5.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6.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2373204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order of operations’ may help with this!)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8425" t="-23333" r="-195238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350" t="-23333" r="-102662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0448" t="-23333" r="-746" b="-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1B610FF-BADA-BBF3-AF2E-F86D2D10EE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179073"/>
                  </p:ext>
                </p:extLst>
              </p:nvPr>
            </p:nvGraphicFramePr>
            <p:xfrm>
              <a:off x="68513" y="6138703"/>
              <a:ext cx="6689482" cy="36046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5418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564688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564688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564688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259513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259513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3055973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order of operations’ may help with this!)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4(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+3)=44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15=2(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−7)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13=3(4+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1B610FF-BADA-BBF3-AF2E-F86D2D10EE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179073"/>
                  </p:ext>
                </p:extLst>
              </p:nvPr>
            </p:nvGraphicFramePr>
            <p:xfrm>
              <a:off x="68513" y="6138703"/>
              <a:ext cx="6689482" cy="36046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5418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564688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564688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564688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3055973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Decide whether the variable is on the right-hand side (RHS) or left-hand side (LHS)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order of operations’ may help with this!)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8516" t="-18327" r="-201563" b="-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626" t="-18327" r="-100778" b="-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7626" t="-18327" r="-778" b="-3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CA78E86-DB41-ED70-427D-E00589B08160}"/>
              </a:ext>
            </a:extLst>
          </p:cNvPr>
          <p:cNvSpPr txBox="1"/>
          <p:nvPr/>
        </p:nvSpPr>
        <p:spPr>
          <a:xfrm>
            <a:off x="68513" y="3618364"/>
            <a:ext cx="6673736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noProof="0"/>
              <a:t>Equations </a:t>
            </a:r>
            <a:r>
              <a:rPr lang="en-GB" sz="1200" b="1" noProof="0"/>
              <a:t>involving brackets </a:t>
            </a:r>
            <a:r>
              <a:rPr lang="en-GB" sz="1200" noProof="0"/>
              <a:t>can be solved using the order of operations.</a:t>
            </a:r>
          </a:p>
          <a:p>
            <a:endParaRPr lang="en-GB" sz="1200" noProof="0"/>
          </a:p>
          <a:p>
            <a:endParaRPr lang="en-GB" sz="1200" noProof="0"/>
          </a:p>
          <a:p>
            <a:endParaRPr lang="en-GB" sz="1200" noProof="0"/>
          </a:p>
          <a:p>
            <a:endParaRPr lang="en-GB" sz="1200" noProof="0"/>
          </a:p>
          <a:p>
            <a:endParaRPr lang="en-GB" sz="1200" noProof="0"/>
          </a:p>
          <a:p>
            <a:endParaRPr lang="en-GB" sz="1200" noProof="0"/>
          </a:p>
          <a:p>
            <a:r>
              <a:rPr lang="en-GB" sz="1200" noProof="0"/>
              <a:t>Or we can expand the brackets and solve as above.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6BBE0EA-7A47-01FB-E317-A4CD44AB40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4013745"/>
                  </p:ext>
                </p:extLst>
              </p:nvPr>
            </p:nvGraphicFramePr>
            <p:xfrm>
              <a:off x="1172391" y="3909031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+5)=36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6BBE0EA-7A47-01FB-E317-A4CD44AB40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4013745"/>
                  </p:ext>
                </p:extLst>
              </p:nvPr>
            </p:nvGraphicFramePr>
            <p:xfrm>
              <a:off x="1172391" y="3909031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4" t="-649" r="-288482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6412" t="-649" r="-763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E5FD8DCF-8FEE-B6D9-E6DF-88713B619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2498" y="4002593"/>
            <a:ext cx="1632750" cy="757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46A0326C-F22B-5367-EA60-F61281955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0512114"/>
                  </p:ext>
                </p:extLst>
              </p:nvPr>
            </p:nvGraphicFramePr>
            <p:xfrm>
              <a:off x="1172391" y="5145761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d>
                                  <m:d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e>
                                </m:d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=36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expands to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+15=36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46A0326C-F22B-5367-EA60-F61281955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0512114"/>
                  </p:ext>
                </p:extLst>
              </p:nvPr>
            </p:nvGraphicFramePr>
            <p:xfrm>
              <a:off x="1172391" y="5145761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24" t="-649" r="-288482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66412" t="-649" r="-763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0BE75DF7-142A-77E9-A274-17E493BBC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2498" y="5239323"/>
            <a:ext cx="1632750" cy="7573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BCED4E3-F3C6-A950-9A70-F3043A062560}"/>
              </a:ext>
            </a:extLst>
          </p:cNvPr>
          <p:cNvSpPr txBox="1"/>
          <p:nvPr/>
        </p:nvSpPr>
        <p:spPr>
          <a:xfrm>
            <a:off x="9974" y="502"/>
            <a:ext cx="68580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Two-step Equations with Multiplication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B03FD4-DA3D-DDDD-7882-1CA2E40B9711}"/>
              </a:ext>
            </a:extLst>
          </p:cNvPr>
          <p:cNvSpPr txBox="1"/>
          <p:nvPr/>
        </p:nvSpPr>
        <p:spPr>
          <a:xfrm>
            <a:off x="9974" y="3328919"/>
            <a:ext cx="68580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Two-step Equations with Brackets</a:t>
            </a:r>
          </a:p>
        </p:txBody>
      </p:sp>
    </p:spTree>
    <p:extLst>
      <p:ext uri="{BB962C8B-B14F-4D97-AF65-F5344CB8AC3E}">
        <p14:creationId xmlns:p14="http://schemas.microsoft.com/office/powerpoint/2010/main" val="271533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4810-92D9-726C-E50F-E95787A3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CD5A0067-5301-9028-B8C1-FABB912E9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310200"/>
                  </p:ext>
                </p:extLst>
              </p:nvPr>
            </p:nvGraphicFramePr>
            <p:xfrm>
              <a:off x="94233" y="3434858"/>
              <a:ext cx="6689481" cy="61181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30666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30666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2529309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order of operations’ may help with this!)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+4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12=</m:t>
                                </m:r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−12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=15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  <a:tr h="21309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14.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15.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47484"/>
                      </a:ext>
                    </a:extLst>
                  </a:tr>
                  <a:tr h="2701166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+4=10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12=</m:t>
                                </m:r>
                                <m:f>
                                  <m:fPr>
                                    <m:ctrlP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−6</m:t>
                                    </m:r>
                                  </m:num>
                                  <m:den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15=</m:t>
                                </m:r>
                                <m:f>
                                  <m:fPr>
                                    <m:ctrlP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00429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CD5A0067-5301-9028-B8C1-FABB912E9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310200"/>
                  </p:ext>
                </p:extLst>
              </p:nvPr>
            </p:nvGraphicFramePr>
            <p:xfrm>
              <a:off x="94233" y="3434858"/>
              <a:ext cx="6689481" cy="61181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5341">
                      <a:extLst>
                        <a:ext uri="{9D8B030D-6E8A-4147-A177-3AD203B41FA5}">
                          <a16:colId xmlns:a16="http://schemas.microsoft.com/office/drawing/2014/main" val="312765333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1909174975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769165847"/>
                        </a:ext>
                      </a:extLst>
                    </a:gridCol>
                    <a:gridCol w="1631380">
                      <a:extLst>
                        <a:ext uri="{9D8B030D-6E8A-4147-A177-3AD203B41FA5}">
                          <a16:colId xmlns:a16="http://schemas.microsoft.com/office/drawing/2014/main" val="2147627833"/>
                        </a:ext>
                      </a:extLst>
                    </a:gridCol>
                  </a:tblGrid>
                  <a:tr h="30666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7047234"/>
                      </a:ext>
                    </a:extLst>
                  </a:tr>
                  <a:tr h="30666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988041"/>
                      </a:ext>
                    </a:extLst>
                  </a:tr>
                  <a:tr h="2529309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</a:t>
                          </a:r>
                          <a:r>
                            <a:rPr lang="en-GB" sz="1200" u="none" noProof="0">
                              <a:solidFill>
                                <a:schemeClr val="tx1"/>
                              </a:solidFill>
                            </a:rPr>
                            <a:t>to </a:t>
                          </a:r>
                          <a:r>
                            <a:rPr lang="en-GB" sz="1200" b="1" u="none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(‘reverse order of operations’ may help with this!)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0861" t="-24578" r="-201498" b="-11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0075" t="-24578" r="-100746" b="-11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0075" t="-24578" r="-746" b="-118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176064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14.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15.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47484"/>
                      </a:ext>
                    </a:extLst>
                  </a:tr>
                  <a:tr h="2701166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0861" t="-126577" r="-201498" b="-4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0075" t="-126577" r="-100746" b="-4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0075" t="-126577" r="-746" b="-4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00429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0AA239C-7F2D-E46E-38B1-71671C7BDE4F}"/>
              </a:ext>
            </a:extLst>
          </p:cNvPr>
          <p:cNvSpPr txBox="1"/>
          <p:nvPr/>
        </p:nvSpPr>
        <p:spPr>
          <a:xfrm>
            <a:off x="9974" y="337853"/>
            <a:ext cx="6673736" cy="7540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noProof="0"/>
              <a:t>Equations </a:t>
            </a:r>
            <a:r>
              <a:rPr lang="en-GB" sz="1200" b="1" noProof="0"/>
              <a:t>with divisions </a:t>
            </a:r>
            <a:r>
              <a:rPr lang="en-GB" sz="1200" noProof="0"/>
              <a:t>also need careful consideration for the order of operations.</a:t>
            </a:r>
          </a:p>
          <a:p>
            <a:pPr marL="228600" indent="-228600">
              <a:buFont typeface="+mj-lt"/>
              <a:buAutoNum type="arabicPeriod"/>
            </a:pPr>
            <a:endParaRPr lang="en-GB" sz="600" noProof="0"/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These two equations </a:t>
            </a:r>
            <a:r>
              <a:rPr lang="en-GB" sz="1200" b="1" noProof="0"/>
              <a:t>look very similar</a:t>
            </a:r>
            <a:r>
              <a:rPr lang="en-GB" sz="1200" noProof="0"/>
              <a:t>, but the division occurs at a different stage for each!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This affects the order of the inverse operations used to isolate the variable.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35F30-09F3-8332-FEEC-DD29BC84DBF6}"/>
              </a:ext>
            </a:extLst>
          </p:cNvPr>
          <p:cNvSpPr txBox="1"/>
          <p:nvPr/>
        </p:nvSpPr>
        <p:spPr>
          <a:xfrm>
            <a:off x="9974" y="502"/>
            <a:ext cx="68580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Two-step Equations with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DDEC1EB-78E6-0B45-AE99-57E1AAF4C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8149499"/>
                  </p:ext>
                </p:extLst>
              </p:nvPr>
            </p:nvGraphicFramePr>
            <p:xfrm>
              <a:off x="1172391" y="1120260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+1=5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DDEC1EB-78E6-0B45-AE99-57E1AAF4C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8149499"/>
                  </p:ext>
                </p:extLst>
              </p:nvPr>
            </p:nvGraphicFramePr>
            <p:xfrm>
              <a:off x="1172391" y="1120260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4" r="-288482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6412" r="-763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B087890-66EF-47CE-4AC5-8A2ACE68E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498" y="1213822"/>
            <a:ext cx="1632750" cy="757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87EAC0C-6025-0BE9-9F9B-D62CAEBC20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5519069"/>
                  </p:ext>
                </p:extLst>
              </p:nvPr>
            </p:nvGraphicFramePr>
            <p:xfrm>
              <a:off x="1172391" y="2212244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87EAC0C-6025-0BE9-9F9B-D62CAEBC20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5519069"/>
                  </p:ext>
                </p:extLst>
              </p:nvPr>
            </p:nvGraphicFramePr>
            <p:xfrm>
              <a:off x="1172391" y="2212244"/>
              <a:ext cx="4513218" cy="93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593">
                      <a:extLst>
                        <a:ext uri="{9D8B030D-6E8A-4147-A177-3AD203B41FA5}">
                          <a16:colId xmlns:a16="http://schemas.microsoft.com/office/drawing/2014/main" val="3646741139"/>
                        </a:ext>
                      </a:extLst>
                    </a:gridCol>
                    <a:gridCol w="2554689">
                      <a:extLst>
                        <a:ext uri="{9D8B030D-6E8A-4147-A177-3AD203B41FA5}">
                          <a16:colId xmlns:a16="http://schemas.microsoft.com/office/drawing/2014/main" val="2504907939"/>
                        </a:ext>
                      </a:extLst>
                    </a:gridCol>
                    <a:gridCol w="795936">
                      <a:extLst>
                        <a:ext uri="{9D8B030D-6E8A-4147-A177-3AD203B41FA5}">
                          <a16:colId xmlns:a16="http://schemas.microsoft.com/office/drawing/2014/main" val="1651979732"/>
                        </a:ext>
                      </a:extLst>
                    </a:gridCol>
                  </a:tblGrid>
                  <a:tr h="933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4" r="-288482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6412" r="-763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9075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CA1156D-245A-5D9E-4B2B-2647712D8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498" y="2305806"/>
            <a:ext cx="1632750" cy="757398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9FC1A6-B5A8-301F-29B2-C5804B41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0477" y="944825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7</a:t>
            </a:fld>
            <a:endParaRPr lang="en-GB" b="1" noProof="0"/>
          </a:p>
        </p:txBody>
      </p:sp>
    </p:spTree>
    <p:extLst>
      <p:ext uri="{BB962C8B-B14F-4D97-AF65-F5344CB8AC3E}">
        <p14:creationId xmlns:p14="http://schemas.microsoft.com/office/powerpoint/2010/main" val="384861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BF9E40-849B-D1EE-8019-80EF9E5A97FA}"/>
              </a:ext>
            </a:extLst>
          </p:cNvPr>
          <p:cNvSpPr/>
          <p:nvPr/>
        </p:nvSpPr>
        <p:spPr>
          <a:xfrm>
            <a:off x="0" y="110800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Mixed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C37783-654D-0F5C-2113-51EA0F17BB36}"/>
              </a:ext>
            </a:extLst>
          </p:cNvPr>
          <p:cNvSpPr/>
          <p:nvPr/>
        </p:nvSpPr>
        <p:spPr>
          <a:xfrm>
            <a:off x="1731048" y="108343"/>
            <a:ext cx="5137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noProof="0"/>
              <a:t>Question 3. </a:t>
            </a:r>
            <a:r>
              <a:rPr lang="en-GB" sz="1200" noProof="0"/>
              <a:t>Solve each of the equations.  Show all your working.</a:t>
            </a:r>
            <a:endParaRPr lang="en-GB" sz="1200" b="1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FBE71B0-63B3-A91D-8845-93E520B4F1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451374"/>
                  </p:ext>
                </p:extLst>
              </p:nvPr>
            </p:nvGraphicFramePr>
            <p:xfrm>
              <a:off x="106176" y="483326"/>
              <a:ext cx="6677864" cy="61787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205957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=22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300=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−100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c)</a:t>
                          </a:r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+5=12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d>
                                <m: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=42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205957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−14=13+3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+11=61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d>
                                <m: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4+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=24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  <a:tr h="205957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7=6+25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j)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+32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=−4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k)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3.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2=</m:t>
                              </m:r>
                              <m:f>
                                <m:f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−5.1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−1=−100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2035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FBE71B0-63B3-A91D-8845-93E520B4F1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451374"/>
                  </p:ext>
                </p:extLst>
              </p:nvPr>
            </p:nvGraphicFramePr>
            <p:xfrm>
              <a:off x="106176" y="483326"/>
              <a:ext cx="6677864" cy="61787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20595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5" t="-296" r="-300730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5" t="-296" r="-200730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5" t="-296" r="-100730" b="-2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5" t="-296" r="-730" b="-200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20595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5" t="-100296" r="-300730" b="-1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5" t="-100296" r="-200730" b="-1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5" t="-100296" r="-100730" b="-100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5" t="-100296" r="-730" b="-100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  <a:tr h="20595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5" t="-200296" r="-300730" b="-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5" t="-200296" r="-200730" b="-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5" t="-200296" r="-100730" b="-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65" t="-200296" r="-730" b="-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2035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42DE8BAA-5E0D-6DE4-8D69-ACDCEB63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8</a:t>
            </a:fld>
            <a:endParaRPr lang="en-GB" b="1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8C346-AA51-B121-E393-AD810BDC2FB7}"/>
              </a:ext>
            </a:extLst>
          </p:cNvPr>
          <p:cNvSpPr/>
          <p:nvPr/>
        </p:nvSpPr>
        <p:spPr>
          <a:xfrm>
            <a:off x="0" y="6760041"/>
            <a:ext cx="241663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Challenge – More than Two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912BA7A-E066-E56E-0A57-63C3E8D43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9220159"/>
                  </p:ext>
                </p:extLst>
              </p:nvPr>
            </p:nvGraphicFramePr>
            <p:xfrm>
              <a:off x="66158" y="7171436"/>
              <a:ext cx="6717880" cy="24408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9470">
                      <a:extLst>
                        <a:ext uri="{9D8B030D-6E8A-4147-A177-3AD203B41FA5}">
                          <a16:colId xmlns:a16="http://schemas.microsoft.com/office/drawing/2014/main" val="11288330"/>
                        </a:ext>
                      </a:extLst>
                    </a:gridCol>
                    <a:gridCol w="1679470">
                      <a:extLst>
                        <a:ext uri="{9D8B030D-6E8A-4147-A177-3AD203B41FA5}">
                          <a16:colId xmlns:a16="http://schemas.microsoft.com/office/drawing/2014/main" val="3252220612"/>
                        </a:ext>
                      </a:extLst>
                    </a:gridCol>
                    <a:gridCol w="1679470">
                      <a:extLst>
                        <a:ext uri="{9D8B030D-6E8A-4147-A177-3AD203B41FA5}">
                          <a16:colId xmlns:a16="http://schemas.microsoft.com/office/drawing/2014/main" val="2848041905"/>
                        </a:ext>
                      </a:extLst>
                    </a:gridCol>
                    <a:gridCol w="1679470">
                      <a:extLst>
                        <a:ext uri="{9D8B030D-6E8A-4147-A177-3AD203B41FA5}">
                          <a16:colId xmlns:a16="http://schemas.microsoft.com/office/drawing/2014/main" val="4119118100"/>
                        </a:ext>
                      </a:extLst>
                    </a:gridCol>
                  </a:tblGrid>
                  <a:tr h="2440826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lphaLcParenR"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GB" sz="1200" b="0" i="1" noProof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  <m:r>
                                <a:rPr lang="en-GB" sz="1200" b="0" i="1" noProof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=100</m:t>
                              </m:r>
                            </m:oMath>
                          </a14:m>
                          <a:endParaRPr lang="en-GB" sz="1200" b="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ysClr val="windowText" lastClr="000000"/>
                              </a:solidFill>
                            </a:rPr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−12=30</m:t>
                              </m:r>
                            </m:oMath>
                          </a14:m>
                          <a:endParaRPr lang="en-GB" sz="1200" b="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ysClr val="windowText" lastClr="000000"/>
                              </a:solidFill>
                            </a:rPr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−7=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oMath>
                          </a14:m>
                          <a:endParaRPr lang="en-GB" sz="1200" b="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ysClr val="windowText" lastClr="000000"/>
                              </a:solidFill>
                            </a:rPr>
                            <a:t>d)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d>
                                    <m:dPr>
                                      <m:ctrlPr>
                                        <a:rPr lang="en-GB" sz="1200" b="0" i="1" noProof="0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GB" sz="1200" b="0" i="1" noProof="0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sz="1200" b="0" i="1" noProof="0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=2.7</m:t>
                              </m:r>
                            </m:oMath>
                          </a14:m>
                          <a:endParaRPr lang="en-GB" sz="1200" b="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76671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912BA7A-E066-E56E-0A57-63C3E8D43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9220159"/>
                  </p:ext>
                </p:extLst>
              </p:nvPr>
            </p:nvGraphicFramePr>
            <p:xfrm>
              <a:off x="66158" y="7171436"/>
              <a:ext cx="6717880" cy="24408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9470">
                      <a:extLst>
                        <a:ext uri="{9D8B030D-6E8A-4147-A177-3AD203B41FA5}">
                          <a16:colId xmlns:a16="http://schemas.microsoft.com/office/drawing/2014/main" val="11288330"/>
                        </a:ext>
                      </a:extLst>
                    </a:gridCol>
                    <a:gridCol w="1679470">
                      <a:extLst>
                        <a:ext uri="{9D8B030D-6E8A-4147-A177-3AD203B41FA5}">
                          <a16:colId xmlns:a16="http://schemas.microsoft.com/office/drawing/2014/main" val="3252220612"/>
                        </a:ext>
                      </a:extLst>
                    </a:gridCol>
                    <a:gridCol w="1679470">
                      <a:extLst>
                        <a:ext uri="{9D8B030D-6E8A-4147-A177-3AD203B41FA5}">
                          <a16:colId xmlns:a16="http://schemas.microsoft.com/office/drawing/2014/main" val="2848041905"/>
                        </a:ext>
                      </a:extLst>
                    </a:gridCol>
                    <a:gridCol w="1679470">
                      <a:extLst>
                        <a:ext uri="{9D8B030D-6E8A-4147-A177-3AD203B41FA5}">
                          <a16:colId xmlns:a16="http://schemas.microsoft.com/office/drawing/2014/main" val="4119118100"/>
                        </a:ext>
                      </a:extLst>
                    </a:gridCol>
                  </a:tblGrid>
                  <a:tr h="2440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2" t="-249" r="-300362" b="-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62" t="-249" r="-200362" b="-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091" t="-249" r="-101091" b="-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49" r="-725" b="-4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76671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A827802-67BF-07B7-647A-359A31D9013C}"/>
              </a:ext>
            </a:extLst>
          </p:cNvPr>
          <p:cNvSpPr/>
          <p:nvPr/>
        </p:nvSpPr>
        <p:spPr>
          <a:xfrm>
            <a:off x="2416630" y="6778246"/>
            <a:ext cx="5137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noProof="0"/>
              <a:t>Question 4. </a:t>
            </a:r>
            <a:r>
              <a:rPr lang="en-GB" sz="1200" noProof="0"/>
              <a:t>Solve each of the equations.  Show all your working.</a:t>
            </a:r>
            <a:endParaRPr lang="en-GB" sz="1200" b="1" noProof="0"/>
          </a:p>
        </p:txBody>
      </p:sp>
    </p:spTree>
    <p:extLst>
      <p:ext uri="{BB962C8B-B14F-4D97-AF65-F5344CB8AC3E}">
        <p14:creationId xmlns:p14="http://schemas.microsoft.com/office/powerpoint/2010/main" val="843583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CEA75A4-37B2-9EA9-5CCB-7C01E542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1057307"/>
                  </p:ext>
                </p:extLst>
              </p:nvPr>
            </p:nvGraphicFramePr>
            <p:xfrm>
              <a:off x="84259" y="274307"/>
              <a:ext cx="6689481" cy="30037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745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182768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16.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17.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Ex18.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182768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455119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equation.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+6=22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21=</m:t>
                                    </m:r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4+</m:t>
                                    </m:r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=21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CEA75A4-37B2-9EA9-5CCB-7C01E542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1057307"/>
                  </p:ext>
                </p:extLst>
              </p:nvPr>
            </p:nvGraphicFramePr>
            <p:xfrm>
              <a:off x="84259" y="274307"/>
              <a:ext cx="6689481" cy="30037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745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16.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17.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Ex18.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455119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equation.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8913" t="-22525" r="-200362" b="-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636" t="-22525" r="-101091" b="-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551" t="-22525" r="-725" b="-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68A881B-8379-227B-61A6-5B4FBA1F722E}"/>
              </a:ext>
            </a:extLst>
          </p:cNvPr>
          <p:cNvSpPr txBox="1"/>
          <p:nvPr/>
        </p:nvSpPr>
        <p:spPr>
          <a:xfrm>
            <a:off x="0" y="-13940"/>
            <a:ext cx="68580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Two-step Equations with Powers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A9C90DF-38A0-F6A1-D0E4-8F130ABDC8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383632"/>
                  </p:ext>
                </p:extLst>
              </p:nvPr>
            </p:nvGraphicFramePr>
            <p:xfrm>
              <a:off x="72641" y="3613638"/>
              <a:ext cx="6689482" cy="28366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101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9282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9282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9282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139922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19.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20.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21.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139922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879574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in the correct order.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+8=10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GB" sz="120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rad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+5=2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rad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A9C90DF-38A0-F6A1-D0E4-8F130ABDC8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383632"/>
                  </p:ext>
                </p:extLst>
              </p:nvPr>
            </p:nvGraphicFramePr>
            <p:xfrm>
              <a:off x="72641" y="3613638"/>
              <a:ext cx="6689482" cy="28366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101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9282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9282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9282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19.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20.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21.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288032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Look carefully to decide the current operations happening to the variable.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Apply the inverse operations to </a:t>
                          </a:r>
                          <a:r>
                            <a:rPr lang="en-GB" sz="1200" b="1" u="sng" noProof="0">
                              <a:solidFill>
                                <a:schemeClr val="tx1"/>
                              </a:solidFill>
                            </a:rPr>
                            <a:t>both sides</a:t>
                          </a:r>
                          <a:r>
                            <a:rPr lang="en-GB" sz="1200" b="0" u="none" noProof="0">
                              <a:solidFill>
                                <a:schemeClr val="tx1"/>
                              </a:solidFill>
                            </a:rPr>
                            <a:t> of the equation in the correct order.</a:t>
                          </a: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683" t="-24138" r="-200719" b="-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5683" t="-24138" r="-100719" b="-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5683" t="-24138" r="-719" b="-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B2A0E62-CD63-FA46-5CFD-A9A00BE3978D}"/>
              </a:ext>
            </a:extLst>
          </p:cNvPr>
          <p:cNvSpPr txBox="1"/>
          <p:nvPr/>
        </p:nvSpPr>
        <p:spPr>
          <a:xfrm>
            <a:off x="0" y="3323939"/>
            <a:ext cx="68580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Two-step Equations with Roots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1F6508-8395-725A-84FF-08EF9C6BE87D}"/>
              </a:ext>
            </a:extLst>
          </p:cNvPr>
          <p:cNvSpPr/>
          <p:nvPr/>
        </p:nvSpPr>
        <p:spPr>
          <a:xfrm>
            <a:off x="0" y="6519078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04B6090-0A11-AA77-000A-05E1AC7D47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054502"/>
                  </p:ext>
                </p:extLst>
              </p:nvPr>
            </p:nvGraphicFramePr>
            <p:xfrm>
              <a:off x="84258" y="6868597"/>
              <a:ext cx="6677864" cy="28851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46955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a)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+7=10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b)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+2=11</m:t>
                              </m:r>
                            </m:oMath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c)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rad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+9=10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d)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−5=−7</m:t>
                              </m:r>
                            </m:oMath>
                          </a14:m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41563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e)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GB" sz="120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rad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+1=</m:t>
                              </m:r>
                            </m:oMath>
                          </a14:m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f)</a:t>
                          </a:r>
                          <a:r>
                            <a:rPr lang="en-GB" sz="1200" baseline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−10=−18</m:t>
                              </m:r>
                            </m:oMath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g)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+8=100</m:t>
                              </m:r>
                            </m:oMath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h)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en-GB" sz="1200" b="1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1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1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𝟏𝟕</m:t>
                                  </m:r>
                                </m:num>
                                <m:den>
                                  <m:r>
                                    <a:rPr lang="en-GB" sz="1200" b="1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𝟏𝟔</m:t>
                                  </m:r>
                                </m:den>
                              </m:f>
                            </m:oMath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04B6090-0A11-AA77-000A-05E1AC7D47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054502"/>
                  </p:ext>
                </p:extLst>
              </p:nvPr>
            </p:nvGraphicFramePr>
            <p:xfrm>
              <a:off x="84258" y="6868597"/>
              <a:ext cx="6677864" cy="28851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4695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413" r="-301095" b="-971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13" r="-200000" b="-971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413" r="-100730" b="-971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413" r="-730" b="-971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4156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104292" r="-301095" b="-8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4292" r="-200000" b="-8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0" t="-104292" r="-100730" b="-8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0" t="-104292" r="-730" b="-8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265797B7-FB14-70AF-AFFA-08969C37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9</a:t>
            </a:fld>
            <a:endParaRPr lang="en-GB" b="1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FFCA6-929D-9E11-EB05-F92831B171E3}"/>
              </a:ext>
            </a:extLst>
          </p:cNvPr>
          <p:cNvSpPr/>
          <p:nvPr/>
        </p:nvSpPr>
        <p:spPr>
          <a:xfrm>
            <a:off x="1720748" y="6508254"/>
            <a:ext cx="5137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noProof="0"/>
              <a:t>Question 5. </a:t>
            </a:r>
            <a:r>
              <a:rPr lang="en-GB" sz="1200" noProof="0"/>
              <a:t>Solve each of the equations.  Show all your working.</a:t>
            </a:r>
            <a:endParaRPr lang="en-GB" sz="1200" b="1" noProof="0"/>
          </a:p>
        </p:txBody>
      </p:sp>
    </p:spTree>
    <p:extLst>
      <p:ext uri="{BB962C8B-B14F-4D97-AF65-F5344CB8AC3E}">
        <p14:creationId xmlns:p14="http://schemas.microsoft.com/office/powerpoint/2010/main" val="2244115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F048-1485-BA13-5BC2-1C85256F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C7CE4BEE-815B-057C-C6D4-D5A5573E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10</a:t>
            </a:fld>
            <a:endParaRPr lang="en-GB" b="1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BE791-D3A2-FFB6-1669-9109E84A54CA}"/>
              </a:ext>
            </a:extLst>
          </p:cNvPr>
          <p:cNvSpPr txBox="1"/>
          <p:nvPr/>
        </p:nvSpPr>
        <p:spPr>
          <a:xfrm>
            <a:off x="0" y="-13940"/>
            <a:ext cx="68580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Equations with Negative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57CE306-BE42-02A2-335C-573F9E6057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35974"/>
                  </p:ext>
                </p:extLst>
              </p:nvPr>
            </p:nvGraphicFramePr>
            <p:xfrm>
              <a:off x="91588" y="1749064"/>
              <a:ext cx="6689481" cy="39820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469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3300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33004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33004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199726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22.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23.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24.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199726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501729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Where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 is negative, we need to add this to both sides</a:t>
                          </a:r>
                          <a:r>
                            <a:rPr lang="en-GB" sz="1200" baseline="0" noProof="0" dirty="0">
                              <a:solidFill>
                                <a:schemeClr val="tx1"/>
                              </a:solidFill>
                            </a:rPr>
                            <a:t> of the equation to give ‘a positive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Solve as normal!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12−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15=12−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−3=7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23649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25.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26.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27.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694119"/>
                      </a:ext>
                    </a:extLst>
                  </a:tr>
                  <a:tr h="1787511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12−2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15=−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+12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5(3−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)=20</m:t>
                                </m:r>
                              </m:oMath>
                            </m:oMathPara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7547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57CE306-BE42-02A2-335C-573F9E6057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35974"/>
                  </p:ext>
                </p:extLst>
              </p:nvPr>
            </p:nvGraphicFramePr>
            <p:xfrm>
              <a:off x="91588" y="1749064"/>
              <a:ext cx="6689481" cy="39820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469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3300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33004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733004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22.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23.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24.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1371600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16" t="-16106" r="-348980" b="-3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972" t="-40265" r="-201056" b="-15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316" t="-40265" r="-100351" b="-15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7324" t="-40265" r="-704" b="-15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25.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26.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27.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694119"/>
                      </a:ext>
                    </a:extLst>
                  </a:tr>
                  <a:tr h="1787511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972" t="-123129" r="-201056" b="-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316" t="-123129" r="-100351" b="-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7324" t="-123129" r="-704" b="-6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75470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CDA6251-956B-C23E-CDF2-8DC50A0940C2}"/>
              </a:ext>
            </a:extLst>
          </p:cNvPr>
          <p:cNvSpPr/>
          <p:nvPr/>
        </p:nvSpPr>
        <p:spPr>
          <a:xfrm>
            <a:off x="0" y="5796157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66B552B-50AA-B77E-5D6B-A80D6C51F9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0025541"/>
                  </p:ext>
                </p:extLst>
              </p:nvPr>
            </p:nvGraphicFramePr>
            <p:xfrm>
              <a:off x="97396" y="6128366"/>
              <a:ext cx="6677864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544225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794707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46955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a)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24−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=17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b) 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+4.3=3.1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c) 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3=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−10−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31−3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41563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−8−3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f)</a:t>
                          </a:r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=12.3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i="0" noProof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g</a:t>
                          </a:r>
                          <a:r>
                            <a:rPr lang="en-GB" sz="1200" i="0" noProof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GB" sz="1200" b="0" i="0" noProof="0" dirty="0" smtClean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100−</m:t>
                              </m:r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=36</m:t>
                              </m:r>
                            </m:oMath>
                          </a14:m>
                          <a:endParaRPr lang="en-GB" sz="120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 dirty="0">
                              <a:solidFill>
                                <a:schemeClr val="tx1"/>
                              </a:solidFill>
                            </a:rPr>
                            <a:t>h)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f>
                                <m:f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50−</m:t>
                                  </m:r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</m:oMath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66B552B-50AA-B77E-5D6B-A80D6C51F9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0025541"/>
                  </p:ext>
                </p:extLst>
              </p:nvPr>
            </p:nvGraphicFramePr>
            <p:xfrm>
              <a:off x="97396" y="6128366"/>
              <a:ext cx="6677864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9466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69466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544225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794707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351" r="-301095" b="-11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51" r="-200000" b="-11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7391" t="-351" r="-117391" b="-11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2203" t="-351" r="-678" b="-11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" t="-90506" r="-301095" b="-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90506" r="-200000" b="-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7391" t="-90506" r="-117391" b="-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2203" t="-90506" r="-678" b="-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2C00947-A5A9-8B89-5CB6-22FFCB258E85}"/>
              </a:ext>
            </a:extLst>
          </p:cNvPr>
          <p:cNvSpPr txBox="1"/>
          <p:nvPr/>
        </p:nvSpPr>
        <p:spPr>
          <a:xfrm>
            <a:off x="156899" y="278931"/>
            <a:ext cx="6689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/>
              <a:t>Freya thinks she has solved the equation below. She is </a:t>
            </a:r>
            <a:r>
              <a:rPr lang="en-GB" sz="1200" b="1" noProof="0"/>
              <a:t>incorrect</a:t>
            </a:r>
            <a:r>
              <a:rPr lang="en-GB" sz="1200" noProof="0"/>
              <a:t>. Can you explain why?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32F2C3-F415-A008-C0BB-0E4FC806E793}"/>
                  </a:ext>
                </a:extLst>
              </p:cNvPr>
              <p:cNvSpPr txBox="1"/>
              <p:nvPr/>
            </p:nvSpPr>
            <p:spPr>
              <a:xfrm>
                <a:off x="1709129" y="496529"/>
                <a:ext cx="3454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baseline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10−</m:t>
                      </m:r>
                      <m:r>
                        <a:rPr lang="en-GB" sz="1200" b="0" i="1" baseline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baseline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200" noProof="0"/>
              </a:p>
              <a:p>
                <a:pPr algn="ctr"/>
                <a:endParaRPr lang="en-GB" sz="1200" baseline="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32F2C3-F415-A008-C0BB-0E4FC806E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129" y="496529"/>
                <a:ext cx="34544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6D902A-AA4F-8E2C-F25F-9F770F94A62A}"/>
                  </a:ext>
                </a:extLst>
              </p:cNvPr>
              <p:cNvSpPr txBox="1"/>
              <p:nvPr/>
            </p:nvSpPr>
            <p:spPr>
              <a:xfrm>
                <a:off x="2736379" y="751525"/>
                <a:ext cx="32060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6D902A-AA4F-8E2C-F25F-9F770F94A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379" y="751525"/>
                <a:ext cx="320601" cy="184666"/>
              </a:xfrm>
              <a:prstGeom prst="rect">
                <a:avLst/>
              </a:prstGeom>
              <a:blipFill>
                <a:blip r:embed="rId5"/>
                <a:stretch>
                  <a:fillRect l="-3846" r="-13462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98FC7E-0E82-969D-878F-A166DA75D9D5}"/>
                  </a:ext>
                </a:extLst>
              </p:cNvPr>
              <p:cNvSpPr txBox="1"/>
              <p:nvPr/>
            </p:nvSpPr>
            <p:spPr>
              <a:xfrm>
                <a:off x="3763629" y="739976"/>
                <a:ext cx="32060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GB" sz="1200" noProof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98FC7E-0E82-969D-878F-A166DA75D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629" y="739976"/>
                <a:ext cx="320601" cy="184666"/>
              </a:xfrm>
              <a:prstGeom prst="rect">
                <a:avLst/>
              </a:prstGeom>
              <a:blipFill>
                <a:blip r:embed="rId6"/>
                <a:stretch>
                  <a:fillRect l="-1887" r="-11321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A9C971-5E54-5F4A-8398-47F548F95973}"/>
                  </a:ext>
                </a:extLst>
              </p:cNvPr>
              <p:cNvSpPr txBox="1"/>
              <p:nvPr/>
            </p:nvSpPr>
            <p:spPr>
              <a:xfrm>
                <a:off x="2718661" y="854657"/>
                <a:ext cx="18949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baseline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baseline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GB" sz="1200" baseline="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A9C971-5E54-5F4A-8398-47F548F95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661" y="854657"/>
                <a:ext cx="18949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B60D6CE9-F8E4-6C62-AE56-DDD766A9D849}"/>
              </a:ext>
            </a:extLst>
          </p:cNvPr>
          <p:cNvSpPr/>
          <p:nvPr/>
        </p:nvSpPr>
        <p:spPr>
          <a:xfrm>
            <a:off x="84258" y="297179"/>
            <a:ext cx="6689481" cy="834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AA041-EB62-AE1D-670D-CE9C1741CF7F}"/>
              </a:ext>
            </a:extLst>
          </p:cNvPr>
          <p:cNvSpPr txBox="1"/>
          <p:nvPr/>
        </p:nvSpPr>
        <p:spPr>
          <a:xfrm>
            <a:off x="84258" y="1122538"/>
            <a:ext cx="6689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noProof="0"/>
              <a:t>Where there are </a:t>
            </a:r>
            <a:r>
              <a:rPr lang="en-GB" sz="1200" b="1" noProof="0"/>
              <a:t>negative coefficients </a:t>
            </a:r>
            <a:r>
              <a:rPr lang="en-GB" sz="1200" noProof="0"/>
              <a:t>of a variable, we need to be careful to </a:t>
            </a:r>
            <a:r>
              <a:rPr lang="en-GB" sz="1200" b="1" noProof="0"/>
              <a:t>isolate</a:t>
            </a:r>
            <a:r>
              <a:rPr lang="en-GB" sz="1200" noProof="0"/>
              <a:t> </a:t>
            </a:r>
            <a:r>
              <a:rPr lang="en-GB" sz="1200" b="1" noProof="0"/>
              <a:t>the positive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noProof="0"/>
              <a:t>variable</a:t>
            </a:r>
            <a:r>
              <a:rPr lang="en-GB" sz="1200" noProof="0"/>
              <a:t>. The easiest &amp; most reliable way to do so is to </a:t>
            </a:r>
            <a:r>
              <a:rPr lang="en-GB" sz="1200" b="1" noProof="0"/>
              <a:t>add the positive equivalent to each side </a:t>
            </a:r>
            <a:r>
              <a:rPr lang="en-GB" sz="1200" noProof="0"/>
              <a:t>to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create an equation more like those we have solved so far.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531ADB-8C81-1352-B45F-FEE44D0F270C}"/>
              </a:ext>
            </a:extLst>
          </p:cNvPr>
          <p:cNvSpPr/>
          <p:nvPr/>
        </p:nvSpPr>
        <p:spPr>
          <a:xfrm>
            <a:off x="1709128" y="5773722"/>
            <a:ext cx="5137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noProof="0"/>
              <a:t>Question 6. </a:t>
            </a:r>
            <a:r>
              <a:rPr lang="en-GB" sz="1200" noProof="0"/>
              <a:t>Solve each of the equations.  Show all your working.</a:t>
            </a:r>
            <a:endParaRPr lang="en-GB" sz="1200" b="1" noProof="0"/>
          </a:p>
        </p:txBody>
      </p:sp>
    </p:spTree>
    <p:extLst>
      <p:ext uri="{BB962C8B-B14F-4D97-AF65-F5344CB8AC3E}">
        <p14:creationId xmlns:p14="http://schemas.microsoft.com/office/powerpoint/2010/main" val="1996236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11D49D33-1DCD-32E3-CFD7-6A8942EE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11</a:t>
            </a:fld>
            <a:endParaRPr lang="en-GB" b="1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8B6EF2-990B-4947-07CC-758A5CF8928D}"/>
              </a:ext>
            </a:extLst>
          </p:cNvPr>
          <p:cNvSpPr/>
          <p:nvPr/>
        </p:nvSpPr>
        <p:spPr>
          <a:xfrm>
            <a:off x="88900" y="92878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Exam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B30C1C-F4B2-D6E9-2A31-666A81102CF1}"/>
                  </a:ext>
                </a:extLst>
              </p:cNvPr>
              <p:cNvSpPr txBox="1"/>
              <p:nvPr/>
            </p:nvSpPr>
            <p:spPr>
              <a:xfrm>
                <a:off x="184150" y="452894"/>
                <a:ext cx="6489700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noProof="0"/>
                  <a:t>Question 1</a:t>
                </a:r>
              </a:p>
              <a:p>
                <a:pPr marL="228600" indent="-228600">
                  <a:buAutoNum type="alphaLcParenBoth"/>
                </a:pPr>
                <a:r>
                  <a:rPr lang="en-GB" sz="1200" noProof="0"/>
                  <a:t>Solve 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– 7 = 12</m:t>
                    </m:r>
                  </m:oMath>
                </a14:m>
                <a:endParaRPr lang="en-GB" sz="1200" noProof="0"/>
              </a:p>
              <a:p>
                <a:pPr marL="228600" indent="-228600">
                  <a:buAutoNum type="alphaLcParenBoth"/>
                </a:pPr>
                <a:endParaRPr lang="en-GB" sz="1200" noProof="0"/>
              </a:p>
              <a:p>
                <a:pPr marL="228600" indent="-228600">
                  <a:buAutoNum type="alphaLcParenBoth"/>
                </a:pPr>
                <a:endParaRPr lang="en-GB" sz="1200" noProof="0"/>
              </a:p>
              <a:p>
                <a:pPr marL="228600" indent="-228600">
                  <a:buAutoNum type="alphaLcParenBoth"/>
                </a:pPr>
                <a:endParaRPr lang="en-GB" sz="1200" noProof="0"/>
              </a:p>
              <a:p>
                <a:pPr algn="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 . . . . . . . . . . . . . . . . . . . . . . . . .</a:t>
                </a:r>
              </a:p>
              <a:p>
                <a:pPr algn="r"/>
                <a:r>
                  <a:rPr lang="en-GB" sz="1200" noProof="0"/>
                  <a:t>(1)</a:t>
                </a:r>
              </a:p>
              <a:p>
                <a:r>
                  <a:rPr lang="en-GB" sz="1200" noProof="0"/>
                  <a:t>(b) Solve 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40</m:t>
                    </m:r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pPr algn="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 . . . . . . . . . . . . . . . . . . . . . . . . .</a:t>
                </a:r>
              </a:p>
              <a:p>
                <a:pPr algn="r"/>
                <a:r>
                  <a:rPr lang="en-GB" sz="1200" noProof="0"/>
                  <a:t>(1)</a:t>
                </a:r>
              </a:p>
              <a:p>
                <a:r>
                  <a:rPr lang="en-GB" sz="1200" noProof="0"/>
                  <a:t>(c) Solve 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+ 6 = 15</m:t>
                    </m:r>
                  </m:oMath>
                </a14:m>
                <a:endParaRPr lang="en-GB" sz="1200" noProof="0"/>
              </a:p>
              <a:p>
                <a:r>
                  <a:rPr lang="en-GB" sz="1200" noProof="0"/>
                  <a:t> </a:t>
                </a:r>
              </a:p>
              <a:p>
                <a:r>
                  <a:rPr lang="en-GB" sz="1200" noProof="0"/>
                  <a:t> </a:t>
                </a:r>
              </a:p>
              <a:p>
                <a:r>
                  <a:rPr lang="en-GB" sz="1200" noProof="0"/>
                  <a:t> </a:t>
                </a:r>
              </a:p>
              <a:p>
                <a:pPr algn="r"/>
                <a:r>
                  <a:rPr lang="en-GB" sz="1200" noProof="0"/>
                  <a:t> </a:t>
                </a:r>
              </a:p>
              <a:p>
                <a:pPr algn="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 . . . . . . . . . . . . . . . . . . . . . . . . .</a:t>
                </a:r>
              </a:p>
              <a:p>
                <a:pPr algn="r"/>
                <a:r>
                  <a:rPr lang="en-GB" sz="1200" noProof="0"/>
                  <a:t>(2)</a:t>
                </a:r>
              </a:p>
              <a:p>
                <a:endParaRPr lang="en-GB" sz="1200" noProof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B30C1C-F4B2-D6E9-2A31-666A81102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0" y="452894"/>
                <a:ext cx="6489700" cy="3785652"/>
              </a:xfrm>
              <a:prstGeom prst="rect">
                <a:avLst/>
              </a:prstGeom>
              <a:blipFill>
                <a:blip r:embed="rId2"/>
                <a:stretch>
                  <a:fillRect l="-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144D88-86EB-AF50-B5D5-66CE302ED434}"/>
              </a:ext>
            </a:extLst>
          </p:cNvPr>
          <p:cNvCxnSpPr/>
          <p:nvPr/>
        </p:nvCxnSpPr>
        <p:spPr>
          <a:xfrm>
            <a:off x="184150" y="4025900"/>
            <a:ext cx="6489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2" name="Picture 8">
            <a:extLst>
              <a:ext uri="{FF2B5EF4-FFF2-40B4-BE49-F238E27FC236}">
                <a16:creationId xmlns:a16="http://schemas.microsoft.com/office/drawing/2014/main" id="{9F07C01B-0211-7600-93BC-39465D12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49" y="1362500"/>
            <a:ext cx="6469063" cy="174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C4D279-0593-1566-65AD-F8979421E2BA}"/>
                  </a:ext>
                </a:extLst>
              </p:cNvPr>
              <p:cNvSpPr txBox="1"/>
              <p:nvPr/>
            </p:nvSpPr>
            <p:spPr>
              <a:xfrm>
                <a:off x="184150" y="5848292"/>
                <a:ext cx="6489700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/>
                  <a:t>Question 3</a:t>
                </a:r>
              </a:p>
              <a:p>
                <a:r>
                  <a:rPr lang="en-GB" sz="1200" noProof="0"/>
                  <a:t>(a)  Solve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36</m:t>
                    </m:r>
                  </m:oMath>
                </a14:m>
                <a:endParaRPr lang="en-GB" sz="1200" noProof="0"/>
              </a:p>
              <a:p>
                <a:pPr algn="r"/>
                <a:endParaRPr lang="en-GB" sz="1200" noProof="0"/>
              </a:p>
              <a:p>
                <a:pPr algn="r"/>
                <a:br>
                  <a:rPr lang="en-GB" sz="1200" noProof="0"/>
                </a:b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........................................................... </a:t>
                </a:r>
              </a:p>
              <a:p>
                <a:pPr algn="r"/>
                <a:r>
                  <a:rPr lang="en-GB" sz="1200" b="1" noProof="0"/>
                  <a:t>(1)</a:t>
                </a:r>
                <a:endParaRPr lang="en-GB" sz="1200" noProof="0"/>
              </a:p>
              <a:p>
                <a:r>
                  <a:rPr lang="en-GB" sz="1200" noProof="0"/>
                  <a:t>(b)  Solve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7 –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3</m:t>
                    </m:r>
                  </m:oMath>
                </a14:m>
                <a:endParaRPr lang="en-GB" sz="1200" noProof="0"/>
              </a:p>
              <a:p>
                <a:pPr algn="r"/>
                <a:br>
                  <a:rPr lang="en-GB" sz="1200" noProof="0"/>
                </a:br>
                <a:endParaRPr lang="en-GB" sz="1200" noProof="0"/>
              </a:p>
              <a:p>
                <a:pPr algn="r"/>
                <a:br>
                  <a:rPr lang="en-GB" sz="1200" noProof="0"/>
                </a:b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........................................................... </a:t>
                </a:r>
              </a:p>
              <a:p>
                <a:pPr algn="r"/>
                <a:r>
                  <a:rPr lang="en-GB" sz="1200" b="1" noProof="0"/>
                  <a:t>(1)</a:t>
                </a:r>
                <a:endParaRPr lang="en-GB" sz="1200" noProof="0"/>
              </a:p>
              <a:p>
                <a:r>
                  <a:rPr lang="en-GB" sz="1200" noProof="0"/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C4D279-0593-1566-65AD-F8979421E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0" y="5848292"/>
                <a:ext cx="6489700" cy="2492990"/>
              </a:xfrm>
              <a:prstGeom prst="rect">
                <a:avLst/>
              </a:prstGeom>
              <a:blipFill>
                <a:blip r:embed="rId4"/>
                <a:stretch>
                  <a:fillRect r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AA36AF-5B7F-0396-6F4F-FD5BE6277090}"/>
                  </a:ext>
                </a:extLst>
              </p:cNvPr>
              <p:cNvSpPr txBox="1"/>
              <p:nvPr/>
            </p:nvSpPr>
            <p:spPr>
              <a:xfrm>
                <a:off x="184150" y="4060837"/>
                <a:ext cx="64897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noProof="0"/>
                  <a:t>Question 2</a:t>
                </a:r>
              </a:p>
              <a:p>
                <a:r>
                  <a:rPr lang="en-GB" sz="1200" noProof="0"/>
                  <a:t>Solve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4(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– 6) = 44</m:t>
                    </m:r>
                  </m:oMath>
                </a14:m>
                <a:endParaRPr lang="en-GB" sz="1200" noProof="0"/>
              </a:p>
              <a:p>
                <a:pPr algn="r"/>
                <a:endParaRPr lang="en-GB" sz="1200" noProof="0"/>
              </a:p>
              <a:p>
                <a:pPr algn="r"/>
                <a:endParaRPr lang="en-GB" sz="1200" noProof="0"/>
              </a:p>
              <a:p>
                <a:pPr algn="r"/>
                <a:br>
                  <a:rPr lang="en-GB" sz="1200" noProof="0"/>
                </a:br>
                <a:br>
                  <a:rPr lang="en-GB" sz="1200" noProof="0"/>
                </a:br>
                <a:br>
                  <a:rPr lang="en-GB" sz="1200" noProof="0"/>
                </a:b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GB" sz="1200" noProof="0"/>
                  <a:t> ...........................................................  </a:t>
                </a:r>
              </a:p>
              <a:p>
                <a:pPr algn="r"/>
                <a:r>
                  <a:rPr lang="en-GB" sz="1200" b="1" noProof="0"/>
                  <a:t>(Total for question = 2 marks)</a:t>
                </a:r>
                <a:endParaRPr lang="en-GB" sz="1200" noProof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AA36AF-5B7F-0396-6F4F-FD5BE6277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0" y="4060837"/>
                <a:ext cx="6489700" cy="1754326"/>
              </a:xfrm>
              <a:prstGeom prst="rect">
                <a:avLst/>
              </a:prstGeom>
              <a:blipFill>
                <a:blip r:embed="rId5"/>
                <a:stretch>
                  <a:fillRect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>
            <a:extLst>
              <a:ext uri="{FF2B5EF4-FFF2-40B4-BE49-F238E27FC236}">
                <a16:creationId xmlns:a16="http://schemas.microsoft.com/office/drawing/2014/main" id="{5E0AF803-8DC4-1A81-E73A-25EA6A22F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49" y="4091781"/>
            <a:ext cx="6667500" cy="172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712354A-F4A2-0949-E575-121421CF5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117" y="6038792"/>
            <a:ext cx="67357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7C8D87-464A-796B-04D1-8011FB4A5967}"/>
              </a:ext>
            </a:extLst>
          </p:cNvPr>
          <p:cNvCxnSpPr/>
          <p:nvPr/>
        </p:nvCxnSpPr>
        <p:spPr>
          <a:xfrm>
            <a:off x="184150" y="5814218"/>
            <a:ext cx="6489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0BFBB1-F7F1-7538-93E2-5F3FCACBCFA5}"/>
                  </a:ext>
                </a:extLst>
              </p:cNvPr>
              <p:cNvSpPr txBox="1"/>
              <p:nvPr/>
            </p:nvSpPr>
            <p:spPr>
              <a:xfrm>
                <a:off x="184150" y="8173497"/>
                <a:ext cx="648970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noProof="0"/>
                  <a:t>Question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 – 1 = 2</m:t>
                      </m:r>
                    </m:oMath>
                  </m:oMathPara>
                </a14:m>
                <a:endParaRPr lang="en-GB" sz="1200" noProof="0"/>
              </a:p>
              <a:p>
                <a:r>
                  <a:rPr lang="en-GB" sz="1200" noProof="0"/>
                  <a:t>Work out the value of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pPr algn="r"/>
                <a:endParaRPr lang="en-GB" sz="700" noProof="0"/>
              </a:p>
              <a:p>
                <a:pPr algn="r"/>
                <a:endParaRPr lang="en-GB" sz="700" noProof="0"/>
              </a:p>
              <a:p>
                <a:pPr algn="r"/>
                <a:endParaRPr lang="en-GB" sz="700" noProof="0"/>
              </a:p>
              <a:p>
                <a:pPr algn="r"/>
                <a:br>
                  <a:rPr lang="en-GB" sz="700" noProof="0"/>
                </a:br>
                <a:r>
                  <a:rPr lang="en-GB" sz="1200" noProof="0"/>
                  <a:t>...........................................................  </a:t>
                </a:r>
              </a:p>
              <a:p>
                <a:pPr algn="r"/>
                <a:r>
                  <a:rPr lang="en-GB" sz="1200" b="1" noProof="0"/>
                  <a:t>(Total for question = 3 marks)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0BFBB1-F7F1-7538-93E2-5F3FCACBC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0" y="8173497"/>
                <a:ext cx="6489700" cy="1631216"/>
              </a:xfrm>
              <a:prstGeom prst="rect">
                <a:avLst/>
              </a:prstGeom>
              <a:blipFill>
                <a:blip r:embed="rId8"/>
                <a:stretch>
                  <a:fillRect t="-375" r="-1502"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7C4E87-529D-E79E-E629-8D685F5DB26E}"/>
              </a:ext>
            </a:extLst>
          </p:cNvPr>
          <p:cNvCxnSpPr/>
          <p:nvPr/>
        </p:nvCxnSpPr>
        <p:spPr>
          <a:xfrm>
            <a:off x="171450" y="8149477"/>
            <a:ext cx="6489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80F0B2-1A43-4FA7-E510-66A71453A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49" y="7257269"/>
            <a:ext cx="66675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402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92E1-88B7-D5CD-C7AC-628D2B80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9C51568-32FC-68D9-234F-7E0D335B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349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12</a:t>
            </a:fld>
            <a:endParaRPr lang="en-GB" b="1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9D7D8A0-2D17-D9AE-57B6-B17FB108B017}"/>
              </a:ext>
            </a:extLst>
          </p:cNvPr>
          <p:cNvCxnSpPr/>
          <p:nvPr/>
        </p:nvCxnSpPr>
        <p:spPr>
          <a:xfrm>
            <a:off x="181728" y="4296895"/>
            <a:ext cx="6489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A6636F-74A9-8B47-2635-E4C5ED870859}"/>
                  </a:ext>
                </a:extLst>
              </p:cNvPr>
              <p:cNvSpPr txBox="1"/>
              <p:nvPr/>
            </p:nvSpPr>
            <p:spPr>
              <a:xfrm>
                <a:off x="191416" y="4356255"/>
                <a:ext cx="6489700" cy="1385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noProof="0"/>
                  <a:t>Question 6</a:t>
                </a:r>
              </a:p>
              <a:p>
                <a:r>
                  <a:rPr lang="en-GB" sz="1200" i="0" noProof="0">
                    <a:latin typeface="+mj-lt"/>
                  </a:rPr>
                  <a:t>S</a:t>
                </a:r>
                <a:r>
                  <a:rPr lang="en-GB" sz="1200" b="0" i="0" noProof="0">
                    <a:latin typeface="+mj-lt"/>
                  </a:rPr>
                  <a:t>olve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5=</m:t>
                    </m:r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 sz="1200" noProof="0"/>
              </a:p>
              <a:p>
                <a:br>
                  <a:rPr lang="en-GB" sz="700" noProof="0"/>
                </a:br>
                <a:br>
                  <a:rPr lang="en-GB" sz="1200" noProof="0"/>
                </a:br>
                <a:endParaRPr lang="en-GB" sz="1200" noProof="0"/>
              </a:p>
              <a:p>
                <a:pPr algn="r"/>
                <a:r>
                  <a:rPr lang="en-GB" sz="1200" noProof="0"/>
                  <a:t> ...........................................................  </a:t>
                </a:r>
              </a:p>
              <a:p>
                <a:pPr algn="r"/>
                <a:r>
                  <a:rPr lang="en-GB" sz="1200" b="1" noProof="0"/>
                  <a:t>(Total for question = 1 mark)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A6636F-74A9-8B47-2635-E4C5ED870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16" y="4356255"/>
                <a:ext cx="6489700" cy="1385572"/>
              </a:xfrm>
              <a:prstGeom prst="rect">
                <a:avLst/>
              </a:prstGeom>
              <a:blipFill>
                <a:blip r:embed="rId3"/>
                <a:stretch>
                  <a:fillRect t="-441" r="-1596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9051E1-71CA-3042-DAAF-F49FCAF1DDFB}"/>
                  </a:ext>
                </a:extLst>
              </p:cNvPr>
              <p:cNvSpPr txBox="1"/>
              <p:nvPr/>
            </p:nvSpPr>
            <p:spPr>
              <a:xfrm>
                <a:off x="227929" y="5984274"/>
                <a:ext cx="6453187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noProof="0"/>
                  <a:t>Question 7</a:t>
                </a:r>
              </a:p>
              <a:p>
                <a:pPr marL="228600" indent="-228600">
                  <a:buAutoNum type="alphaLcParenBoth"/>
                </a:pPr>
                <a:r>
                  <a:rPr lang="en-GB" sz="1200" noProof="0"/>
                  <a:t>Expand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 + 5</m:t>
                        </m:r>
                      </m:e>
                    </m:d>
                  </m:oMath>
                </a14:m>
                <a:endParaRPr lang="en-GB" sz="1200" noProof="0"/>
              </a:p>
              <a:p>
                <a:pPr algn="r"/>
                <a:r>
                  <a:rPr lang="en-GB" sz="1200" noProof="0"/>
                  <a:t> ........................................................... </a:t>
                </a:r>
              </a:p>
              <a:p>
                <a:pPr algn="r"/>
                <a:r>
                  <a:rPr lang="en-GB" sz="1200" noProof="0"/>
                  <a:t>(1)</a:t>
                </a:r>
              </a:p>
              <a:p>
                <a:pPr marL="228600" indent="-228600">
                  <a:buAutoNum type="alphaLcParenBoth" startAt="2"/>
                </a:pPr>
                <a:r>
                  <a:rPr lang="en-GB" sz="1200" noProof="0"/>
                  <a:t>Factorise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endParaRPr lang="en-GB" sz="1200" noProof="0"/>
              </a:p>
              <a:p>
                <a:pPr marL="228600" indent="-228600">
                  <a:buAutoNum type="alphaLcParenBoth" startAt="2"/>
                </a:pPr>
                <a:endParaRPr lang="en-GB" sz="1200" noProof="0"/>
              </a:p>
              <a:p>
                <a:pPr algn="r"/>
                <a:r>
                  <a:rPr lang="en-GB" sz="1200" noProof="0"/>
                  <a:t> ........................................................... </a:t>
                </a:r>
              </a:p>
              <a:p>
                <a:pPr algn="r"/>
                <a:r>
                  <a:rPr lang="en-GB" sz="1200" noProof="0"/>
                  <a:t>(1)</a:t>
                </a:r>
              </a:p>
              <a:p>
                <a:r>
                  <a:rPr lang="en-GB" sz="1200" noProof="0"/>
                  <a:t>(c)  Solve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2(5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– 4) = 21</m:t>
                    </m:r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pPr algn="r"/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........................................................... </a:t>
                </a:r>
              </a:p>
              <a:p>
                <a:pPr algn="r"/>
                <a:r>
                  <a:rPr lang="en-GB" sz="1200" noProof="0"/>
                  <a:t>(3)</a:t>
                </a:r>
              </a:p>
              <a:p>
                <a:r>
                  <a:rPr lang="en-GB" sz="1200" noProof="0"/>
                  <a:t>(d)  Simplify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×5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pPr algn="r"/>
                <a:r>
                  <a:rPr lang="en-GB" sz="1200" noProof="0"/>
                  <a:t> ........................................................... </a:t>
                </a:r>
              </a:p>
              <a:p>
                <a:pPr algn="r"/>
                <a:r>
                  <a:rPr lang="en-GB" sz="1200" noProof="0"/>
                  <a:t>(1)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9051E1-71CA-3042-DAAF-F49FCAF1D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29" y="5984274"/>
                <a:ext cx="6453187" cy="3785652"/>
              </a:xfrm>
              <a:prstGeom prst="rect">
                <a:avLst/>
              </a:prstGeom>
              <a:blipFill>
                <a:blip r:embed="rId4"/>
                <a:stretch>
                  <a:fillRect l="-94" t="-161" r="-1039" b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21D84F-92FE-90E5-5F42-01CBA8B4777A}"/>
              </a:ext>
            </a:extLst>
          </p:cNvPr>
          <p:cNvCxnSpPr/>
          <p:nvPr/>
        </p:nvCxnSpPr>
        <p:spPr>
          <a:xfrm>
            <a:off x="213397" y="5849902"/>
            <a:ext cx="6489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B3EC07-8E57-8E65-AF56-7E7092C31472}"/>
                  </a:ext>
                </a:extLst>
              </p:cNvPr>
              <p:cNvSpPr txBox="1"/>
              <p:nvPr/>
            </p:nvSpPr>
            <p:spPr>
              <a:xfrm>
                <a:off x="176884" y="69128"/>
                <a:ext cx="6489700" cy="4246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/>
                  <a:t>Question 5</a:t>
                </a:r>
              </a:p>
              <a:p>
                <a:r>
                  <a:rPr lang="en-GB" sz="1200" noProof="0"/>
                  <a:t>(a)  Solve 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6</m:t>
                    </m:r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pPr algn="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...........................................................</a:t>
                </a:r>
              </a:p>
              <a:p>
                <a:pPr algn="r"/>
                <a:r>
                  <a:rPr lang="en-GB" sz="1200" noProof="0"/>
                  <a:t>(1)</a:t>
                </a:r>
              </a:p>
              <a:p>
                <a:r>
                  <a:rPr lang="en-GB" sz="1200" noProof="0"/>
                  <a:t>(b)  Solve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+ 5 = 20</m:t>
                    </m:r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pPr algn="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...........................................................</a:t>
                </a:r>
              </a:p>
              <a:p>
                <a:pPr algn="r"/>
                <a:r>
                  <a:rPr lang="en-GB" sz="1200" noProof="0"/>
                  <a:t>(1)</a:t>
                </a:r>
              </a:p>
              <a:p>
                <a:r>
                  <a:rPr lang="en-GB" sz="1200" noProof="0"/>
                  <a:t>(c)  Solve 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36</m:t>
                    </m:r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pPr algn="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...........................................................</a:t>
                </a:r>
              </a:p>
              <a:p>
                <a:pPr algn="r"/>
                <a:r>
                  <a:rPr lang="en-GB" sz="1200" noProof="0"/>
                  <a:t>(1)</a:t>
                </a:r>
              </a:p>
              <a:p>
                <a:r>
                  <a:rPr lang="en-GB" sz="1200" noProof="0"/>
                  <a:t>(d)  Solve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0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0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+ 5 = 12</m:t>
                    </m:r>
                  </m:oMath>
                </a14:m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200" noProof="0"/>
              </a:p>
              <a:p>
                <a:endParaRPr lang="en-GB" sz="100" noProof="0"/>
              </a:p>
              <a:p>
                <a:endParaRPr lang="en-GB" sz="1200" noProof="0"/>
              </a:p>
              <a:p>
                <a:pPr algn="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200" noProof="0"/>
                  <a:t>...........................................................</a:t>
                </a:r>
              </a:p>
              <a:p>
                <a:pPr algn="r"/>
                <a:r>
                  <a:rPr lang="en-GB" sz="1200" noProof="0"/>
                  <a:t>(2)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B3EC07-8E57-8E65-AF56-7E7092C31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4" y="69128"/>
                <a:ext cx="6489700" cy="4246484"/>
              </a:xfrm>
              <a:prstGeom prst="rect">
                <a:avLst/>
              </a:prstGeom>
              <a:blipFill>
                <a:blip r:embed="rId5"/>
                <a:stretch>
                  <a:fillRect b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7">
            <a:extLst>
              <a:ext uri="{FF2B5EF4-FFF2-40B4-BE49-F238E27FC236}">
                <a16:creationId xmlns:a16="http://schemas.microsoft.com/office/drawing/2014/main" id="{A3B048DB-C654-1DB5-B75B-EB90FE072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138" y="658996"/>
            <a:ext cx="6751637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2A25BB2E-2699-FE71-4A4A-74C4682F9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420" y="6120039"/>
            <a:ext cx="6667500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A6D4B34-6A0B-4674-7ED1-F1317DE5E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420" y="4610100"/>
            <a:ext cx="66675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106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20F3-E09D-12B6-1949-6A8E0EF3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F068792D-EC2F-F789-5E8A-294EEA84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13</a:t>
            </a:fld>
            <a:endParaRPr lang="en-GB" b="1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1F3B3-7BE0-C885-327F-446CF5E2666D}"/>
              </a:ext>
            </a:extLst>
          </p:cNvPr>
          <p:cNvSpPr txBox="1"/>
          <p:nvPr/>
        </p:nvSpPr>
        <p:spPr>
          <a:xfrm>
            <a:off x="0" y="-39216"/>
            <a:ext cx="6858000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 b="1" noProof="0" dirty="0">
                <a:solidFill>
                  <a:schemeClr val="bg1"/>
                </a:solidFill>
              </a:rPr>
              <a:t>Subtopic 1B: Equations with Unknowns on Both Sides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33C3517-B5D9-3C3D-6EC9-3710E6F48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233848"/>
                  </p:ext>
                </p:extLst>
              </p:nvPr>
            </p:nvGraphicFramePr>
            <p:xfrm>
              <a:off x="91588" y="1111028"/>
              <a:ext cx="6689481" cy="57905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745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02687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28.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29.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30.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30916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340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Find the variable that is repeated on each side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Use the inverse operation of one of these terms to ‘eliminate’ it from one side of the equation.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(Carefully consider the steps here and </a:t>
                          </a:r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try to keep the coefficient positive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Solve as normal!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+18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−11=7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16+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=−6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275047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31.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32.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33.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5669020"/>
                      </a:ext>
                    </a:extLst>
                  </a:tr>
                  <a:tr h="2441856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=42−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16−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=−6</m:t>
                                </m:r>
                                <m:r>
                                  <a:rPr lang="en-GB" sz="120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3777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33C3517-B5D9-3C3D-6EC9-3710E6F48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233848"/>
                  </p:ext>
                </p:extLst>
              </p:nvPr>
            </p:nvGraphicFramePr>
            <p:xfrm>
              <a:off x="91588" y="1111028"/>
              <a:ext cx="6689481" cy="57905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745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02687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28.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29.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30.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30916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340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Find the variable that is repeated on each side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Use the inverse operation of one of these terms to ‘eliminate’ it from one side of the equation.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(Carefully consider the steps here and </a:t>
                          </a:r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try to keep the coefficient positive</a:t>
                          </a: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Solve as normal!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636" t="-31429" r="-201091" b="-11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8913" t="-31429" r="-100362" b="-11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1429" r="-727" b="-11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275047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31.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32.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33.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5669020"/>
                      </a:ext>
                    </a:extLst>
                  </a:tr>
                  <a:tr h="2441856">
                    <a:tc vMerge="1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endParaRPr 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636" t="-137406" r="-201091" b="-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8913" t="-137406" r="-100362" b="-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37406" r="-727" b="-4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3777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8ECFFAE-61FD-1731-7B13-3D7BE21F1DAB}"/>
              </a:ext>
            </a:extLst>
          </p:cNvPr>
          <p:cNvSpPr txBox="1"/>
          <p:nvPr/>
        </p:nvSpPr>
        <p:spPr>
          <a:xfrm>
            <a:off x="91588" y="297098"/>
            <a:ext cx="6689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noProof="0"/>
              <a:t>Sometimes an equation will not be equal to a given constant, but instead </a:t>
            </a:r>
            <a:r>
              <a:rPr lang="en-GB" sz="1200" b="1" noProof="0"/>
              <a:t>equal to another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noProof="0"/>
              <a:t>expression.</a:t>
            </a:r>
            <a:endParaRPr lang="en-GB" sz="1200" noProof="0"/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We still want to </a:t>
            </a:r>
            <a:r>
              <a:rPr lang="en-GB" sz="1200" b="1" noProof="0"/>
              <a:t>isolate the variable </a:t>
            </a:r>
            <a:r>
              <a:rPr lang="en-GB" sz="1200" noProof="0"/>
              <a:t>to create an equation more like those we have solved previously,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noProof="0"/>
              <a:t>but we also need to </a:t>
            </a:r>
            <a:r>
              <a:rPr lang="en-GB" sz="1200" b="1" noProof="0"/>
              <a:t>eliminate</a:t>
            </a:r>
            <a:r>
              <a:rPr lang="en-GB" sz="1200" noProof="0"/>
              <a:t> it on one side of the equation to give the value of the variable.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0974EA-574A-F32F-B6B4-F10D646DCDA1}"/>
                  </a:ext>
                </a:extLst>
              </p:cNvPr>
              <p:cNvSpPr txBox="1"/>
              <p:nvPr/>
            </p:nvSpPr>
            <p:spPr>
              <a:xfrm>
                <a:off x="84258" y="6910123"/>
                <a:ext cx="66894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/>
                  <a:t>Does it matter which ‘</a:t>
                </a:r>
                <a14:m>
                  <m:oMath xmlns:m="http://schemas.openxmlformats.org/officeDocument/2006/math">
                    <m:r>
                      <a:rPr lang="en-GB" sz="1200" b="1" i="1" noProof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200" b="1" noProof="0"/>
                  <a:t>’ term I eliminate?</a:t>
                </a:r>
                <a:endParaRPr lang="en-GB" sz="1200" noProof="0"/>
              </a:p>
              <a:p>
                <a:r>
                  <a:rPr lang="en-GB" sz="1200" noProof="0"/>
                  <a:t>For each of the below, describe the most efficient first step.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0974EA-574A-F32F-B6B4-F10D646DC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8" y="6910123"/>
                <a:ext cx="6689481" cy="461665"/>
              </a:xfrm>
              <a:prstGeom prst="rect">
                <a:avLst/>
              </a:prstGeom>
              <a:blipFill>
                <a:blip r:embed="rId3"/>
                <a:stretch>
                  <a:fillRect l="-91"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19C67B6D-703A-B382-CCB1-2CE58CBAA7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6911612"/>
                  </p:ext>
                </p:extLst>
              </p:nvPr>
            </p:nvGraphicFramePr>
            <p:xfrm>
              <a:off x="91587" y="7451663"/>
              <a:ext cx="6682152" cy="21214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538">
                      <a:extLst>
                        <a:ext uri="{9D8B030D-6E8A-4147-A177-3AD203B41FA5}">
                          <a16:colId xmlns:a16="http://schemas.microsoft.com/office/drawing/2014/main" val="3306556750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996086455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1321045707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300289019"/>
                        </a:ext>
                      </a:extLst>
                    </a:gridCol>
                  </a:tblGrid>
                  <a:tr h="3535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001512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−6=5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6−7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9749100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6−7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3447087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+6=7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6−4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8652495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6+5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6+4</m:t>
                                </m:r>
                                <m:r>
                                  <a:rPr lang="en-GB" sz="120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  <m:r>
                                  <a:rPr lang="en-GB" sz="120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2836829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6−5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6+7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8441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19C67B6D-703A-B382-CCB1-2CE58CBAA7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6911612"/>
                  </p:ext>
                </p:extLst>
              </p:nvPr>
            </p:nvGraphicFramePr>
            <p:xfrm>
              <a:off x="91587" y="7451663"/>
              <a:ext cx="6682152" cy="21214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538">
                      <a:extLst>
                        <a:ext uri="{9D8B030D-6E8A-4147-A177-3AD203B41FA5}">
                          <a16:colId xmlns:a16="http://schemas.microsoft.com/office/drawing/2014/main" val="3306556750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996086455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1321045707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300289019"/>
                        </a:ext>
                      </a:extLst>
                    </a:gridCol>
                  </a:tblGrid>
                  <a:tr h="3535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001512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101724" r="-301095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101724" r="-100730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9749100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198305" r="-301095" b="-2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198305" r="-100730" b="-2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3447087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303448" r="-301095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303448" r="-10073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8652495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403448" r="-301095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403448" r="-10073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2836829"/>
                      </a:ext>
                    </a:extLst>
                  </a:tr>
                  <a:tr h="353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503448" r="-301095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503448" r="-10073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8441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827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2CF4-4BA6-69C8-9B4C-98D285C9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FC5B6533-B069-4D4D-F7FC-950F9904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14</a:t>
            </a:fld>
            <a:endParaRPr lang="en-GB" b="1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DF990C-DD1E-5E83-DDB1-FEC3B79C07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8810383"/>
                  </p:ext>
                </p:extLst>
              </p:nvPr>
            </p:nvGraphicFramePr>
            <p:xfrm>
              <a:off x="91587" y="0"/>
              <a:ext cx="6689480" cy="3447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713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29589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29589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29589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28641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34.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35.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36.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67865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651232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Find the variable that is repeated on each side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Use the inverse operation of one of these terms to ‘eliminate’ it from one side of the equation.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Solve as normal!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+3=2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−13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−1=23−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DF990C-DD1E-5E83-DDB1-FEC3B79C07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8810383"/>
                  </p:ext>
                </p:extLst>
              </p:nvPr>
            </p:nvGraphicFramePr>
            <p:xfrm>
              <a:off x="91587" y="0"/>
              <a:ext cx="6689480" cy="3447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713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29589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29589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29589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328641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34.  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35.   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36.  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467865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651232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Find the variable that is repeated on each side of the equation.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Use the inverse operation of one of these terms to ‘eliminate’ it from one side of the equation.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Solve as normal!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1610" t="-30575" r="-201124" b="-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0821" t="-30575" r="-100373" b="-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1985" t="-30575" r="-749" b="-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2E2169-4CCA-E2AA-9554-81935978FB3A}"/>
                  </a:ext>
                </a:extLst>
              </p:cNvPr>
              <p:cNvSpPr txBox="1"/>
              <p:nvPr/>
            </p:nvSpPr>
            <p:spPr>
              <a:xfrm>
                <a:off x="84259" y="3461098"/>
                <a:ext cx="66894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/>
                  <a:t>Does it matter which ‘</a:t>
                </a:r>
                <a14:m>
                  <m:oMath xmlns:m="http://schemas.openxmlformats.org/officeDocument/2006/math">
                    <m:r>
                      <a:rPr lang="en-GB" sz="1200" b="1" i="1" noProof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200" b="1" noProof="0"/>
                  <a:t>’ term I eliminate?</a:t>
                </a:r>
                <a:endParaRPr lang="en-GB" sz="1200" noProof="0"/>
              </a:p>
              <a:p>
                <a:r>
                  <a:rPr lang="en-GB" sz="1200" noProof="0"/>
                  <a:t>For each of the below, describe the most efficient first step.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2E2169-4CCA-E2AA-9554-81935978F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9" y="3461098"/>
                <a:ext cx="6689481" cy="461665"/>
              </a:xfrm>
              <a:prstGeom prst="rect">
                <a:avLst/>
              </a:prstGeom>
              <a:blipFill>
                <a:blip r:embed="rId3"/>
                <a:stretch>
                  <a:fillRect l="-91"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9A9ABB22-03CD-DA92-C084-53C1EB23E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031504"/>
                  </p:ext>
                </p:extLst>
              </p:nvPr>
            </p:nvGraphicFramePr>
            <p:xfrm>
              <a:off x="91588" y="3936541"/>
              <a:ext cx="6682152" cy="16689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538">
                      <a:extLst>
                        <a:ext uri="{9D8B030D-6E8A-4147-A177-3AD203B41FA5}">
                          <a16:colId xmlns:a16="http://schemas.microsoft.com/office/drawing/2014/main" val="3306556750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996086455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1321045707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300289019"/>
                        </a:ext>
                      </a:extLst>
                    </a:gridCol>
                  </a:tblGrid>
                  <a:tr h="3337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001512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+15=9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15−6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=9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9749100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+15=6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15−6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=3+9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3447087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−15=9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15−6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=3−9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8652495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−15=3−9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15−6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=−3−9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28368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9A9ABB22-03CD-DA92-C084-53C1EB23E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031504"/>
                  </p:ext>
                </p:extLst>
              </p:nvPr>
            </p:nvGraphicFramePr>
            <p:xfrm>
              <a:off x="91588" y="3936541"/>
              <a:ext cx="6682152" cy="16689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0538">
                      <a:extLst>
                        <a:ext uri="{9D8B030D-6E8A-4147-A177-3AD203B41FA5}">
                          <a16:colId xmlns:a16="http://schemas.microsoft.com/office/drawing/2014/main" val="3306556750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996086455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1321045707"/>
                        </a:ext>
                      </a:extLst>
                    </a:gridCol>
                    <a:gridCol w="1670538">
                      <a:extLst>
                        <a:ext uri="{9D8B030D-6E8A-4147-A177-3AD203B41FA5}">
                          <a16:colId xmlns:a16="http://schemas.microsoft.com/office/drawing/2014/main" val="3300289019"/>
                        </a:ext>
                      </a:extLst>
                    </a:gridCol>
                  </a:tblGrid>
                  <a:tr h="3337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noProof="0">
                              <a:solidFill>
                                <a:sysClr val="windowText" lastClr="000000"/>
                              </a:solidFill>
                            </a:rPr>
                            <a:t>First Step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7001512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101818" r="-301095" b="-3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101818" r="-100730" b="-3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9749100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201818" r="-301095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201818" r="-100730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3447087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301818" r="-301095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301818" r="-10073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8652495"/>
                      </a:ext>
                    </a:extLst>
                  </a:tr>
                  <a:tr h="33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401818" r="-301095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95" t="-401818" r="-10073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noProof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28368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E099474-CF1B-6655-DDF7-34D8CA851B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8749248"/>
                  </p:ext>
                </p:extLst>
              </p:nvPr>
            </p:nvGraphicFramePr>
            <p:xfrm>
              <a:off x="91587" y="6131164"/>
              <a:ext cx="6689481" cy="3498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745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84673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37.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38.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39.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365963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847892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Expand the bracket(s)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Use the inverse operation of one of these terms to ‘eliminate’ the repeated variable from one side of the equation.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Solve as normal!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4(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+1)=2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3(2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+4)=2(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−6)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9(2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−5)=3(4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+7)</m:t>
                                </m:r>
                              </m:oMath>
                            </m:oMathPara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E099474-CF1B-6655-DDF7-34D8CA851B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8749248"/>
                  </p:ext>
                </p:extLst>
              </p:nvPr>
            </p:nvGraphicFramePr>
            <p:xfrm>
              <a:off x="91587" y="6131164"/>
              <a:ext cx="6689481" cy="3498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7455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1712497518"/>
                        </a:ext>
                      </a:extLst>
                    </a:gridCol>
                    <a:gridCol w="1677342">
                      <a:extLst>
                        <a:ext uri="{9D8B030D-6E8A-4147-A177-3AD203B41FA5}">
                          <a16:colId xmlns:a16="http://schemas.microsoft.com/office/drawing/2014/main" val="886122921"/>
                        </a:ext>
                      </a:extLst>
                    </a:gridCol>
                  </a:tblGrid>
                  <a:tr h="284673">
                    <a:tc>
                      <a:txBody>
                        <a:bodyPr/>
                        <a:lstStyle/>
                        <a:p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37.   I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38.    We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39.   You do…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528973"/>
                      </a:ext>
                    </a:extLst>
                  </a:tr>
                  <a:tr h="365963">
                    <a:tc>
                      <a:txBody>
                        <a:bodyPr/>
                        <a:lstStyle/>
                        <a:p>
                          <a:r>
                            <a:rPr lang="en-GB" sz="12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Solve: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2847892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Expand the bracket(s)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Use the inverse operation of one of these terms to ‘eliminate’ the repeated variable from one side of the equation.</a:t>
                          </a:r>
                          <a:b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</a:b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Solve as normal!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636" t="-22863" r="-201091" b="-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8913" t="-22863" r="-100362" b="-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22863" r="-727" b="-4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9D8164D-AB1D-AD74-3A53-488BA42CBD59}"/>
              </a:ext>
            </a:extLst>
          </p:cNvPr>
          <p:cNvSpPr txBox="1"/>
          <p:nvPr/>
        </p:nvSpPr>
        <p:spPr>
          <a:xfrm>
            <a:off x="-1" y="5742308"/>
            <a:ext cx="6858000" cy="252000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Equations with Unknowns on Both Sides &amp; Brackets</a:t>
            </a:r>
          </a:p>
        </p:txBody>
      </p:sp>
    </p:spTree>
    <p:extLst>
      <p:ext uri="{BB962C8B-B14F-4D97-AF65-F5344CB8AC3E}">
        <p14:creationId xmlns:p14="http://schemas.microsoft.com/office/powerpoint/2010/main" val="1200818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E319-FEB5-1F10-AFD8-B8411C27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58356312-3651-E4C1-67F6-231C87DA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15</a:t>
            </a:fld>
            <a:endParaRPr lang="en-GB" b="1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2123B-56B4-6EA2-FF36-B0A8C1ED907E}"/>
              </a:ext>
            </a:extLst>
          </p:cNvPr>
          <p:cNvSpPr/>
          <p:nvPr/>
        </p:nvSpPr>
        <p:spPr>
          <a:xfrm>
            <a:off x="0" y="0"/>
            <a:ext cx="1624871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9D2B173-2010-E01D-23E8-E5F8D970E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6364586"/>
                  </p:ext>
                </p:extLst>
              </p:nvPr>
            </p:nvGraphicFramePr>
            <p:xfrm>
              <a:off x="97396" y="372849"/>
              <a:ext cx="6677864" cy="92252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3604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89100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758760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28532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a)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b) 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=7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+12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c) 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−32=9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aseline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d)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+50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3132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e)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+5=10+4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f)</a:t>
                          </a:r>
                          <a:r>
                            <a:rPr lang="en-GB" sz="120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+14=8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g)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6+2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=11−3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h)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=7−2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b="1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  <a:tr h="324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err="1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+3)=2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>
                              <a:solidFill>
                                <a:schemeClr val="tx1"/>
                              </a:solidFill>
                            </a:rPr>
                            <a:t>j)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10−2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k)</a:t>
                          </a:r>
                          <a:r>
                            <a:rPr lang="en-GB" sz="1200" b="0" baseline="0" noProof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+3)=3(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+9)</m:t>
                              </m:r>
                            </m:oMath>
                          </a14:m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l)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3−4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=5(3−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61760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9D2B173-2010-E01D-23E8-E5F8D970E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6364586"/>
                  </p:ext>
                </p:extLst>
              </p:nvPr>
            </p:nvGraphicFramePr>
            <p:xfrm>
              <a:off x="97396" y="372849"/>
              <a:ext cx="6677864" cy="92252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3604">
                      <a:extLst>
                        <a:ext uri="{9D8B030D-6E8A-4147-A177-3AD203B41FA5}">
                          <a16:colId xmlns:a16="http://schemas.microsoft.com/office/drawing/2014/main" val="1221185359"/>
                        </a:ext>
                      </a:extLst>
                    </a:gridCol>
                    <a:gridCol w="1689100">
                      <a:extLst>
                        <a:ext uri="{9D8B030D-6E8A-4147-A177-3AD203B41FA5}">
                          <a16:colId xmlns:a16="http://schemas.microsoft.com/office/drawing/2014/main" val="2492029242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3342718611"/>
                        </a:ext>
                      </a:extLst>
                    </a:gridCol>
                    <a:gridCol w="1758760">
                      <a:extLst>
                        <a:ext uri="{9D8B030D-6E8A-4147-A177-3AD203B41FA5}">
                          <a16:colId xmlns:a16="http://schemas.microsoft.com/office/drawing/2014/main" val="2346233978"/>
                        </a:ext>
                      </a:extLst>
                    </a:gridCol>
                  </a:tblGrid>
                  <a:tr h="28532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2" t="-214" r="-330980" b="-223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2086" t="-214" r="-203597" b="-223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4182" t="-214" r="-105818" b="-223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9931" t="-214" r="-692" b="-2239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846751"/>
                      </a:ext>
                    </a:extLst>
                  </a:tr>
                  <a:tr h="31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2" t="-91245" r="-330980" b="-103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2086" t="-91245" r="-203597" b="-103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4182" t="-91245" r="-105818" b="-103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9931" t="-91245" r="-692" b="-1038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521933"/>
                      </a:ext>
                    </a:extLst>
                  </a:tr>
                  <a:tr h="32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2" t="-184774" r="-330980" b="-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2086" t="-184774" r="-203597" b="-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4182" t="-184774" r="-105818" b="-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9931" t="-184774" r="-692" b="-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1760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5F8EE3C-F29C-A355-1004-24C9E5503C99}"/>
              </a:ext>
            </a:extLst>
          </p:cNvPr>
          <p:cNvSpPr/>
          <p:nvPr/>
        </p:nvSpPr>
        <p:spPr>
          <a:xfrm>
            <a:off x="1706742" y="30948"/>
            <a:ext cx="51372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/>
              <a:t>Question 7. </a:t>
            </a:r>
            <a:r>
              <a:rPr lang="en-GB" sz="1200"/>
              <a:t>Solve each of the equations.  Show all your working.</a:t>
            </a:r>
            <a:endParaRPr lang="en-GB" sz="1200" b="1"/>
          </a:p>
        </p:txBody>
      </p:sp>
    </p:spTree>
    <p:extLst>
      <p:ext uri="{BB962C8B-B14F-4D97-AF65-F5344CB8AC3E}">
        <p14:creationId xmlns:p14="http://schemas.microsoft.com/office/powerpoint/2010/main" val="649351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5676-B18D-6FFC-1EE2-492B84BB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A03EBFF-1F6C-11D3-2F98-CD7B8CD8C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64793"/>
              </p:ext>
            </p:extLst>
          </p:nvPr>
        </p:nvGraphicFramePr>
        <p:xfrm>
          <a:off x="0" y="381000"/>
          <a:ext cx="6839476" cy="9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115180632"/>
                    </a:ext>
                  </a:extLst>
                </a:gridCol>
                <a:gridCol w="3419476">
                  <a:extLst>
                    <a:ext uri="{9D8B030D-6E8A-4147-A177-3AD203B41FA5}">
                      <a16:colId xmlns:a16="http://schemas.microsoft.com/office/drawing/2014/main" val="1274541306"/>
                    </a:ext>
                  </a:extLst>
                </a:gridCol>
              </a:tblGrid>
              <a:tr h="3456000">
                <a:tc>
                  <a:txBody>
                    <a:bodyPr/>
                    <a:lstStyle/>
                    <a:p>
                      <a:endParaRPr lang="en-GB" sz="120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20670"/>
                  </a:ext>
                </a:extLst>
              </a:tr>
              <a:tr h="334800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endParaRPr lang="en-GB" sz="120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143028"/>
                  </a:ext>
                </a:extLst>
              </a:tr>
              <a:tr h="2520000">
                <a:tc gridSpan="2"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b="1" noProof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 5</a:t>
                      </a: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b="0" noProof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62223"/>
                  </a:ext>
                </a:extLst>
              </a:tr>
            </a:tbl>
          </a:graphicData>
        </a:graphic>
      </p:graphicFrame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42626A90-9652-4650-94A1-C139476B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9678" y="957306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b="1" noProof="0" smtClean="0">
                <a:latin typeface="Calibri (Body)"/>
              </a:rPr>
              <a:t>16</a:t>
            </a:fld>
            <a:endParaRPr lang="en-GB" b="1" noProof="0">
              <a:latin typeface="Calibri (Body)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A10D06-BE8A-19B4-9AB0-0FB1233D72CF}"/>
              </a:ext>
            </a:extLst>
          </p:cNvPr>
          <p:cNvSpPr/>
          <p:nvPr/>
        </p:nvSpPr>
        <p:spPr>
          <a:xfrm>
            <a:off x="0" y="0"/>
            <a:ext cx="6839476" cy="28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>
                <a:solidFill>
                  <a:schemeClr val="bg1"/>
                </a:solidFill>
              </a:rPr>
              <a:t>Exam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79CDDC-F7E8-E21F-CEAB-8236AD05BF3F}"/>
                  </a:ext>
                </a:extLst>
              </p:cNvPr>
              <p:cNvSpPr txBox="1"/>
              <p:nvPr/>
            </p:nvSpPr>
            <p:spPr>
              <a:xfrm>
                <a:off x="-19047" y="381000"/>
                <a:ext cx="3455129" cy="3397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1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</a:t>
                </a: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4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+ 5 = 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+ 26</m:t>
                    </m:r>
                  </m:oMath>
                </a14:m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sz="1200" kern="0" noProof="0"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GB" sz="1200" kern="0" noProof="0"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</m:oMath>
                </a14:m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...........................................................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= 2 marks)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79CDDC-F7E8-E21F-CEAB-8236AD05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47" y="381000"/>
                <a:ext cx="3455129" cy="3397725"/>
              </a:xfrm>
              <a:prstGeom prst="rect">
                <a:avLst/>
              </a:prstGeom>
              <a:blipFill>
                <a:blip r:embed="rId2"/>
                <a:stretch>
                  <a:fillRect l="-176" b="-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DB74EB-EE9C-BF74-FD3F-B0723A795A80}"/>
                  </a:ext>
                </a:extLst>
              </p:cNvPr>
              <p:cNvSpPr txBox="1"/>
              <p:nvPr/>
            </p:nvSpPr>
            <p:spPr>
              <a:xfrm>
                <a:off x="3429000" y="383115"/>
                <a:ext cx="3428999" cy="34052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2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 </a:t>
                </a: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5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− 14 = 52 − 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sz="1200" kern="0" noProof="0"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</m:oMath>
                </a14:m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........................................................... 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= 3 marks)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DB74EB-EE9C-BF74-FD3F-B0723A795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83115"/>
                <a:ext cx="3428999" cy="3405228"/>
              </a:xfrm>
              <a:prstGeom prst="rect">
                <a:avLst/>
              </a:prstGeom>
              <a:blipFill>
                <a:blip r:embed="rId3"/>
                <a:stretch>
                  <a:fillRect l="-178" r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7C0C30-D974-595A-8B29-A51EF4C20F91}"/>
                  </a:ext>
                </a:extLst>
              </p:cNvPr>
              <p:cNvSpPr txBox="1"/>
              <p:nvPr/>
            </p:nvSpPr>
            <p:spPr>
              <a:xfrm>
                <a:off x="1501414" y="8915617"/>
                <a:ext cx="5314950" cy="794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........................................................... </a:t>
                </a:r>
                <a:endParaRPr lang="en-GB" sz="14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= 3 marks)</a:t>
                </a:r>
                <a:endParaRPr lang="en-GB" sz="14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7C0C30-D974-595A-8B29-A51EF4C20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414" y="8915617"/>
                <a:ext cx="5314950" cy="794192"/>
              </a:xfrm>
              <a:prstGeom prst="rect">
                <a:avLst/>
              </a:prstGeom>
              <a:blipFill>
                <a:blip r:embed="rId4"/>
                <a:stretch>
                  <a:fillRect r="-1261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EE48D4-2160-15C3-D008-D316811F9316}"/>
                  </a:ext>
                </a:extLst>
              </p:cNvPr>
              <p:cNvSpPr txBox="1"/>
              <p:nvPr/>
            </p:nvSpPr>
            <p:spPr>
              <a:xfrm>
                <a:off x="41636" y="3867635"/>
                <a:ext cx="3436080" cy="3302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3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– 6 = 3(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– 1)</m:t>
                    </m:r>
                  </m:oMath>
                </a14:m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</m:oMath>
                </a14:m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........................................................... 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= 3 marks)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EE48D4-2160-15C3-D008-D316811F9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6" y="3867635"/>
                <a:ext cx="3436080" cy="3302314"/>
              </a:xfrm>
              <a:prstGeom prst="rect">
                <a:avLst/>
              </a:prstGeom>
              <a:blipFill>
                <a:blip r:embed="rId5"/>
                <a:stretch>
                  <a:fillRect l="-178" r="-1954" b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8CBE8D-2A6B-CCAB-4ACB-4AB18C44D05B}"/>
                  </a:ext>
                </a:extLst>
              </p:cNvPr>
              <p:cNvSpPr txBox="1"/>
              <p:nvPr/>
            </p:nvSpPr>
            <p:spPr>
              <a:xfrm>
                <a:off x="3387364" y="4159906"/>
                <a:ext cx="3429000" cy="30899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Question 4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    </a:t>
                </a: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4(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+ 3) = 2(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+ 4)</m:t>
                    </m:r>
                  </m:oMath>
                </a14:m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kern="0" noProof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</m:oMath>
                </a14:m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........................................................... 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GB" sz="1200" b="1" kern="0" noProof="0">
                    <a:effectLst/>
                    <a:latin typeface="Calibri (Body)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(Total for question = 3 marks)</a:t>
                </a:r>
                <a:endParaRPr lang="en-GB" sz="1200" kern="100" noProof="0">
                  <a:effectLst/>
                  <a:latin typeface="Calibri (Bod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8CBE8D-2A6B-CCAB-4ACB-4AB18C44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364" y="4159906"/>
                <a:ext cx="3429000" cy="3089948"/>
              </a:xfrm>
              <a:prstGeom prst="rect">
                <a:avLst/>
              </a:prstGeom>
              <a:blipFill>
                <a:blip r:embed="rId6"/>
                <a:stretch>
                  <a:fillRect l="-178" r="-1779" b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7" name="Picture 5">
            <a:extLst>
              <a:ext uri="{FF2B5EF4-FFF2-40B4-BE49-F238E27FC236}">
                <a16:creationId xmlns:a16="http://schemas.microsoft.com/office/drawing/2014/main" id="{37F97C29-09F6-140B-4653-B73C94D84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51793" y="1943100"/>
            <a:ext cx="623142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F90F784-53F6-CA8B-FA08-83AB11A2D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463" y="754063"/>
            <a:ext cx="6781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5C92F406-0BA4-8BCE-5999-00D0A04DC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94461" y="4051185"/>
            <a:ext cx="6759575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16434A9F-CE1C-2A59-D50E-9D6FBD7A2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463" y="4824301"/>
            <a:ext cx="667385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>
            <a:extLst>
              <a:ext uri="{FF2B5EF4-FFF2-40B4-BE49-F238E27FC236}">
                <a16:creationId xmlns:a16="http://schemas.microsoft.com/office/drawing/2014/main" id="{D0460939-8B43-05B9-AC3E-318C21012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575" y="7675563"/>
            <a:ext cx="650557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745602-E20A-DED6-9F3A-6F642F8CC006}"/>
                  </a:ext>
                </a:extLst>
              </p:cNvPr>
              <p:cNvSpPr txBox="1"/>
              <p:nvPr/>
            </p:nvSpPr>
            <p:spPr>
              <a:xfrm flipH="1">
                <a:off x="378820" y="7454669"/>
                <a:ext cx="1756505" cy="441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5−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num>
                        <m:den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−7 </m:t>
                      </m:r>
                    </m:oMath>
                  </m:oMathPara>
                </a14:m>
                <a:endParaRPr lang="en-GB" sz="16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745602-E20A-DED6-9F3A-6F642F8CC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8820" y="7454669"/>
                <a:ext cx="1756505" cy="441788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52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4" ma:contentTypeDescription="Create a new document." ma:contentTypeScope="" ma:versionID="d122bacdc6e0e52b1daab86e5e474f38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c50e756327527929f9f40a94500ed9ef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B18C6B-5F2A-4076-B4FD-346B3D63DE76}">
  <ds:schemaRefs>
    <ds:schemaRef ds:uri="http://www.w3.org/XML/1998/namespace"/>
    <ds:schemaRef ds:uri="608ebbb4-e88b-4c99-b506-21d9362781c6"/>
    <ds:schemaRef ds:uri="http://schemas.microsoft.com/office/2006/metadata/properties"/>
    <ds:schemaRef ds:uri="e30b71df-48f4-4db7-95c3-a9033c265cb9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53E39DE-7785-4D40-8E2A-762326C513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0b71df-48f4-4db7-95c3-a9033c265cb9"/>
    <ds:schemaRef ds:uri="608ebbb4-e88b-4c99-b506-21d9362781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B12542-D13C-4370-82E4-6859EAE6CA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3606</Words>
  <Application>Microsoft Office PowerPoint</Application>
  <PresentationFormat>A4 Paper (210x297 mm)</PresentationFormat>
  <Paragraphs>878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.AppleSystemUIFont</vt:lpstr>
      <vt:lpstr>Arial</vt:lpstr>
      <vt:lpstr>Calibri</vt:lpstr>
      <vt:lpstr>Calibri (Body)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lastModifiedBy>Kathryn Clark (Astrea Central)</cp:lastModifiedBy>
  <cp:revision>1</cp:revision>
  <dcterms:created xsi:type="dcterms:W3CDTF">2024-09-30T17:58:18Z</dcterms:created>
  <dcterms:modified xsi:type="dcterms:W3CDTF">2025-08-20T12:58:20Z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