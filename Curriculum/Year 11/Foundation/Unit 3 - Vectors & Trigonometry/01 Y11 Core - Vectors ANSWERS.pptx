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70" r:id="rId5"/>
    <p:sldId id="258" r:id="rId6"/>
    <p:sldId id="256" r:id="rId7"/>
    <p:sldId id="257" r:id="rId8"/>
    <p:sldId id="275" r:id="rId9"/>
    <p:sldId id="271" r:id="rId10"/>
    <p:sldId id="276" r:id="rId11"/>
    <p:sldId id="260" r:id="rId12"/>
    <p:sldId id="259" r:id="rId13"/>
    <p:sldId id="262" r:id="rId14"/>
    <p:sldId id="266" r:id="rId15"/>
    <p:sldId id="273" r:id="rId16"/>
    <p:sldId id="274" r:id="rId17"/>
    <p:sldId id="272" r:id="rId18"/>
    <p:sldId id="267" r:id="rId19"/>
    <p:sldId id="264" r:id="rId20"/>
    <p:sldId id="265" r:id="rId21"/>
    <p:sldId id="269" r:id="rId22"/>
    <p:sldId id="278" r:id="rId23"/>
    <p:sldId id="279" r:id="rId24"/>
    <p:sldId id="281" r:id="rId25"/>
    <p:sldId id="277" r:id="rId26"/>
    <p:sldId id="282" r:id="rId27"/>
  </p:sldIdLst>
  <p:sldSz cx="6858000" cy="9906000" type="A4"/>
  <p:notesSz cx="6792913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5605C6E-55C9-4555-8DF0-AA8575DF1FD8}">
          <p14:sldIdLst>
            <p14:sldId id="270"/>
            <p14:sldId id="258"/>
          </p14:sldIdLst>
        </p14:section>
        <p14:section name="Vectors" id="{117BA94B-14A5-41E4-BC57-BC00B272EF99}">
          <p14:sldIdLst>
            <p14:sldId id="256"/>
            <p14:sldId id="257"/>
            <p14:sldId id="275"/>
            <p14:sldId id="271"/>
            <p14:sldId id="276"/>
            <p14:sldId id="260"/>
            <p14:sldId id="259"/>
            <p14:sldId id="262"/>
            <p14:sldId id="266"/>
            <p14:sldId id="273"/>
            <p14:sldId id="274"/>
            <p14:sldId id="272"/>
            <p14:sldId id="267"/>
            <p14:sldId id="264"/>
            <p14:sldId id="265"/>
            <p14:sldId id="269"/>
            <p14:sldId id="278"/>
            <p14:sldId id="279"/>
            <p14:sldId id="281"/>
            <p14:sldId id="277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08EB3B-5835-B75B-6063-544D6C77522D}" name="Kathryn Clark (Astrea Central)" initials="KC" userId="S::kathryn.clark@astreaacademytrust.org::d0e16b62-87cd-4242-828a-2f5e276be710" providerId="AD"/>
  <p188:author id="{96C0476A-192A-E270-0014-0328538DA927}" name="Adam Brown (Astrea Central)" initials="AC" userId="S::adam.brown@astreaacademytrust.org::e4577f1c-a0ea-4eef-9851-9bdbe8619e58" providerId="AD"/>
  <p188:author id="{0E0E0699-6B8A-23CD-720D-DFF91356B330}" name="Kathryn Clark (Astrea Central)" initials="KC" userId="S::Kathryn.Clark@astreaacademytrust.org::d0e16b62-87cd-4242-828a-2f5e276be7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  <a:srgbClr val="A6A6A6"/>
    <a:srgbClr val="00AA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614771-86F2-4D90-B685-F90F037A3ED6}" v="18" dt="2025-09-15T15:14:23.625"/>
    <p1510:client id="{04A801A5-467B-42BC-8583-44FC55160788}" v="235" dt="2025-09-15T14:52:17.4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67" autoAdjust="0"/>
    <p:restoredTop sz="96247" autoAdjust="0"/>
  </p:normalViewPr>
  <p:slideViewPr>
    <p:cSldViewPr snapToGrid="0">
      <p:cViewPr>
        <p:scale>
          <a:sx n="66" d="100"/>
          <a:sy n="66" d="100"/>
        </p:scale>
        <p:origin x="254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hryn Clark (Astrea Central)" userId="d0e16b62-87cd-4242-828a-2f5e276be710" providerId="ADAL" clId="{04A801A5-467B-42BC-8583-44FC55160788}"/>
    <pc:docChg chg="undo custSel modSld">
      <pc:chgData name="Kathryn Clark (Astrea Central)" userId="d0e16b62-87cd-4242-828a-2f5e276be710" providerId="ADAL" clId="{04A801A5-467B-42BC-8583-44FC55160788}" dt="2025-09-15T14:52:17.415" v="763" actId="20577"/>
      <pc:docMkLst>
        <pc:docMk/>
      </pc:docMkLst>
      <pc:sldChg chg="addSp modSp mod">
        <pc:chgData name="Kathryn Clark (Astrea Central)" userId="d0e16b62-87cd-4242-828a-2f5e276be710" providerId="ADAL" clId="{04A801A5-467B-42BC-8583-44FC55160788}" dt="2025-09-15T14:43:36.921" v="599" actId="1076"/>
        <pc:sldMkLst>
          <pc:docMk/>
          <pc:sldMk cId="2957864002" sldId="257"/>
        </pc:sldMkLst>
        <pc:spChg chg="add mod">
          <ac:chgData name="Kathryn Clark (Astrea Central)" userId="d0e16b62-87cd-4242-828a-2f5e276be710" providerId="ADAL" clId="{04A801A5-467B-42BC-8583-44FC55160788}" dt="2025-09-15T14:42:30.574" v="571" actId="1076"/>
          <ac:spMkLst>
            <pc:docMk/>
            <pc:sldMk cId="2957864002" sldId="257"/>
            <ac:spMk id="2" creationId="{965A41D2-2DE0-1B1B-4A35-23C46047A4FF}"/>
          </ac:spMkLst>
        </pc:spChg>
        <pc:spChg chg="add mod">
          <ac:chgData name="Kathryn Clark (Astrea Central)" userId="d0e16b62-87cd-4242-828a-2f5e276be710" providerId="ADAL" clId="{04A801A5-467B-42BC-8583-44FC55160788}" dt="2025-09-15T14:42:36.220" v="573" actId="1076"/>
          <ac:spMkLst>
            <pc:docMk/>
            <pc:sldMk cId="2957864002" sldId="257"/>
            <ac:spMk id="3" creationId="{CEEDC2FD-1D1B-D880-A138-732009E8A592}"/>
          </ac:spMkLst>
        </pc:spChg>
        <pc:spChg chg="add mod">
          <ac:chgData name="Kathryn Clark (Astrea Central)" userId="d0e16b62-87cd-4242-828a-2f5e276be710" providerId="ADAL" clId="{04A801A5-467B-42BC-8583-44FC55160788}" dt="2025-09-15T14:42:43.566" v="575" actId="1076"/>
          <ac:spMkLst>
            <pc:docMk/>
            <pc:sldMk cId="2957864002" sldId="257"/>
            <ac:spMk id="4" creationId="{02524B48-9A3D-DB23-A3B0-017202A9FA27}"/>
          </ac:spMkLst>
        </pc:spChg>
        <pc:spChg chg="add mod">
          <ac:chgData name="Kathryn Clark (Astrea Central)" userId="d0e16b62-87cd-4242-828a-2f5e276be710" providerId="ADAL" clId="{04A801A5-467B-42BC-8583-44FC55160788}" dt="2025-09-15T14:42:48.527" v="577" actId="1076"/>
          <ac:spMkLst>
            <pc:docMk/>
            <pc:sldMk cId="2957864002" sldId="257"/>
            <ac:spMk id="5" creationId="{286BD748-33A6-B38A-CB81-D002967319BD}"/>
          </ac:spMkLst>
        </pc:spChg>
        <pc:spChg chg="add mod">
          <ac:chgData name="Kathryn Clark (Astrea Central)" userId="d0e16b62-87cd-4242-828a-2f5e276be710" providerId="ADAL" clId="{04A801A5-467B-42BC-8583-44FC55160788}" dt="2025-09-15T14:42:51.827" v="579" actId="1076"/>
          <ac:spMkLst>
            <pc:docMk/>
            <pc:sldMk cId="2957864002" sldId="257"/>
            <ac:spMk id="6" creationId="{2EEFA2C4-4318-8C4B-80EB-30DBE8A3D589}"/>
          </ac:spMkLst>
        </pc:spChg>
        <pc:spChg chg="add mod">
          <ac:chgData name="Kathryn Clark (Astrea Central)" userId="d0e16b62-87cd-4242-828a-2f5e276be710" providerId="ADAL" clId="{04A801A5-467B-42BC-8583-44FC55160788}" dt="2025-09-15T14:42:54.592" v="581" actId="1076"/>
          <ac:spMkLst>
            <pc:docMk/>
            <pc:sldMk cId="2957864002" sldId="257"/>
            <ac:spMk id="7" creationId="{78D20DCB-F011-D74F-2ED1-462819B16574}"/>
          </ac:spMkLst>
        </pc:spChg>
        <pc:spChg chg="add mod">
          <ac:chgData name="Kathryn Clark (Astrea Central)" userId="d0e16b62-87cd-4242-828a-2f5e276be710" providerId="ADAL" clId="{04A801A5-467B-42BC-8583-44FC55160788}" dt="2025-09-15T14:43:00.873" v="583" actId="1076"/>
          <ac:spMkLst>
            <pc:docMk/>
            <pc:sldMk cId="2957864002" sldId="257"/>
            <ac:spMk id="8" creationId="{ACA5B83E-B52C-4787-AB1E-028F8E18C09B}"/>
          </ac:spMkLst>
        </pc:spChg>
        <pc:spChg chg="add mod">
          <ac:chgData name="Kathryn Clark (Astrea Central)" userId="d0e16b62-87cd-4242-828a-2f5e276be710" providerId="ADAL" clId="{04A801A5-467B-42BC-8583-44FC55160788}" dt="2025-09-15T14:43:07.399" v="587" actId="1076"/>
          <ac:spMkLst>
            <pc:docMk/>
            <pc:sldMk cId="2957864002" sldId="257"/>
            <ac:spMk id="9" creationId="{CD76B1BF-3BDF-7E07-EDCF-C20A4C2E1E10}"/>
          </ac:spMkLst>
        </pc:spChg>
        <pc:spChg chg="add mod">
          <ac:chgData name="Kathryn Clark (Astrea Central)" userId="d0e16b62-87cd-4242-828a-2f5e276be710" providerId="ADAL" clId="{04A801A5-467B-42BC-8583-44FC55160788}" dt="2025-09-15T14:43:11.723" v="589" actId="1076"/>
          <ac:spMkLst>
            <pc:docMk/>
            <pc:sldMk cId="2957864002" sldId="257"/>
            <ac:spMk id="10" creationId="{FC5F6274-135D-D375-C646-8265403B27BD}"/>
          </ac:spMkLst>
        </pc:spChg>
        <pc:spChg chg="add mod">
          <ac:chgData name="Kathryn Clark (Astrea Central)" userId="d0e16b62-87cd-4242-828a-2f5e276be710" providerId="ADAL" clId="{04A801A5-467B-42BC-8583-44FC55160788}" dt="2025-09-15T14:43:15.422" v="591" actId="1076"/>
          <ac:spMkLst>
            <pc:docMk/>
            <pc:sldMk cId="2957864002" sldId="257"/>
            <ac:spMk id="11" creationId="{A9BE3592-58A4-FDB6-8670-1F7947FC1779}"/>
          </ac:spMkLst>
        </pc:spChg>
        <pc:spChg chg="add mod">
          <ac:chgData name="Kathryn Clark (Astrea Central)" userId="d0e16b62-87cd-4242-828a-2f5e276be710" providerId="ADAL" clId="{04A801A5-467B-42BC-8583-44FC55160788}" dt="2025-09-15T14:43:20.326" v="593" actId="1076"/>
          <ac:spMkLst>
            <pc:docMk/>
            <pc:sldMk cId="2957864002" sldId="257"/>
            <ac:spMk id="12" creationId="{F90FDB4B-39BC-B4E3-935D-31040B8531F6}"/>
          </ac:spMkLst>
        </pc:spChg>
        <pc:spChg chg="add mod">
          <ac:chgData name="Kathryn Clark (Astrea Central)" userId="d0e16b62-87cd-4242-828a-2f5e276be710" providerId="ADAL" clId="{04A801A5-467B-42BC-8583-44FC55160788}" dt="2025-09-15T14:43:25.821" v="595" actId="1076"/>
          <ac:spMkLst>
            <pc:docMk/>
            <pc:sldMk cId="2957864002" sldId="257"/>
            <ac:spMk id="13" creationId="{F15C86E8-024D-A29E-7F3C-4ADBD99BAE24}"/>
          </ac:spMkLst>
        </pc:spChg>
        <pc:spChg chg="add mod">
          <ac:chgData name="Kathryn Clark (Astrea Central)" userId="d0e16b62-87cd-4242-828a-2f5e276be710" providerId="ADAL" clId="{04A801A5-467B-42BC-8583-44FC55160788}" dt="2025-09-15T14:43:29.626" v="597" actId="1076"/>
          <ac:spMkLst>
            <pc:docMk/>
            <pc:sldMk cId="2957864002" sldId="257"/>
            <ac:spMk id="17" creationId="{AC1A27B6-A569-569F-5BB9-B4A23104A2D2}"/>
          </ac:spMkLst>
        </pc:spChg>
        <pc:spChg chg="add mod">
          <ac:chgData name="Kathryn Clark (Astrea Central)" userId="d0e16b62-87cd-4242-828a-2f5e276be710" providerId="ADAL" clId="{04A801A5-467B-42BC-8583-44FC55160788}" dt="2025-09-15T14:43:36.921" v="599" actId="1076"/>
          <ac:spMkLst>
            <pc:docMk/>
            <pc:sldMk cId="2957864002" sldId="257"/>
            <ac:spMk id="18" creationId="{D2EFE5BF-AA31-729C-1553-0CE0A5AB9AC5}"/>
          </ac:spMkLst>
        </pc:spChg>
        <pc:picChg chg="mod">
          <ac:chgData name="Kathryn Clark (Astrea Central)" userId="d0e16b62-87cd-4242-828a-2f5e276be710" providerId="ADAL" clId="{04A801A5-467B-42BC-8583-44FC55160788}" dt="2025-09-15T14:43:03.284" v="586" actId="1076"/>
          <ac:picMkLst>
            <pc:docMk/>
            <pc:sldMk cId="2957864002" sldId="257"/>
            <ac:picMk id="29" creationId="{5E8B495C-FE97-C2A7-D910-F4ACE143EC5C}"/>
          </ac:picMkLst>
        </pc:picChg>
      </pc:sldChg>
      <pc:sldChg chg="addSp delSp modSp mod">
        <pc:chgData name="Kathryn Clark (Astrea Central)" userId="d0e16b62-87cd-4242-828a-2f5e276be710" providerId="ADAL" clId="{04A801A5-467B-42BC-8583-44FC55160788}" dt="2025-09-15T14:38:33.964" v="563" actId="1076"/>
        <pc:sldMkLst>
          <pc:docMk/>
          <pc:sldMk cId="3405770585" sldId="258"/>
        </pc:sldMkLst>
        <pc:spChg chg="mod">
          <ac:chgData name="Kathryn Clark (Astrea Central)" userId="d0e16b62-87cd-4242-828a-2f5e276be710" providerId="ADAL" clId="{04A801A5-467B-42BC-8583-44FC55160788}" dt="2025-09-15T14:38:33.964" v="563" actId="1076"/>
          <ac:spMkLst>
            <pc:docMk/>
            <pc:sldMk cId="3405770585" sldId="258"/>
            <ac:spMk id="13" creationId="{9A792D72-F304-604A-BEF9-8DCC40AB7F18}"/>
          </ac:spMkLst>
        </pc:spChg>
        <pc:spChg chg="mod">
          <ac:chgData name="Kathryn Clark (Astrea Central)" userId="d0e16b62-87cd-4242-828a-2f5e276be710" providerId="ADAL" clId="{04A801A5-467B-42BC-8583-44FC55160788}" dt="2025-09-15T14:38:33.964" v="563" actId="1076"/>
          <ac:spMkLst>
            <pc:docMk/>
            <pc:sldMk cId="3405770585" sldId="258"/>
            <ac:spMk id="28" creationId="{CFEC2E0D-B4F1-5A40-9012-916FCC3B7020}"/>
          </ac:spMkLst>
        </pc:spChg>
        <pc:spChg chg="mod">
          <ac:chgData name="Kathryn Clark (Astrea Central)" userId="d0e16b62-87cd-4242-828a-2f5e276be710" providerId="ADAL" clId="{04A801A5-467B-42BC-8583-44FC55160788}" dt="2025-09-15T14:38:33.964" v="563" actId="1076"/>
          <ac:spMkLst>
            <pc:docMk/>
            <pc:sldMk cId="3405770585" sldId="258"/>
            <ac:spMk id="29" creationId="{A11C8A4C-2D19-6148-9355-4F5F2238BE5C}"/>
          </ac:spMkLst>
        </pc:spChg>
        <pc:spChg chg="mod">
          <ac:chgData name="Kathryn Clark (Astrea Central)" userId="d0e16b62-87cd-4242-828a-2f5e276be710" providerId="ADAL" clId="{04A801A5-467B-42BC-8583-44FC55160788}" dt="2025-09-15T14:38:21.665" v="559" actId="1076"/>
          <ac:spMkLst>
            <pc:docMk/>
            <pc:sldMk cId="3405770585" sldId="258"/>
            <ac:spMk id="36" creationId="{3117BEEC-0E58-1341-A11D-9DBDBB61BE29}"/>
          </ac:spMkLst>
        </pc:spChg>
        <pc:graphicFrameChg chg="add mod modGraphic">
          <ac:chgData name="Kathryn Clark (Astrea Central)" userId="d0e16b62-87cd-4242-828a-2f5e276be710" providerId="ADAL" clId="{04A801A5-467B-42BC-8583-44FC55160788}" dt="2025-09-15T14:38:25.001" v="560" actId="1076"/>
          <ac:graphicFrameMkLst>
            <pc:docMk/>
            <pc:sldMk cId="3405770585" sldId="258"/>
            <ac:graphicFrameMk id="2" creationId="{8113D5D0-CBD9-24F8-70D3-BF6167EC0A2E}"/>
          </ac:graphicFrameMkLst>
        </pc:graphicFrameChg>
        <pc:graphicFrameChg chg="del modGraphic">
          <ac:chgData name="Kathryn Clark (Astrea Central)" userId="d0e16b62-87cd-4242-828a-2f5e276be710" providerId="ADAL" clId="{04A801A5-467B-42BC-8583-44FC55160788}" dt="2025-09-15T14:34:19.333" v="326" actId="478"/>
          <ac:graphicFrameMkLst>
            <pc:docMk/>
            <pc:sldMk cId="3405770585" sldId="258"/>
            <ac:graphicFrameMk id="22" creationId="{00000000-0000-0000-0000-000000000000}"/>
          </ac:graphicFrameMkLst>
        </pc:graphicFrameChg>
      </pc:sldChg>
      <pc:sldChg chg="addSp modSp mod">
        <pc:chgData name="Kathryn Clark (Astrea Central)" userId="d0e16b62-87cd-4242-828a-2f5e276be710" providerId="ADAL" clId="{04A801A5-467B-42BC-8583-44FC55160788}" dt="2025-09-15T14:28:25.811" v="267" actId="1076"/>
        <pc:sldMkLst>
          <pc:docMk/>
          <pc:sldMk cId="3872383198" sldId="270"/>
        </pc:sldMkLst>
        <pc:spChg chg="add">
          <ac:chgData name="Kathryn Clark (Astrea Central)" userId="d0e16b62-87cd-4242-828a-2f5e276be710" providerId="ADAL" clId="{04A801A5-467B-42BC-8583-44FC55160788}" dt="2025-09-15T14:26:34.708" v="248"/>
          <ac:spMkLst>
            <pc:docMk/>
            <pc:sldMk cId="3872383198" sldId="270"/>
            <ac:spMk id="2" creationId="{D59FE4E8-17D2-2950-F02F-63044C5BCCFC}"/>
          </ac:spMkLst>
        </pc:spChg>
        <pc:graphicFrameChg chg="mod modGraphic">
          <ac:chgData name="Kathryn Clark (Astrea Central)" userId="d0e16b62-87cd-4242-828a-2f5e276be710" providerId="ADAL" clId="{04A801A5-467B-42BC-8583-44FC55160788}" dt="2025-09-15T14:25:01.983" v="240" actId="1076"/>
          <ac:graphicFrameMkLst>
            <pc:docMk/>
            <pc:sldMk cId="3872383198" sldId="270"/>
            <ac:graphicFrameMk id="32" creationId="{00000000-0000-0000-0000-000000000000}"/>
          </ac:graphicFrameMkLst>
        </pc:graphicFrameChg>
        <pc:picChg chg="add mod modCrop">
          <ac:chgData name="Kathryn Clark (Astrea Central)" userId="d0e16b62-87cd-4242-828a-2f5e276be710" providerId="ADAL" clId="{04A801A5-467B-42BC-8583-44FC55160788}" dt="2025-09-15T14:28:25.811" v="267" actId="1076"/>
          <ac:picMkLst>
            <pc:docMk/>
            <pc:sldMk cId="3872383198" sldId="270"/>
            <ac:picMk id="5" creationId="{0407DF67-C4A4-3E15-2731-440446E63F67}"/>
          </ac:picMkLst>
        </pc:picChg>
        <pc:picChg chg="add mod">
          <ac:chgData name="Kathryn Clark (Astrea Central)" userId="d0e16b62-87cd-4242-828a-2f5e276be710" providerId="ADAL" clId="{04A801A5-467B-42BC-8583-44FC55160788}" dt="2025-09-15T14:28:22.580" v="265" actId="1076"/>
          <ac:picMkLst>
            <pc:docMk/>
            <pc:sldMk cId="3872383198" sldId="270"/>
            <ac:picMk id="6146" creationId="{9FCC87D9-E531-C85C-C464-02DF64C23894}"/>
          </ac:picMkLst>
        </pc:picChg>
        <pc:picChg chg="add mod">
          <ac:chgData name="Kathryn Clark (Astrea Central)" userId="d0e16b62-87cd-4242-828a-2f5e276be710" providerId="ADAL" clId="{04A801A5-467B-42BC-8583-44FC55160788}" dt="2025-09-15T14:26:09.341" v="247" actId="1076"/>
          <ac:picMkLst>
            <pc:docMk/>
            <pc:sldMk cId="3872383198" sldId="270"/>
            <ac:picMk id="6148" creationId="{FC3BF0C8-8564-15F2-7435-E835191DAED1}"/>
          </ac:picMkLst>
        </pc:picChg>
        <pc:picChg chg="add mod">
          <ac:chgData name="Kathryn Clark (Astrea Central)" userId="d0e16b62-87cd-4242-828a-2f5e276be710" providerId="ADAL" clId="{04A801A5-467B-42BC-8583-44FC55160788}" dt="2025-09-15T14:28:23.855" v="266" actId="1076"/>
          <ac:picMkLst>
            <pc:docMk/>
            <pc:sldMk cId="3872383198" sldId="270"/>
            <ac:picMk id="6152" creationId="{95DE00D0-0F5F-EAA1-0E0C-F97DACE75945}"/>
          </ac:picMkLst>
        </pc:picChg>
      </pc:sldChg>
      <pc:sldChg chg="addSp modSp mod">
        <pc:chgData name="Kathryn Clark (Astrea Central)" userId="d0e16b62-87cd-4242-828a-2f5e276be710" providerId="ADAL" clId="{04A801A5-467B-42BC-8583-44FC55160788}" dt="2025-09-15T14:46:40.228" v="710" actId="20577"/>
        <pc:sldMkLst>
          <pc:docMk/>
          <pc:sldMk cId="3444550335" sldId="271"/>
        </pc:sldMkLst>
        <pc:spChg chg="add mod">
          <ac:chgData name="Kathryn Clark (Astrea Central)" userId="d0e16b62-87cd-4242-828a-2f5e276be710" providerId="ADAL" clId="{04A801A5-467B-42BC-8583-44FC55160788}" dt="2025-09-15T14:46:14.022" v="677" actId="207"/>
          <ac:spMkLst>
            <pc:docMk/>
            <pc:sldMk cId="3444550335" sldId="271"/>
            <ac:spMk id="41" creationId="{40DE6CC7-348B-0401-56D0-7F9C0F8033E6}"/>
          </ac:spMkLst>
        </pc:spChg>
        <pc:spChg chg="add mod">
          <ac:chgData name="Kathryn Clark (Astrea Central)" userId="d0e16b62-87cd-4242-828a-2f5e276be710" providerId="ADAL" clId="{04A801A5-467B-42BC-8583-44FC55160788}" dt="2025-09-15T14:46:40.228" v="710" actId="20577"/>
          <ac:spMkLst>
            <pc:docMk/>
            <pc:sldMk cId="3444550335" sldId="271"/>
            <ac:spMk id="42" creationId="{55B4221A-9FC6-5DAE-E96C-38A29EAE7CE1}"/>
          </ac:spMkLst>
        </pc:spChg>
      </pc:sldChg>
      <pc:sldChg chg="addSp modSp mod">
        <pc:chgData name="Kathryn Clark (Astrea Central)" userId="d0e16b62-87cd-4242-828a-2f5e276be710" providerId="ADAL" clId="{04A801A5-467B-42BC-8583-44FC55160788}" dt="2025-09-15T14:52:17.415" v="763" actId="20577"/>
        <pc:sldMkLst>
          <pc:docMk/>
          <pc:sldMk cId="1993984672" sldId="279"/>
        </pc:sldMkLst>
        <pc:spChg chg="add mod">
          <ac:chgData name="Kathryn Clark (Astrea Central)" userId="d0e16b62-87cd-4242-828a-2f5e276be710" providerId="ADAL" clId="{04A801A5-467B-42BC-8583-44FC55160788}" dt="2025-09-15T14:50:28.870" v="722" actId="403"/>
          <ac:spMkLst>
            <pc:docMk/>
            <pc:sldMk cId="1993984672" sldId="279"/>
            <ac:spMk id="70" creationId="{BCFC50CB-6F09-BB82-DC2A-F2962B130BE8}"/>
          </ac:spMkLst>
        </pc:spChg>
        <pc:spChg chg="add mod">
          <ac:chgData name="Kathryn Clark (Astrea Central)" userId="d0e16b62-87cd-4242-828a-2f5e276be710" providerId="ADAL" clId="{04A801A5-467B-42BC-8583-44FC55160788}" dt="2025-09-15T14:50:48.507" v="732" actId="20577"/>
          <ac:spMkLst>
            <pc:docMk/>
            <pc:sldMk cId="1993984672" sldId="279"/>
            <ac:spMk id="71" creationId="{A5E309F7-138C-B3C0-91EE-FA3AF7FDCB70}"/>
          </ac:spMkLst>
        </pc:spChg>
        <pc:spChg chg="add mod">
          <ac:chgData name="Kathryn Clark (Astrea Central)" userId="d0e16b62-87cd-4242-828a-2f5e276be710" providerId="ADAL" clId="{04A801A5-467B-42BC-8583-44FC55160788}" dt="2025-09-15T14:51:15.186" v="742" actId="20577"/>
          <ac:spMkLst>
            <pc:docMk/>
            <pc:sldMk cId="1993984672" sldId="279"/>
            <ac:spMk id="72" creationId="{B4D7F6EB-B254-3A04-0F95-14D9AA8AC2D0}"/>
          </ac:spMkLst>
        </pc:spChg>
        <pc:spChg chg="add mod">
          <ac:chgData name="Kathryn Clark (Astrea Central)" userId="d0e16b62-87cd-4242-828a-2f5e276be710" providerId="ADAL" clId="{04A801A5-467B-42BC-8583-44FC55160788}" dt="2025-09-15T14:50:53.063" v="733" actId="20577"/>
          <ac:spMkLst>
            <pc:docMk/>
            <pc:sldMk cId="1993984672" sldId="279"/>
            <ac:spMk id="73" creationId="{534B71C4-358B-56F9-8DBC-B55381B37706}"/>
          </ac:spMkLst>
        </pc:spChg>
        <pc:spChg chg="add mod">
          <ac:chgData name="Kathryn Clark (Astrea Central)" userId="d0e16b62-87cd-4242-828a-2f5e276be710" providerId="ADAL" clId="{04A801A5-467B-42BC-8583-44FC55160788}" dt="2025-09-15T14:51:02.316" v="739" actId="20577"/>
          <ac:spMkLst>
            <pc:docMk/>
            <pc:sldMk cId="1993984672" sldId="279"/>
            <ac:spMk id="74" creationId="{F80201F4-8C01-EABA-E795-803FC8018D0A}"/>
          </ac:spMkLst>
        </pc:spChg>
        <pc:spChg chg="add mod">
          <ac:chgData name="Kathryn Clark (Astrea Central)" userId="d0e16b62-87cd-4242-828a-2f5e276be710" providerId="ADAL" clId="{04A801A5-467B-42BC-8583-44FC55160788}" dt="2025-09-15T14:51:07.613" v="740" actId="20577"/>
          <ac:spMkLst>
            <pc:docMk/>
            <pc:sldMk cId="1993984672" sldId="279"/>
            <ac:spMk id="75" creationId="{5E2C6364-9F9C-E0D9-A188-B750D5E09F5A}"/>
          </ac:spMkLst>
        </pc:spChg>
        <pc:spChg chg="add mod">
          <ac:chgData name="Kathryn Clark (Astrea Central)" userId="d0e16b62-87cd-4242-828a-2f5e276be710" providerId="ADAL" clId="{04A801A5-467B-42BC-8583-44FC55160788}" dt="2025-09-15T14:51:30.439" v="745" actId="20577"/>
          <ac:spMkLst>
            <pc:docMk/>
            <pc:sldMk cId="1993984672" sldId="279"/>
            <ac:spMk id="76" creationId="{21C516A4-9DA9-E1B0-6337-18B34527F9C6}"/>
          </ac:spMkLst>
        </pc:spChg>
        <pc:spChg chg="add mod">
          <ac:chgData name="Kathryn Clark (Astrea Central)" userId="d0e16b62-87cd-4242-828a-2f5e276be710" providerId="ADAL" clId="{04A801A5-467B-42BC-8583-44FC55160788}" dt="2025-09-15T14:51:38.624" v="748" actId="20577"/>
          <ac:spMkLst>
            <pc:docMk/>
            <pc:sldMk cId="1993984672" sldId="279"/>
            <ac:spMk id="77" creationId="{3CBF05F2-6207-A9F3-218B-483C335ACB41}"/>
          </ac:spMkLst>
        </pc:spChg>
        <pc:spChg chg="add mod">
          <ac:chgData name="Kathryn Clark (Astrea Central)" userId="d0e16b62-87cd-4242-828a-2f5e276be710" providerId="ADAL" clId="{04A801A5-467B-42BC-8583-44FC55160788}" dt="2025-09-15T14:52:17.415" v="763" actId="20577"/>
          <ac:spMkLst>
            <pc:docMk/>
            <pc:sldMk cId="1993984672" sldId="279"/>
            <ac:spMk id="78" creationId="{405115A4-ED57-B8CB-F5A2-9DB409F8F964}"/>
          </ac:spMkLst>
        </pc:spChg>
        <pc:spChg chg="add mod">
          <ac:chgData name="Kathryn Clark (Astrea Central)" userId="d0e16b62-87cd-4242-828a-2f5e276be710" providerId="ADAL" clId="{04A801A5-467B-42BC-8583-44FC55160788}" dt="2025-09-15T14:51:45.342" v="753" actId="20577"/>
          <ac:spMkLst>
            <pc:docMk/>
            <pc:sldMk cId="1993984672" sldId="279"/>
            <ac:spMk id="79" creationId="{45232650-541B-E5C3-A4D9-F196D40039D5}"/>
          </ac:spMkLst>
        </pc:spChg>
        <pc:spChg chg="add mod">
          <ac:chgData name="Kathryn Clark (Astrea Central)" userId="d0e16b62-87cd-4242-828a-2f5e276be710" providerId="ADAL" clId="{04A801A5-467B-42BC-8583-44FC55160788}" dt="2025-09-15T14:51:53.964" v="755" actId="20577"/>
          <ac:spMkLst>
            <pc:docMk/>
            <pc:sldMk cId="1993984672" sldId="279"/>
            <ac:spMk id="80" creationId="{08D7FDEE-DB37-E1BF-7D11-DF512C6ABBC4}"/>
          </ac:spMkLst>
        </pc:spChg>
        <pc:spChg chg="add mod">
          <ac:chgData name="Kathryn Clark (Astrea Central)" userId="d0e16b62-87cd-4242-828a-2f5e276be710" providerId="ADAL" clId="{04A801A5-467B-42BC-8583-44FC55160788}" dt="2025-09-15T14:52:03.865" v="759" actId="20577"/>
          <ac:spMkLst>
            <pc:docMk/>
            <pc:sldMk cId="1993984672" sldId="279"/>
            <ac:spMk id="81" creationId="{A2A19AC6-5428-8B94-781E-01D186DF8ECD}"/>
          </ac:spMkLst>
        </pc:spChg>
      </pc:sldChg>
    </pc:docChg>
  </pc:docChgLst>
  <pc:docChgLst>
    <pc:chgData name="Kathryn Clark (Astrea Central)" userId="d0e16b62-87cd-4242-828a-2f5e276be710" providerId="ADAL" clId="{04614771-86F2-4D90-B685-F90F037A3ED6}"/>
    <pc:docChg chg="undo custSel modSld">
      <pc:chgData name="Kathryn Clark (Astrea Central)" userId="d0e16b62-87cd-4242-828a-2f5e276be710" providerId="ADAL" clId="{04614771-86F2-4D90-B685-F90F037A3ED6}" dt="2025-09-15T15:14:54.926" v="70" actId="6549"/>
      <pc:docMkLst>
        <pc:docMk/>
      </pc:docMkLst>
      <pc:sldChg chg="modSp mod">
        <pc:chgData name="Kathryn Clark (Astrea Central)" userId="d0e16b62-87cd-4242-828a-2f5e276be710" providerId="ADAL" clId="{04614771-86F2-4D90-B685-F90F037A3ED6}" dt="2025-09-15T15:11:49.980" v="47" actId="2711"/>
        <pc:sldMkLst>
          <pc:docMk/>
          <pc:sldMk cId="2957864002" sldId="257"/>
        </pc:sldMkLst>
        <pc:spChg chg="mod">
          <ac:chgData name="Kathryn Clark (Astrea Central)" userId="d0e16b62-87cd-4242-828a-2f5e276be710" providerId="ADAL" clId="{04614771-86F2-4D90-B685-F90F037A3ED6}" dt="2025-09-15T15:11:49.980" v="47" actId="2711"/>
          <ac:spMkLst>
            <pc:docMk/>
            <pc:sldMk cId="2957864002" sldId="257"/>
            <ac:spMk id="30" creationId="{F9E5EDDC-1DBA-BC02-4B24-4F70445ACFF1}"/>
          </ac:spMkLst>
        </pc:spChg>
      </pc:sldChg>
      <pc:sldChg chg="modSp">
        <pc:chgData name="Kathryn Clark (Astrea Central)" userId="d0e16b62-87cd-4242-828a-2f5e276be710" providerId="ADAL" clId="{04614771-86F2-4D90-B685-F90F037A3ED6}" dt="2025-09-15T15:12:35.718" v="50"/>
        <pc:sldMkLst>
          <pc:docMk/>
          <pc:sldMk cId="2860954429" sldId="259"/>
        </pc:sldMkLst>
        <pc:graphicFrameChg chg="mod">
          <ac:chgData name="Kathryn Clark (Astrea Central)" userId="d0e16b62-87cd-4242-828a-2f5e276be710" providerId="ADAL" clId="{04614771-86F2-4D90-B685-F90F037A3ED6}" dt="2025-09-15T15:12:31.425" v="49"/>
          <ac:graphicFrameMkLst>
            <pc:docMk/>
            <pc:sldMk cId="2860954429" sldId="259"/>
            <ac:graphicFrameMk id="4" creationId="{8574BC62-8945-0604-70D3-59759DAF9BE3}"/>
          </ac:graphicFrameMkLst>
        </pc:graphicFrameChg>
        <pc:graphicFrameChg chg="mod">
          <ac:chgData name="Kathryn Clark (Astrea Central)" userId="d0e16b62-87cd-4242-828a-2f5e276be710" providerId="ADAL" clId="{04614771-86F2-4D90-B685-F90F037A3ED6}" dt="2025-09-15T15:12:35.718" v="50"/>
          <ac:graphicFrameMkLst>
            <pc:docMk/>
            <pc:sldMk cId="2860954429" sldId="259"/>
            <ac:graphicFrameMk id="12" creationId="{D77252E3-1988-63AF-BBD3-F86708728E08}"/>
          </ac:graphicFrameMkLst>
        </pc:graphicFrameChg>
      </pc:sldChg>
      <pc:sldChg chg="addSp delSp modSp mod">
        <pc:chgData name="Kathryn Clark (Astrea Central)" userId="d0e16b62-87cd-4242-828a-2f5e276be710" providerId="ADAL" clId="{04614771-86F2-4D90-B685-F90F037A3ED6}" dt="2025-09-15T15:12:22.189" v="48"/>
        <pc:sldMkLst>
          <pc:docMk/>
          <pc:sldMk cId="705895978" sldId="260"/>
        </pc:sldMkLst>
        <pc:graphicFrameChg chg="mod">
          <ac:chgData name="Kathryn Clark (Astrea Central)" userId="d0e16b62-87cd-4242-828a-2f5e276be710" providerId="ADAL" clId="{04614771-86F2-4D90-B685-F90F037A3ED6}" dt="2025-09-15T15:12:22.189" v="48"/>
          <ac:graphicFrameMkLst>
            <pc:docMk/>
            <pc:sldMk cId="705895978" sldId="260"/>
            <ac:graphicFrameMk id="15" creationId="{A903F999-D438-FAF3-D801-D99E6D81502C}"/>
          </ac:graphicFrameMkLst>
        </pc:graphicFrameChg>
        <pc:graphicFrameChg chg="add del modGraphic">
          <ac:chgData name="Kathryn Clark (Astrea Central)" userId="d0e16b62-87cd-4242-828a-2f5e276be710" providerId="ADAL" clId="{04614771-86F2-4D90-B685-F90F037A3ED6}" dt="2025-09-15T15:09:39.086" v="11" actId="20577"/>
          <ac:graphicFrameMkLst>
            <pc:docMk/>
            <pc:sldMk cId="705895978" sldId="260"/>
            <ac:graphicFrameMk id="52" creationId="{BB60673B-227F-603C-1225-517D8978FA29}"/>
          </ac:graphicFrameMkLst>
        </pc:graphicFrameChg>
      </pc:sldChg>
      <pc:sldChg chg="modSp mod">
        <pc:chgData name="Kathryn Clark (Astrea Central)" userId="d0e16b62-87cd-4242-828a-2f5e276be710" providerId="ADAL" clId="{04614771-86F2-4D90-B685-F90F037A3ED6}" dt="2025-09-15T15:12:48.431" v="51"/>
        <pc:sldMkLst>
          <pc:docMk/>
          <pc:sldMk cId="2993549128" sldId="262"/>
        </pc:sldMkLst>
        <pc:graphicFrameChg chg="modGraphic">
          <ac:chgData name="Kathryn Clark (Astrea Central)" userId="d0e16b62-87cd-4242-828a-2f5e276be710" providerId="ADAL" clId="{04614771-86F2-4D90-B685-F90F037A3ED6}" dt="2025-09-15T15:09:44.655" v="13" actId="20577"/>
          <ac:graphicFrameMkLst>
            <pc:docMk/>
            <pc:sldMk cId="2993549128" sldId="262"/>
            <ac:graphicFrameMk id="7" creationId="{7CE6C926-736C-4217-184D-513ACCFB1028}"/>
          </ac:graphicFrameMkLst>
        </pc:graphicFrameChg>
        <pc:graphicFrameChg chg="modGraphic">
          <ac:chgData name="Kathryn Clark (Astrea Central)" userId="d0e16b62-87cd-4242-828a-2f5e276be710" providerId="ADAL" clId="{04614771-86F2-4D90-B685-F90F037A3ED6}" dt="2025-09-15T15:09:47" v="15" actId="20577"/>
          <ac:graphicFrameMkLst>
            <pc:docMk/>
            <pc:sldMk cId="2993549128" sldId="262"/>
            <ac:graphicFrameMk id="23" creationId="{673CA43C-10B2-E686-9161-15B83F2672A1}"/>
          </ac:graphicFrameMkLst>
        </pc:graphicFrameChg>
        <pc:graphicFrameChg chg="mod">
          <ac:chgData name="Kathryn Clark (Astrea Central)" userId="d0e16b62-87cd-4242-828a-2f5e276be710" providerId="ADAL" clId="{04614771-86F2-4D90-B685-F90F037A3ED6}" dt="2025-09-15T15:12:48.431" v="51"/>
          <ac:graphicFrameMkLst>
            <pc:docMk/>
            <pc:sldMk cId="2993549128" sldId="262"/>
            <ac:graphicFrameMk id="24" creationId="{104AE957-3C1F-EB54-D157-F0AB76CC48E8}"/>
          </ac:graphicFrameMkLst>
        </pc:graphicFrameChg>
      </pc:sldChg>
      <pc:sldChg chg="modSp mod">
        <pc:chgData name="Kathryn Clark (Astrea Central)" userId="d0e16b62-87cd-4242-828a-2f5e276be710" providerId="ADAL" clId="{04614771-86F2-4D90-B685-F90F037A3ED6}" dt="2025-09-15T15:11:02.772" v="37" actId="20577"/>
        <pc:sldMkLst>
          <pc:docMk/>
          <pc:sldMk cId="2904353784" sldId="264"/>
        </pc:sldMkLst>
        <pc:graphicFrameChg chg="modGraphic">
          <ac:chgData name="Kathryn Clark (Astrea Central)" userId="d0e16b62-87cd-4242-828a-2f5e276be710" providerId="ADAL" clId="{04614771-86F2-4D90-B685-F90F037A3ED6}" dt="2025-09-15T15:11:00.780" v="34" actId="20577"/>
          <ac:graphicFrameMkLst>
            <pc:docMk/>
            <pc:sldMk cId="2904353784" sldId="264"/>
            <ac:graphicFrameMk id="4" creationId="{CC40D458-47AE-FB6B-2C55-23F98BCEAFCB}"/>
          </ac:graphicFrameMkLst>
        </pc:graphicFrameChg>
        <pc:graphicFrameChg chg="modGraphic">
          <ac:chgData name="Kathryn Clark (Astrea Central)" userId="d0e16b62-87cd-4242-828a-2f5e276be710" providerId="ADAL" clId="{04614771-86F2-4D90-B685-F90F037A3ED6}" dt="2025-09-15T15:11:02.772" v="37" actId="20577"/>
          <ac:graphicFrameMkLst>
            <pc:docMk/>
            <pc:sldMk cId="2904353784" sldId="264"/>
            <ac:graphicFrameMk id="5" creationId="{4FF75038-4871-AEE7-7A95-BCCB58151DF9}"/>
          </ac:graphicFrameMkLst>
        </pc:graphicFrameChg>
      </pc:sldChg>
      <pc:sldChg chg="modSp mod">
        <pc:chgData name="Kathryn Clark (Astrea Central)" userId="d0e16b62-87cd-4242-828a-2f5e276be710" providerId="ADAL" clId="{04614771-86F2-4D90-B685-F90F037A3ED6}" dt="2025-09-15T15:14:23.625" v="64"/>
        <pc:sldMkLst>
          <pc:docMk/>
          <pc:sldMk cId="790754226" sldId="265"/>
        </pc:sldMkLst>
        <pc:graphicFrameChg chg="modGraphic">
          <ac:chgData name="Kathryn Clark (Astrea Central)" userId="d0e16b62-87cd-4242-828a-2f5e276be710" providerId="ADAL" clId="{04614771-86F2-4D90-B685-F90F037A3ED6}" dt="2025-09-15T15:11:06.057" v="40" actId="20577"/>
          <ac:graphicFrameMkLst>
            <pc:docMk/>
            <pc:sldMk cId="790754226" sldId="265"/>
            <ac:graphicFrameMk id="4" creationId="{34F3D91B-6DBC-C22B-67F1-90D08A8BBD30}"/>
          </ac:graphicFrameMkLst>
        </pc:graphicFrameChg>
        <pc:graphicFrameChg chg="modGraphic">
          <ac:chgData name="Kathryn Clark (Astrea Central)" userId="d0e16b62-87cd-4242-828a-2f5e276be710" providerId="ADAL" clId="{04614771-86F2-4D90-B685-F90F037A3ED6}" dt="2025-09-15T15:11:08.002" v="43" actId="20577"/>
          <ac:graphicFrameMkLst>
            <pc:docMk/>
            <pc:sldMk cId="790754226" sldId="265"/>
            <ac:graphicFrameMk id="5" creationId="{07DD4B2D-9C79-93B5-94D9-F56FB2AEE925}"/>
          </ac:graphicFrameMkLst>
        </pc:graphicFrameChg>
        <pc:graphicFrameChg chg="mod">
          <ac:chgData name="Kathryn Clark (Astrea Central)" userId="d0e16b62-87cd-4242-828a-2f5e276be710" providerId="ADAL" clId="{04614771-86F2-4D90-B685-F90F037A3ED6}" dt="2025-09-15T15:14:23.625" v="64"/>
          <ac:graphicFrameMkLst>
            <pc:docMk/>
            <pc:sldMk cId="790754226" sldId="265"/>
            <ac:graphicFrameMk id="31" creationId="{1639A92E-6C2B-0FDD-8409-F776B2B1EDCD}"/>
          </ac:graphicFrameMkLst>
        </pc:graphicFrameChg>
      </pc:sldChg>
      <pc:sldChg chg="modSp mod">
        <pc:chgData name="Kathryn Clark (Astrea Central)" userId="d0e16b62-87cd-4242-828a-2f5e276be710" providerId="ADAL" clId="{04614771-86F2-4D90-B685-F90F037A3ED6}" dt="2025-09-15T15:13:02.656" v="53"/>
        <pc:sldMkLst>
          <pc:docMk/>
          <pc:sldMk cId="1883185192" sldId="266"/>
        </pc:sldMkLst>
        <pc:graphicFrameChg chg="mod">
          <ac:chgData name="Kathryn Clark (Astrea Central)" userId="d0e16b62-87cd-4242-828a-2f5e276be710" providerId="ADAL" clId="{04614771-86F2-4D90-B685-F90F037A3ED6}" dt="2025-09-15T15:12:55.278" v="52"/>
          <ac:graphicFrameMkLst>
            <pc:docMk/>
            <pc:sldMk cId="1883185192" sldId="266"/>
            <ac:graphicFrameMk id="30" creationId="{517CD1F6-E105-2BBC-3352-2B497F8C6E37}"/>
          </ac:graphicFrameMkLst>
        </pc:graphicFrameChg>
        <pc:graphicFrameChg chg="modGraphic">
          <ac:chgData name="Kathryn Clark (Astrea Central)" userId="d0e16b62-87cd-4242-828a-2f5e276be710" providerId="ADAL" clId="{04614771-86F2-4D90-B685-F90F037A3ED6}" dt="2025-09-15T15:09:50.193" v="17" actId="20577"/>
          <ac:graphicFrameMkLst>
            <pc:docMk/>
            <pc:sldMk cId="1883185192" sldId="266"/>
            <ac:graphicFrameMk id="35" creationId="{95D54DF3-FC91-2F92-661B-2CE8DFA0D30C}"/>
          </ac:graphicFrameMkLst>
        </pc:graphicFrameChg>
        <pc:graphicFrameChg chg="modGraphic">
          <ac:chgData name="Kathryn Clark (Astrea Central)" userId="d0e16b62-87cd-4242-828a-2f5e276be710" providerId="ADAL" clId="{04614771-86F2-4D90-B685-F90F037A3ED6}" dt="2025-09-15T15:09:53.808" v="21" actId="20577"/>
          <ac:graphicFrameMkLst>
            <pc:docMk/>
            <pc:sldMk cId="1883185192" sldId="266"/>
            <ac:graphicFrameMk id="89" creationId="{DFF8C4CE-ECF4-7C01-870A-27DAA7CCB0F7}"/>
          </ac:graphicFrameMkLst>
        </pc:graphicFrameChg>
        <pc:graphicFrameChg chg="mod">
          <ac:chgData name="Kathryn Clark (Astrea Central)" userId="d0e16b62-87cd-4242-828a-2f5e276be710" providerId="ADAL" clId="{04614771-86F2-4D90-B685-F90F037A3ED6}" dt="2025-09-15T15:13:02.656" v="53"/>
          <ac:graphicFrameMkLst>
            <pc:docMk/>
            <pc:sldMk cId="1883185192" sldId="266"/>
            <ac:graphicFrameMk id="90" creationId="{04C6A4DC-34D3-FD51-753C-CE172A07A315}"/>
          </ac:graphicFrameMkLst>
        </pc:graphicFrameChg>
      </pc:sldChg>
      <pc:sldChg chg="modSp">
        <pc:chgData name="Kathryn Clark (Astrea Central)" userId="d0e16b62-87cd-4242-828a-2f5e276be710" providerId="ADAL" clId="{04614771-86F2-4D90-B685-F90F037A3ED6}" dt="2025-09-15T15:13:55.602" v="62" actId="20577"/>
        <pc:sldMkLst>
          <pc:docMk/>
          <pc:sldMk cId="2395810971" sldId="267"/>
        </pc:sldMkLst>
        <pc:graphicFrameChg chg="mod">
          <ac:chgData name="Kathryn Clark (Astrea Central)" userId="d0e16b62-87cd-4242-828a-2f5e276be710" providerId="ADAL" clId="{04614771-86F2-4D90-B685-F90F037A3ED6}" dt="2025-09-15T15:13:55.602" v="62" actId="20577"/>
          <ac:graphicFrameMkLst>
            <pc:docMk/>
            <pc:sldMk cId="2395810971" sldId="267"/>
            <ac:graphicFrameMk id="5" creationId="{1CAEB019-8BC9-DA95-879F-DD38A873D8BA}"/>
          </ac:graphicFrameMkLst>
        </pc:graphicFrameChg>
        <pc:graphicFrameChg chg="mod">
          <ac:chgData name="Kathryn Clark (Astrea Central)" userId="d0e16b62-87cd-4242-828a-2f5e276be710" providerId="ADAL" clId="{04614771-86F2-4D90-B685-F90F037A3ED6}" dt="2025-09-15T15:13:50.529" v="60"/>
          <ac:graphicFrameMkLst>
            <pc:docMk/>
            <pc:sldMk cId="2395810971" sldId="267"/>
            <ac:graphicFrameMk id="29" creationId="{7F46DF53-1589-E4A1-AF1E-4E783DE4A23E}"/>
          </ac:graphicFrameMkLst>
        </pc:graphicFrameChg>
      </pc:sldChg>
      <pc:sldChg chg="modSp">
        <pc:chgData name="Kathryn Clark (Astrea Central)" userId="d0e16b62-87cd-4242-828a-2f5e276be710" providerId="ADAL" clId="{04614771-86F2-4D90-B685-F90F037A3ED6}" dt="2025-09-15T15:14:14.759" v="63"/>
        <pc:sldMkLst>
          <pc:docMk/>
          <pc:sldMk cId="1837183326" sldId="269"/>
        </pc:sldMkLst>
        <pc:graphicFrameChg chg="mod">
          <ac:chgData name="Kathryn Clark (Astrea Central)" userId="d0e16b62-87cd-4242-828a-2f5e276be710" providerId="ADAL" clId="{04614771-86F2-4D90-B685-F90F037A3ED6}" dt="2025-09-15T15:14:14.759" v="63"/>
          <ac:graphicFrameMkLst>
            <pc:docMk/>
            <pc:sldMk cId="1837183326" sldId="269"/>
            <ac:graphicFrameMk id="6" creationId="{5F0791AC-B869-1E24-B6E6-89D37D2F9FF4}"/>
          </ac:graphicFrameMkLst>
        </pc:graphicFrameChg>
      </pc:sldChg>
      <pc:sldChg chg="modSp mod">
        <pc:chgData name="Kathryn Clark (Astrea Central)" userId="d0e16b62-87cd-4242-828a-2f5e276be710" providerId="ADAL" clId="{04614771-86F2-4D90-B685-F90F037A3ED6}" dt="2025-09-15T15:13:42.531" v="59"/>
        <pc:sldMkLst>
          <pc:docMk/>
          <pc:sldMk cId="4210988915" sldId="272"/>
        </pc:sldMkLst>
        <pc:graphicFrameChg chg="modGraphic">
          <ac:chgData name="Kathryn Clark (Astrea Central)" userId="d0e16b62-87cd-4242-828a-2f5e276be710" providerId="ADAL" clId="{04614771-86F2-4D90-B685-F90F037A3ED6}" dt="2025-09-15T15:10:54.764" v="33" actId="20577"/>
          <ac:graphicFrameMkLst>
            <pc:docMk/>
            <pc:sldMk cId="4210988915" sldId="272"/>
            <ac:graphicFrameMk id="32" creationId="{286EEC89-7B8F-22D6-8FAD-037ACED36D11}"/>
          </ac:graphicFrameMkLst>
        </pc:graphicFrameChg>
        <pc:graphicFrameChg chg="mod">
          <ac:chgData name="Kathryn Clark (Astrea Central)" userId="d0e16b62-87cd-4242-828a-2f5e276be710" providerId="ADAL" clId="{04614771-86F2-4D90-B685-F90F037A3ED6}" dt="2025-09-15T15:13:34.259" v="57"/>
          <ac:graphicFrameMkLst>
            <pc:docMk/>
            <pc:sldMk cId="4210988915" sldId="272"/>
            <ac:graphicFrameMk id="67" creationId="{468428FF-42C5-DD52-D434-36B51B0417D6}"/>
          </ac:graphicFrameMkLst>
        </pc:graphicFrameChg>
        <pc:graphicFrameChg chg="mod">
          <ac:chgData name="Kathryn Clark (Astrea Central)" userId="d0e16b62-87cd-4242-828a-2f5e276be710" providerId="ADAL" clId="{04614771-86F2-4D90-B685-F90F037A3ED6}" dt="2025-09-15T15:13:42.531" v="59"/>
          <ac:graphicFrameMkLst>
            <pc:docMk/>
            <pc:sldMk cId="4210988915" sldId="272"/>
            <ac:graphicFrameMk id="74" creationId="{A7A8791D-917A-1F14-23B0-9C9FBF0B8474}"/>
          </ac:graphicFrameMkLst>
        </pc:graphicFrameChg>
        <pc:graphicFrameChg chg="mod">
          <ac:chgData name="Kathryn Clark (Astrea Central)" userId="d0e16b62-87cd-4242-828a-2f5e276be710" providerId="ADAL" clId="{04614771-86F2-4D90-B685-F90F037A3ED6}" dt="2025-09-15T15:13:38.963" v="58"/>
          <ac:graphicFrameMkLst>
            <pc:docMk/>
            <pc:sldMk cId="4210988915" sldId="272"/>
            <ac:graphicFrameMk id="76" creationId="{39E70295-AFDD-F458-6BF9-84112DB0540B}"/>
          </ac:graphicFrameMkLst>
        </pc:graphicFrameChg>
      </pc:sldChg>
      <pc:sldChg chg="modSp mod">
        <pc:chgData name="Kathryn Clark (Astrea Central)" userId="d0e16b62-87cd-4242-828a-2f5e276be710" providerId="ADAL" clId="{04614771-86F2-4D90-B685-F90F037A3ED6}" dt="2025-09-15T15:13:12.459" v="54"/>
        <pc:sldMkLst>
          <pc:docMk/>
          <pc:sldMk cId="928211044" sldId="273"/>
        </pc:sldMkLst>
        <pc:graphicFrameChg chg="mod">
          <ac:chgData name="Kathryn Clark (Astrea Central)" userId="d0e16b62-87cd-4242-828a-2f5e276be710" providerId="ADAL" clId="{04614771-86F2-4D90-B685-F90F037A3ED6}" dt="2025-09-15T15:13:12.459" v="54"/>
          <ac:graphicFrameMkLst>
            <pc:docMk/>
            <pc:sldMk cId="928211044" sldId="273"/>
            <ac:graphicFrameMk id="30" creationId="{E7082C3D-0ED8-9B55-75F7-4B8A5FAD0F32}"/>
          </ac:graphicFrameMkLst>
        </pc:graphicFrameChg>
        <pc:graphicFrameChg chg="modGraphic">
          <ac:chgData name="Kathryn Clark (Astrea Central)" userId="d0e16b62-87cd-4242-828a-2f5e276be710" providerId="ADAL" clId="{04614771-86F2-4D90-B685-F90F037A3ED6}" dt="2025-09-15T15:09:57.304" v="22" actId="20577"/>
          <ac:graphicFrameMkLst>
            <pc:docMk/>
            <pc:sldMk cId="928211044" sldId="273"/>
            <ac:graphicFrameMk id="31" creationId="{60FFCE3F-0DCE-DB75-CDFA-BA5901ECAE17}"/>
          </ac:graphicFrameMkLst>
        </pc:graphicFrameChg>
        <pc:graphicFrameChg chg="modGraphic">
          <ac:chgData name="Kathryn Clark (Astrea Central)" userId="d0e16b62-87cd-4242-828a-2f5e276be710" providerId="ADAL" clId="{04614771-86F2-4D90-B685-F90F037A3ED6}" dt="2025-09-15T15:09:59.354" v="24" actId="20577"/>
          <ac:graphicFrameMkLst>
            <pc:docMk/>
            <pc:sldMk cId="928211044" sldId="273"/>
            <ac:graphicFrameMk id="32" creationId="{DC883CA5-4FFB-363C-3FE9-9213400CCC98}"/>
          </ac:graphicFrameMkLst>
        </pc:graphicFrameChg>
      </pc:sldChg>
      <pc:sldChg chg="addSp delSp modSp mod">
        <pc:chgData name="Kathryn Clark (Astrea Central)" userId="d0e16b62-87cd-4242-828a-2f5e276be710" providerId="ADAL" clId="{04614771-86F2-4D90-B685-F90F037A3ED6}" dt="2025-09-15T15:13:25.510" v="56"/>
        <pc:sldMkLst>
          <pc:docMk/>
          <pc:sldMk cId="3291274094" sldId="274"/>
        </pc:sldMkLst>
        <pc:graphicFrameChg chg="mod">
          <ac:chgData name="Kathryn Clark (Astrea Central)" userId="d0e16b62-87cd-4242-828a-2f5e276be710" providerId="ADAL" clId="{04614771-86F2-4D90-B685-F90F037A3ED6}" dt="2025-09-15T15:13:25.510" v="56"/>
          <ac:graphicFrameMkLst>
            <pc:docMk/>
            <pc:sldMk cId="3291274094" sldId="274"/>
            <ac:graphicFrameMk id="30" creationId="{21674850-B943-8040-31F8-21956EA3687B}"/>
          </ac:graphicFrameMkLst>
        </pc:graphicFrameChg>
        <pc:graphicFrameChg chg="modGraphic">
          <ac:chgData name="Kathryn Clark (Astrea Central)" userId="d0e16b62-87cd-4242-828a-2f5e276be710" providerId="ADAL" clId="{04614771-86F2-4D90-B685-F90F037A3ED6}" dt="2025-09-15T15:10:46.993" v="31" actId="20577"/>
          <ac:graphicFrameMkLst>
            <pc:docMk/>
            <pc:sldMk cId="3291274094" sldId="274"/>
            <ac:graphicFrameMk id="31" creationId="{D890A96F-15D9-8C79-5A4B-E47E8C3E5231}"/>
          </ac:graphicFrameMkLst>
        </pc:graphicFrameChg>
        <pc:graphicFrameChg chg="mod">
          <ac:chgData name="Kathryn Clark (Astrea Central)" userId="d0e16b62-87cd-4242-828a-2f5e276be710" providerId="ADAL" clId="{04614771-86F2-4D90-B685-F90F037A3ED6}" dt="2025-09-15T15:13:22.207" v="55"/>
          <ac:graphicFrameMkLst>
            <pc:docMk/>
            <pc:sldMk cId="3291274094" sldId="274"/>
            <ac:graphicFrameMk id="36" creationId="{BAE4B7E9-2E39-BC37-6142-7673122CC4CA}"/>
          </ac:graphicFrameMkLst>
        </pc:graphicFrameChg>
        <pc:picChg chg="add mod ord">
          <ac:chgData name="Kathryn Clark (Astrea Central)" userId="d0e16b62-87cd-4242-828a-2f5e276be710" providerId="ADAL" clId="{04614771-86F2-4D90-B685-F90F037A3ED6}" dt="2025-09-15T15:10:34.823" v="29" actId="1076"/>
          <ac:picMkLst>
            <pc:docMk/>
            <pc:sldMk cId="3291274094" sldId="274"/>
            <ac:picMk id="4" creationId="{022556DE-EFA0-1334-4F94-CDE7B165549B}"/>
          </ac:picMkLst>
        </pc:picChg>
        <pc:picChg chg="del">
          <ac:chgData name="Kathryn Clark (Astrea Central)" userId="d0e16b62-87cd-4242-828a-2f5e276be710" providerId="ADAL" clId="{04614771-86F2-4D90-B685-F90F037A3ED6}" dt="2025-09-15T15:10:21.589" v="25" actId="478"/>
          <ac:picMkLst>
            <pc:docMk/>
            <pc:sldMk cId="3291274094" sldId="274"/>
            <ac:picMk id="37" creationId="{6514464F-5DE7-FAEB-F854-6EAD15068369}"/>
          </ac:picMkLst>
        </pc:picChg>
      </pc:sldChg>
      <pc:sldChg chg="modSp mod">
        <pc:chgData name="Kathryn Clark (Astrea Central)" userId="d0e16b62-87cd-4242-828a-2f5e276be710" providerId="ADAL" clId="{04614771-86F2-4D90-B685-F90F037A3ED6}" dt="2025-09-15T15:09:23.871" v="3" actId="20577"/>
        <pc:sldMkLst>
          <pc:docMk/>
          <pc:sldMk cId="387137949" sldId="275"/>
        </pc:sldMkLst>
        <pc:graphicFrameChg chg="modGraphic">
          <ac:chgData name="Kathryn Clark (Astrea Central)" userId="d0e16b62-87cd-4242-828a-2f5e276be710" providerId="ADAL" clId="{04614771-86F2-4D90-B685-F90F037A3ED6}" dt="2025-09-15T15:09:21.427" v="1" actId="20577"/>
          <ac:graphicFrameMkLst>
            <pc:docMk/>
            <pc:sldMk cId="387137949" sldId="275"/>
            <ac:graphicFrameMk id="14" creationId="{9EDAB5BE-7E91-BFC2-25FE-6086A2147A25}"/>
          </ac:graphicFrameMkLst>
        </pc:graphicFrameChg>
        <pc:graphicFrameChg chg="modGraphic">
          <ac:chgData name="Kathryn Clark (Astrea Central)" userId="d0e16b62-87cd-4242-828a-2f5e276be710" providerId="ADAL" clId="{04614771-86F2-4D90-B685-F90F037A3ED6}" dt="2025-09-15T15:09:23.871" v="3" actId="20577"/>
          <ac:graphicFrameMkLst>
            <pc:docMk/>
            <pc:sldMk cId="387137949" sldId="275"/>
            <ac:graphicFrameMk id="23" creationId="{57A83451-F8BE-2BD0-23B0-8C3C470C4E59}"/>
          </ac:graphicFrameMkLst>
        </pc:graphicFrameChg>
      </pc:sldChg>
      <pc:sldChg chg="modSp mod">
        <pc:chgData name="Kathryn Clark (Astrea Central)" userId="d0e16b62-87cd-4242-828a-2f5e276be710" providerId="ADAL" clId="{04614771-86F2-4D90-B685-F90F037A3ED6}" dt="2025-09-15T15:09:31.851" v="7" actId="20577"/>
        <pc:sldMkLst>
          <pc:docMk/>
          <pc:sldMk cId="2870700917" sldId="276"/>
        </pc:sldMkLst>
        <pc:graphicFrameChg chg="modGraphic">
          <ac:chgData name="Kathryn Clark (Astrea Central)" userId="d0e16b62-87cd-4242-828a-2f5e276be710" providerId="ADAL" clId="{04614771-86F2-4D90-B685-F90F037A3ED6}" dt="2025-09-15T15:09:31.851" v="7" actId="20577"/>
          <ac:graphicFrameMkLst>
            <pc:docMk/>
            <pc:sldMk cId="2870700917" sldId="276"/>
            <ac:graphicFrameMk id="5" creationId="{9385DF65-253D-49FB-762B-1C18308A6775}"/>
          </ac:graphicFrameMkLst>
        </pc:graphicFrameChg>
        <pc:graphicFrameChg chg="modGraphic">
          <ac:chgData name="Kathryn Clark (Astrea Central)" userId="d0e16b62-87cd-4242-828a-2f5e276be710" providerId="ADAL" clId="{04614771-86F2-4D90-B685-F90F037A3ED6}" dt="2025-09-15T15:09:29.450" v="5" actId="20577"/>
          <ac:graphicFrameMkLst>
            <pc:docMk/>
            <pc:sldMk cId="2870700917" sldId="276"/>
            <ac:graphicFrameMk id="46" creationId="{0CF8EE30-2DC2-5721-ECDD-CD722784057F}"/>
          </ac:graphicFrameMkLst>
        </pc:graphicFrameChg>
      </pc:sldChg>
      <pc:sldChg chg="modSp mod">
        <pc:chgData name="Kathryn Clark (Astrea Central)" userId="d0e16b62-87cd-4242-828a-2f5e276be710" providerId="ADAL" clId="{04614771-86F2-4D90-B685-F90F037A3ED6}" dt="2025-09-15T15:11:21.885" v="46" actId="20577"/>
        <pc:sldMkLst>
          <pc:docMk/>
          <pc:sldMk cId="843170059" sldId="278"/>
        </pc:sldMkLst>
        <pc:graphicFrameChg chg="modGraphic">
          <ac:chgData name="Kathryn Clark (Astrea Central)" userId="d0e16b62-87cd-4242-828a-2f5e276be710" providerId="ADAL" clId="{04614771-86F2-4D90-B685-F90F037A3ED6}" dt="2025-09-15T15:11:21.885" v="46" actId="20577"/>
          <ac:graphicFrameMkLst>
            <pc:docMk/>
            <pc:sldMk cId="843170059" sldId="278"/>
            <ac:graphicFrameMk id="5" creationId="{80346350-38F1-CCEB-04CE-0AC5902C4E12}"/>
          </ac:graphicFrameMkLst>
        </pc:graphicFrameChg>
      </pc:sldChg>
      <pc:sldChg chg="modSp mod">
        <pc:chgData name="Kathryn Clark (Astrea Central)" userId="d0e16b62-87cd-4242-828a-2f5e276be710" providerId="ADAL" clId="{04614771-86F2-4D90-B685-F90F037A3ED6}" dt="2025-09-15T15:14:47.980" v="66" actId="20577"/>
        <pc:sldMkLst>
          <pc:docMk/>
          <pc:sldMk cId="1993984672" sldId="279"/>
        </pc:sldMkLst>
        <pc:spChg chg="mod">
          <ac:chgData name="Kathryn Clark (Astrea Central)" userId="d0e16b62-87cd-4242-828a-2f5e276be710" providerId="ADAL" clId="{04614771-86F2-4D90-B685-F90F037A3ED6}" dt="2025-09-15T15:14:47.980" v="66" actId="20577"/>
          <ac:spMkLst>
            <pc:docMk/>
            <pc:sldMk cId="1993984672" sldId="279"/>
            <ac:spMk id="54" creationId="{BBC060C4-30B2-BA7E-6A71-44731B6A8EF4}"/>
          </ac:spMkLst>
        </pc:spChg>
      </pc:sldChg>
      <pc:sldChg chg="modSp mod">
        <pc:chgData name="Kathryn Clark (Astrea Central)" userId="d0e16b62-87cd-4242-828a-2f5e276be710" providerId="ADAL" clId="{04614771-86F2-4D90-B685-F90F037A3ED6}" dt="2025-09-15T15:14:54.926" v="70" actId="6549"/>
        <pc:sldMkLst>
          <pc:docMk/>
          <pc:sldMk cId="3270097695" sldId="281"/>
        </pc:sldMkLst>
        <pc:spChg chg="mod">
          <ac:chgData name="Kathryn Clark (Astrea Central)" userId="d0e16b62-87cd-4242-828a-2f5e276be710" providerId="ADAL" clId="{04614771-86F2-4D90-B685-F90F037A3ED6}" dt="2025-09-15T15:14:52.113" v="68" actId="20577"/>
          <ac:spMkLst>
            <pc:docMk/>
            <pc:sldMk cId="3270097695" sldId="281"/>
            <ac:spMk id="45" creationId="{A02ACC4A-A2BF-E4BA-E7F8-36D79DB7FE1F}"/>
          </ac:spMkLst>
        </pc:spChg>
        <pc:spChg chg="mod">
          <ac:chgData name="Kathryn Clark (Astrea Central)" userId="d0e16b62-87cd-4242-828a-2f5e276be710" providerId="ADAL" clId="{04614771-86F2-4D90-B685-F90F037A3ED6}" dt="2025-09-15T15:14:54.926" v="70" actId="6549"/>
          <ac:spMkLst>
            <pc:docMk/>
            <pc:sldMk cId="3270097695" sldId="281"/>
            <ac:spMk id="49" creationId="{30B32371-3783-3A7B-1F64-351E766D4AC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5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9FCBF-CBBA-4CA4-BC68-56F5C74662DB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239838"/>
            <a:ext cx="2319337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76431"/>
            <a:ext cx="543433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5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70663-5B7F-44EC-94A1-BCC08BF16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34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728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1F5C-EB2B-AF5B-F907-7754B84F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60ED9-602D-3954-134C-69DD3C686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AACA9-4095-AC4D-649E-23526DDAA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AC9DD-EE6F-E867-EA69-936CFF2B9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008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9CCB1-56B5-597D-5F25-F93263F8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6508A-E3B5-65C0-EE73-E9FC16A12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557D5-46B0-CAA0-DC20-CC212FDA0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9BC23-0BF9-B30A-E97C-8FB328029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663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A3B1-687E-08FC-0219-DF125552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433ED-D8B5-D5B3-1A38-CB72B5191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422A8-6791-EF3D-B4C2-0C538E411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34908-93D8-BB6C-8D39-308386CFF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880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9FEE1-B1A5-3F93-1FBB-8A2E2A620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DB2B3-5D95-5A9B-30FD-A3DCDF659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DB2FE-C403-D0D1-69E6-EE352288F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B0B95-F2A4-FC3C-FF9B-228BBD662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261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C8EB4-1B25-B35B-F123-B6BBE2CE0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7A325-CA15-C540-8953-A809780C2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D0033-5465-31D2-D64F-04883D7F6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25FD3-F466-55B2-22AD-EEA2F52E7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109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8598-D5B9-E010-1E81-C4A389117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B57EE-8225-C963-CC35-6D361C5DB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3955F-FE2C-E9CE-711F-14AEED340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D4AC5-ECDD-B0EB-3558-5EC890BBC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1984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5B61A-8831-83DD-199F-782EB849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F083B-FCF8-30B8-1959-BDDAD6BC1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7979F-F78D-F333-DBF0-9B589F336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31247-1D98-71A0-6764-E71898CB7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857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9795A-7436-47CB-1045-6984EA7B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4E2D6-311A-F51F-EC2E-A61592A27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1A6FA-8894-F72A-B7BF-67D37A9E2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4A171-CBF1-D1FA-3B8D-28044CA8B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70663-5B7F-44EC-94A1-BCC08BF1604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31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4D0E-219D-4F43-8EE4-45066B45BF60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91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BB8CF-5573-402B-B641-2F45C8D35214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85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58B0-CB66-45A4-A9A8-F4A6BB463C7B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000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92DC3-29DB-4499-9274-1D2B6E211E29}" type="datetime1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88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E683-DFC5-41E3-8DA7-5211A84D425A}" type="datetime1">
              <a:rPr lang="en-GB" smtClean="0"/>
              <a:t>15/09/2025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95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0B54-C87A-4E36-A504-D7B4B92F7897}" type="datetime1">
              <a:rPr lang="en-GB" smtClean="0"/>
              <a:t>15/09/2025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791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10E2-06E2-49A1-950C-195BCE291EE8}" type="datetime1">
              <a:rPr lang="en-GB" smtClean="0"/>
              <a:t>15/09/2025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35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03D08-A0DE-4397-8E2E-A395920D1FBE}" type="datetime1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19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CE04-11B2-43B0-A5AD-AFBFDCEEEA96}" type="datetime1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6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0119-D9CE-4B8D-A029-55CAA3ED59DE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875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DB89-0EAD-4561-880E-6FC135AA022E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38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6C9CFC-E4E5-4213-87AC-BDC09B7F6803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75565-38AB-4D66-B8A4-1A5FA4CEC9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62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10.png"/><Relationship Id="rId21" Type="http://schemas.openxmlformats.org/officeDocument/2006/relationships/image" Target="../media/image20.png"/><Relationship Id="rId7" Type="http://schemas.openxmlformats.org/officeDocument/2006/relationships/image" Target="../media/image710.png"/><Relationship Id="rId12" Type="http://schemas.openxmlformats.org/officeDocument/2006/relationships/image" Target="../media/image410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11.png"/><Relationship Id="rId5" Type="http://schemas.openxmlformats.org/officeDocument/2006/relationships/image" Target="../media/image510.png"/><Relationship Id="rId15" Type="http://schemas.openxmlformats.org/officeDocument/2006/relationships/image" Target="../media/image15.png"/><Relationship Id="rId23" Type="http://schemas.openxmlformats.org/officeDocument/2006/relationships/image" Target="../media/image22.png"/><Relationship Id="rId10" Type="http://schemas.openxmlformats.org/officeDocument/2006/relationships/image" Target="../media/image10.png"/><Relationship Id="rId19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41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37.png"/><Relationship Id="rId17" Type="http://schemas.openxmlformats.org/officeDocument/2006/relationships/image" Target="../media/image46.png"/><Relationship Id="rId2" Type="http://schemas.openxmlformats.org/officeDocument/2006/relationships/image" Target="../media/image26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5" Type="http://schemas.openxmlformats.org/officeDocument/2006/relationships/image" Target="../media/image34.png"/><Relationship Id="rId15" Type="http://schemas.openxmlformats.org/officeDocument/2006/relationships/image" Target="../media/image43.png"/><Relationship Id="rId23" Type="http://schemas.openxmlformats.org/officeDocument/2006/relationships/image" Target="../media/image52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2.png"/><Relationship Id="rId22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3.jpeg"/><Relationship Id="rId3" Type="http://schemas.openxmlformats.org/officeDocument/2006/relationships/image" Target="../media/image44.png"/><Relationship Id="rId7" Type="http://schemas.openxmlformats.org/officeDocument/2006/relationships/image" Target="../media/image58.png"/><Relationship Id="rId12" Type="http://schemas.openxmlformats.org/officeDocument/2006/relationships/image" Target="../media/image62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770.png"/><Relationship Id="rId18" Type="http://schemas.openxmlformats.org/officeDocument/2006/relationships/image" Target="../media/image82.png"/><Relationship Id="rId3" Type="http://schemas.openxmlformats.org/officeDocument/2006/relationships/image" Target="../media/image72.png"/><Relationship Id="rId21" Type="http://schemas.openxmlformats.org/officeDocument/2006/relationships/image" Target="../media/image85.png"/><Relationship Id="rId7" Type="http://schemas.openxmlformats.org/officeDocument/2006/relationships/image" Target="../media/image76.png"/><Relationship Id="rId12" Type="http://schemas.openxmlformats.org/officeDocument/2006/relationships/image" Target="../media/image760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750.png"/><Relationship Id="rId5" Type="http://schemas.openxmlformats.org/officeDocument/2006/relationships/image" Target="../media/image74.png"/><Relationship Id="rId15" Type="http://schemas.openxmlformats.org/officeDocument/2006/relationships/image" Target="../media/image79.png"/><Relationship Id="rId10" Type="http://schemas.openxmlformats.org/officeDocument/2006/relationships/image" Target="../media/image740.png"/><Relationship Id="rId19" Type="http://schemas.openxmlformats.org/officeDocument/2006/relationships/image" Target="../media/image83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780.png"/><Relationship Id="rId22" Type="http://schemas.openxmlformats.org/officeDocument/2006/relationships/image" Target="../media/image8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jpe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26" Type="http://schemas.openxmlformats.org/officeDocument/2006/relationships/image" Target="../media/image110.png"/><Relationship Id="rId3" Type="http://schemas.openxmlformats.org/officeDocument/2006/relationships/image" Target="../media/image88.png"/><Relationship Id="rId21" Type="http://schemas.openxmlformats.org/officeDocument/2006/relationships/image" Target="../media/image105.png"/><Relationship Id="rId7" Type="http://schemas.openxmlformats.org/officeDocument/2006/relationships/image" Target="../media/image91.jpe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5" Type="http://schemas.openxmlformats.org/officeDocument/2006/relationships/image" Target="../media/image109.png"/><Relationship Id="rId2" Type="http://schemas.openxmlformats.org/officeDocument/2006/relationships/image" Target="../media/image87.png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4.jpeg"/><Relationship Id="rId24" Type="http://schemas.openxmlformats.org/officeDocument/2006/relationships/image" Target="../media/image108.png"/><Relationship Id="rId5" Type="http://schemas.openxmlformats.org/officeDocument/2006/relationships/image" Target="../media/image90.png"/><Relationship Id="rId15" Type="http://schemas.openxmlformats.org/officeDocument/2006/relationships/image" Target="../media/image99.png"/><Relationship Id="rId23" Type="http://schemas.openxmlformats.org/officeDocument/2006/relationships/image" Target="../media/image107.png"/><Relationship Id="rId28" Type="http://schemas.openxmlformats.org/officeDocument/2006/relationships/image" Target="../media/image112.png"/><Relationship Id="rId10" Type="http://schemas.openxmlformats.org/officeDocument/2006/relationships/image" Target="../media/image93.jpeg"/><Relationship Id="rId19" Type="http://schemas.openxmlformats.org/officeDocument/2006/relationships/image" Target="../media/image103.png"/><Relationship Id="rId4" Type="http://schemas.openxmlformats.org/officeDocument/2006/relationships/image" Target="../media/image89.png"/><Relationship Id="rId9" Type="http://schemas.openxmlformats.org/officeDocument/2006/relationships/image" Target="../media/image62.jpe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Relationship Id="rId27" Type="http://schemas.openxmlformats.org/officeDocument/2006/relationships/image" Target="../media/image1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01.png"/><Relationship Id="rId3" Type="http://schemas.openxmlformats.org/officeDocument/2006/relationships/image" Target="../media/image95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50.png"/><Relationship Id="rId3" Type="http://schemas.openxmlformats.org/officeDocument/2006/relationships/image" Target="../media/image122.png"/><Relationship Id="rId7" Type="http://schemas.openxmlformats.org/officeDocument/2006/relationships/image" Target="../media/image115.png"/><Relationship Id="rId12" Type="http://schemas.openxmlformats.org/officeDocument/2006/relationships/image" Target="../media/image124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127.png"/><Relationship Id="rId5" Type="http://schemas.openxmlformats.org/officeDocument/2006/relationships/image" Target="../media/image123.png"/><Relationship Id="rId15" Type="http://schemas.openxmlformats.org/officeDocument/2006/relationships/image" Target="../media/image127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Relationship Id="rId14" Type="http://schemas.openxmlformats.org/officeDocument/2006/relationships/image" Target="../media/image12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0.png"/><Relationship Id="rId13" Type="http://schemas.openxmlformats.org/officeDocument/2006/relationships/image" Target="../media/image133.png"/><Relationship Id="rId3" Type="http://schemas.openxmlformats.org/officeDocument/2006/relationships/image" Target="../media/image129.png"/><Relationship Id="rId7" Type="http://schemas.openxmlformats.org/officeDocument/2006/relationships/image" Target="../media/image1110.png"/><Relationship Id="rId12" Type="http://schemas.openxmlformats.org/officeDocument/2006/relationships/image" Target="../media/image132.png"/><Relationship Id="rId17" Type="http://schemas.openxmlformats.org/officeDocument/2006/relationships/image" Target="../media/image13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3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0.png"/><Relationship Id="rId11" Type="http://schemas.openxmlformats.org/officeDocument/2006/relationships/image" Target="../media/image131.png"/><Relationship Id="rId5" Type="http://schemas.openxmlformats.org/officeDocument/2006/relationships/image" Target="../media/image1090.png"/><Relationship Id="rId15" Type="http://schemas.openxmlformats.org/officeDocument/2006/relationships/image" Target="../media/image1320.png"/><Relationship Id="rId10" Type="http://schemas.openxmlformats.org/officeDocument/2006/relationships/image" Target="../media/image130.png"/><Relationship Id="rId4" Type="http://schemas.openxmlformats.org/officeDocument/2006/relationships/image" Target="../media/image1080.png"/><Relationship Id="rId9" Type="http://schemas.openxmlformats.org/officeDocument/2006/relationships/image" Target="../media/image1130.png"/><Relationship Id="rId1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0.png"/><Relationship Id="rId13" Type="http://schemas.openxmlformats.org/officeDocument/2006/relationships/image" Target="../media/image133.png"/><Relationship Id="rId18" Type="http://schemas.openxmlformats.org/officeDocument/2006/relationships/image" Target="../media/image1360.png"/><Relationship Id="rId3" Type="http://schemas.openxmlformats.org/officeDocument/2006/relationships/image" Target="../media/image127.png"/><Relationship Id="rId21" Type="http://schemas.openxmlformats.org/officeDocument/2006/relationships/image" Target="../media/image139.png"/><Relationship Id="rId7" Type="http://schemas.openxmlformats.org/officeDocument/2006/relationships/image" Target="../media/image1190.png"/><Relationship Id="rId12" Type="http://schemas.openxmlformats.org/officeDocument/2006/relationships/image" Target="../media/image136.png"/><Relationship Id="rId17" Type="http://schemas.openxmlformats.org/officeDocument/2006/relationships/image" Target="../media/image1350.png"/><Relationship Id="rId25" Type="http://schemas.openxmlformats.org/officeDocument/2006/relationships/image" Target="../media/image14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260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0.png"/><Relationship Id="rId11" Type="http://schemas.openxmlformats.org/officeDocument/2006/relationships/image" Target="../media/image1230.png"/><Relationship Id="rId24" Type="http://schemas.openxmlformats.org/officeDocument/2006/relationships/image" Target="../media/image142.png"/><Relationship Id="rId5" Type="http://schemas.openxmlformats.org/officeDocument/2006/relationships/image" Target="../media/image129.png"/><Relationship Id="rId15" Type="http://schemas.openxmlformats.org/officeDocument/2006/relationships/image" Target="../media/image137.png"/><Relationship Id="rId23" Type="http://schemas.openxmlformats.org/officeDocument/2006/relationships/image" Target="../media/image141.png"/><Relationship Id="rId10" Type="http://schemas.openxmlformats.org/officeDocument/2006/relationships/image" Target="../media/image1220.png"/><Relationship Id="rId19" Type="http://schemas.openxmlformats.org/officeDocument/2006/relationships/image" Target="../media/image1370.png"/><Relationship Id="rId4" Type="http://schemas.openxmlformats.org/officeDocument/2006/relationships/image" Target="../media/image135.png"/><Relationship Id="rId9" Type="http://schemas.openxmlformats.org/officeDocument/2006/relationships/image" Target="../media/image1210.png"/><Relationship Id="rId14" Type="http://schemas.microsoft.com/office/2007/relationships/hdphoto" Target="../media/hdphoto1.wdp"/><Relationship Id="rId22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460.png"/><Relationship Id="rId18" Type="http://schemas.openxmlformats.org/officeDocument/2006/relationships/image" Target="../media/image151.png"/><Relationship Id="rId26" Type="http://schemas.openxmlformats.org/officeDocument/2006/relationships/image" Target="../media/image159.png"/><Relationship Id="rId3" Type="http://schemas.openxmlformats.org/officeDocument/2006/relationships/image" Target="../media/image133.png"/><Relationship Id="rId21" Type="http://schemas.openxmlformats.org/officeDocument/2006/relationships/image" Target="../media/image154.png"/><Relationship Id="rId7" Type="http://schemas.openxmlformats.org/officeDocument/2006/relationships/image" Target="../media/image144.png"/><Relationship Id="rId12" Type="http://schemas.openxmlformats.org/officeDocument/2006/relationships/image" Target="../media/image1450.png"/><Relationship Id="rId17" Type="http://schemas.openxmlformats.org/officeDocument/2006/relationships/image" Target="../media/image150.png"/><Relationship Id="rId25" Type="http://schemas.openxmlformats.org/officeDocument/2006/relationships/image" Target="../media/image15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0.png"/><Relationship Id="rId11" Type="http://schemas.openxmlformats.org/officeDocument/2006/relationships/image" Target="../media/image148.png"/><Relationship Id="rId24" Type="http://schemas.openxmlformats.org/officeDocument/2006/relationships/image" Target="../media/image157.png"/><Relationship Id="rId5" Type="http://schemas.openxmlformats.org/officeDocument/2006/relationships/image" Target="../media/image1270.png"/><Relationship Id="rId15" Type="http://schemas.openxmlformats.org/officeDocument/2006/relationships/image" Target="../media/image1480.png"/><Relationship Id="rId23" Type="http://schemas.openxmlformats.org/officeDocument/2006/relationships/image" Target="../media/image156.png"/><Relationship Id="rId10" Type="http://schemas.openxmlformats.org/officeDocument/2006/relationships/image" Target="../media/image147.png"/><Relationship Id="rId19" Type="http://schemas.openxmlformats.org/officeDocument/2006/relationships/image" Target="../media/image152.png"/><Relationship Id="rId4" Type="http://schemas.microsoft.com/office/2007/relationships/hdphoto" Target="../media/hdphoto1.wdp"/><Relationship Id="rId9" Type="http://schemas.openxmlformats.org/officeDocument/2006/relationships/image" Target="../media/image146.png"/><Relationship Id="rId14" Type="http://schemas.openxmlformats.org/officeDocument/2006/relationships/image" Target="../media/image1470.png"/><Relationship Id="rId22" Type="http://schemas.openxmlformats.org/officeDocument/2006/relationships/image" Target="../media/image155.png"/><Relationship Id="rId27" Type="http://schemas.openxmlformats.org/officeDocument/2006/relationships/image" Target="../media/image16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jpeg"/><Relationship Id="rId13" Type="http://schemas.openxmlformats.org/officeDocument/2006/relationships/image" Target="../media/image170.png"/><Relationship Id="rId18" Type="http://schemas.openxmlformats.org/officeDocument/2006/relationships/image" Target="../media/image175.png"/><Relationship Id="rId3" Type="http://schemas.openxmlformats.org/officeDocument/2006/relationships/image" Target="../media/image162.png"/><Relationship Id="rId7" Type="http://schemas.openxmlformats.org/officeDocument/2006/relationships/image" Target="../media/image166.jpeg"/><Relationship Id="rId12" Type="http://schemas.openxmlformats.org/officeDocument/2006/relationships/image" Target="../media/image1690.png"/><Relationship Id="rId17" Type="http://schemas.openxmlformats.org/officeDocument/2006/relationships/image" Target="../media/image174.png"/><Relationship Id="rId2" Type="http://schemas.openxmlformats.org/officeDocument/2006/relationships/image" Target="../media/image161.png"/><Relationship Id="rId16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jpeg"/><Relationship Id="rId11" Type="http://schemas.openxmlformats.org/officeDocument/2006/relationships/image" Target="../media/image62.jpeg"/><Relationship Id="rId5" Type="http://schemas.openxmlformats.org/officeDocument/2006/relationships/image" Target="../media/image164.jpeg"/><Relationship Id="rId15" Type="http://schemas.openxmlformats.org/officeDocument/2006/relationships/image" Target="../media/image172.png"/><Relationship Id="rId10" Type="http://schemas.openxmlformats.org/officeDocument/2006/relationships/image" Target="../media/image169.png"/><Relationship Id="rId19" Type="http://schemas.openxmlformats.org/officeDocument/2006/relationships/image" Target="../media/image176.png"/><Relationship Id="rId4" Type="http://schemas.openxmlformats.org/officeDocument/2006/relationships/image" Target="../media/image163.png"/><Relationship Id="rId9" Type="http://schemas.openxmlformats.org/officeDocument/2006/relationships/image" Target="../media/image168.jpeg"/><Relationship Id="rId14" Type="http://schemas.openxmlformats.org/officeDocument/2006/relationships/image" Target="../media/image17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7" Type="http://schemas.openxmlformats.org/officeDocument/2006/relationships/image" Target="../media/image181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3.png"/><Relationship Id="rId18" Type="http://schemas.openxmlformats.org/officeDocument/2006/relationships/image" Target="../media/image198.png"/><Relationship Id="rId3" Type="http://schemas.openxmlformats.org/officeDocument/2006/relationships/image" Target="../media/image185.png"/><Relationship Id="rId7" Type="http://schemas.openxmlformats.org/officeDocument/2006/relationships/image" Target="../media/image187.png"/><Relationship Id="rId12" Type="http://schemas.openxmlformats.org/officeDocument/2006/relationships/image" Target="../media/image192.png"/><Relationship Id="rId17" Type="http://schemas.openxmlformats.org/officeDocument/2006/relationships/image" Target="../media/image19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6.png"/><Relationship Id="rId11" Type="http://schemas.openxmlformats.org/officeDocument/2006/relationships/image" Target="../media/image191.png"/><Relationship Id="rId5" Type="http://schemas.openxmlformats.org/officeDocument/2006/relationships/image" Target="../media/image870.png"/><Relationship Id="rId15" Type="http://schemas.openxmlformats.org/officeDocument/2006/relationships/image" Target="../media/image195.png"/><Relationship Id="rId10" Type="http://schemas.openxmlformats.org/officeDocument/2006/relationships/image" Target="../media/image190.png"/><Relationship Id="rId9" Type="http://schemas.openxmlformats.org/officeDocument/2006/relationships/image" Target="../media/image189.png"/><Relationship Id="rId14" Type="http://schemas.openxmlformats.org/officeDocument/2006/relationships/image" Target="../media/image19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210.png"/><Relationship Id="rId3" Type="http://schemas.openxmlformats.org/officeDocument/2006/relationships/image" Target="../media/image200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3.png"/><Relationship Id="rId11" Type="http://schemas.openxmlformats.org/officeDocument/2006/relationships/image" Target="../media/image208.png"/><Relationship Id="rId5" Type="http://schemas.openxmlformats.org/officeDocument/2006/relationships/image" Target="../media/image202.png"/><Relationship Id="rId15" Type="http://schemas.openxmlformats.org/officeDocument/2006/relationships/image" Target="../media/image212.png"/><Relationship Id="rId10" Type="http://schemas.openxmlformats.org/officeDocument/2006/relationships/image" Target="../media/image207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Relationship Id="rId14" Type="http://schemas.openxmlformats.org/officeDocument/2006/relationships/image" Target="../media/image2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13" Type="http://schemas.openxmlformats.org/officeDocument/2006/relationships/image" Target="../media/image224.png"/><Relationship Id="rId18" Type="http://schemas.openxmlformats.org/officeDocument/2006/relationships/image" Target="../media/image229.png"/><Relationship Id="rId26" Type="http://schemas.openxmlformats.org/officeDocument/2006/relationships/image" Target="../media/image237.png"/><Relationship Id="rId3" Type="http://schemas.openxmlformats.org/officeDocument/2006/relationships/image" Target="../media/image214.png"/><Relationship Id="rId21" Type="http://schemas.openxmlformats.org/officeDocument/2006/relationships/image" Target="../media/image232.png"/><Relationship Id="rId7" Type="http://schemas.openxmlformats.org/officeDocument/2006/relationships/image" Target="../media/image218.png"/><Relationship Id="rId12" Type="http://schemas.openxmlformats.org/officeDocument/2006/relationships/image" Target="../media/image223.png"/><Relationship Id="rId17" Type="http://schemas.openxmlformats.org/officeDocument/2006/relationships/image" Target="../media/image228.png"/><Relationship Id="rId25" Type="http://schemas.openxmlformats.org/officeDocument/2006/relationships/image" Target="../media/image236.png"/><Relationship Id="rId2" Type="http://schemas.openxmlformats.org/officeDocument/2006/relationships/image" Target="../media/image213.png"/><Relationship Id="rId16" Type="http://schemas.openxmlformats.org/officeDocument/2006/relationships/image" Target="../media/image227.png"/><Relationship Id="rId20" Type="http://schemas.openxmlformats.org/officeDocument/2006/relationships/image" Target="../media/image2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7.png"/><Relationship Id="rId11" Type="http://schemas.openxmlformats.org/officeDocument/2006/relationships/image" Target="../media/image222.png"/><Relationship Id="rId24" Type="http://schemas.openxmlformats.org/officeDocument/2006/relationships/image" Target="../media/image235.png"/><Relationship Id="rId5" Type="http://schemas.openxmlformats.org/officeDocument/2006/relationships/image" Target="../media/image216.png"/><Relationship Id="rId15" Type="http://schemas.openxmlformats.org/officeDocument/2006/relationships/image" Target="../media/image226.png"/><Relationship Id="rId23" Type="http://schemas.openxmlformats.org/officeDocument/2006/relationships/image" Target="../media/image234.png"/><Relationship Id="rId10" Type="http://schemas.openxmlformats.org/officeDocument/2006/relationships/image" Target="../media/image221.png"/><Relationship Id="rId19" Type="http://schemas.openxmlformats.org/officeDocument/2006/relationships/image" Target="../media/image230.png"/><Relationship Id="rId4" Type="http://schemas.openxmlformats.org/officeDocument/2006/relationships/image" Target="../media/image215.png"/><Relationship Id="rId9" Type="http://schemas.openxmlformats.org/officeDocument/2006/relationships/image" Target="../media/image220.png"/><Relationship Id="rId14" Type="http://schemas.openxmlformats.org/officeDocument/2006/relationships/image" Target="../media/image225.png"/><Relationship Id="rId22" Type="http://schemas.openxmlformats.org/officeDocument/2006/relationships/image" Target="../media/image233.png"/><Relationship Id="rId27" Type="http://schemas.openxmlformats.org/officeDocument/2006/relationships/image" Target="../media/image2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image" Target="../media/image250.png"/><Relationship Id="rId18" Type="http://schemas.openxmlformats.org/officeDocument/2006/relationships/image" Target="../media/image255.png"/><Relationship Id="rId3" Type="http://schemas.openxmlformats.org/officeDocument/2006/relationships/image" Target="../media/image240.png"/><Relationship Id="rId7" Type="http://schemas.openxmlformats.org/officeDocument/2006/relationships/image" Target="../media/image244.png"/><Relationship Id="rId12" Type="http://schemas.openxmlformats.org/officeDocument/2006/relationships/image" Target="../media/image249.png"/><Relationship Id="rId17" Type="http://schemas.openxmlformats.org/officeDocument/2006/relationships/image" Target="../media/image254.png"/><Relationship Id="rId2" Type="http://schemas.openxmlformats.org/officeDocument/2006/relationships/image" Target="../media/image239.png"/><Relationship Id="rId16" Type="http://schemas.openxmlformats.org/officeDocument/2006/relationships/image" Target="../media/image253.png"/><Relationship Id="rId20" Type="http://schemas.openxmlformats.org/officeDocument/2006/relationships/image" Target="../media/image2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3.png"/><Relationship Id="rId11" Type="http://schemas.openxmlformats.org/officeDocument/2006/relationships/image" Target="../media/image248.png"/><Relationship Id="rId5" Type="http://schemas.openxmlformats.org/officeDocument/2006/relationships/image" Target="../media/image242.png"/><Relationship Id="rId15" Type="http://schemas.openxmlformats.org/officeDocument/2006/relationships/image" Target="../media/image252.png"/><Relationship Id="rId10" Type="http://schemas.openxmlformats.org/officeDocument/2006/relationships/image" Target="../media/image247.png"/><Relationship Id="rId19" Type="http://schemas.openxmlformats.org/officeDocument/2006/relationships/image" Target="../media/image256.png"/><Relationship Id="rId4" Type="http://schemas.openxmlformats.org/officeDocument/2006/relationships/image" Target="../media/image241.png"/><Relationship Id="rId9" Type="http://schemas.openxmlformats.org/officeDocument/2006/relationships/image" Target="../media/image246.png"/><Relationship Id="rId14" Type="http://schemas.openxmlformats.org/officeDocument/2006/relationships/image" Target="../media/image2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3" Type="http://schemas.openxmlformats.org/officeDocument/2006/relationships/image" Target="../media/image259.png"/><Relationship Id="rId7" Type="http://schemas.openxmlformats.org/officeDocument/2006/relationships/image" Target="../media/image262.png"/><Relationship Id="rId12" Type="http://schemas.openxmlformats.org/officeDocument/2006/relationships/image" Target="../media/image267.pn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11" Type="http://schemas.openxmlformats.org/officeDocument/2006/relationships/image" Target="../media/image266.png"/><Relationship Id="rId5" Type="http://schemas.openxmlformats.org/officeDocument/2006/relationships/image" Target="../media/image260.png"/><Relationship Id="rId10" Type="http://schemas.openxmlformats.org/officeDocument/2006/relationships/image" Target="../media/image261.jpeg"/><Relationship Id="rId4" Type="http://schemas.microsoft.com/office/2007/relationships/hdphoto" Target="../media/hdphoto3.wdp"/><Relationship Id="rId9" Type="http://schemas.openxmlformats.org/officeDocument/2006/relationships/image" Target="../media/image26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2.png"/><Relationship Id="rId5" Type="http://schemas.openxmlformats.org/officeDocument/2006/relationships/image" Target="../media/image266.jpeg"/><Relationship Id="rId4" Type="http://schemas.openxmlformats.org/officeDocument/2006/relationships/image" Target="../media/image26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/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noProof="0"/>
          </a:p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33" name="AutoShape 6" descr="Image result for expression fun maths"/>
          <p:cNvSpPr>
            <a:spLocks noChangeAspect="1" noChangeArrowheads="1"/>
          </p:cNvSpPr>
          <p:nvPr/>
        </p:nvSpPr>
        <p:spPr bwMode="auto">
          <a:xfrm>
            <a:off x="155575" y="-623888"/>
            <a:ext cx="19240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noProof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385816"/>
              </p:ext>
            </p:extLst>
          </p:nvPr>
        </p:nvGraphicFramePr>
        <p:xfrm>
          <a:off x="509042" y="1608653"/>
          <a:ext cx="5862340" cy="1736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660862">
                <a:tc>
                  <a:txBody>
                    <a:bodyPr/>
                    <a:lstStyle/>
                    <a:p>
                      <a:pPr algn="ctr"/>
                      <a:r>
                        <a:rPr lang="en-GB" sz="3600" b="0" noProof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YEAR 11 CORE MATHEMATICS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615799"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noProof="0" dirty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Booklet</a:t>
                      </a:r>
                      <a:r>
                        <a:rPr lang="en-GB" sz="1800" b="1" i="0" baseline="0" noProof="0" dirty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 3A </a:t>
                      </a:r>
                      <a:r>
                        <a:rPr lang="en-GB" sz="1800" baseline="0" noProof="0" dirty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– Vectors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459573">
                <a:tc>
                  <a:txBody>
                    <a:bodyPr/>
                    <a:lstStyle/>
                    <a:p>
                      <a:pPr algn="ctr"/>
                      <a:endParaRPr lang="en-GB" sz="1800" noProof="0" dirty="0">
                        <a:solidFill>
                          <a:sysClr val="windowText" lastClr="000000"/>
                        </a:solidFill>
                        <a:latin typeface="Calibri (Body)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440212" y="393970"/>
          <a:ext cx="2972792" cy="1138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861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  <a:gridCol w="1971931">
                  <a:extLst>
                    <a:ext uri="{9D8B030D-6E8A-4147-A177-3AD203B41FA5}">
                      <a16:colId xmlns:a16="http://schemas.microsoft.com/office/drawing/2014/main" val="312534935"/>
                    </a:ext>
                  </a:extLst>
                </a:gridCol>
              </a:tblGrid>
              <a:tr h="310094">
                <a:tc>
                  <a:txBody>
                    <a:bodyPr/>
                    <a:lstStyle/>
                    <a:p>
                      <a:pPr algn="ctr"/>
                      <a:r>
                        <a:rPr lang="en-GB" sz="1400" b="0" noProof="0">
                          <a:solidFill>
                            <a:sysClr val="windowText" lastClr="000000"/>
                          </a:solidFill>
                          <a:latin typeface="+mn-lt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noProof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10094">
                <a:tc>
                  <a:txBody>
                    <a:bodyPr/>
                    <a:lstStyle/>
                    <a:p>
                      <a:pPr algn="ctr"/>
                      <a:r>
                        <a:rPr lang="en-GB" sz="1400" b="0" noProof="0">
                          <a:solidFill>
                            <a:sysClr val="windowText" lastClr="000000"/>
                          </a:solidFill>
                          <a:latin typeface="+mn-lt"/>
                        </a:rPr>
                        <a:t>Class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noProof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583755"/>
                  </a:ext>
                </a:extLst>
              </a:tr>
              <a:tr h="440070">
                <a:tc>
                  <a:txBody>
                    <a:bodyPr/>
                    <a:lstStyle/>
                    <a:p>
                      <a:pPr algn="ctr"/>
                      <a:r>
                        <a:rPr lang="en-GB" sz="1400" b="0" noProof="0">
                          <a:solidFill>
                            <a:sysClr val="windowText" lastClr="000000"/>
                          </a:solidFill>
                          <a:latin typeface="+mn-lt"/>
                        </a:rPr>
                        <a:t>Tutor Group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noProof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8080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2526809"/>
                  </p:ext>
                </p:extLst>
              </p:nvPr>
            </p:nvGraphicFramePr>
            <p:xfrm>
              <a:off x="350715" y="4070717"/>
              <a:ext cx="6156570" cy="5109453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35185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5021385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409375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b="1" noProof="0" dirty="0">
                              <a:solidFill>
                                <a:schemeClr val="bg1"/>
                              </a:solidFill>
                              <a:latin typeface="+mn-lt"/>
                              <a:cs typeface="Calibri Light" panose="020F0302020204030204" pitchFamily="34" charset="0"/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422281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Direction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Where something is pointing.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7817825"/>
                      </a:ext>
                    </a:extLst>
                  </a:tr>
                  <a:tr h="521023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Magnitude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size of something.</a:t>
                          </a:r>
                          <a:br>
                            <a:rPr lang="en-US" sz="120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magnitude of a number (also called its absolute value) is its distance from zero, so</a:t>
                          </a:r>
                          <a:br>
                            <a:rPr lang="en-US" sz="1200" b="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• the magnitude of 6 is 6</a:t>
                          </a:r>
                          <a:br>
                            <a:rPr lang="en-US" sz="1200" b="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• the magnitude of −6 is also 6</a:t>
                          </a:r>
                          <a:br>
                            <a:rPr lang="en-US" sz="1200" b="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magnitude of a vector is its length (ignoring direction).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381565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Vector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vector quantity has both size and direction.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Vectors can be added, subtracted and multiplied by a scalar.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Geometrical problems can be solved using vectors.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0976864"/>
                      </a:ext>
                    </a:extLst>
                  </a:tr>
                  <a:tr h="381565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Column Vector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kern="12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Notation</a:t>
                          </a:r>
                          <a:r>
                            <a:rPr lang="en-GB" sz="1200" b="0" kern="1200" baseline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 showing </a:t>
                          </a:r>
                          <a:r>
                            <a:rPr lang="en-GB" sz="1200" b="0" kern="12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+mn-ea"/>
                              <a:cs typeface="Calibri" panose="020F0502020204030204" pitchFamily="34" charset="0"/>
                            </a:rPr>
                            <a:t>horizontal and vertical movement of a point: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09287082"/>
                      </a:ext>
                    </a:extLst>
                  </a:tr>
                  <a:tr h="521023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Resultant vector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resultant vector is the sum of two or more vectors. It is the result of adding two or more vectors together.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0310079"/>
                      </a:ext>
                    </a:extLst>
                  </a:tr>
                  <a:tr h="647814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Scalar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number on its own (used when dealing with vectors or matrices).</a:t>
                          </a:r>
                        </a:p>
                        <a:p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Example: we can multiply the vector (5,2) by the scalar 3 to get a new vector (15,6)</a:t>
                          </a:r>
                          <a:b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 × (5,2) = (3×5,3×2) = (15,6)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34030373"/>
                      </a:ext>
                    </a:extLst>
                  </a:tr>
                  <a:tr h="647814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Parallel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Two lines are parallel if they never meet, maintaining a constant distance between them.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3084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2526809"/>
                  </p:ext>
                </p:extLst>
              </p:nvPr>
            </p:nvGraphicFramePr>
            <p:xfrm>
              <a:off x="350715" y="4070717"/>
              <a:ext cx="6156570" cy="5109453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35185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5021385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409375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b="1" noProof="0" dirty="0">
                              <a:solidFill>
                                <a:schemeClr val="bg1"/>
                              </a:solidFill>
                              <a:latin typeface="+mn-lt"/>
                              <a:cs typeface="Calibri Light" panose="020F0302020204030204" pitchFamily="34" charset="0"/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422281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Direction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Where something is pointing.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7817825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Magnitude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size of something.</a:t>
                          </a:r>
                          <a:br>
                            <a:rPr lang="en-US" sz="120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magnitude of a number (also called its absolute value) is its distance from zero, so</a:t>
                          </a:r>
                          <a:br>
                            <a:rPr lang="en-US" sz="1200" b="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• the magnitude of 6 is 6</a:t>
                          </a:r>
                          <a:br>
                            <a:rPr lang="en-US" sz="1200" b="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• the magnitude of −6 is also 6</a:t>
                          </a:r>
                          <a:br>
                            <a:rPr lang="en-US" sz="1200" b="0" dirty="0"/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magnitude of a vector is its length (ignoring direction).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Vector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vector quantity has both size and direction.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Vectors can be added, subtracted and multiplied by a scalar.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Geometrical problems can be solved using vectors.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09768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Column Vector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667" t="-584000" r="-242" b="-44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287082"/>
                      </a:ext>
                    </a:extLst>
                  </a:tr>
                  <a:tr h="521023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Resultant vector</a:t>
                          </a:r>
                          <a:endParaRPr lang="en-GB" sz="1200" b="1" dirty="0">
                            <a:effectLst/>
                            <a:latin typeface="+mn-lt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resultant vector is the sum of two or more vectors. It is the result of adding two or more vectors together.</a:t>
                          </a:r>
                          <a:endParaRPr lang="en-GB" sz="1200" b="0" kern="1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0310079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Scalar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number on its own (used when dealing with vectors or matrices).</a:t>
                          </a:r>
                        </a:p>
                        <a:p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Example: we can multiply the vector (5,2) by the scalar 3 to get a new vector (15,6)</a:t>
                          </a:r>
                          <a:b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 × (5,2) = (3×5,3×2) = (15,6)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34030373"/>
                      </a:ext>
                    </a:extLst>
                  </a:tr>
                  <a:tr h="647814"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Parallel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Two lines are parallel if they never meet, maintaining a constant distance between them.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30849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4" descr="Astrea Academy Trust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0" t="10183" r="18353" b="17160"/>
          <a:stretch/>
        </p:blipFill>
        <p:spPr bwMode="auto">
          <a:xfrm>
            <a:off x="411234" y="393186"/>
            <a:ext cx="1979272" cy="118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Vectors Questions | Worksheets and Revision | MME">
            <a:extLst>
              <a:ext uri="{FF2B5EF4-FFF2-40B4-BE49-F238E27FC236}">
                <a16:creationId xmlns:a16="http://schemas.microsoft.com/office/drawing/2014/main" id="{9FCC87D9-E531-C85C-C464-02DF64C23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532" y="3021246"/>
            <a:ext cx="1720850" cy="93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4.12 B) Same, Opposite &amp; Scalar – Vectors – Edexcel GCSE Maths Higher">
            <a:extLst>
              <a:ext uri="{FF2B5EF4-FFF2-40B4-BE49-F238E27FC236}">
                <a16:creationId xmlns:a16="http://schemas.microsoft.com/office/drawing/2014/main" id="{FC3BF0C8-8564-15F2-7435-E835191DAE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998"/>
          <a:stretch>
            <a:fillRect/>
          </a:stretch>
        </p:blipFill>
        <p:spPr bwMode="auto">
          <a:xfrm>
            <a:off x="614364" y="2948567"/>
            <a:ext cx="1830387" cy="94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6" descr="Vectors - GCSE Maths - Steps, Examples &amp; Worksheet">
            <a:extLst>
              <a:ext uri="{FF2B5EF4-FFF2-40B4-BE49-F238E27FC236}">
                <a16:creationId xmlns:a16="http://schemas.microsoft.com/office/drawing/2014/main" id="{D59FE4E8-17D2-2950-F02F-63044C5BCC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800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7DF67-C4A4-3E15-2731-440446E63F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51" t="2246" r="17403" b="20685"/>
          <a:stretch>
            <a:fillRect/>
          </a:stretch>
        </p:blipFill>
        <p:spPr>
          <a:xfrm>
            <a:off x="2602161" y="3014952"/>
            <a:ext cx="1094532" cy="931639"/>
          </a:xfrm>
          <a:prstGeom prst="rect">
            <a:avLst/>
          </a:prstGeom>
        </p:spPr>
      </p:pic>
      <p:pic>
        <p:nvPicPr>
          <p:cNvPr id="6152" name="Picture 8" descr="IGCSE at Mathematics Realm : Vectors on Triangles (Part 1)">
            <a:extLst>
              <a:ext uri="{FF2B5EF4-FFF2-40B4-BE49-F238E27FC236}">
                <a16:creationId xmlns:a16="http://schemas.microsoft.com/office/drawing/2014/main" id="{95DE00D0-0F5F-EAA1-0E0C-F97DACE759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9" t="29409" r="62816" b="15548"/>
          <a:stretch>
            <a:fillRect/>
          </a:stretch>
        </p:blipFill>
        <p:spPr bwMode="auto">
          <a:xfrm>
            <a:off x="3951214" y="3008627"/>
            <a:ext cx="641300" cy="93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383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ame 3">
            <a:extLst>
              <a:ext uri="{FF2B5EF4-FFF2-40B4-BE49-F238E27FC236}">
                <a16:creationId xmlns:a16="http://schemas.microsoft.com/office/drawing/2014/main" id="{3117BEEC-0E58-1341-A11D-9DBDBB61BE29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noProof="0"/>
          </a:p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832" y="9643828"/>
            <a:ext cx="376738" cy="334742"/>
          </a:xfrm>
        </p:spPr>
        <p:txBody>
          <a:bodyPr/>
          <a:lstStyle/>
          <a:p>
            <a:pPr algn="ctr"/>
            <a:fld id="{19F1D9CC-7119-45EC-A96C-D8C0660F3AAB}" type="slidenum">
              <a:rPr lang="en-GB" noProof="0" smtClean="0">
                <a:solidFill>
                  <a:schemeClr val="bg1"/>
                </a:solidFill>
              </a:rPr>
              <a:pPr algn="ctr"/>
              <a:t>2</a:t>
            </a:fld>
            <a:endParaRPr lang="en-GB" sz="400" noProof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EC2E0D-B4F1-5A40-9012-916FCC3B7020}"/>
              </a:ext>
            </a:extLst>
          </p:cNvPr>
          <p:cNvSpPr txBox="1"/>
          <p:nvPr/>
        </p:nvSpPr>
        <p:spPr>
          <a:xfrm>
            <a:off x="1756849" y="4711916"/>
            <a:ext cx="3383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BOOKLET STRUCTURE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1C8A4C-2D19-6148-9355-4F5F2238BE5C}"/>
              </a:ext>
            </a:extLst>
          </p:cNvPr>
          <p:cNvSpPr/>
          <p:nvPr/>
        </p:nvSpPr>
        <p:spPr>
          <a:xfrm>
            <a:off x="427775" y="4711916"/>
            <a:ext cx="6041916" cy="316809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792D72-F304-604A-BEF9-8DCC40AB7F18}"/>
              </a:ext>
            </a:extLst>
          </p:cNvPr>
          <p:cNvSpPr txBox="1"/>
          <p:nvPr/>
        </p:nvSpPr>
        <p:spPr>
          <a:xfrm>
            <a:off x="510572" y="5074113"/>
            <a:ext cx="4505498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defRPr/>
            </a:pPr>
            <a:r>
              <a:rPr lang="en-GB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 of subtopic: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 and annotate the information in the Frayer model or introduction text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do (teacher led example).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do (teacher and scholar led example).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do (independent scholar example).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Whiteboard check.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Independent practice and mixed practice.</a:t>
            </a:r>
          </a:p>
          <a:p>
            <a:pPr marL="171450" lvl="0" indent="-171450" defTabSz="914400">
              <a:buFont typeface="Arial" panose="020B0604020202020204" pitchFamily="34" charset="0"/>
              <a:buChar char="•"/>
              <a:defRPr/>
            </a:pPr>
            <a:endParaRPr lang="en-GB" sz="5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>
              <a:defRPr/>
            </a:pPr>
            <a:r>
              <a:rPr lang="en-GB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pPr lvl="0" defTabSz="914400">
              <a:defRPr/>
            </a:pPr>
            <a:r>
              <a:rPr lang="en-GB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End of subtopic: </a:t>
            </a:r>
            <a:endParaRPr lang="en-GB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 defTabSz="91440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Skills checks – key questions to help your teachers to pinpoint any issues.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GCSE questions – to ensure you are confident with the style you will encounter in your exams.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13D5D0-CBD9-24F8-70D3-BF6167EC0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687324"/>
              </p:ext>
            </p:extLst>
          </p:nvPr>
        </p:nvGraphicFramePr>
        <p:xfrm>
          <a:off x="427775" y="800889"/>
          <a:ext cx="6002449" cy="21107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64918">
                  <a:extLst>
                    <a:ext uri="{9D8B030D-6E8A-4147-A177-3AD203B41FA5}">
                      <a16:colId xmlns:a16="http://schemas.microsoft.com/office/drawing/2014/main" val="3563799444"/>
                    </a:ext>
                  </a:extLst>
                </a:gridCol>
                <a:gridCol w="4122307">
                  <a:extLst>
                    <a:ext uri="{9D8B030D-6E8A-4147-A177-3AD203B41FA5}">
                      <a16:colId xmlns:a16="http://schemas.microsoft.com/office/drawing/2014/main" val="2615165745"/>
                    </a:ext>
                  </a:extLst>
                </a:gridCol>
                <a:gridCol w="715224">
                  <a:extLst>
                    <a:ext uri="{9D8B030D-6E8A-4147-A177-3AD203B41FA5}">
                      <a16:colId xmlns:a16="http://schemas.microsoft.com/office/drawing/2014/main" val="215458127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>
                          <a:solidFill>
                            <a:schemeClr val="tx1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CONTENTS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1" noProof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>
                          <a:solidFill>
                            <a:schemeClr val="tx1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26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COLUMN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542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05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1A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Definition &amp; Notation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noProof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0940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1B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Multiplying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noProof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1483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1C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Adding and Subtracting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noProof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9911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PARALLEL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989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VECTOR GEOMETRY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211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0" i="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EXAM STYLE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noProof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8683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77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B154907-73BA-F20C-C59A-150A86CCFB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1962557"/>
                  </p:ext>
                </p:extLst>
              </p:nvPr>
            </p:nvGraphicFramePr>
            <p:xfrm>
              <a:off x="64543" y="1358313"/>
              <a:ext cx="6713090" cy="28340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56545">
                      <a:extLst>
                        <a:ext uri="{9D8B030D-6E8A-4147-A177-3AD203B41FA5}">
                          <a16:colId xmlns:a16="http://schemas.microsoft.com/office/drawing/2014/main" val="3524495642"/>
                        </a:ext>
                      </a:extLst>
                    </a:gridCol>
                    <a:gridCol w="3356545">
                      <a:extLst>
                        <a:ext uri="{9D8B030D-6E8A-4147-A177-3AD203B41FA5}">
                          <a16:colId xmlns:a16="http://schemas.microsoft.com/office/drawing/2014/main" val="1179542824"/>
                        </a:ext>
                      </a:extLst>
                    </a:gridCol>
                  </a:tblGrid>
                  <a:tr h="889000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Definition:</a:t>
                          </a:r>
                        </a:p>
                        <a:p>
                          <a:r>
                            <a:rPr lang="en-GB" sz="1200" dirty="0"/>
                            <a:t>A quantity with both direction and magnitude. </a:t>
                          </a:r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It describes the movement from one 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position to another.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200" b="1" dirty="0"/>
                            <a:t>Characteristics:</a:t>
                          </a:r>
                        </a:p>
                        <a:p>
                          <a:pPr algn="r"/>
                          <a:r>
                            <a:rPr lang="en-GB" sz="1200" b="0" dirty="0"/>
                            <a:t>Represented graphically by a line of a given length with an arrow to show direction.</a:t>
                          </a:r>
                        </a:p>
                        <a:p>
                          <a:pPr algn="r"/>
                          <a:r>
                            <a:rPr lang="en-GB" sz="1200" b="0" dirty="0"/>
                            <a:t>Can be written using one letter notation,</a:t>
                          </a:r>
                          <a:r>
                            <a:rPr lang="en-GB" sz="1200" b="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b="0" baseline="0" dirty="0"/>
                            <a:t>, </a:t>
                          </a:r>
                          <a:br>
                            <a:rPr lang="en-GB" sz="1200" b="0" baseline="0" dirty="0"/>
                          </a:br>
                          <a:r>
                            <a:rPr lang="en-GB" sz="1200" b="0" baseline="0" dirty="0"/>
                            <a:t>two letter notation, 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groupChr>
                            </m:oMath>
                          </a14:m>
                          <a:r>
                            <a:rPr lang="en-GB" sz="1200" b="0" baseline="0" dirty="0"/>
                            <a:t>, or </a:t>
                          </a:r>
                          <a:r>
                            <a:rPr lang="en-GB" sz="1200" b="0" dirty="0"/>
                            <a:t>a column vector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b="0" dirty="0"/>
                        </a:p>
                        <a:p>
                          <a:pPr algn="r"/>
                          <a:r>
                            <a:rPr lang="en-GB" sz="1200" b="0" dirty="0"/>
                            <a:t>Can be scaled, added and subtracted.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0646717"/>
                      </a:ext>
                    </a:extLst>
                  </a:tr>
                  <a:tr h="889000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Examples:</a:t>
                          </a:r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200" b="1" dirty="0"/>
                            <a:t>Non-examples: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9851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B154907-73BA-F20C-C59A-150A86CCFB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1962557"/>
                  </p:ext>
                </p:extLst>
              </p:nvPr>
            </p:nvGraphicFramePr>
            <p:xfrm>
              <a:off x="64543" y="1358313"/>
              <a:ext cx="6713090" cy="28340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56545">
                      <a:extLst>
                        <a:ext uri="{9D8B030D-6E8A-4147-A177-3AD203B41FA5}">
                          <a16:colId xmlns:a16="http://schemas.microsoft.com/office/drawing/2014/main" val="3524495642"/>
                        </a:ext>
                      </a:extLst>
                    </a:gridCol>
                    <a:gridCol w="3356545">
                      <a:extLst>
                        <a:ext uri="{9D8B030D-6E8A-4147-A177-3AD203B41FA5}">
                          <a16:colId xmlns:a16="http://schemas.microsoft.com/office/drawing/2014/main" val="1179542824"/>
                        </a:ext>
                      </a:extLst>
                    </a:gridCol>
                  </a:tblGrid>
                  <a:tr h="1279589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Definition:</a:t>
                          </a:r>
                        </a:p>
                        <a:p>
                          <a:r>
                            <a:rPr lang="en-GB" sz="1200" dirty="0"/>
                            <a:t>A quantity with both direction and magnitude. </a:t>
                          </a:r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It describes the movement from one 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position to another.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81" t="-476" r="-363" b="-12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0646717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Examples:</a:t>
                          </a:r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  <a:p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sz="1200" b="1" dirty="0"/>
                            <a:t>Non-examples: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985147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AAB9F67-8FAB-2755-529C-A079EAFE1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611" y="2847008"/>
            <a:ext cx="1226096" cy="1222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3E8E82-B929-F6FB-721A-D65FA3217689}"/>
              </a:ext>
            </a:extLst>
          </p:cNvPr>
          <p:cNvSpPr txBox="1"/>
          <p:nvPr/>
        </p:nvSpPr>
        <p:spPr>
          <a:xfrm>
            <a:off x="0" y="-15100"/>
            <a:ext cx="1873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Year 10: Vectors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D5233-8A44-89BB-588F-123A4ADFAFD1}"/>
              </a:ext>
            </a:extLst>
          </p:cNvPr>
          <p:cNvSpPr txBox="1"/>
          <p:nvPr/>
        </p:nvSpPr>
        <p:spPr>
          <a:xfrm>
            <a:off x="4533900" y="0"/>
            <a:ext cx="2324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b="1" dirty="0">
                <a:solidFill>
                  <a:schemeClr val="bg1"/>
                </a:solidFill>
              </a:rPr>
              <a:t>A. Definition &amp; Notation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67E1DB-E9D6-6DF9-9704-A46EAF4810CE}"/>
              </a:ext>
            </a:extLst>
          </p:cNvPr>
          <p:cNvSpPr/>
          <p:nvPr/>
        </p:nvSpPr>
        <p:spPr>
          <a:xfrm>
            <a:off x="3025427" y="2472830"/>
            <a:ext cx="807147" cy="2987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ysClr val="windowText" lastClr="000000"/>
                </a:solidFill>
              </a:rPr>
              <a:t>Vector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7BBBA0-CA21-B857-19E4-CD3E4D349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06" y="2884137"/>
            <a:ext cx="1226096" cy="122250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74318F-11CE-474D-233A-2C1B7C0C6EA0}"/>
              </a:ext>
            </a:extLst>
          </p:cNvPr>
          <p:cNvCxnSpPr>
            <a:cxnSpLocks/>
          </p:cNvCxnSpPr>
          <p:nvPr/>
        </p:nvCxnSpPr>
        <p:spPr>
          <a:xfrm flipV="1">
            <a:off x="2499704" y="3602683"/>
            <a:ext cx="342900" cy="2032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84C999-B221-8AD2-7881-C1F63698756A}"/>
              </a:ext>
            </a:extLst>
          </p:cNvPr>
          <p:cNvCxnSpPr>
            <a:cxnSpLocks/>
          </p:cNvCxnSpPr>
          <p:nvPr/>
        </p:nvCxnSpPr>
        <p:spPr>
          <a:xfrm flipV="1">
            <a:off x="2798154" y="3422502"/>
            <a:ext cx="342900" cy="2032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0F9D22-CBCD-D4E8-EABF-B301DDA09156}"/>
              </a:ext>
            </a:extLst>
          </p:cNvPr>
          <p:cNvCxnSpPr>
            <a:cxnSpLocks/>
          </p:cNvCxnSpPr>
          <p:nvPr/>
        </p:nvCxnSpPr>
        <p:spPr>
          <a:xfrm flipV="1">
            <a:off x="354296" y="3174587"/>
            <a:ext cx="231912" cy="34077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BBD238-481A-44E8-ACF2-B4C47C34FD16}"/>
              </a:ext>
            </a:extLst>
          </p:cNvPr>
          <p:cNvCxnSpPr>
            <a:cxnSpLocks/>
          </p:cNvCxnSpPr>
          <p:nvPr/>
        </p:nvCxnSpPr>
        <p:spPr>
          <a:xfrm flipV="1">
            <a:off x="521189" y="2904108"/>
            <a:ext cx="242025" cy="36010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DBBF41-F95D-556D-4999-26026829714C}"/>
              </a:ext>
            </a:extLst>
          </p:cNvPr>
          <p:cNvCxnSpPr>
            <a:cxnSpLocks/>
          </p:cNvCxnSpPr>
          <p:nvPr/>
        </p:nvCxnSpPr>
        <p:spPr>
          <a:xfrm>
            <a:off x="556613" y="3888644"/>
            <a:ext cx="448606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1D83A16-E18D-A255-DF01-DA4D1F6DCF85}"/>
              </a:ext>
            </a:extLst>
          </p:cNvPr>
          <p:cNvCxnSpPr>
            <a:cxnSpLocks/>
          </p:cNvCxnSpPr>
          <p:nvPr/>
        </p:nvCxnSpPr>
        <p:spPr>
          <a:xfrm>
            <a:off x="917632" y="3888644"/>
            <a:ext cx="417786" cy="1842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E4B9B2E-846B-2193-5312-8819C632C745}"/>
              </a:ext>
            </a:extLst>
          </p:cNvPr>
          <p:cNvCxnSpPr>
            <a:cxnSpLocks/>
          </p:cNvCxnSpPr>
          <p:nvPr/>
        </p:nvCxnSpPr>
        <p:spPr>
          <a:xfrm>
            <a:off x="966154" y="3304594"/>
            <a:ext cx="225425" cy="963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8E9AB11-DC30-9153-0923-3FA970ECF92A}"/>
              </a:ext>
            </a:extLst>
          </p:cNvPr>
          <p:cNvCxnSpPr>
            <a:cxnSpLocks/>
          </p:cNvCxnSpPr>
          <p:nvPr/>
        </p:nvCxnSpPr>
        <p:spPr>
          <a:xfrm>
            <a:off x="1153479" y="3388772"/>
            <a:ext cx="222783" cy="10753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355559D-4F05-8738-FAB2-DB1E85C53EF6}"/>
              </a:ext>
            </a:extLst>
          </p:cNvPr>
          <p:cNvCxnSpPr>
            <a:cxnSpLocks/>
          </p:cNvCxnSpPr>
          <p:nvPr/>
        </p:nvCxnSpPr>
        <p:spPr>
          <a:xfrm flipV="1">
            <a:off x="2761917" y="3774493"/>
            <a:ext cx="205068" cy="13512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AE3202E-A201-C204-F823-F6E832A5938D}"/>
              </a:ext>
            </a:extLst>
          </p:cNvPr>
          <p:cNvCxnSpPr>
            <a:cxnSpLocks/>
          </p:cNvCxnSpPr>
          <p:nvPr/>
        </p:nvCxnSpPr>
        <p:spPr>
          <a:xfrm flipV="1">
            <a:off x="2828325" y="3728395"/>
            <a:ext cx="209028" cy="12729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F5D69C9-83EE-5EAF-350F-1FCC020367FE}"/>
                  </a:ext>
                </a:extLst>
              </p:cNvPr>
              <p:cNvSpPr txBox="1"/>
              <p:nvPr/>
            </p:nvSpPr>
            <p:spPr>
              <a:xfrm>
                <a:off x="1719580" y="2898085"/>
                <a:ext cx="791370" cy="507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F5D69C9-83EE-5EAF-350F-1FCC02036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580" y="2898085"/>
                <a:ext cx="791370" cy="5073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96DEEF2-CEA7-F805-B2B0-5CEBB063763B}"/>
                  </a:ext>
                </a:extLst>
              </p:cNvPr>
              <p:cNvSpPr txBox="1"/>
              <p:nvPr/>
            </p:nvSpPr>
            <p:spPr>
              <a:xfrm>
                <a:off x="1850710" y="3516980"/>
                <a:ext cx="308770" cy="507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96DEEF2-CEA7-F805-B2B0-5CEBB0637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710" y="3516980"/>
                <a:ext cx="308770" cy="507318"/>
              </a:xfrm>
              <a:prstGeom prst="rect">
                <a:avLst/>
              </a:prstGeom>
              <a:blipFill>
                <a:blip r:embed="rId6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4539251-3844-DD9B-08A0-04A8CDFD9B8C}"/>
                  </a:ext>
                </a:extLst>
              </p:cNvPr>
              <p:cNvSpPr txBox="1"/>
              <p:nvPr/>
            </p:nvSpPr>
            <p:spPr>
              <a:xfrm>
                <a:off x="2569157" y="3364092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4539251-3844-DD9B-08A0-04A8CDFD9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157" y="3364092"/>
                <a:ext cx="308769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6D1FCE1-556A-DBD0-86BD-765CFABE855C}"/>
                  </a:ext>
                </a:extLst>
              </p:cNvPr>
              <p:cNvSpPr txBox="1"/>
              <p:nvPr/>
            </p:nvSpPr>
            <p:spPr>
              <a:xfrm>
                <a:off x="2879002" y="3723116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6D1FCE1-556A-DBD0-86BD-765CFABE8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002" y="3723116"/>
                <a:ext cx="30876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CA07FC78-4FD7-0717-E830-E8CFD9A834D2}"/>
              </a:ext>
            </a:extLst>
          </p:cNvPr>
          <p:cNvSpPr txBox="1"/>
          <p:nvPr/>
        </p:nvSpPr>
        <p:spPr>
          <a:xfrm>
            <a:off x="285645" y="3476448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D979B9-EF04-CFD3-6555-BEEF7A2816FD}"/>
              </a:ext>
            </a:extLst>
          </p:cNvPr>
          <p:cNvSpPr txBox="1"/>
          <p:nvPr/>
        </p:nvSpPr>
        <p:spPr>
          <a:xfrm>
            <a:off x="683202" y="2843421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D5457E-0EB4-2A51-A8F4-524E40892C7B}"/>
              </a:ext>
            </a:extLst>
          </p:cNvPr>
          <p:cNvSpPr txBox="1"/>
          <p:nvPr/>
        </p:nvSpPr>
        <p:spPr>
          <a:xfrm>
            <a:off x="404800" y="3869155"/>
            <a:ext cx="2616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P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E7E279-AB6D-C253-2612-D4C9BEE8D435}"/>
              </a:ext>
            </a:extLst>
          </p:cNvPr>
          <p:cNvSpPr txBox="1"/>
          <p:nvPr/>
        </p:nvSpPr>
        <p:spPr>
          <a:xfrm>
            <a:off x="1251287" y="3861171"/>
            <a:ext cx="2840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858F03E-135F-7A6A-579C-0DE96B621F7C}"/>
                  </a:ext>
                </a:extLst>
              </p:cNvPr>
              <p:cNvSpPr txBox="1"/>
              <p:nvPr/>
            </p:nvSpPr>
            <p:spPr>
              <a:xfrm>
                <a:off x="1104655" y="3136283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858F03E-135F-7A6A-579C-0DE96B621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655" y="3136283"/>
                <a:ext cx="308769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DC70096-C331-F9DB-921A-DE7661023C52}"/>
              </a:ext>
            </a:extLst>
          </p:cNvPr>
          <p:cNvCxnSpPr>
            <a:cxnSpLocks/>
          </p:cNvCxnSpPr>
          <p:nvPr/>
        </p:nvCxnSpPr>
        <p:spPr>
          <a:xfrm flipV="1">
            <a:off x="3687850" y="2859869"/>
            <a:ext cx="410108" cy="591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6DE4DFE-27F1-1DF8-2B58-0FA038A7D2F8}"/>
              </a:ext>
            </a:extLst>
          </p:cNvPr>
          <p:cNvCxnSpPr>
            <a:cxnSpLocks/>
          </p:cNvCxnSpPr>
          <p:nvPr/>
        </p:nvCxnSpPr>
        <p:spPr>
          <a:xfrm>
            <a:off x="3892904" y="3853921"/>
            <a:ext cx="818102" cy="725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74CD4C5-F75E-1350-F9AC-360BDA4C4F11}"/>
              </a:ext>
            </a:extLst>
          </p:cNvPr>
          <p:cNvCxnSpPr>
            <a:cxnSpLocks/>
          </p:cNvCxnSpPr>
          <p:nvPr/>
        </p:nvCxnSpPr>
        <p:spPr>
          <a:xfrm>
            <a:off x="4300898" y="3260355"/>
            <a:ext cx="225425" cy="9632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B47E26D-C7B9-CEC0-CFA1-F3C2F5D5AEA1}"/>
              </a:ext>
            </a:extLst>
          </p:cNvPr>
          <p:cNvCxnSpPr>
            <a:cxnSpLocks/>
          </p:cNvCxnSpPr>
          <p:nvPr/>
        </p:nvCxnSpPr>
        <p:spPr>
          <a:xfrm>
            <a:off x="4488223" y="3344533"/>
            <a:ext cx="222783" cy="10753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5628C56F-47C6-986B-850F-C1A887DC9A0A}"/>
              </a:ext>
            </a:extLst>
          </p:cNvPr>
          <p:cNvSpPr txBox="1"/>
          <p:nvPr/>
        </p:nvSpPr>
        <p:spPr>
          <a:xfrm>
            <a:off x="3620389" y="3432209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DE24D71-B43A-9820-9228-513A63A68B7E}"/>
              </a:ext>
            </a:extLst>
          </p:cNvPr>
          <p:cNvSpPr txBox="1"/>
          <p:nvPr/>
        </p:nvSpPr>
        <p:spPr>
          <a:xfrm>
            <a:off x="4017946" y="2799182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25D5EE-BCA1-7F22-C078-3F5658C4A00B}"/>
              </a:ext>
            </a:extLst>
          </p:cNvPr>
          <p:cNvSpPr txBox="1"/>
          <p:nvPr/>
        </p:nvSpPr>
        <p:spPr>
          <a:xfrm>
            <a:off x="3721580" y="3792410"/>
            <a:ext cx="2616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P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CFB3069-AC00-6EC3-A972-A5FEEB7C366E}"/>
              </a:ext>
            </a:extLst>
          </p:cNvPr>
          <p:cNvSpPr txBox="1"/>
          <p:nvPr/>
        </p:nvSpPr>
        <p:spPr>
          <a:xfrm>
            <a:off x="4598278" y="3792410"/>
            <a:ext cx="2840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5648FA4-BE93-4C1D-DECF-535D151417BA}"/>
                  </a:ext>
                </a:extLst>
              </p:cNvPr>
              <p:cNvSpPr txBox="1"/>
              <p:nvPr/>
            </p:nvSpPr>
            <p:spPr>
              <a:xfrm>
                <a:off x="4439399" y="3092044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5648FA4-BE93-4C1D-DECF-535D15141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399" y="3092044"/>
                <a:ext cx="308769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83BCAB1-8465-D390-C3B0-26D6477B4F28}"/>
                  </a:ext>
                </a:extLst>
              </p:cNvPr>
              <p:cNvSpPr txBox="1"/>
              <p:nvPr/>
            </p:nvSpPr>
            <p:spPr>
              <a:xfrm>
                <a:off x="5223154" y="2985248"/>
                <a:ext cx="41998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(2,3)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83BCAB1-8465-D390-C3B0-26D6477B4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154" y="2985248"/>
                <a:ext cx="419987" cy="215444"/>
              </a:xfrm>
              <a:prstGeom prst="rect">
                <a:avLst/>
              </a:prstGeom>
              <a:blipFill>
                <a:blip r:embed="rId10"/>
                <a:stretch>
                  <a:fillRect l="-15942" r="-14493" b="-3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A1A97B4-4A71-3BFB-A67A-63A286B719B7}"/>
                  </a:ext>
                </a:extLst>
              </p:cNvPr>
              <p:cNvSpPr txBox="1"/>
              <p:nvPr/>
            </p:nvSpPr>
            <p:spPr>
              <a:xfrm>
                <a:off x="5246594" y="3518298"/>
                <a:ext cx="342210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A1A97B4-4A71-3BFB-A67A-63A286B71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594" y="3518298"/>
                <a:ext cx="342210" cy="4840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6" name="Table 95">
                <a:extLst>
                  <a:ext uri="{FF2B5EF4-FFF2-40B4-BE49-F238E27FC236}">
                    <a16:creationId xmlns:a16="http://schemas.microsoft.com/office/drawing/2014/main" id="{C07C3C8F-1490-40A1-7865-219760D9B6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9057253"/>
                  </p:ext>
                </p:extLst>
              </p:nvPr>
            </p:nvGraphicFramePr>
            <p:xfrm>
              <a:off x="64539" y="4541484"/>
              <a:ext cx="6713091" cy="31541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62956">
                      <a:extLst>
                        <a:ext uri="{9D8B030D-6E8A-4147-A177-3AD203B41FA5}">
                          <a16:colId xmlns:a16="http://schemas.microsoft.com/office/drawing/2014/main" val="1236930284"/>
                        </a:ext>
                      </a:extLst>
                    </a:gridCol>
                    <a:gridCol w="1750045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50045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50045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222286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endParaRPr lang="en-GB" sz="1000" baseline="0" dirty="0"/>
                        </a:p>
                        <a:p>
                          <a:pPr marL="0" indent="0">
                            <a:buNone/>
                          </a:pPr>
                          <a:endParaRPr lang="en-GB" sz="1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a column vector: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2 right, 5 up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2 left, 5 up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Write in words:</a:t>
                          </a: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a column vector: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4 left, 3 up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10 right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Write in words:</a:t>
                          </a: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a column vector: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7 left, 5 down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3 down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dirty="0"/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Write in words:</a:t>
                          </a:r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6" name="Table 95">
                <a:extLst>
                  <a:ext uri="{FF2B5EF4-FFF2-40B4-BE49-F238E27FC236}">
                    <a16:creationId xmlns:a16="http://schemas.microsoft.com/office/drawing/2014/main" id="{C07C3C8F-1490-40A1-7865-219760D9B6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9057253"/>
                  </p:ext>
                </p:extLst>
              </p:nvPr>
            </p:nvGraphicFramePr>
            <p:xfrm>
              <a:off x="64539" y="4541484"/>
              <a:ext cx="6713091" cy="31541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62956">
                      <a:extLst>
                        <a:ext uri="{9D8B030D-6E8A-4147-A177-3AD203B41FA5}">
                          <a16:colId xmlns:a16="http://schemas.microsoft.com/office/drawing/2014/main" val="1236930284"/>
                        </a:ext>
                      </a:extLst>
                    </a:gridCol>
                    <a:gridCol w="1750045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50045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50045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879852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endParaRPr lang="en-GB" sz="1000" baseline="0" dirty="0"/>
                        </a:p>
                        <a:p>
                          <a:pPr marL="0" indent="0">
                            <a:buNone/>
                          </a:pPr>
                          <a:endParaRPr lang="en-GB" sz="10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3972" t="-9705" r="-201045" b="-4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83333" t="-9705" r="-100347" b="-4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84321" t="-9705" r="-697" b="-4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1CBB1E8F-0637-31C9-977B-D8DE30649DA0}"/>
              </a:ext>
            </a:extLst>
          </p:cNvPr>
          <p:cNvCxnSpPr>
            <a:cxnSpLocks/>
          </p:cNvCxnSpPr>
          <p:nvPr/>
        </p:nvCxnSpPr>
        <p:spPr>
          <a:xfrm flipV="1">
            <a:off x="5828121" y="3398986"/>
            <a:ext cx="716990" cy="27080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5533085D-B6CE-5883-BEA9-63004890BE29}"/>
              </a:ext>
            </a:extLst>
          </p:cNvPr>
          <p:cNvCxnSpPr>
            <a:cxnSpLocks/>
          </p:cNvCxnSpPr>
          <p:nvPr/>
        </p:nvCxnSpPr>
        <p:spPr>
          <a:xfrm flipV="1">
            <a:off x="6676507" y="3200692"/>
            <a:ext cx="0" cy="83219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F15B50AA-4BF8-C8FA-8335-779D547DC348}"/>
                  </a:ext>
                </a:extLst>
              </p:cNvPr>
              <p:cNvSpPr txBox="1"/>
              <p:nvPr/>
            </p:nvSpPr>
            <p:spPr>
              <a:xfrm>
                <a:off x="2589461" y="2739237"/>
                <a:ext cx="464219" cy="483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groupChr>
                      <m:groupChrPr>
                        <m:chr m:val="→"/>
                        <m:pos m:val="top"/>
                        <m:ctrlPr>
                          <a:rPr lang="en-GB" sz="2000" b="0" i="1" baseline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en-GB" sz="2000" b="0" i="1" baseline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2000" b="0" i="1" baseline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groupChr>
                  </m:oMath>
                </a14:m>
                <a:r>
                  <a:rPr lang="en-GB" sz="2000" b="0" baseline="0" dirty="0"/>
                  <a:t> </a:t>
                </a:r>
                <a:endParaRPr lang="en-GB" sz="20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F15B50AA-4BF8-C8FA-8335-779D547DC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461" y="2739237"/>
                <a:ext cx="464219" cy="483787"/>
              </a:xfrm>
              <a:prstGeom prst="rect">
                <a:avLst/>
              </a:prstGeom>
              <a:blipFill>
                <a:blip r:embed="rId1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FD1421EA-23F2-6FFF-6ABB-B85F14DE6A33}"/>
                  </a:ext>
                </a:extLst>
              </p:cNvPr>
              <p:cNvSpPr txBox="1"/>
              <p:nvPr/>
            </p:nvSpPr>
            <p:spPr>
              <a:xfrm>
                <a:off x="5927714" y="2920365"/>
                <a:ext cx="4642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baseline="0" smtClean="0"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FD1421EA-23F2-6FFF-6ABB-B85F14DE6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714" y="2920365"/>
                <a:ext cx="464219" cy="369332"/>
              </a:xfrm>
              <a:prstGeom prst="rect">
                <a:avLst/>
              </a:prstGeom>
              <a:blipFill>
                <a:blip r:embed="rId14"/>
                <a:stretch>
                  <a:fillRect r="-12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43B652-1D8D-46C5-116F-BFFFEEF3EA8E}"/>
                  </a:ext>
                </a:extLst>
              </p:cNvPr>
              <p:cNvSpPr txBox="1"/>
              <p:nvPr/>
            </p:nvSpPr>
            <p:spPr>
              <a:xfrm>
                <a:off x="-3" y="4819496"/>
                <a:ext cx="1535339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u="sng" dirty="0"/>
                  <a:t>Horizontal Movement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10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100" dirty="0"/>
                  <a:t>: Right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1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100" dirty="0"/>
                  <a:t>: Left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43B652-1D8D-46C5-116F-BFFFEEF3E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" y="4819496"/>
                <a:ext cx="1535339" cy="600164"/>
              </a:xfrm>
              <a:prstGeom prst="rect">
                <a:avLst/>
              </a:prstGeom>
              <a:blipFill>
                <a:blip r:embed="rId15"/>
                <a:stretch>
                  <a:fillRect t="-1020" b="-61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9439B6-C3EF-BA82-AF9D-98B198102858}"/>
                  </a:ext>
                </a:extLst>
              </p:cNvPr>
              <p:cNvSpPr txBox="1"/>
              <p:nvPr/>
            </p:nvSpPr>
            <p:spPr>
              <a:xfrm>
                <a:off x="-4" y="6373752"/>
                <a:ext cx="1601577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u="sng" dirty="0"/>
                  <a:t>Vertical Movement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10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100" dirty="0"/>
                  <a:t>: Up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1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100" dirty="0"/>
                  <a:t>: Down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9439B6-C3EF-BA82-AF9D-98B198102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6373752"/>
                <a:ext cx="1601577" cy="600164"/>
              </a:xfrm>
              <a:prstGeom prst="rect">
                <a:avLst/>
              </a:prstGeom>
              <a:blipFill>
                <a:blip r:embed="rId16"/>
                <a:stretch>
                  <a:fillRect t="-1020" b="-61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1B073A-A0AF-5890-3DC8-94DE085904E0}"/>
                  </a:ext>
                </a:extLst>
              </p:cNvPr>
              <p:cNvSpPr txBox="1"/>
              <p:nvPr/>
            </p:nvSpPr>
            <p:spPr>
              <a:xfrm>
                <a:off x="188907" y="5456943"/>
                <a:ext cx="542135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1B073A-A0AF-5890-3DC8-94DE08590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07" y="5456943"/>
                <a:ext cx="542135" cy="71468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F602F2-713B-D452-F1FB-0E3A2EBCAC25}"/>
                  </a:ext>
                </a:extLst>
              </p:cNvPr>
              <p:cNvSpPr txBox="1"/>
              <p:nvPr/>
            </p:nvSpPr>
            <p:spPr>
              <a:xfrm>
                <a:off x="625168" y="5533542"/>
                <a:ext cx="760095" cy="598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</m:num>
                            <m:den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↕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F602F2-713B-D452-F1FB-0E3A2EBCA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68" y="5533542"/>
                <a:ext cx="760095" cy="59881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AD287F2-DBA5-30D1-DE8C-1D722DABEF59}"/>
              </a:ext>
            </a:extLst>
          </p:cNvPr>
          <p:cNvSpPr/>
          <p:nvPr/>
        </p:nvSpPr>
        <p:spPr>
          <a:xfrm>
            <a:off x="0" y="0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/>
              <a:t>Subtopic 1: Column Vectors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4101D935-2E9C-85BF-3D98-979B070A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7375" y="9631528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3</a:t>
            </a:fld>
            <a:endParaRPr lang="en-GB" b="1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B032F-99B0-5DC8-D472-8EF62CE4E03B}"/>
              </a:ext>
            </a:extLst>
          </p:cNvPr>
          <p:cNvSpPr txBox="1"/>
          <p:nvPr/>
        </p:nvSpPr>
        <p:spPr>
          <a:xfrm>
            <a:off x="5578983" y="340327"/>
            <a:ext cx="1154309" cy="93871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u="sng" noProof="0" dirty="0"/>
              <a:t>Keywords:</a:t>
            </a:r>
            <a:endParaRPr lang="en-GB" sz="1100" noProof="0" dirty="0"/>
          </a:p>
          <a:p>
            <a:pPr marL="285750" indent="-285750">
              <a:buFont typeface=".AppleSystemUIFont" charset="-120"/>
              <a:buChar char="-"/>
            </a:pPr>
            <a:r>
              <a:rPr lang="en-GB" sz="1100" noProof="0" dirty="0"/>
              <a:t>Vector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100" dirty="0"/>
              <a:t>Scalar</a:t>
            </a:r>
            <a:endParaRPr lang="en-GB" sz="1100" noProof="0" dirty="0"/>
          </a:p>
          <a:p>
            <a:pPr marL="285750" indent="-285750">
              <a:buFont typeface=".AppleSystemUIFont" charset="-120"/>
              <a:buChar char="-"/>
            </a:pPr>
            <a:r>
              <a:rPr lang="en-GB" sz="1100" dirty="0"/>
              <a:t>Magnitude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100" noProof="0" dirty="0"/>
              <a:t>Direction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9E29E1-DD21-03B7-BF9B-BA7D64619231}"/>
              </a:ext>
            </a:extLst>
          </p:cNvPr>
          <p:cNvSpPr txBox="1"/>
          <p:nvPr/>
        </p:nvSpPr>
        <p:spPr>
          <a:xfrm>
            <a:off x="130588" y="567494"/>
            <a:ext cx="49177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 dirty="0"/>
              <a:t>Objectives: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Interpret vectors as a movement from one position to another.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Use column notation to identify, describe and draw vectors on a grid.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Use vector geometry to find pathways between points using vectors.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AD8AA4-9CC3-F15B-2245-D1C43F251B27}"/>
              </a:ext>
            </a:extLst>
          </p:cNvPr>
          <p:cNvSpPr txBox="1"/>
          <p:nvPr/>
        </p:nvSpPr>
        <p:spPr>
          <a:xfrm>
            <a:off x="271242" y="329681"/>
            <a:ext cx="518641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noProof="0" dirty="0"/>
              <a:t>LEARNING OUTCOME: To understand and use column vector notation.</a:t>
            </a:r>
            <a:endParaRPr lang="en-GB" sz="1200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18DC6A-B42D-5E9F-F0E4-F350153B4F04}"/>
              </a:ext>
            </a:extLst>
          </p:cNvPr>
          <p:cNvSpPr/>
          <p:nvPr/>
        </p:nvSpPr>
        <p:spPr>
          <a:xfrm>
            <a:off x="64539" y="314990"/>
            <a:ext cx="6713093" cy="9893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EDBE0F-C558-22BC-663D-F8AA84C0AF9D}"/>
              </a:ext>
            </a:extLst>
          </p:cNvPr>
          <p:cNvSpPr/>
          <p:nvPr/>
        </p:nvSpPr>
        <p:spPr>
          <a:xfrm>
            <a:off x="13619" y="4237588"/>
            <a:ext cx="6858000" cy="252000"/>
          </a:xfrm>
          <a:prstGeom prst="rect">
            <a:avLst/>
          </a:prstGeom>
          <a:solidFill>
            <a:srgbClr val="009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noProof="0" dirty="0"/>
              <a:t>Subtopic 1A: Definition &amp;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2DC7FAA-0616-7333-EFDE-521E91CA63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792695"/>
                  </p:ext>
                </p:extLst>
              </p:nvPr>
            </p:nvGraphicFramePr>
            <p:xfrm>
              <a:off x="40585" y="8063242"/>
              <a:ext cx="6718473" cy="15648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9619">
                      <a:extLst>
                        <a:ext uri="{9D8B030D-6E8A-4147-A177-3AD203B41FA5}">
                          <a16:colId xmlns:a16="http://schemas.microsoft.com/office/drawing/2014/main" val="3079386415"/>
                        </a:ext>
                      </a:extLst>
                    </a:gridCol>
                    <a:gridCol w="1679619">
                      <a:extLst>
                        <a:ext uri="{9D8B030D-6E8A-4147-A177-3AD203B41FA5}">
                          <a16:colId xmlns:a16="http://schemas.microsoft.com/office/drawing/2014/main" val="2179669439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869636799"/>
                        </a:ext>
                      </a:extLst>
                    </a:gridCol>
                    <a:gridCol w="1679617">
                      <a:extLst>
                        <a:ext uri="{9D8B030D-6E8A-4147-A177-3AD203B41FA5}">
                          <a16:colId xmlns:a16="http://schemas.microsoft.com/office/drawing/2014/main" val="117580313"/>
                        </a:ext>
                      </a:extLst>
                    </a:gridCol>
                  </a:tblGrid>
                  <a:tr h="348116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1. </a:t>
                          </a:r>
                          <a:r>
                            <a:rPr lang="en-GB" sz="1200" dirty="0"/>
                            <a:t>Fill the gaps to give matching descriptions of the column vector &amp; worded directions: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2258453"/>
                      </a:ext>
                    </a:extLst>
                  </a:tr>
                  <a:tr h="6375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6  ________</a:t>
                          </a:r>
                        </a:p>
                        <a:p>
                          <a:r>
                            <a:rPr lang="en-GB" sz="1600" dirty="0"/>
                            <a:t>3  ________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/>
                                      <m:den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   3  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6 left </a:t>
                          </a:r>
                        </a:p>
                        <a:p>
                          <a:r>
                            <a:rPr lang="en-GB" sz="1400" dirty="0"/>
                            <a:t>3 _______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8828236"/>
                      </a:ext>
                    </a:extLst>
                  </a:tr>
                  <a:tr h="57897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40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</m:num>
                                      <m:den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8 right</a:t>
                          </a:r>
                        </a:p>
                        <a:p>
                          <a:r>
                            <a:rPr lang="en-GB" sz="1600" dirty="0"/>
                            <a:t>7 down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/>
                                      <m:den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  0  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3 left</a:t>
                          </a:r>
                        </a:p>
                        <a:p>
                          <a:r>
                            <a:rPr lang="en-GB" sz="1400" dirty="0"/>
                            <a:t>__  _______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640032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2DC7FAA-0616-7333-EFDE-521E91CA63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792695"/>
                  </p:ext>
                </p:extLst>
              </p:nvPr>
            </p:nvGraphicFramePr>
            <p:xfrm>
              <a:off x="40585" y="8063242"/>
              <a:ext cx="6718473" cy="15648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9619">
                      <a:extLst>
                        <a:ext uri="{9D8B030D-6E8A-4147-A177-3AD203B41FA5}">
                          <a16:colId xmlns:a16="http://schemas.microsoft.com/office/drawing/2014/main" val="3079386415"/>
                        </a:ext>
                      </a:extLst>
                    </a:gridCol>
                    <a:gridCol w="1679619">
                      <a:extLst>
                        <a:ext uri="{9D8B030D-6E8A-4147-A177-3AD203B41FA5}">
                          <a16:colId xmlns:a16="http://schemas.microsoft.com/office/drawing/2014/main" val="2179669439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869636799"/>
                        </a:ext>
                      </a:extLst>
                    </a:gridCol>
                    <a:gridCol w="1679617">
                      <a:extLst>
                        <a:ext uri="{9D8B030D-6E8A-4147-A177-3AD203B41FA5}">
                          <a16:colId xmlns:a16="http://schemas.microsoft.com/office/drawing/2014/main" val="117580313"/>
                        </a:ext>
                      </a:extLst>
                    </a:gridCol>
                  </a:tblGrid>
                  <a:tr h="348116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1. </a:t>
                          </a:r>
                          <a:r>
                            <a:rPr lang="en-GB" sz="1200" dirty="0"/>
                            <a:t>Fill the gaps to give matching descriptions of the column vector &amp; worded directions: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2258453"/>
                      </a:ext>
                    </a:extLst>
                  </a:tr>
                  <a:tr h="6375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9"/>
                          <a:stretch>
                            <a:fillRect l="-362" t="-54717" r="-30036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6  ________</a:t>
                          </a:r>
                        </a:p>
                        <a:p>
                          <a:r>
                            <a:rPr lang="en-GB" sz="1600" dirty="0"/>
                            <a:t>3  ________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9"/>
                          <a:stretch>
                            <a:fillRect l="-201091" t="-54717" r="-10109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6 left </a:t>
                          </a:r>
                        </a:p>
                        <a:p>
                          <a:r>
                            <a:rPr lang="en-GB" sz="1400" dirty="0"/>
                            <a:t>3 _______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882823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9"/>
                          <a:stretch>
                            <a:fillRect l="-362" t="-172632" r="-300362" b="-1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8 right</a:t>
                          </a:r>
                        </a:p>
                        <a:p>
                          <a:r>
                            <a:rPr lang="en-GB" sz="1600" dirty="0"/>
                            <a:t>7 down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9"/>
                          <a:stretch>
                            <a:fillRect l="-201091" t="-172632" r="-101091" b="-1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3 left</a:t>
                          </a:r>
                        </a:p>
                        <a:p>
                          <a:r>
                            <a:rPr lang="en-GB" sz="1400" dirty="0"/>
                            <a:t>__  _______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640032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80257503-9DA5-875C-0351-F1BB145043AF}"/>
              </a:ext>
            </a:extLst>
          </p:cNvPr>
          <p:cNvSpPr/>
          <p:nvPr/>
        </p:nvSpPr>
        <p:spPr>
          <a:xfrm>
            <a:off x="4210811" y="8481996"/>
            <a:ext cx="301464" cy="19133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6C5FB1-C211-8361-0E65-E7F62FDC4A06}"/>
              </a:ext>
            </a:extLst>
          </p:cNvPr>
          <p:cNvSpPr/>
          <p:nvPr/>
        </p:nvSpPr>
        <p:spPr>
          <a:xfrm>
            <a:off x="841860" y="9127975"/>
            <a:ext cx="290979" cy="190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EFCBD5-EEA9-4F25-4CF5-FEC34874CA41}"/>
              </a:ext>
            </a:extLst>
          </p:cNvPr>
          <p:cNvSpPr/>
          <p:nvPr/>
        </p:nvSpPr>
        <p:spPr>
          <a:xfrm>
            <a:off x="841860" y="9351679"/>
            <a:ext cx="290979" cy="190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B1BE9E-7B96-7829-E597-70F6EBE64C71}"/>
              </a:ext>
            </a:extLst>
          </p:cNvPr>
          <p:cNvSpPr/>
          <p:nvPr/>
        </p:nvSpPr>
        <p:spPr>
          <a:xfrm>
            <a:off x="4254461" y="9115503"/>
            <a:ext cx="233762" cy="1904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825C26-49A3-754E-12D1-5B35913B116A}"/>
              </a:ext>
            </a:extLst>
          </p:cNvPr>
          <p:cNvSpPr/>
          <p:nvPr/>
        </p:nvSpPr>
        <p:spPr>
          <a:xfrm>
            <a:off x="-24227" y="7756189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76BD6E-0242-64B7-2F07-E859D0DD2F7C}"/>
                  </a:ext>
                </a:extLst>
              </p:cNvPr>
              <p:cNvSpPr txBox="1"/>
              <p:nvPr/>
            </p:nvSpPr>
            <p:spPr>
              <a:xfrm>
                <a:off x="4177045" y="8457888"/>
                <a:ext cx="30146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76BD6E-0242-64B7-2F07-E859D0DD2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045" y="8457888"/>
                <a:ext cx="301465" cy="215444"/>
              </a:xfrm>
              <a:prstGeom prst="rect">
                <a:avLst/>
              </a:prstGeom>
              <a:blipFill>
                <a:blip r:embed="rId20"/>
                <a:stretch>
                  <a:fillRect r="-8000" b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BADF81-F646-BA64-FCCD-67DAADBA7678}"/>
                  </a:ext>
                </a:extLst>
              </p:cNvPr>
              <p:cNvSpPr txBox="1"/>
              <p:nvPr/>
            </p:nvSpPr>
            <p:spPr>
              <a:xfrm>
                <a:off x="887015" y="9115503"/>
                <a:ext cx="20137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BADF81-F646-BA64-FCCD-67DAADBA7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015" y="9115503"/>
                <a:ext cx="201377" cy="215444"/>
              </a:xfrm>
              <a:prstGeom prst="rect">
                <a:avLst/>
              </a:prstGeom>
              <a:blipFill>
                <a:blip r:embed="rId21"/>
                <a:stretch>
                  <a:fillRect l="-6061" r="-3030" b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4D710C-331A-F6B8-00F0-15084AE2ADD0}"/>
                  </a:ext>
                </a:extLst>
              </p:cNvPr>
              <p:cNvSpPr txBox="1"/>
              <p:nvPr/>
            </p:nvSpPr>
            <p:spPr>
              <a:xfrm>
                <a:off x="849365" y="9343419"/>
                <a:ext cx="17451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4D710C-331A-F6B8-00F0-15084AE2A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365" y="9343419"/>
                <a:ext cx="174519" cy="215444"/>
              </a:xfrm>
              <a:prstGeom prst="rect">
                <a:avLst/>
              </a:prstGeom>
              <a:blipFill>
                <a:blip r:embed="rId22"/>
                <a:stretch>
                  <a:fillRect l="-17241" r="-65517" b="-5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8ABE466-0995-AB74-BDBE-F56D36BFDCAA}"/>
                  </a:ext>
                </a:extLst>
              </p:cNvPr>
              <p:cNvSpPr txBox="1"/>
              <p:nvPr/>
            </p:nvSpPr>
            <p:spPr>
              <a:xfrm>
                <a:off x="4241367" y="9092086"/>
                <a:ext cx="27090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8ABE466-0995-AB74-BDBE-F56D36BFD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367" y="9092086"/>
                <a:ext cx="270908" cy="215444"/>
              </a:xfrm>
              <a:prstGeom prst="rect">
                <a:avLst/>
              </a:prstGeom>
              <a:blipFill>
                <a:blip r:embed="rId23"/>
                <a:stretch>
                  <a:fillRect l="-4545" r="-15909" b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785B2A5D-F976-9F0D-FA19-20C27755D55C}"/>
              </a:ext>
            </a:extLst>
          </p:cNvPr>
          <p:cNvSpPr txBox="1"/>
          <p:nvPr/>
        </p:nvSpPr>
        <p:spPr>
          <a:xfrm>
            <a:off x="2065616" y="8412544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Right</a:t>
            </a:r>
          </a:p>
          <a:p>
            <a:r>
              <a:rPr lang="en-GB" sz="1600" dirty="0">
                <a:solidFill>
                  <a:srgbClr val="FF0000"/>
                </a:solidFill>
              </a:rPr>
              <a:t>Up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BD7C8A-AB9A-F746-697D-97DE088B44EA}"/>
              </a:ext>
            </a:extLst>
          </p:cNvPr>
          <p:cNvSpPr txBox="1"/>
          <p:nvPr/>
        </p:nvSpPr>
        <p:spPr>
          <a:xfrm>
            <a:off x="5344070" y="8558279"/>
            <a:ext cx="4395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Up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073AE3-B9F2-6343-D1D2-6252D5A1B425}"/>
              </a:ext>
            </a:extLst>
          </p:cNvPr>
          <p:cNvSpPr txBox="1"/>
          <p:nvPr/>
        </p:nvSpPr>
        <p:spPr>
          <a:xfrm>
            <a:off x="5075286" y="9223225"/>
            <a:ext cx="1111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0 up/down</a:t>
            </a:r>
          </a:p>
        </p:txBody>
      </p:sp>
    </p:spTree>
    <p:extLst>
      <p:ext uri="{BB962C8B-B14F-4D97-AF65-F5344CB8AC3E}">
        <p14:creationId xmlns:p14="http://schemas.microsoft.com/office/powerpoint/2010/main" val="2014471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6B6A-8D85-342B-FF35-58AC16DA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A2F62E7-2B39-062B-8525-4F4884B7D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575368"/>
              </p:ext>
            </p:extLst>
          </p:nvPr>
        </p:nvGraphicFramePr>
        <p:xfrm>
          <a:off x="65503" y="6081727"/>
          <a:ext cx="6713093" cy="35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828">
                  <a:extLst>
                    <a:ext uri="{9D8B030D-6E8A-4147-A177-3AD203B41FA5}">
                      <a16:colId xmlns:a16="http://schemas.microsoft.com/office/drawing/2014/main" val="3674587478"/>
                    </a:ext>
                  </a:extLst>
                </a:gridCol>
                <a:gridCol w="1749755">
                  <a:extLst>
                    <a:ext uri="{9D8B030D-6E8A-4147-A177-3AD203B41FA5}">
                      <a16:colId xmlns:a16="http://schemas.microsoft.com/office/drawing/2014/main" val="4206326453"/>
                    </a:ext>
                  </a:extLst>
                </a:gridCol>
                <a:gridCol w="1749755">
                  <a:extLst>
                    <a:ext uri="{9D8B030D-6E8A-4147-A177-3AD203B41FA5}">
                      <a16:colId xmlns:a16="http://schemas.microsoft.com/office/drawing/2014/main" val="2812806648"/>
                    </a:ext>
                  </a:extLst>
                </a:gridCol>
                <a:gridCol w="1749755">
                  <a:extLst>
                    <a:ext uri="{9D8B030D-6E8A-4147-A177-3AD203B41FA5}">
                      <a16:colId xmlns:a16="http://schemas.microsoft.com/office/drawing/2014/main" val="65922799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 dirty="0">
                          <a:solidFill>
                            <a:srgbClr val="FF0000"/>
                          </a:solidFill>
                        </a:rPr>
                        <a:t>Example 2.   I do…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 dirty="0">
                          <a:solidFill>
                            <a:schemeClr val="accent2"/>
                          </a:solidFill>
                        </a:rPr>
                        <a:t>We do…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 dirty="0">
                          <a:solidFill>
                            <a:srgbClr val="00B050"/>
                          </a:solidFill>
                        </a:rPr>
                        <a:t>You do…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821366"/>
                  </a:ext>
                </a:extLst>
              </a:tr>
              <a:tr h="3240000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200" dirty="0"/>
                        <a:t>Use the arrow to determine the start point of the vector.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dirty="0"/>
                        <a:t>Count the number of horizontal and vertical squares between the start and end points.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dirty="0"/>
                        <a:t>Write as a column vector.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 the vectors below as a column vectors.</a:t>
                      </a: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 the vectors below as a column vectors.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 the vectors below as a column vectors.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72027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9D91311D-607C-AEED-9D06-F7E1F0BD3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567" y="6867072"/>
            <a:ext cx="1226096" cy="1222502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2A80725-D1EC-404D-FA8B-7FC10F18D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501" y="6867072"/>
            <a:ext cx="1226096" cy="1222502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8875D2E9-8ED6-6D43-7552-AD46D0330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338" y="6930294"/>
            <a:ext cx="1226096" cy="1222502"/>
          </a:xfrm>
          <a:prstGeom prst="rect">
            <a:avLst/>
          </a:prstGeom>
        </p:spPr>
      </p:pic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D209E8C1-B836-17BC-25EC-CB5514495B60}"/>
              </a:ext>
            </a:extLst>
          </p:cNvPr>
          <p:cNvCxnSpPr>
            <a:cxnSpLocks/>
          </p:cNvCxnSpPr>
          <p:nvPr/>
        </p:nvCxnSpPr>
        <p:spPr>
          <a:xfrm flipV="1">
            <a:off x="1903962" y="7261380"/>
            <a:ext cx="328873" cy="22364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D9B8B14-B9E9-AAD9-64F3-D00F2F650F99}"/>
              </a:ext>
            </a:extLst>
          </p:cNvPr>
          <p:cNvCxnSpPr>
            <a:cxnSpLocks/>
          </p:cNvCxnSpPr>
          <p:nvPr/>
        </p:nvCxnSpPr>
        <p:spPr>
          <a:xfrm flipV="1">
            <a:off x="2199033" y="7068647"/>
            <a:ext cx="312594" cy="2209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E8F099E-D190-FAD0-74B3-2A4825C37DAC}"/>
              </a:ext>
            </a:extLst>
          </p:cNvPr>
          <p:cNvSpPr txBox="1"/>
          <p:nvPr/>
        </p:nvSpPr>
        <p:spPr>
          <a:xfrm>
            <a:off x="2430801" y="6917531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B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D824193-59F1-226C-4D8E-2E07F980D8DB}"/>
              </a:ext>
            </a:extLst>
          </p:cNvPr>
          <p:cNvSpPr txBox="1"/>
          <p:nvPr/>
        </p:nvSpPr>
        <p:spPr>
          <a:xfrm>
            <a:off x="1729870" y="7393401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A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088A493-4035-39A2-649E-BC91381760E6}"/>
              </a:ext>
            </a:extLst>
          </p:cNvPr>
          <p:cNvCxnSpPr>
            <a:cxnSpLocks/>
          </p:cNvCxnSpPr>
          <p:nvPr/>
        </p:nvCxnSpPr>
        <p:spPr>
          <a:xfrm flipV="1">
            <a:off x="2593198" y="7477946"/>
            <a:ext cx="127457" cy="37461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A3778AA-CC91-E731-BE82-F9CEB352CE55}"/>
                  </a:ext>
                </a:extLst>
              </p:cNvPr>
              <p:cNvSpPr txBox="1"/>
              <p:nvPr/>
            </p:nvSpPr>
            <p:spPr>
              <a:xfrm>
                <a:off x="2576911" y="7570870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A3778AA-CC91-E731-BE82-F9CEB352C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911" y="7570870"/>
                <a:ext cx="308769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C272940-C80A-6FD0-E622-3CEFE86D820E}"/>
              </a:ext>
            </a:extLst>
          </p:cNvPr>
          <p:cNvCxnSpPr>
            <a:cxnSpLocks/>
          </p:cNvCxnSpPr>
          <p:nvPr/>
        </p:nvCxnSpPr>
        <p:spPr>
          <a:xfrm flipV="1">
            <a:off x="2511627" y="7773029"/>
            <a:ext cx="108334" cy="3135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F2FA3ED0-D987-0B70-75B4-4F35AFEEF78F}"/>
              </a:ext>
            </a:extLst>
          </p:cNvPr>
          <p:cNvCxnSpPr>
            <a:cxnSpLocks/>
          </p:cNvCxnSpPr>
          <p:nvPr/>
        </p:nvCxnSpPr>
        <p:spPr>
          <a:xfrm flipV="1">
            <a:off x="3950550" y="7871183"/>
            <a:ext cx="358705" cy="468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85AC1EA-5B87-B727-890C-A17DC741BD0C}"/>
              </a:ext>
            </a:extLst>
          </p:cNvPr>
          <p:cNvCxnSpPr>
            <a:cxnSpLocks/>
          </p:cNvCxnSpPr>
          <p:nvPr/>
        </p:nvCxnSpPr>
        <p:spPr>
          <a:xfrm flipH="1">
            <a:off x="4253693" y="7875864"/>
            <a:ext cx="293757" cy="166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ECC0395A-7B9E-17CE-11D8-421DA35B8B55}"/>
              </a:ext>
            </a:extLst>
          </p:cNvPr>
          <p:cNvSpPr txBox="1"/>
          <p:nvPr/>
        </p:nvSpPr>
        <p:spPr>
          <a:xfrm>
            <a:off x="4080118" y="6980055"/>
            <a:ext cx="2840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Q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6A0A9B5-934B-59B8-3E60-FA7F121CA93D}"/>
              </a:ext>
            </a:extLst>
          </p:cNvPr>
          <p:cNvSpPr txBox="1"/>
          <p:nvPr/>
        </p:nvSpPr>
        <p:spPr>
          <a:xfrm>
            <a:off x="3546814" y="7580693"/>
            <a:ext cx="268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P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2BA7B6A-2065-E444-3E20-DECB76519B3C}"/>
              </a:ext>
            </a:extLst>
          </p:cNvPr>
          <p:cNvCxnSpPr>
            <a:cxnSpLocks/>
          </p:cNvCxnSpPr>
          <p:nvPr/>
        </p:nvCxnSpPr>
        <p:spPr>
          <a:xfrm flipH="1">
            <a:off x="3748864" y="7292036"/>
            <a:ext cx="248066" cy="37770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229633A-BF27-D81D-AB84-96A87626F6DF}"/>
              </a:ext>
            </a:extLst>
          </p:cNvPr>
          <p:cNvCxnSpPr>
            <a:cxnSpLocks/>
          </p:cNvCxnSpPr>
          <p:nvPr/>
        </p:nvCxnSpPr>
        <p:spPr>
          <a:xfrm flipV="1">
            <a:off x="3915723" y="7067744"/>
            <a:ext cx="220454" cy="35318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8CA3E44-7159-C6DE-5EA8-4E254201D80D}"/>
                  </a:ext>
                </a:extLst>
              </p:cNvPr>
              <p:cNvSpPr txBox="1"/>
              <p:nvPr/>
            </p:nvSpPr>
            <p:spPr>
              <a:xfrm>
                <a:off x="4129902" y="7635522"/>
                <a:ext cx="17899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8CA3E44-7159-C6DE-5EA8-4E254201D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02" y="7635522"/>
                <a:ext cx="178991" cy="261610"/>
              </a:xfrm>
              <a:prstGeom prst="rect">
                <a:avLst/>
              </a:prstGeom>
              <a:blipFill>
                <a:blip r:embed="rId4"/>
                <a:stretch>
                  <a:fillRect r="-2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427B49A6-312A-A7F4-800A-1B7FF596D624}"/>
              </a:ext>
            </a:extLst>
          </p:cNvPr>
          <p:cNvCxnSpPr>
            <a:cxnSpLocks/>
          </p:cNvCxnSpPr>
          <p:nvPr/>
        </p:nvCxnSpPr>
        <p:spPr>
          <a:xfrm>
            <a:off x="5563410" y="7541545"/>
            <a:ext cx="0" cy="58801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BB812F39-9708-2800-0E35-D27CE10226C0}"/>
              </a:ext>
            </a:extLst>
          </p:cNvPr>
          <p:cNvCxnSpPr>
            <a:cxnSpLocks/>
          </p:cNvCxnSpPr>
          <p:nvPr/>
        </p:nvCxnSpPr>
        <p:spPr>
          <a:xfrm flipV="1">
            <a:off x="5563410" y="7146083"/>
            <a:ext cx="6382" cy="56507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E9E14AAD-A966-BCB3-9895-CA03C78E7224}"/>
              </a:ext>
            </a:extLst>
          </p:cNvPr>
          <p:cNvCxnSpPr>
            <a:cxnSpLocks/>
          </p:cNvCxnSpPr>
          <p:nvPr/>
        </p:nvCxnSpPr>
        <p:spPr>
          <a:xfrm>
            <a:off x="5961568" y="7127732"/>
            <a:ext cx="350044" cy="49039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5E174AAE-939E-2E81-2E5B-5E876F34B4E4}"/>
              </a:ext>
            </a:extLst>
          </p:cNvPr>
          <p:cNvCxnSpPr>
            <a:cxnSpLocks/>
          </p:cNvCxnSpPr>
          <p:nvPr/>
        </p:nvCxnSpPr>
        <p:spPr>
          <a:xfrm flipH="1" flipV="1">
            <a:off x="6254462" y="7541545"/>
            <a:ext cx="309659" cy="4171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BDBF17B-B398-E080-8FF0-FD5DC8146D46}"/>
                  </a:ext>
                </a:extLst>
              </p:cNvPr>
              <p:cNvSpPr txBox="1"/>
              <p:nvPr/>
            </p:nvSpPr>
            <p:spPr>
              <a:xfrm>
                <a:off x="5540922" y="7488532"/>
                <a:ext cx="17899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BDBF17B-B398-E080-8FF0-FD5DC8146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922" y="7488532"/>
                <a:ext cx="178991" cy="261610"/>
              </a:xfrm>
              <a:prstGeom prst="rect">
                <a:avLst/>
              </a:prstGeom>
              <a:blipFill>
                <a:blip r:embed="rId5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TextBox 165">
            <a:extLst>
              <a:ext uri="{FF2B5EF4-FFF2-40B4-BE49-F238E27FC236}">
                <a16:creationId xmlns:a16="http://schemas.microsoft.com/office/drawing/2014/main" id="{B5D1A0A2-E6AC-9C34-6A92-7557BE11CBA0}"/>
              </a:ext>
            </a:extLst>
          </p:cNvPr>
          <p:cNvSpPr txBox="1"/>
          <p:nvPr/>
        </p:nvSpPr>
        <p:spPr>
          <a:xfrm>
            <a:off x="5757138" y="6942711"/>
            <a:ext cx="2840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X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57DD18D-BEB0-B576-EE47-4D0E172DEE67}"/>
              </a:ext>
            </a:extLst>
          </p:cNvPr>
          <p:cNvSpPr txBox="1"/>
          <p:nvPr/>
        </p:nvSpPr>
        <p:spPr>
          <a:xfrm>
            <a:off x="6365224" y="7867950"/>
            <a:ext cx="268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Y</a:t>
            </a:r>
          </a:p>
        </p:txBody>
      </p:sp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CD8ACD3E-CD5A-A61D-F1D7-3D420DD5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4</a:t>
            </a:fld>
            <a:endParaRPr lang="en-GB" b="1" noProof="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E8B495C-FE97-C2A7-D910-F4ACE143EC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779" y="2091395"/>
            <a:ext cx="6472759" cy="373496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9E5EDDC-1DBA-BC02-4B24-4F70445ACFF1}"/>
              </a:ext>
            </a:extLst>
          </p:cNvPr>
          <p:cNvSpPr txBox="1"/>
          <p:nvPr/>
        </p:nvSpPr>
        <p:spPr>
          <a:xfrm>
            <a:off x="135192" y="1946868"/>
            <a:ext cx="4824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2250" marR="0" lvl="0" indent="-222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solidFill>
                  <a:prstClr val="black"/>
                </a:solidFill>
              </a:rPr>
              <a:t>Question 4.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Circle ‘true’ or ‘false’ for</a:t>
            </a: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each of the following;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25ECCC-1AE9-EB21-AA1D-65BBD1F5B4E5}"/>
              </a:ext>
            </a:extLst>
          </p:cNvPr>
          <p:cNvSpPr/>
          <p:nvPr/>
        </p:nvSpPr>
        <p:spPr>
          <a:xfrm>
            <a:off x="65503" y="1946868"/>
            <a:ext cx="6713093" cy="3964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FE309E7B-55D4-7E1E-E5D1-E7D6DE1527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0952283"/>
                  </p:ext>
                </p:extLst>
              </p:nvPr>
            </p:nvGraphicFramePr>
            <p:xfrm>
              <a:off x="65505" y="62521"/>
              <a:ext cx="6713093" cy="18813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8274">
                      <a:extLst>
                        <a:ext uri="{9D8B030D-6E8A-4147-A177-3AD203B41FA5}">
                          <a16:colId xmlns:a16="http://schemas.microsoft.com/office/drawing/2014/main" val="3079386415"/>
                        </a:ext>
                      </a:extLst>
                    </a:gridCol>
                    <a:gridCol w="1678274">
                      <a:extLst>
                        <a:ext uri="{9D8B030D-6E8A-4147-A177-3AD203B41FA5}">
                          <a16:colId xmlns:a16="http://schemas.microsoft.com/office/drawing/2014/main" val="2179669439"/>
                        </a:ext>
                      </a:extLst>
                    </a:gridCol>
                    <a:gridCol w="1678273">
                      <a:extLst>
                        <a:ext uri="{9D8B030D-6E8A-4147-A177-3AD203B41FA5}">
                          <a16:colId xmlns:a16="http://schemas.microsoft.com/office/drawing/2014/main" val="869636799"/>
                        </a:ext>
                      </a:extLst>
                    </a:gridCol>
                    <a:gridCol w="1678272">
                      <a:extLst>
                        <a:ext uri="{9D8B030D-6E8A-4147-A177-3AD203B41FA5}">
                          <a16:colId xmlns:a16="http://schemas.microsoft.com/office/drawing/2014/main" val="117580313"/>
                        </a:ext>
                      </a:extLst>
                    </a:gridCol>
                  </a:tblGrid>
                  <a:tr h="329278">
                    <a:tc gridSpan="2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2. </a:t>
                          </a:r>
                          <a:r>
                            <a:rPr lang="en-GB" sz="1200" dirty="0"/>
                            <a:t>Write as a column vector: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Question 3. </a:t>
                          </a:r>
                          <a:r>
                            <a:rPr lang="en-GB" sz="1200" dirty="0"/>
                            <a:t>Write in words: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398487995"/>
                      </a:ext>
                    </a:extLst>
                  </a:tr>
                  <a:tr h="68742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8 right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3 down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9 left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     2 up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909437839"/>
                      </a:ext>
                    </a:extLst>
                  </a:tr>
                  <a:tr h="86468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6 down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     7 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4 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−10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04545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FE309E7B-55D4-7E1E-E5D1-E7D6DE1527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0952283"/>
                  </p:ext>
                </p:extLst>
              </p:nvPr>
            </p:nvGraphicFramePr>
            <p:xfrm>
              <a:off x="65505" y="62521"/>
              <a:ext cx="6713093" cy="18813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8274">
                      <a:extLst>
                        <a:ext uri="{9D8B030D-6E8A-4147-A177-3AD203B41FA5}">
                          <a16:colId xmlns:a16="http://schemas.microsoft.com/office/drawing/2014/main" val="3079386415"/>
                        </a:ext>
                      </a:extLst>
                    </a:gridCol>
                    <a:gridCol w="1678274">
                      <a:extLst>
                        <a:ext uri="{9D8B030D-6E8A-4147-A177-3AD203B41FA5}">
                          <a16:colId xmlns:a16="http://schemas.microsoft.com/office/drawing/2014/main" val="2179669439"/>
                        </a:ext>
                      </a:extLst>
                    </a:gridCol>
                    <a:gridCol w="1678273">
                      <a:extLst>
                        <a:ext uri="{9D8B030D-6E8A-4147-A177-3AD203B41FA5}">
                          <a16:colId xmlns:a16="http://schemas.microsoft.com/office/drawing/2014/main" val="869636799"/>
                        </a:ext>
                      </a:extLst>
                    </a:gridCol>
                    <a:gridCol w="1678272">
                      <a:extLst>
                        <a:ext uri="{9D8B030D-6E8A-4147-A177-3AD203B41FA5}">
                          <a16:colId xmlns:a16="http://schemas.microsoft.com/office/drawing/2014/main" val="117580313"/>
                        </a:ext>
                      </a:extLst>
                    </a:gridCol>
                  </a:tblGrid>
                  <a:tr h="329278">
                    <a:tc gridSpan="2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2. </a:t>
                          </a:r>
                          <a:r>
                            <a:rPr lang="en-GB" sz="1200" dirty="0"/>
                            <a:t>Write as a column vector: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Question 3. </a:t>
                          </a:r>
                          <a:r>
                            <a:rPr lang="en-GB" sz="1200" dirty="0"/>
                            <a:t>Write in words: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398487995"/>
                      </a:ext>
                    </a:extLst>
                  </a:tr>
                  <a:tr h="68742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8 right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3 down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9 left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     2 up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7"/>
                          <a:stretch>
                            <a:fillRect l="-200000" t="-48673" r="-100725" b="-127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7"/>
                          <a:stretch>
                            <a:fillRect l="-301091" t="-48673" r="-1091" b="-127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9437839"/>
                      </a:ext>
                    </a:extLst>
                  </a:tr>
                  <a:tr h="864682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6 down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     7 right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4 left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118310" r="-100725" b="-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1091" t="-118310" r="-1091" b="-14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04545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4331BD03-FABD-3ECC-0846-71EB7F49F2CB}"/>
              </a:ext>
            </a:extLst>
          </p:cNvPr>
          <p:cNvSpPr txBox="1"/>
          <p:nvPr/>
        </p:nvSpPr>
        <p:spPr>
          <a:xfrm>
            <a:off x="4212991" y="634039"/>
            <a:ext cx="55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2 Left</a:t>
            </a:r>
          </a:p>
          <a:p>
            <a:r>
              <a:rPr lang="en-GB" sz="1200" dirty="0">
                <a:solidFill>
                  <a:srgbClr val="FF0000"/>
                </a:solidFill>
              </a:rPr>
              <a:t>8 Up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8DE9285-3A13-EEB6-E5BE-7D25EE9ECD8E}"/>
              </a:ext>
            </a:extLst>
          </p:cNvPr>
          <p:cNvSpPr txBox="1"/>
          <p:nvPr/>
        </p:nvSpPr>
        <p:spPr>
          <a:xfrm>
            <a:off x="4211454" y="1268481"/>
            <a:ext cx="4892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5 Up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9E7ECD6-BE25-CD4E-E7EA-F102F2D17364}"/>
              </a:ext>
            </a:extLst>
          </p:cNvPr>
          <p:cNvSpPr txBox="1"/>
          <p:nvPr/>
        </p:nvSpPr>
        <p:spPr>
          <a:xfrm>
            <a:off x="5864620" y="643147"/>
            <a:ext cx="638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3 Right</a:t>
            </a:r>
          </a:p>
          <a:p>
            <a:r>
              <a:rPr lang="en-GB" sz="1200" dirty="0">
                <a:solidFill>
                  <a:srgbClr val="FF0000"/>
                </a:solidFill>
              </a:rPr>
              <a:t>4 Up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C000C6-3043-6A51-7752-5A3069F3BB67}"/>
              </a:ext>
            </a:extLst>
          </p:cNvPr>
          <p:cNvSpPr txBox="1"/>
          <p:nvPr/>
        </p:nvSpPr>
        <p:spPr>
          <a:xfrm>
            <a:off x="5864619" y="1271493"/>
            <a:ext cx="683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10 Left</a:t>
            </a:r>
          </a:p>
          <a:p>
            <a:r>
              <a:rPr lang="en-GB" sz="1200" dirty="0">
                <a:solidFill>
                  <a:srgbClr val="FF0000"/>
                </a:solidFill>
              </a:rPr>
              <a:t>2 Down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3B3D6BA-CC4F-2D62-8EE2-CD5E7C3C324E}"/>
                  </a:ext>
                </a:extLst>
              </p:cNvPr>
              <p:cNvSpPr txBox="1"/>
              <p:nvPr/>
            </p:nvSpPr>
            <p:spPr>
              <a:xfrm>
                <a:off x="986849" y="508451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3B3D6BA-CC4F-2D62-8EE2-CD5E7C3C3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849" y="508451"/>
                <a:ext cx="621580" cy="5763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F4746FA-7A19-65F7-9D05-64D28BC88A2A}"/>
                  </a:ext>
                </a:extLst>
              </p:cNvPr>
              <p:cNvSpPr txBox="1"/>
              <p:nvPr/>
            </p:nvSpPr>
            <p:spPr>
              <a:xfrm>
                <a:off x="2667279" y="505149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−9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F4746FA-7A19-65F7-9D05-64D28BC88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279" y="505149"/>
                <a:ext cx="621580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DDE0A09-8046-FB70-C620-351D278ACB25}"/>
                  </a:ext>
                </a:extLst>
              </p:cNvPr>
              <p:cNvSpPr txBox="1"/>
              <p:nvPr/>
            </p:nvSpPr>
            <p:spPr>
              <a:xfrm>
                <a:off x="967657" y="1129192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DDE0A09-8046-FB70-C620-351D278AC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57" y="1129192"/>
                <a:ext cx="621580" cy="5763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A70A8C7-2D4B-4D49-E8B7-AA9277FB7B76}"/>
                  </a:ext>
                </a:extLst>
              </p:cNvPr>
              <p:cNvSpPr txBox="1"/>
              <p:nvPr/>
            </p:nvSpPr>
            <p:spPr>
              <a:xfrm>
                <a:off x="2593198" y="1161395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A70A8C7-2D4B-4D49-E8B7-AA9277FB7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198" y="1161395"/>
                <a:ext cx="621580" cy="57637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965A41D2-2DE0-1B1B-4A35-23C46047A4FF}"/>
              </a:ext>
            </a:extLst>
          </p:cNvPr>
          <p:cNvSpPr/>
          <p:nvPr/>
        </p:nvSpPr>
        <p:spPr>
          <a:xfrm>
            <a:off x="2192135" y="2286942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EEDC2FD-1D1B-D880-A138-732009E8A592}"/>
              </a:ext>
            </a:extLst>
          </p:cNvPr>
          <p:cNvSpPr/>
          <p:nvPr/>
        </p:nvSpPr>
        <p:spPr>
          <a:xfrm>
            <a:off x="2192135" y="2765776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524B48-9A3D-DB23-A3B0-017202A9FA27}"/>
              </a:ext>
            </a:extLst>
          </p:cNvPr>
          <p:cNvSpPr/>
          <p:nvPr/>
        </p:nvSpPr>
        <p:spPr>
          <a:xfrm>
            <a:off x="2581302" y="3359664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6BD748-33A6-B38A-CB81-D002967319BD}"/>
              </a:ext>
            </a:extLst>
          </p:cNvPr>
          <p:cNvSpPr/>
          <p:nvPr/>
        </p:nvSpPr>
        <p:spPr>
          <a:xfrm>
            <a:off x="2315111" y="3838238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EFA2C4-4318-8C4B-80EB-30DBE8A3D589}"/>
              </a:ext>
            </a:extLst>
          </p:cNvPr>
          <p:cNvSpPr/>
          <p:nvPr/>
        </p:nvSpPr>
        <p:spPr>
          <a:xfrm>
            <a:off x="2671592" y="4414042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8D20DCB-F011-D74F-2ED1-462819B16574}"/>
              </a:ext>
            </a:extLst>
          </p:cNvPr>
          <p:cNvSpPr/>
          <p:nvPr/>
        </p:nvSpPr>
        <p:spPr>
          <a:xfrm>
            <a:off x="2183270" y="4953000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A5B83E-B52C-4787-AB1E-028F8E18C09B}"/>
              </a:ext>
            </a:extLst>
          </p:cNvPr>
          <p:cNvSpPr/>
          <p:nvPr/>
        </p:nvSpPr>
        <p:spPr>
          <a:xfrm>
            <a:off x="2255864" y="5369285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76B1BF-3BDF-7E07-EDCF-C20A4C2E1E10}"/>
              </a:ext>
            </a:extLst>
          </p:cNvPr>
          <p:cNvSpPr/>
          <p:nvPr/>
        </p:nvSpPr>
        <p:spPr>
          <a:xfrm>
            <a:off x="5632223" y="2249666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5F6274-135D-D375-C646-8265403B27BD}"/>
              </a:ext>
            </a:extLst>
          </p:cNvPr>
          <p:cNvSpPr/>
          <p:nvPr/>
        </p:nvSpPr>
        <p:spPr>
          <a:xfrm>
            <a:off x="5618512" y="2727750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BE3592-58A4-FDB6-8670-1F7947FC1779}"/>
              </a:ext>
            </a:extLst>
          </p:cNvPr>
          <p:cNvSpPr/>
          <p:nvPr/>
        </p:nvSpPr>
        <p:spPr>
          <a:xfrm>
            <a:off x="6033353" y="3196338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0FDB4B-39BC-B4E3-935D-31040B8531F6}"/>
              </a:ext>
            </a:extLst>
          </p:cNvPr>
          <p:cNvSpPr/>
          <p:nvPr/>
        </p:nvSpPr>
        <p:spPr>
          <a:xfrm>
            <a:off x="5647702" y="3765762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5C86E8-024D-A29E-7F3C-4ADBD99BAE24}"/>
              </a:ext>
            </a:extLst>
          </p:cNvPr>
          <p:cNvSpPr/>
          <p:nvPr/>
        </p:nvSpPr>
        <p:spPr>
          <a:xfrm>
            <a:off x="6045581" y="4360506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1A27B6-A569-569F-5BB9-B4A23104A2D2}"/>
              </a:ext>
            </a:extLst>
          </p:cNvPr>
          <p:cNvSpPr/>
          <p:nvPr/>
        </p:nvSpPr>
        <p:spPr>
          <a:xfrm>
            <a:off x="5630417" y="4861940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EFE5BF-AA31-729C-1553-0CE0A5AB9AC5}"/>
              </a:ext>
            </a:extLst>
          </p:cNvPr>
          <p:cNvSpPr/>
          <p:nvPr/>
        </p:nvSpPr>
        <p:spPr>
          <a:xfrm>
            <a:off x="5630417" y="5383227"/>
            <a:ext cx="464791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86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B777-9283-9B4E-A79C-631161664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C9FB8E-B1E8-EED4-2338-EDEC5F019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787972"/>
              </p:ext>
            </p:extLst>
          </p:nvPr>
        </p:nvGraphicFramePr>
        <p:xfrm>
          <a:off x="111707" y="3361369"/>
          <a:ext cx="6718472" cy="340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9492">
                  <a:extLst>
                    <a:ext uri="{9D8B030D-6E8A-4147-A177-3AD203B41FA5}">
                      <a16:colId xmlns:a16="http://schemas.microsoft.com/office/drawing/2014/main" val="1469803516"/>
                    </a:ext>
                  </a:extLst>
                </a:gridCol>
                <a:gridCol w="2239490">
                  <a:extLst>
                    <a:ext uri="{9D8B030D-6E8A-4147-A177-3AD203B41FA5}">
                      <a16:colId xmlns:a16="http://schemas.microsoft.com/office/drawing/2014/main" val="2231274775"/>
                    </a:ext>
                  </a:extLst>
                </a:gridCol>
                <a:gridCol w="2239490">
                  <a:extLst>
                    <a:ext uri="{9D8B030D-6E8A-4147-A177-3AD203B41FA5}">
                      <a16:colId xmlns:a16="http://schemas.microsoft.com/office/drawing/2014/main" val="508602700"/>
                    </a:ext>
                  </a:extLst>
                </a:gridCol>
              </a:tblGrid>
              <a:tr h="266400">
                <a:tc gridSpan="3">
                  <a:txBody>
                    <a:bodyPr/>
                    <a:lstStyle/>
                    <a:p>
                      <a:r>
                        <a:rPr lang="en-GB" sz="1200" b="1" dirty="0"/>
                        <a:t>Question 5. </a:t>
                      </a:r>
                      <a:r>
                        <a:rPr lang="en-GB" sz="1200" dirty="0"/>
                        <a:t> Write as a column vector: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24421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r>
                        <a:rPr lang="en-GB" sz="1200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771117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r>
                        <a:rPr lang="en-GB" sz="1200" dirty="0"/>
                        <a:t>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34507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r>
                        <a:rPr lang="en-GB" sz="1200" dirty="0"/>
                        <a:t>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i</a:t>
                      </a:r>
                      <a:r>
                        <a:rPr lang="en-GB" dirty="0"/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5252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B6F30C4-6831-743D-A6ED-5E16BDED4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48" y="3656393"/>
            <a:ext cx="1435581" cy="947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B2E818-8146-5E43-3D21-FF54C5E9B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229" y="3663905"/>
            <a:ext cx="1485437" cy="10006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DB2FBD6-0998-88E5-13DE-989016DFF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84" y="4707801"/>
            <a:ext cx="1439927" cy="95311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F67277D-C61A-CFF9-C223-0E093D7AD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2616" y="5770015"/>
            <a:ext cx="1479392" cy="96667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9A46C60-02F0-E0FA-4441-85E0B0A130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" b="419"/>
          <a:stretch/>
        </p:blipFill>
        <p:spPr>
          <a:xfrm>
            <a:off x="4836267" y="3660348"/>
            <a:ext cx="1477843" cy="97520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19E3864-9C4C-B25B-BA12-211B6C0AF8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8229" y="4712065"/>
            <a:ext cx="1468508" cy="966679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EDAB5BE-7E91-BFC2-25FE-6086A2147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221048"/>
              </p:ext>
            </p:extLst>
          </p:nvPr>
        </p:nvGraphicFramePr>
        <p:xfrm>
          <a:off x="111707" y="87940"/>
          <a:ext cx="6713093" cy="29466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828">
                  <a:extLst>
                    <a:ext uri="{9D8B030D-6E8A-4147-A177-3AD203B41FA5}">
                      <a16:colId xmlns:a16="http://schemas.microsoft.com/office/drawing/2014/main" val="3674587478"/>
                    </a:ext>
                  </a:extLst>
                </a:gridCol>
                <a:gridCol w="1749755">
                  <a:extLst>
                    <a:ext uri="{9D8B030D-6E8A-4147-A177-3AD203B41FA5}">
                      <a16:colId xmlns:a16="http://schemas.microsoft.com/office/drawing/2014/main" val="4206326453"/>
                    </a:ext>
                  </a:extLst>
                </a:gridCol>
                <a:gridCol w="1749755">
                  <a:extLst>
                    <a:ext uri="{9D8B030D-6E8A-4147-A177-3AD203B41FA5}">
                      <a16:colId xmlns:a16="http://schemas.microsoft.com/office/drawing/2014/main" val="2812806648"/>
                    </a:ext>
                  </a:extLst>
                </a:gridCol>
                <a:gridCol w="1749755">
                  <a:extLst>
                    <a:ext uri="{9D8B030D-6E8A-4147-A177-3AD203B41FA5}">
                      <a16:colId xmlns:a16="http://schemas.microsoft.com/office/drawing/2014/main" val="65922799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 dirty="0">
                          <a:solidFill>
                            <a:srgbClr val="FF0000"/>
                          </a:solidFill>
                        </a:rPr>
                        <a:t>Example 3.   I do…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 dirty="0">
                          <a:solidFill>
                            <a:schemeClr val="accent2"/>
                          </a:solidFill>
                        </a:rPr>
                        <a:t>We do…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noProof="0" dirty="0">
                          <a:solidFill>
                            <a:srgbClr val="00B050"/>
                          </a:solidFill>
                        </a:rPr>
                        <a:t>You do…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821366"/>
                  </a:ext>
                </a:extLst>
              </a:tr>
              <a:tr h="2672283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200" dirty="0"/>
                        <a:t>Use the arrow to determine the start point of the vector.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dirty="0"/>
                        <a:t>Count the number of horizontal and vertical squares between the start and end points.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dirty="0"/>
                        <a:t>Write as a column vector.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 the vectors below as a column vectors.</a:t>
                      </a:r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 the vectors below as a column vectors.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Write the vectors below as a column vectors.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72027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4F6614CA-8D93-A5EF-D596-3557F15B1C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771" y="873285"/>
            <a:ext cx="1226096" cy="1222502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BA3E95DC-7D7D-6881-9C34-DB21BD757C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705" y="873285"/>
            <a:ext cx="1226096" cy="1222502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C1FC34D8-CB89-6EEA-04A4-B60C217E31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42" y="936507"/>
            <a:ext cx="1226096" cy="1222502"/>
          </a:xfrm>
          <a:prstGeom prst="rect">
            <a:avLst/>
          </a:prstGeom>
        </p:spPr>
      </p:pic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A96A29D-ADF3-9557-7AFA-047417099F6A}"/>
              </a:ext>
            </a:extLst>
          </p:cNvPr>
          <p:cNvCxnSpPr>
            <a:cxnSpLocks/>
          </p:cNvCxnSpPr>
          <p:nvPr/>
        </p:nvCxnSpPr>
        <p:spPr>
          <a:xfrm flipV="1">
            <a:off x="1950166" y="1267593"/>
            <a:ext cx="328873" cy="22364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22535F6-12D2-69FE-69E1-7B05549DDB56}"/>
              </a:ext>
            </a:extLst>
          </p:cNvPr>
          <p:cNvCxnSpPr>
            <a:cxnSpLocks/>
          </p:cNvCxnSpPr>
          <p:nvPr/>
        </p:nvCxnSpPr>
        <p:spPr>
          <a:xfrm flipV="1">
            <a:off x="2245237" y="1074860"/>
            <a:ext cx="312594" cy="2209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CF8CEB2-E2EB-24B9-20B5-40EB3010903B}"/>
              </a:ext>
            </a:extLst>
          </p:cNvPr>
          <p:cNvSpPr txBox="1"/>
          <p:nvPr/>
        </p:nvSpPr>
        <p:spPr>
          <a:xfrm>
            <a:off x="2477005" y="923744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B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1D8F0DE-6C56-523E-0C2B-F6A709A70306}"/>
              </a:ext>
            </a:extLst>
          </p:cNvPr>
          <p:cNvSpPr txBox="1"/>
          <p:nvPr/>
        </p:nvSpPr>
        <p:spPr>
          <a:xfrm>
            <a:off x="1776074" y="1399614"/>
            <a:ext cx="2680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A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B644551-2221-F5C1-1B5C-71AA63FE09A1}"/>
              </a:ext>
            </a:extLst>
          </p:cNvPr>
          <p:cNvCxnSpPr>
            <a:cxnSpLocks/>
          </p:cNvCxnSpPr>
          <p:nvPr/>
        </p:nvCxnSpPr>
        <p:spPr>
          <a:xfrm flipV="1">
            <a:off x="2639402" y="1484159"/>
            <a:ext cx="127457" cy="37461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3991C2C-574D-2F33-4407-68331D6EB3B1}"/>
                  </a:ext>
                </a:extLst>
              </p:cNvPr>
              <p:cNvSpPr txBox="1"/>
              <p:nvPr/>
            </p:nvSpPr>
            <p:spPr>
              <a:xfrm>
                <a:off x="2623115" y="1577083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3991C2C-574D-2F33-4407-68331D6EB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115" y="1577083"/>
                <a:ext cx="308769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477FF00-3F07-0562-8F24-0EF4E296A4B1}"/>
              </a:ext>
            </a:extLst>
          </p:cNvPr>
          <p:cNvCxnSpPr>
            <a:cxnSpLocks/>
          </p:cNvCxnSpPr>
          <p:nvPr/>
        </p:nvCxnSpPr>
        <p:spPr>
          <a:xfrm flipV="1">
            <a:off x="2557831" y="1779242"/>
            <a:ext cx="108334" cy="3135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D9DDE05-569C-543E-3F5C-741A7B86E36C}"/>
              </a:ext>
            </a:extLst>
          </p:cNvPr>
          <p:cNvCxnSpPr>
            <a:cxnSpLocks/>
          </p:cNvCxnSpPr>
          <p:nvPr/>
        </p:nvCxnSpPr>
        <p:spPr>
          <a:xfrm flipV="1">
            <a:off x="3996754" y="1877396"/>
            <a:ext cx="358705" cy="468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ABEF9CD-6A94-5ABE-8C3B-BE2E9E219F29}"/>
              </a:ext>
            </a:extLst>
          </p:cNvPr>
          <p:cNvCxnSpPr>
            <a:cxnSpLocks/>
          </p:cNvCxnSpPr>
          <p:nvPr/>
        </p:nvCxnSpPr>
        <p:spPr>
          <a:xfrm flipH="1">
            <a:off x="4299897" y="1882077"/>
            <a:ext cx="293757" cy="166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17DED8FF-AC9E-5CD7-1249-D7E624BE6D23}"/>
              </a:ext>
            </a:extLst>
          </p:cNvPr>
          <p:cNvSpPr txBox="1"/>
          <p:nvPr/>
        </p:nvSpPr>
        <p:spPr>
          <a:xfrm>
            <a:off x="4126322" y="986268"/>
            <a:ext cx="2840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Q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70E453F-0872-C927-83D5-49C2757C33CE}"/>
              </a:ext>
            </a:extLst>
          </p:cNvPr>
          <p:cNvSpPr txBox="1"/>
          <p:nvPr/>
        </p:nvSpPr>
        <p:spPr>
          <a:xfrm>
            <a:off x="3593018" y="1586906"/>
            <a:ext cx="268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P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F61099D-2443-407F-5AE9-75801ACBBE4A}"/>
              </a:ext>
            </a:extLst>
          </p:cNvPr>
          <p:cNvCxnSpPr>
            <a:cxnSpLocks/>
          </p:cNvCxnSpPr>
          <p:nvPr/>
        </p:nvCxnSpPr>
        <p:spPr>
          <a:xfrm flipH="1">
            <a:off x="3795068" y="1298249"/>
            <a:ext cx="248066" cy="37770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00418514-25E4-800A-BF1E-8D2BAF78831C}"/>
              </a:ext>
            </a:extLst>
          </p:cNvPr>
          <p:cNvCxnSpPr>
            <a:cxnSpLocks/>
          </p:cNvCxnSpPr>
          <p:nvPr/>
        </p:nvCxnSpPr>
        <p:spPr>
          <a:xfrm flipV="1">
            <a:off x="3961927" y="1073957"/>
            <a:ext cx="220454" cy="35318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30939D9C-20B1-7494-C8E3-CF66A096E60A}"/>
                  </a:ext>
                </a:extLst>
              </p:cNvPr>
              <p:cNvSpPr txBox="1"/>
              <p:nvPr/>
            </p:nvSpPr>
            <p:spPr>
              <a:xfrm>
                <a:off x="4176106" y="1641735"/>
                <a:ext cx="17899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30939D9C-20B1-7494-C8E3-CF66A096E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106" y="1641735"/>
                <a:ext cx="178991" cy="261610"/>
              </a:xfrm>
              <a:prstGeom prst="rect">
                <a:avLst/>
              </a:prstGeom>
              <a:blipFill>
                <a:blip r:embed="rId10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4E1202E-E8B8-451A-0E1B-83BDC0B771E1}"/>
              </a:ext>
            </a:extLst>
          </p:cNvPr>
          <p:cNvCxnSpPr>
            <a:cxnSpLocks/>
          </p:cNvCxnSpPr>
          <p:nvPr/>
        </p:nvCxnSpPr>
        <p:spPr>
          <a:xfrm>
            <a:off x="5609614" y="1547758"/>
            <a:ext cx="0" cy="58801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58369E25-EC59-382E-EE17-793B1083919E}"/>
              </a:ext>
            </a:extLst>
          </p:cNvPr>
          <p:cNvCxnSpPr>
            <a:cxnSpLocks/>
          </p:cNvCxnSpPr>
          <p:nvPr/>
        </p:nvCxnSpPr>
        <p:spPr>
          <a:xfrm flipV="1">
            <a:off x="5609614" y="1152296"/>
            <a:ext cx="6382" cy="56507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FFE7E1D4-8C46-8369-4EF7-6CE9100F96C7}"/>
              </a:ext>
            </a:extLst>
          </p:cNvPr>
          <p:cNvCxnSpPr>
            <a:cxnSpLocks/>
          </p:cNvCxnSpPr>
          <p:nvPr/>
        </p:nvCxnSpPr>
        <p:spPr>
          <a:xfrm>
            <a:off x="6007772" y="1133945"/>
            <a:ext cx="350044" cy="49039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8C6793B8-F652-2024-5790-EACAB82E4D6D}"/>
              </a:ext>
            </a:extLst>
          </p:cNvPr>
          <p:cNvCxnSpPr>
            <a:cxnSpLocks/>
          </p:cNvCxnSpPr>
          <p:nvPr/>
        </p:nvCxnSpPr>
        <p:spPr>
          <a:xfrm flipH="1" flipV="1">
            <a:off x="6300666" y="1547758"/>
            <a:ext cx="309659" cy="4171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4DD92FE4-B9B1-0BE9-BA5E-EEF6768BD1E1}"/>
                  </a:ext>
                </a:extLst>
              </p:cNvPr>
              <p:cNvSpPr txBox="1"/>
              <p:nvPr/>
            </p:nvSpPr>
            <p:spPr>
              <a:xfrm>
                <a:off x="5587126" y="1494745"/>
                <a:ext cx="17899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4DD92FE4-B9B1-0BE9-BA5E-EEF6768B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126" y="1494745"/>
                <a:ext cx="178991" cy="261610"/>
              </a:xfrm>
              <a:prstGeom prst="rect">
                <a:avLst/>
              </a:prstGeom>
              <a:blipFill>
                <a:blip r:embed="rId11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TextBox 165">
            <a:extLst>
              <a:ext uri="{FF2B5EF4-FFF2-40B4-BE49-F238E27FC236}">
                <a16:creationId xmlns:a16="http://schemas.microsoft.com/office/drawing/2014/main" id="{BF0BDD82-0C76-A589-BBA2-720987A864A6}"/>
              </a:ext>
            </a:extLst>
          </p:cNvPr>
          <p:cNvSpPr txBox="1"/>
          <p:nvPr/>
        </p:nvSpPr>
        <p:spPr>
          <a:xfrm>
            <a:off x="5803342" y="948924"/>
            <a:ext cx="2840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X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86C81F7-8BFC-A315-4AA2-372644CA6FF4}"/>
              </a:ext>
            </a:extLst>
          </p:cNvPr>
          <p:cNvSpPr txBox="1"/>
          <p:nvPr/>
        </p:nvSpPr>
        <p:spPr>
          <a:xfrm>
            <a:off x="6411428" y="1874163"/>
            <a:ext cx="2680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Y</a:t>
            </a:r>
          </a:p>
        </p:txBody>
      </p:sp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A15BCFD4-D5C7-F7C5-F6A1-1170CFA0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5</a:t>
            </a:fld>
            <a:endParaRPr lang="en-GB" b="1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0BCCDB-1C67-0B8D-C915-3ED12EF4BA98}"/>
              </a:ext>
            </a:extLst>
          </p:cNvPr>
          <p:cNvSpPr/>
          <p:nvPr/>
        </p:nvSpPr>
        <p:spPr>
          <a:xfrm>
            <a:off x="41943" y="3073617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57A83451-F8BE-2BD0-23B0-8C3C470C4E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6691313"/>
                  </p:ext>
                </p:extLst>
              </p:nvPr>
            </p:nvGraphicFramePr>
            <p:xfrm>
              <a:off x="60124" y="6867514"/>
              <a:ext cx="6718472" cy="2772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9618">
                      <a:extLst>
                        <a:ext uri="{9D8B030D-6E8A-4147-A177-3AD203B41FA5}">
                          <a16:colId xmlns:a16="http://schemas.microsoft.com/office/drawing/2014/main" val="323646051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4.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48400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Choose the start point of the vector.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Count the number of horizontal and vertical squares in the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in the end point.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Join the start and end points and draw the arrow to show the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Draw the vectors: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Draw the vectors: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Draw the vectors: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57A83451-F8BE-2BD0-23B0-8C3C470C4E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6691313"/>
                  </p:ext>
                </p:extLst>
              </p:nvPr>
            </p:nvGraphicFramePr>
            <p:xfrm>
              <a:off x="60124" y="6867514"/>
              <a:ext cx="6718472" cy="2772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9618">
                      <a:extLst>
                        <a:ext uri="{9D8B030D-6E8A-4147-A177-3AD203B41FA5}">
                          <a16:colId xmlns:a16="http://schemas.microsoft.com/office/drawing/2014/main" val="323646051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679618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4.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48400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Choose the start point of the vector.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Count the number of horizontal and vertical squares in the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in the end point.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Join the start and end points and draw the arrow to show the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362" t="-11736" r="-200725" b="-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01091" t="-11736" r="-101455" b="-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300000" t="-11736" r="-1087" b="-4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85D67FEF-690D-2F4A-E626-20E25DB76A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192" y="8053626"/>
            <a:ext cx="1484819" cy="148046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42E129A-E4AA-6FDA-FAFC-404D3CF3CD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054" y="8053626"/>
            <a:ext cx="1484819" cy="14804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2D047CF-CCD4-CADB-CFF9-54894B3074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67" y="8053626"/>
            <a:ext cx="1484819" cy="14804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95B362-4C5C-CFC0-7EA2-A5BFA02FC2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67278" y="5761417"/>
            <a:ext cx="1471847" cy="966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77B867-94D5-DDD2-3E69-F1A6301D12C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14052" y="4703285"/>
            <a:ext cx="1435581" cy="9754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B0DD5F-F9ED-E9B8-D874-54AB136508A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1251" y="5751625"/>
            <a:ext cx="1479392" cy="9862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B2AB9F-0FB2-A4DA-0479-59637DEAA050}"/>
                  </a:ext>
                </a:extLst>
              </p:cNvPr>
              <p:cNvSpPr txBox="1"/>
              <p:nvPr/>
            </p:nvSpPr>
            <p:spPr>
              <a:xfrm>
                <a:off x="1776074" y="3857988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B2AB9F-0FB2-A4DA-0479-59637DEAA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074" y="3857988"/>
                <a:ext cx="621580" cy="57637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C0AD5D-298D-081A-D7B0-E6515A70A525}"/>
                  </a:ext>
                </a:extLst>
              </p:cNvPr>
              <p:cNvSpPr txBox="1"/>
              <p:nvPr/>
            </p:nvSpPr>
            <p:spPr>
              <a:xfrm>
                <a:off x="3995933" y="3875461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C0AD5D-298D-081A-D7B0-E6515A70A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3" y="3875461"/>
                <a:ext cx="621580" cy="57637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BCE0B7-3871-98F8-4659-E6D0873CA8EA}"/>
                  </a:ext>
                </a:extLst>
              </p:cNvPr>
              <p:cNvSpPr txBox="1"/>
              <p:nvPr/>
            </p:nvSpPr>
            <p:spPr>
              <a:xfrm>
                <a:off x="6236420" y="3880814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BCE0B7-3871-98F8-4659-E6D0873CA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420" y="3880814"/>
                <a:ext cx="621580" cy="57637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2271C1-47AB-69C2-1DA6-2A7FB1D0CD2C}"/>
                  </a:ext>
                </a:extLst>
              </p:cNvPr>
              <p:cNvSpPr txBox="1"/>
              <p:nvPr/>
            </p:nvSpPr>
            <p:spPr>
              <a:xfrm>
                <a:off x="1743143" y="4902826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2271C1-47AB-69C2-1DA6-2A7FB1D0C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143" y="4902826"/>
                <a:ext cx="621580" cy="57637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AA0432-5954-B75F-D593-5EB1C763A1B4}"/>
                  </a:ext>
                </a:extLst>
              </p:cNvPr>
              <p:cNvSpPr txBox="1"/>
              <p:nvPr/>
            </p:nvSpPr>
            <p:spPr>
              <a:xfrm>
                <a:off x="3972074" y="4890488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AA0432-5954-B75F-D593-5EB1C763A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074" y="4890488"/>
                <a:ext cx="621580" cy="57637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595BCA7-7CED-723E-BEFE-20817B05B0CB}"/>
                  </a:ext>
                </a:extLst>
              </p:cNvPr>
              <p:cNvSpPr txBox="1"/>
              <p:nvPr/>
            </p:nvSpPr>
            <p:spPr>
              <a:xfrm>
                <a:off x="6197124" y="4934535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595BCA7-7CED-723E-BEFE-20817B05B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124" y="4934535"/>
                <a:ext cx="621580" cy="57637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09FE6B-F533-D565-95CD-81797D7BB932}"/>
                  </a:ext>
                </a:extLst>
              </p:cNvPr>
              <p:cNvSpPr txBox="1"/>
              <p:nvPr/>
            </p:nvSpPr>
            <p:spPr>
              <a:xfrm>
                <a:off x="1776074" y="5933343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09FE6B-F533-D565-95CD-81797D7BB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074" y="5933343"/>
                <a:ext cx="621580" cy="57637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768EE4-EC65-3069-AB3E-D26DEE40E41A}"/>
                  </a:ext>
                </a:extLst>
              </p:cNvPr>
              <p:cNvSpPr txBox="1"/>
              <p:nvPr/>
            </p:nvSpPr>
            <p:spPr>
              <a:xfrm>
                <a:off x="3995933" y="5922922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768EE4-EC65-3069-AB3E-D26DEE40E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3" y="5922922"/>
                <a:ext cx="621580" cy="57637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EF50209-36EF-EEB2-0006-C621683F593F}"/>
                  </a:ext>
                </a:extLst>
              </p:cNvPr>
              <p:cNvSpPr txBox="1"/>
              <p:nvPr/>
            </p:nvSpPr>
            <p:spPr>
              <a:xfrm>
                <a:off x="6175485" y="5954673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−1.5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EF50209-36EF-EEB2-0006-C621683F5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485" y="5954673"/>
                <a:ext cx="621580" cy="576376"/>
              </a:xfrm>
              <a:prstGeom prst="rect">
                <a:avLst/>
              </a:prstGeom>
              <a:blipFill>
                <a:blip r:embed="rId24"/>
                <a:stretch>
                  <a:fillRect r="-49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37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14DC9-91F7-EFF3-52FF-EF622AF5F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ECED85B-813B-9A5A-F165-7CC7D0F881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763269"/>
                  </p:ext>
                </p:extLst>
              </p:nvPr>
            </p:nvGraphicFramePr>
            <p:xfrm>
              <a:off x="69764" y="336525"/>
              <a:ext cx="6718472" cy="549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39492">
                      <a:extLst>
                        <a:ext uri="{9D8B030D-6E8A-4147-A177-3AD203B41FA5}">
                          <a16:colId xmlns:a16="http://schemas.microsoft.com/office/drawing/2014/main" val="1469803516"/>
                        </a:ext>
                      </a:extLst>
                    </a:gridCol>
                    <a:gridCol w="1119744">
                      <a:extLst>
                        <a:ext uri="{9D8B030D-6E8A-4147-A177-3AD203B41FA5}">
                          <a16:colId xmlns:a16="http://schemas.microsoft.com/office/drawing/2014/main" val="2231274775"/>
                        </a:ext>
                      </a:extLst>
                    </a:gridCol>
                    <a:gridCol w="1119746">
                      <a:extLst>
                        <a:ext uri="{9D8B030D-6E8A-4147-A177-3AD203B41FA5}">
                          <a16:colId xmlns:a16="http://schemas.microsoft.com/office/drawing/2014/main" val="3892793321"/>
                        </a:ext>
                      </a:extLst>
                    </a:gridCol>
                    <a:gridCol w="2239490">
                      <a:extLst>
                        <a:ext uri="{9D8B030D-6E8A-4147-A177-3AD203B41FA5}">
                          <a16:colId xmlns:a16="http://schemas.microsoft.com/office/drawing/2014/main" val="508602700"/>
                        </a:ext>
                      </a:extLst>
                    </a:gridCol>
                  </a:tblGrid>
                  <a:tr h="266400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Question 6. </a:t>
                          </a: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Draw the following column vectors: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8136074"/>
                      </a:ext>
                    </a:extLst>
                  </a:tr>
                  <a:tr h="1620000"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20630217"/>
                      </a:ext>
                    </a:extLst>
                  </a:tr>
                  <a:tr h="1692000"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937351"/>
                      </a:ext>
                    </a:extLst>
                  </a:tr>
                  <a:tr h="1908000">
                    <a:tc gridSpan="2">
                      <a:txBody>
                        <a:bodyPr/>
                        <a:lstStyle/>
                        <a:p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Question 7.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Mark has been asked to draw the vector</a:t>
                          </a:r>
                          <a:r>
                            <a:rPr lang="en-GB" sz="1200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. Explain his mistake.</a:t>
                          </a: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Question 8.</a:t>
                          </a:r>
                        </a:p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Abby has been asked to draw the vector  </a:t>
                          </a:r>
                          <a:endParaRPr lang="en-GB" sz="1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What mistake(s) has she</a:t>
                          </a:r>
                          <a:b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made?</a:t>
                          </a: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9763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ECED85B-813B-9A5A-F165-7CC7D0F881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763269"/>
                  </p:ext>
                </p:extLst>
              </p:nvPr>
            </p:nvGraphicFramePr>
            <p:xfrm>
              <a:off x="69764" y="336525"/>
              <a:ext cx="6718472" cy="549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39492">
                      <a:extLst>
                        <a:ext uri="{9D8B030D-6E8A-4147-A177-3AD203B41FA5}">
                          <a16:colId xmlns:a16="http://schemas.microsoft.com/office/drawing/2014/main" val="1469803516"/>
                        </a:ext>
                      </a:extLst>
                    </a:gridCol>
                    <a:gridCol w="1119744">
                      <a:extLst>
                        <a:ext uri="{9D8B030D-6E8A-4147-A177-3AD203B41FA5}">
                          <a16:colId xmlns:a16="http://schemas.microsoft.com/office/drawing/2014/main" val="2231274775"/>
                        </a:ext>
                      </a:extLst>
                    </a:gridCol>
                    <a:gridCol w="1119746">
                      <a:extLst>
                        <a:ext uri="{9D8B030D-6E8A-4147-A177-3AD203B41FA5}">
                          <a16:colId xmlns:a16="http://schemas.microsoft.com/office/drawing/2014/main" val="3892793321"/>
                        </a:ext>
                      </a:extLst>
                    </a:gridCol>
                    <a:gridCol w="2239490">
                      <a:extLst>
                        <a:ext uri="{9D8B030D-6E8A-4147-A177-3AD203B41FA5}">
                          <a16:colId xmlns:a16="http://schemas.microsoft.com/office/drawing/2014/main" val="508602700"/>
                        </a:ext>
                      </a:extLst>
                    </a:gridCol>
                  </a:tblGrid>
                  <a:tr h="274320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Question 6. </a:t>
                          </a:r>
                          <a:r>
                            <a:rPr lang="en-GB" sz="1200" dirty="0">
                              <a:solidFill>
                                <a:schemeClr val="tx1"/>
                              </a:solidFill>
                            </a:rPr>
                            <a:t>Draw the following column vectors: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8136074"/>
                      </a:ext>
                    </a:extLst>
                  </a:tr>
                  <a:tr h="1620000"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20630217"/>
                      </a:ext>
                    </a:extLst>
                  </a:tr>
                  <a:tr h="1692000"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937351"/>
                      </a:ext>
                    </a:extLst>
                  </a:tr>
                  <a:tr h="1908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1" t="-188498" r="-100181" b="-63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63" t="-188498" r="-363" b="-63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976385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9" name="Picture 48">
            <a:extLst>
              <a:ext uri="{FF2B5EF4-FFF2-40B4-BE49-F238E27FC236}">
                <a16:creationId xmlns:a16="http://schemas.microsoft.com/office/drawing/2014/main" id="{38B1ED28-8327-534E-FD7C-A6708AD86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54" y="661428"/>
            <a:ext cx="1723995" cy="149412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A031750-B6E0-EEA1-1970-63AE33475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320" y="657022"/>
            <a:ext cx="1712532" cy="147981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28EBFF6-ACBF-B13A-D5A9-86B69C343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594" y="665833"/>
            <a:ext cx="1723995" cy="148972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35B9387-2DEF-0F8E-F200-6A6316E04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78" y="2251372"/>
            <a:ext cx="1773471" cy="1558121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206AEB0-12C0-9AA9-9766-338AD24DF8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38" y="2288612"/>
            <a:ext cx="1820506" cy="1562233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D6F7BAB-1E92-DA1A-B860-13C89C70FB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1516" y="2262262"/>
            <a:ext cx="1773471" cy="1530785"/>
          </a:xfrm>
          <a:prstGeom prst="rect">
            <a:avLst/>
          </a:prstGeom>
        </p:spPr>
      </p:pic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7F091E19-2407-D379-98AD-5C5F1281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635236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6</a:t>
            </a:fld>
            <a:endParaRPr lang="en-GB" b="1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6A486-93F7-ACB3-220D-40D3DAB95133}"/>
              </a:ext>
            </a:extLst>
          </p:cNvPr>
          <p:cNvSpPr/>
          <p:nvPr/>
        </p:nvSpPr>
        <p:spPr>
          <a:xfrm>
            <a:off x="0" y="-11291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F3CFA8-304D-0EE6-65E6-4DBC535DD076}"/>
              </a:ext>
            </a:extLst>
          </p:cNvPr>
          <p:cNvCxnSpPr/>
          <p:nvPr/>
        </p:nvCxnSpPr>
        <p:spPr>
          <a:xfrm flipV="1">
            <a:off x="508000" y="1219200"/>
            <a:ext cx="1209040" cy="670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083EE6-7385-66DE-E49F-6C075275896A}"/>
              </a:ext>
            </a:extLst>
          </p:cNvPr>
          <p:cNvCxnSpPr>
            <a:cxnSpLocks/>
          </p:cNvCxnSpPr>
          <p:nvPr/>
        </p:nvCxnSpPr>
        <p:spPr>
          <a:xfrm flipV="1">
            <a:off x="3505200" y="661428"/>
            <a:ext cx="0" cy="1432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AB74B8-C6C3-AF35-A891-7D06FA9A5B43}"/>
              </a:ext>
            </a:extLst>
          </p:cNvPr>
          <p:cNvCxnSpPr>
            <a:cxnSpLocks/>
          </p:cNvCxnSpPr>
          <p:nvPr/>
        </p:nvCxnSpPr>
        <p:spPr>
          <a:xfrm>
            <a:off x="5486400" y="1219200"/>
            <a:ext cx="487680" cy="670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A7E95D-B5CB-6306-513D-49F6FF0B1832}"/>
              </a:ext>
            </a:extLst>
          </p:cNvPr>
          <p:cNvCxnSpPr>
            <a:cxnSpLocks/>
          </p:cNvCxnSpPr>
          <p:nvPr/>
        </p:nvCxnSpPr>
        <p:spPr>
          <a:xfrm flipH="1">
            <a:off x="680720" y="2557884"/>
            <a:ext cx="99244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C496CB-5897-440E-8AAF-EB485B5B0167}"/>
              </a:ext>
            </a:extLst>
          </p:cNvPr>
          <p:cNvCxnSpPr>
            <a:cxnSpLocks/>
          </p:cNvCxnSpPr>
          <p:nvPr/>
        </p:nvCxnSpPr>
        <p:spPr>
          <a:xfrm flipH="1">
            <a:off x="3688080" y="2557884"/>
            <a:ext cx="237140" cy="12351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D2E10AD-EFF9-EA9E-2AA0-A156AFD5D55B}"/>
              </a:ext>
            </a:extLst>
          </p:cNvPr>
          <p:cNvCxnSpPr>
            <a:cxnSpLocks/>
          </p:cNvCxnSpPr>
          <p:nvPr/>
        </p:nvCxnSpPr>
        <p:spPr>
          <a:xfrm>
            <a:off x="5698691" y="2557884"/>
            <a:ext cx="145441" cy="5118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68A1325-4854-2E95-DF72-11C6EB999F8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68748" r="2216" b="55280"/>
          <a:stretch>
            <a:fillRect/>
          </a:stretch>
        </p:blipFill>
        <p:spPr>
          <a:xfrm>
            <a:off x="1888550" y="4409398"/>
            <a:ext cx="1409701" cy="10872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B4BA98B-B9AA-BCBA-5EB7-1459680C98A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68336" t="57252" r="2628" b="-1972"/>
          <a:stretch>
            <a:fillRect/>
          </a:stretch>
        </p:blipFill>
        <p:spPr>
          <a:xfrm>
            <a:off x="5269229" y="4409398"/>
            <a:ext cx="1409701" cy="108720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CA0D8E2-6427-B1EC-F653-EEBD96DC72B2}"/>
              </a:ext>
            </a:extLst>
          </p:cNvPr>
          <p:cNvSpPr txBox="1"/>
          <p:nvPr/>
        </p:nvSpPr>
        <p:spPr>
          <a:xfrm>
            <a:off x="-16325" y="5864188"/>
            <a:ext cx="6858000" cy="288000"/>
          </a:xfrm>
          <a:prstGeom prst="rect">
            <a:avLst/>
          </a:prstGeom>
          <a:solidFill>
            <a:srgbClr val="7E234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Skills Check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87F4C7BE-32D1-C4D0-2DED-48C191D4AA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6044707"/>
                  </p:ext>
                </p:extLst>
              </p:nvPr>
            </p:nvGraphicFramePr>
            <p:xfrm>
              <a:off x="79404" y="6209714"/>
              <a:ext cx="6708832" cy="349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4416">
                      <a:extLst>
                        <a:ext uri="{9D8B030D-6E8A-4147-A177-3AD203B41FA5}">
                          <a16:colId xmlns:a16="http://schemas.microsoft.com/office/drawing/2014/main" val="1905374102"/>
                        </a:ext>
                      </a:extLst>
                    </a:gridCol>
                    <a:gridCol w="3354416">
                      <a:extLst>
                        <a:ext uri="{9D8B030D-6E8A-4147-A177-3AD203B41FA5}">
                          <a16:colId xmlns:a16="http://schemas.microsoft.com/office/drawing/2014/main" val="3914483406"/>
                        </a:ext>
                      </a:extLst>
                    </a:gridCol>
                  </a:tblGrid>
                  <a:tr h="2088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Which diagram shows the column vector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Which column vector matches the diagram?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9789782"/>
                      </a:ext>
                    </a:extLst>
                  </a:tr>
                  <a:tr h="1404000">
                    <a:tc gridSpan="2"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171051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87F4C7BE-32D1-C4D0-2DED-48C191D4AA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6044707"/>
                  </p:ext>
                </p:extLst>
              </p:nvPr>
            </p:nvGraphicFramePr>
            <p:xfrm>
              <a:off x="79404" y="6209714"/>
              <a:ext cx="6708832" cy="349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4416">
                      <a:extLst>
                        <a:ext uri="{9D8B030D-6E8A-4147-A177-3AD203B41FA5}">
                          <a16:colId xmlns:a16="http://schemas.microsoft.com/office/drawing/2014/main" val="1905374102"/>
                        </a:ext>
                      </a:extLst>
                    </a:gridCol>
                    <a:gridCol w="3354416">
                      <a:extLst>
                        <a:ext uri="{9D8B030D-6E8A-4147-A177-3AD203B41FA5}">
                          <a16:colId xmlns:a16="http://schemas.microsoft.com/office/drawing/2014/main" val="3914483406"/>
                        </a:ext>
                      </a:extLst>
                    </a:gridCol>
                  </a:tblGrid>
                  <a:tr h="208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363" t="-292" r="-100181" b="-679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Which column vector matches the diagram?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9789782"/>
                      </a:ext>
                    </a:extLst>
                  </a:tr>
                  <a:tr h="1404000">
                    <a:tc gridSpan="2"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1710515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FC81B30-1F68-03D7-D505-B64427BFA34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203" t="38495" r="60019" b="38572"/>
          <a:stretch>
            <a:fillRect/>
          </a:stretch>
        </p:blipFill>
        <p:spPr>
          <a:xfrm>
            <a:off x="179070" y="6520186"/>
            <a:ext cx="1495422" cy="7847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0C3A1D-A033-181A-C2B2-D009D6FB4F1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4690" t="40517" r="12532" b="36550"/>
          <a:stretch>
            <a:fillRect/>
          </a:stretch>
        </p:blipFill>
        <p:spPr>
          <a:xfrm>
            <a:off x="1802829" y="6557478"/>
            <a:ext cx="1495422" cy="7847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8CCDB3-1C80-4619-B4FA-1815839A014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6457" t="68187" r="60765" b="8880"/>
          <a:stretch>
            <a:fillRect/>
          </a:stretch>
        </p:blipFill>
        <p:spPr>
          <a:xfrm>
            <a:off x="168261" y="7460125"/>
            <a:ext cx="1495422" cy="7847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EB9795-2898-70CB-FA0C-50923C51848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5330" t="67990" r="11892" b="9077"/>
          <a:stretch>
            <a:fillRect/>
          </a:stretch>
        </p:blipFill>
        <p:spPr>
          <a:xfrm>
            <a:off x="1845689" y="7407367"/>
            <a:ext cx="1495422" cy="784703"/>
          </a:xfrm>
          <a:prstGeom prst="rect">
            <a:avLst/>
          </a:prstGeom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B022BE75-FA3D-4A6B-A044-60D959E2D3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3" t="13079" r="48783" b="48156"/>
          <a:stretch>
            <a:fillRect/>
          </a:stretch>
        </p:blipFill>
        <p:spPr bwMode="auto">
          <a:xfrm>
            <a:off x="3505200" y="6900170"/>
            <a:ext cx="1344991" cy="100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114A25C3-91AD-2E70-6188-ED687FE0CD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5100163" y="6823753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0C1ABE61-F495-98EE-135B-9125B686D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5100163" y="7569683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>
            <a:extLst>
              <a:ext uri="{FF2B5EF4-FFF2-40B4-BE49-F238E27FC236}">
                <a16:creationId xmlns:a16="http://schemas.microsoft.com/office/drawing/2014/main" id="{C47C35DC-37AB-29B3-8798-BE60FC958B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5944199" y="6849152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>
            <a:extLst>
              <a:ext uri="{FF2B5EF4-FFF2-40B4-BE49-F238E27FC236}">
                <a16:creationId xmlns:a16="http://schemas.microsoft.com/office/drawing/2014/main" id="{7F5839B3-4C90-69F3-28F1-7017173D31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5944199" y="7595367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>
            <a:extLst>
              <a:ext uri="{FF2B5EF4-FFF2-40B4-BE49-F238E27FC236}">
                <a16:creationId xmlns:a16="http://schemas.microsoft.com/office/drawing/2014/main" id="{FD6693C1-3C34-702C-220C-15A3439F94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8" t="70347" r="80578" b="15270"/>
          <a:stretch>
            <a:fillRect/>
          </a:stretch>
        </p:blipFill>
        <p:spPr bwMode="auto">
          <a:xfrm>
            <a:off x="5427525" y="684915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>
            <a:extLst>
              <a:ext uri="{FF2B5EF4-FFF2-40B4-BE49-F238E27FC236}">
                <a16:creationId xmlns:a16="http://schemas.microsoft.com/office/drawing/2014/main" id="{B10D3515-D6F1-9407-12C2-F2DBE433EA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61" t="70328" r="56335" b="15289"/>
          <a:stretch>
            <a:fillRect/>
          </a:stretch>
        </p:blipFill>
        <p:spPr bwMode="auto">
          <a:xfrm>
            <a:off x="6340798" y="6849150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>
            <a:extLst>
              <a:ext uri="{FF2B5EF4-FFF2-40B4-BE49-F238E27FC236}">
                <a16:creationId xmlns:a16="http://schemas.microsoft.com/office/drawing/2014/main" id="{865EECB0-12A0-461C-8077-0D35B94CAA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06" t="71498" r="33090" b="14119"/>
          <a:stretch>
            <a:fillRect/>
          </a:stretch>
        </p:blipFill>
        <p:spPr bwMode="auto">
          <a:xfrm>
            <a:off x="5506000" y="7579759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>
            <a:extLst>
              <a:ext uri="{FF2B5EF4-FFF2-40B4-BE49-F238E27FC236}">
                <a16:creationId xmlns:a16="http://schemas.microsoft.com/office/drawing/2014/main" id="{97083380-026D-C0FE-D771-1957DE6A75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94" t="70722" r="10502" b="14895"/>
          <a:stretch>
            <a:fillRect/>
          </a:stretch>
        </p:blipFill>
        <p:spPr bwMode="auto">
          <a:xfrm>
            <a:off x="6326192" y="7589017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1B580D2D-2D35-4934-254F-0F9E4EE1E6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" t="20684" r="40628" b="45141"/>
          <a:stretch>
            <a:fillRect/>
          </a:stretch>
        </p:blipFill>
        <p:spPr bwMode="auto">
          <a:xfrm>
            <a:off x="508000" y="8400064"/>
            <a:ext cx="2415132" cy="1169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E26FC64-5FBF-6865-8CCC-6EDBE76DF7C8}"/>
              </a:ext>
            </a:extLst>
          </p:cNvPr>
          <p:cNvSpPr txBox="1"/>
          <p:nvPr/>
        </p:nvSpPr>
        <p:spPr>
          <a:xfrm>
            <a:off x="3145631" y="8400064"/>
            <a:ext cx="3533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0" dirty="0">
                <a:solidFill>
                  <a:schemeClr val="tx1"/>
                </a:solidFill>
              </a:rPr>
              <a:t> Which vectors in the diagram are the same?</a:t>
            </a:r>
          </a:p>
        </p:txBody>
      </p:sp>
      <p:pic>
        <p:nvPicPr>
          <p:cNvPr id="36" name="Picture 4">
            <a:extLst>
              <a:ext uri="{FF2B5EF4-FFF2-40B4-BE49-F238E27FC236}">
                <a16:creationId xmlns:a16="http://schemas.microsoft.com/office/drawing/2014/main" id="{23636C41-662E-C54F-78A0-E45F5B553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" t="60437" r="6080" b="15013"/>
          <a:stretch>
            <a:fillRect/>
          </a:stretch>
        </p:blipFill>
        <p:spPr bwMode="auto">
          <a:xfrm>
            <a:off x="3298251" y="8806163"/>
            <a:ext cx="3231911" cy="68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4361614D-52A6-5EE3-74C9-F2131892D278}"/>
              </a:ext>
            </a:extLst>
          </p:cNvPr>
          <p:cNvSpPr/>
          <p:nvPr/>
        </p:nvSpPr>
        <p:spPr>
          <a:xfrm>
            <a:off x="1774157" y="6508749"/>
            <a:ext cx="1566953" cy="7961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5E9A4C1-D0AA-8DCB-46B5-2CD7B9FC0C64}"/>
              </a:ext>
            </a:extLst>
          </p:cNvPr>
          <p:cNvSpPr/>
          <p:nvPr/>
        </p:nvSpPr>
        <p:spPr>
          <a:xfrm>
            <a:off x="5944691" y="7541154"/>
            <a:ext cx="794286" cy="4962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C03BBAF-1825-1562-5577-351676B94978}"/>
              </a:ext>
            </a:extLst>
          </p:cNvPr>
          <p:cNvSpPr/>
          <p:nvPr/>
        </p:nvSpPr>
        <p:spPr>
          <a:xfrm>
            <a:off x="3254721" y="8773335"/>
            <a:ext cx="791243" cy="7961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0DE6CC7-348B-0401-56D0-7F9C0F8033E6}"/>
                  </a:ext>
                </a:extLst>
              </p:cNvPr>
              <p:cNvSpPr txBox="1"/>
              <p:nvPr/>
            </p:nvSpPr>
            <p:spPr>
              <a:xfrm>
                <a:off x="179070" y="4607593"/>
                <a:ext cx="1773471" cy="1073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400" b="0" dirty="0">
                    <a:solidFill>
                      <a:srgbClr val="FF0000"/>
                    </a:solidFill>
                  </a:rPr>
                  <a:t>Mixed up the horizontal and vertical parts – has drawn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GB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0DE6CC7-348B-0401-56D0-7F9C0F803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" y="4607593"/>
                <a:ext cx="1773471" cy="1073179"/>
              </a:xfrm>
              <a:prstGeom prst="rect">
                <a:avLst/>
              </a:prstGeom>
              <a:blipFill>
                <a:blip r:embed="rId14"/>
                <a:stretch>
                  <a:fillRect t="-1136" b="-11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5B4221A-9FC6-5DAE-E96C-38A29EAE7CE1}"/>
                  </a:ext>
                </a:extLst>
              </p:cNvPr>
              <p:cNvSpPr txBox="1"/>
              <p:nvPr/>
            </p:nvSpPr>
            <p:spPr>
              <a:xfrm>
                <a:off x="3483653" y="4861663"/>
                <a:ext cx="1773471" cy="86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400" b="0" dirty="0">
                    <a:solidFill>
                      <a:srgbClr val="FF0000"/>
                    </a:solidFill>
                  </a:rPr>
                  <a:t>Reversed each </a:t>
                </a:r>
                <a:r>
                  <a:rPr lang="en-GB" sz="1400" dirty="0">
                    <a:solidFill>
                      <a:srgbClr val="FF0000"/>
                    </a:solidFill>
                  </a:rPr>
                  <a:t>direction </a:t>
                </a:r>
                <a:r>
                  <a:rPr lang="en-GB" sz="1400" b="0" dirty="0">
                    <a:solidFill>
                      <a:srgbClr val="FF0000"/>
                    </a:solidFill>
                  </a:rPr>
                  <a:t>– has drawn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−5</m:t>
                            </m:r>
                          </m:num>
                          <m:den>
                            <m:r>
                              <a:rPr lang="en-GB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5B4221A-9FC6-5DAE-E96C-38A29EAE7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653" y="4861663"/>
                <a:ext cx="1773471" cy="861646"/>
              </a:xfrm>
              <a:prstGeom prst="rect">
                <a:avLst/>
              </a:prstGeom>
              <a:blipFill>
                <a:blip r:embed="rId15"/>
                <a:stretch>
                  <a:fillRect t="-1418" b="-2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550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8A30-148E-757A-02AD-40253D2E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E32137-CD61-E885-1B78-1AED4CA3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7</a:t>
            </a:fld>
            <a:endParaRPr lang="en-GB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B23E2C-EB2E-D7F9-7605-4BC5D9FD211B}"/>
              </a:ext>
            </a:extLst>
          </p:cNvPr>
          <p:cNvSpPr/>
          <p:nvPr/>
        </p:nvSpPr>
        <p:spPr>
          <a:xfrm>
            <a:off x="0" y="0"/>
            <a:ext cx="6858000" cy="252000"/>
          </a:xfrm>
          <a:prstGeom prst="rect">
            <a:avLst/>
          </a:prstGeom>
          <a:solidFill>
            <a:srgbClr val="009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noProof="0" dirty="0"/>
              <a:t>Subtopic 1B: Multiplying Vectors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F291B-B895-9932-B7A2-B91308DAF8D5}"/>
              </a:ext>
            </a:extLst>
          </p:cNvPr>
          <p:cNvSpPr txBox="1"/>
          <p:nvPr/>
        </p:nvSpPr>
        <p:spPr>
          <a:xfrm>
            <a:off x="93159" y="365136"/>
            <a:ext cx="6708832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 dirty="0"/>
              <a:t>A </a:t>
            </a:r>
            <a:r>
              <a:rPr lang="en-GB" sz="1200" b="1" dirty="0"/>
              <a:t>scalar</a:t>
            </a:r>
            <a:r>
              <a:rPr lang="en-GB" sz="1200" dirty="0"/>
              <a:t> is a quantity with </a:t>
            </a:r>
            <a:r>
              <a:rPr lang="en-GB" sz="1200" b="1" dirty="0"/>
              <a:t>only magnitude and no direction</a:t>
            </a:r>
            <a:r>
              <a:rPr lang="en-GB" sz="1200" dirty="0"/>
              <a:t>.  They are described by a </a:t>
            </a:r>
            <a:r>
              <a:rPr lang="en-GB" sz="1200" b="1" dirty="0"/>
              <a:t>single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1" dirty="0"/>
              <a:t>number</a:t>
            </a:r>
            <a:r>
              <a:rPr lang="en-GB" sz="1200" dirty="0"/>
              <a:t>, and they often represent something measurable such as a length or a time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e.g. a measurement of 5m or a time of 24 seconds.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We can also </a:t>
            </a:r>
            <a:r>
              <a:rPr lang="en-GB" sz="1200" b="1" dirty="0"/>
              <a:t>multiply vectors by a scalar</a:t>
            </a:r>
            <a:r>
              <a:rPr lang="en-GB" sz="1200" dirty="0"/>
              <a:t>, to change the </a:t>
            </a:r>
            <a:r>
              <a:rPr lang="en-GB" sz="1200" b="1" dirty="0"/>
              <a:t>magnitude;</a:t>
            </a:r>
            <a:r>
              <a:rPr lang="en-GB" sz="1200" dirty="0"/>
              <a:t> make it longer or shorter.</a:t>
            </a:r>
          </a:p>
          <a:p>
            <a:pPr marL="228600" indent="-228600">
              <a:buFont typeface="+mj-lt"/>
              <a:buAutoNum type="arabicPeriod"/>
            </a:pPr>
            <a:endParaRPr lang="en-GB" sz="700" dirty="0"/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If we multiply a vector by a </a:t>
            </a:r>
            <a:r>
              <a:rPr lang="en-GB" sz="1200" b="1" dirty="0"/>
              <a:t>positive</a:t>
            </a:r>
            <a:r>
              <a:rPr lang="en-GB" sz="1200" dirty="0"/>
              <a:t> scalar, the </a:t>
            </a:r>
            <a:r>
              <a:rPr lang="en-GB" sz="1200" b="1" dirty="0"/>
              <a:t>direction</a:t>
            </a:r>
            <a:r>
              <a:rPr lang="en-GB" sz="1200" dirty="0"/>
              <a:t> is </a:t>
            </a:r>
            <a:r>
              <a:rPr lang="en-GB" sz="1200" b="1" dirty="0"/>
              <a:t>unchanged.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If we multiply a vector by a </a:t>
            </a:r>
            <a:r>
              <a:rPr lang="en-GB" sz="1200" b="1" dirty="0"/>
              <a:t>negative</a:t>
            </a:r>
            <a:r>
              <a:rPr lang="en-GB" sz="1200" dirty="0"/>
              <a:t> scalar, the </a:t>
            </a:r>
            <a:r>
              <a:rPr lang="en-GB" sz="1200" b="1" dirty="0"/>
              <a:t>direction</a:t>
            </a:r>
            <a:r>
              <a:rPr lang="en-GB" sz="1200" dirty="0"/>
              <a:t> is </a:t>
            </a:r>
            <a:r>
              <a:rPr lang="en-GB" sz="1200" b="1" dirty="0"/>
              <a:t>reversed</a:t>
            </a:r>
            <a:r>
              <a:rPr lang="en-GB" sz="1200" dirty="0"/>
              <a:t>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6" name="Table 45">
                <a:extLst>
                  <a:ext uri="{FF2B5EF4-FFF2-40B4-BE49-F238E27FC236}">
                    <a16:creationId xmlns:a16="http://schemas.microsoft.com/office/drawing/2014/main" id="{0CF8EE30-2DC2-5721-ECDD-CD72278405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7844058"/>
                  </p:ext>
                </p:extLst>
              </p:nvPr>
            </p:nvGraphicFramePr>
            <p:xfrm>
              <a:off x="93159" y="1860058"/>
              <a:ext cx="6699192" cy="38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54096">
                      <a:extLst>
                        <a:ext uri="{9D8B030D-6E8A-4147-A177-3AD203B41FA5}">
                          <a16:colId xmlns:a16="http://schemas.microsoft.com/office/drawing/2014/main" val="1388572507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640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5.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412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Count the horizontal and vertical movement for the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Pick a new start point and repeat this the required number of times.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is shown below. </a:t>
                          </a:r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baseline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baseline="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shown below. </a:t>
                          </a:r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GB" sz="1200" dirty="0"/>
                            <a:t> is shown below. </a:t>
                          </a:r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baseline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baseline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188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column vectors: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1240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6" name="Table 45">
                <a:extLst>
                  <a:ext uri="{FF2B5EF4-FFF2-40B4-BE49-F238E27FC236}">
                    <a16:creationId xmlns:a16="http://schemas.microsoft.com/office/drawing/2014/main" id="{0CF8EE30-2DC2-5721-ECDD-CD72278405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7844058"/>
                  </p:ext>
                </p:extLst>
              </p:nvPr>
            </p:nvGraphicFramePr>
            <p:xfrm>
              <a:off x="93159" y="1860058"/>
              <a:ext cx="6699192" cy="38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54096">
                      <a:extLst>
                        <a:ext uri="{9D8B030D-6E8A-4147-A177-3AD203B41FA5}">
                          <a16:colId xmlns:a16="http://schemas.microsoft.com/office/drawing/2014/main" val="1388572507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5.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412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Count the horizontal and vertical movement for the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Pick a new start point and repeat this the required number of times.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63" t="-11616" r="-200671" b="-49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9463" t="-11616" r="-100671" b="-49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463" t="-11616" r="-671" b="-497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188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column vectors: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12409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875FCEFD-D718-FB22-D0DC-DCD8858AA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352" y="2830683"/>
            <a:ext cx="1645070" cy="1633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FE9D63-FC35-B6B8-2673-1AED72AF6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354" y="2830683"/>
            <a:ext cx="1645070" cy="16450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F0F225-92BD-B03F-3B38-4A326F19C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427" y="2830683"/>
            <a:ext cx="1645070" cy="16450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385DF65-253D-49FB-762B-1C18308A67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9400983"/>
                  </p:ext>
                </p:extLst>
              </p:nvPr>
            </p:nvGraphicFramePr>
            <p:xfrm>
              <a:off x="93159" y="5905861"/>
              <a:ext cx="6699192" cy="38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54096">
                      <a:extLst>
                        <a:ext uri="{9D8B030D-6E8A-4147-A177-3AD203B41FA5}">
                          <a16:colId xmlns:a16="http://schemas.microsoft.com/office/drawing/2014/main" val="1388572507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640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6.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412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Count the horizontal and vertical movement for the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Pick a new start point and repeat this the required number of times in the opposite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is shown below. </a:t>
                          </a:r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baseline="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shown below. </a:t>
                          </a:r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baseline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GB" sz="1200" dirty="0"/>
                            <a:t> is shown below. </a:t>
                          </a:r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baseline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baseline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baseline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200" b="0" i="1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188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column vectors: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1240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385DF65-253D-49FB-762B-1C18308A67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9400983"/>
                  </p:ext>
                </p:extLst>
              </p:nvPr>
            </p:nvGraphicFramePr>
            <p:xfrm>
              <a:off x="93159" y="5905861"/>
              <a:ext cx="6699192" cy="387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54096">
                      <a:extLst>
                        <a:ext uri="{9D8B030D-6E8A-4147-A177-3AD203B41FA5}">
                          <a16:colId xmlns:a16="http://schemas.microsoft.com/office/drawing/2014/main" val="1388572507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15032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6.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412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Count the horizontal and vertical movement for the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Pick a new start point and repeat this the required number of times in the opposite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69463" t="-11587" r="-200671" b="-49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69463" t="-11587" r="-100671" b="-49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69463" t="-11587" r="-671" b="-496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188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as column vectors: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12409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41DCBF82-DFEC-E987-354C-847D9B4B4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199" y="6897762"/>
            <a:ext cx="1645070" cy="16339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7E9CD5-4DAD-9470-BFC4-D0D2C23F9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201" y="6897762"/>
            <a:ext cx="1645070" cy="16450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EFB490-DE88-1B87-231B-27646CAD7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274" y="6897762"/>
            <a:ext cx="1645070" cy="164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0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A1CE9-8F27-82BD-26A4-03B48EA06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4AFDD27-19B5-4CBA-E3CD-31F9D25C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8</a:t>
            </a:fld>
            <a:endParaRPr lang="en-GB" b="1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903F999-D438-FAF3-D801-D99E6D815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1908608"/>
                  </p:ext>
                </p:extLst>
              </p:nvPr>
            </p:nvGraphicFramePr>
            <p:xfrm>
              <a:off x="101601" y="373925"/>
              <a:ext cx="6630195" cy="562840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0065">
                      <a:extLst>
                        <a:ext uri="{9D8B030D-6E8A-4147-A177-3AD203B41FA5}">
                          <a16:colId xmlns:a16="http://schemas.microsoft.com/office/drawing/2014/main" val="3502267305"/>
                        </a:ext>
                      </a:extLst>
                    </a:gridCol>
                    <a:gridCol w="2210065">
                      <a:extLst>
                        <a:ext uri="{9D8B030D-6E8A-4147-A177-3AD203B41FA5}">
                          <a16:colId xmlns:a16="http://schemas.microsoft.com/office/drawing/2014/main" val="427517787"/>
                        </a:ext>
                      </a:extLst>
                    </a:gridCol>
                    <a:gridCol w="2210065">
                      <a:extLst>
                        <a:ext uri="{9D8B030D-6E8A-4147-A177-3AD203B41FA5}">
                          <a16:colId xmlns:a16="http://schemas.microsoft.com/office/drawing/2014/main" val="460461926"/>
                        </a:ext>
                      </a:extLst>
                    </a:gridCol>
                  </a:tblGrid>
                  <a:tr h="1896202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b="1" dirty="0"/>
                            <a:t>Q9.</a:t>
                          </a:r>
                          <a:r>
                            <a:rPr lang="en-GB" sz="1200" b="1" baseline="0" dirty="0"/>
                            <a:t> </a:t>
                          </a:r>
                          <a:r>
                            <a:rPr lang="en-GB" sz="1200" dirty="0"/>
                            <a:t>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is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Q10.</a:t>
                          </a:r>
                          <a:r>
                            <a:rPr lang="en-GB" sz="1200" b="1" baseline="0" dirty="0"/>
                            <a:t> </a:t>
                          </a:r>
                          <a:r>
                            <a:rPr lang="en-GB" sz="1200" dirty="0"/>
                            <a:t>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Q11. </a:t>
                          </a:r>
                          <a:r>
                            <a:rPr lang="en-GB" sz="1200" dirty="0"/>
                            <a:t>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GB" sz="1200" dirty="0"/>
                            <a:t> is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018627"/>
                      </a:ext>
                    </a:extLst>
                  </a:tr>
                  <a:tr h="93600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3431752"/>
                      </a:ext>
                    </a:extLst>
                  </a:tr>
                  <a:tr h="1896202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b="1" dirty="0"/>
                            <a:t>Q12. </a:t>
                          </a:r>
                          <a:r>
                            <a:rPr lang="en-GB" sz="1200" dirty="0"/>
                            <a:t>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lang="en-GB" sz="1200" dirty="0"/>
                            <a:t> is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Q13. </a:t>
                          </a:r>
                          <a:r>
                            <a:rPr lang="en-GB" sz="1200" dirty="0"/>
                            <a:t>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oMath>
                          </a14:m>
                          <a:r>
                            <a:rPr lang="en-GB" sz="1200" dirty="0"/>
                            <a:t> is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Q14. </a:t>
                          </a:r>
                          <a:r>
                            <a:rPr lang="en-GB" sz="1200" dirty="0"/>
                            <a:t>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oMath>
                          </a14:m>
                          <a:r>
                            <a:rPr lang="en-GB" sz="1200" dirty="0"/>
                            <a:t> is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0124045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dirty="0"/>
                            <a:t>Write as column vectors: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               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05968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903F999-D438-FAF3-D801-D99E6D815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1908608"/>
                  </p:ext>
                </p:extLst>
              </p:nvPr>
            </p:nvGraphicFramePr>
            <p:xfrm>
              <a:off x="101601" y="373925"/>
              <a:ext cx="6630195" cy="562840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0065">
                      <a:extLst>
                        <a:ext uri="{9D8B030D-6E8A-4147-A177-3AD203B41FA5}">
                          <a16:colId xmlns:a16="http://schemas.microsoft.com/office/drawing/2014/main" val="3502267305"/>
                        </a:ext>
                      </a:extLst>
                    </a:gridCol>
                    <a:gridCol w="2210065">
                      <a:extLst>
                        <a:ext uri="{9D8B030D-6E8A-4147-A177-3AD203B41FA5}">
                          <a16:colId xmlns:a16="http://schemas.microsoft.com/office/drawing/2014/main" val="427517787"/>
                        </a:ext>
                      </a:extLst>
                    </a:gridCol>
                    <a:gridCol w="2210065">
                      <a:extLst>
                        <a:ext uri="{9D8B030D-6E8A-4147-A177-3AD203B41FA5}">
                          <a16:colId xmlns:a16="http://schemas.microsoft.com/office/drawing/2014/main" val="460461926"/>
                        </a:ext>
                      </a:extLst>
                    </a:gridCol>
                  </a:tblGrid>
                  <a:tr h="1896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5" t="-322" r="-200551" b="-1977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75" t="-322" r="-100551" b="-1977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75" t="-322" r="-551" b="-1977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018627"/>
                      </a:ext>
                    </a:extLst>
                  </a:tr>
                  <a:tr h="93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5" t="-202597" r="-200551" b="-299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75" t="-202597" r="-100551" b="-299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75" t="-202597" r="-551" b="-299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3431752"/>
                      </a:ext>
                    </a:extLst>
                  </a:tr>
                  <a:tr h="18962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5" t="-149839" r="-200551" b="-482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75" t="-149839" r="-100551" b="-482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75" t="-149839" r="-551" b="-482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0124045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5" t="-525000" r="-200551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75" t="-525000" r="-100551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75" t="-525000" r="-551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059689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07D8792C-EC23-50F2-B76C-F58082476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03" y="803877"/>
            <a:ext cx="1980341" cy="13247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0F22009-539D-2A50-E936-A7EDF4E06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926" y="850611"/>
            <a:ext cx="1968071" cy="12894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A54D65-1F5B-680B-8D3D-FC96BAE631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926" y="3724910"/>
            <a:ext cx="1968070" cy="12940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4EC645E-242C-1CE5-AC7A-DDD734AC8398}"/>
              </a:ext>
            </a:extLst>
          </p:cNvPr>
          <p:cNvSpPr/>
          <p:nvPr/>
        </p:nvSpPr>
        <p:spPr>
          <a:xfrm>
            <a:off x="0" y="0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FE2221B-5850-A0E8-2238-C789E6BDA515}"/>
              </a:ext>
            </a:extLst>
          </p:cNvPr>
          <p:cNvCxnSpPr/>
          <p:nvPr/>
        </p:nvCxnSpPr>
        <p:spPr>
          <a:xfrm flipV="1">
            <a:off x="838996" y="1158511"/>
            <a:ext cx="1267548" cy="6299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EA8C304-1F64-4906-48FF-0DB2C7258AD1}"/>
              </a:ext>
            </a:extLst>
          </p:cNvPr>
          <p:cNvCxnSpPr>
            <a:cxnSpLocks/>
          </p:cNvCxnSpPr>
          <p:nvPr/>
        </p:nvCxnSpPr>
        <p:spPr>
          <a:xfrm flipV="1">
            <a:off x="5391517" y="1158511"/>
            <a:ext cx="647281" cy="9581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8BA58F-4FAF-5354-407D-584B4F2AF026}"/>
              </a:ext>
            </a:extLst>
          </p:cNvPr>
          <p:cNvCxnSpPr>
            <a:cxnSpLocks/>
          </p:cNvCxnSpPr>
          <p:nvPr/>
        </p:nvCxnSpPr>
        <p:spPr>
          <a:xfrm>
            <a:off x="5067210" y="4382106"/>
            <a:ext cx="612751" cy="3163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7FDE8214-D1BB-4A62-27C8-D9CAF921D9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8726" y="803877"/>
            <a:ext cx="1980342" cy="1352428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C7C6ED9-9CE4-912C-BFF9-CECA58C3ABDD}"/>
              </a:ext>
            </a:extLst>
          </p:cNvPr>
          <p:cNvCxnSpPr>
            <a:cxnSpLocks/>
          </p:cNvCxnSpPr>
          <p:nvPr/>
        </p:nvCxnSpPr>
        <p:spPr>
          <a:xfrm>
            <a:off x="2805123" y="1195527"/>
            <a:ext cx="966546" cy="9272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C06CC9C4-1F2C-7B95-979A-1CC841A918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797" y="3699424"/>
            <a:ext cx="1980342" cy="1320228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E73CB2-A92B-5407-BD10-3E9C00584585}"/>
              </a:ext>
            </a:extLst>
          </p:cNvPr>
          <p:cNvCxnSpPr>
            <a:cxnSpLocks/>
          </p:cNvCxnSpPr>
          <p:nvPr/>
        </p:nvCxnSpPr>
        <p:spPr>
          <a:xfrm flipH="1" flipV="1">
            <a:off x="568345" y="3768440"/>
            <a:ext cx="1258972" cy="6299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D18B1000-5C8F-8E31-4FAB-6424C735AD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1501" y="3662184"/>
            <a:ext cx="2057566" cy="1382954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C1133A8-FF6E-075B-E34A-98AD29B257FC}"/>
              </a:ext>
            </a:extLst>
          </p:cNvPr>
          <p:cNvCxnSpPr>
            <a:cxnSpLocks/>
          </p:cNvCxnSpPr>
          <p:nvPr/>
        </p:nvCxnSpPr>
        <p:spPr>
          <a:xfrm flipV="1">
            <a:off x="3451197" y="4083400"/>
            <a:ext cx="631978" cy="6150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74FFA9D-0914-12F4-9551-D37690AA2E66}"/>
                  </a:ext>
                </a:extLst>
              </p:cNvPr>
              <p:cNvSpPr txBox="1"/>
              <p:nvPr/>
            </p:nvSpPr>
            <p:spPr>
              <a:xfrm>
                <a:off x="362285" y="2394720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74FFA9D-0914-12F4-9551-D37690AA2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85" y="2394720"/>
                <a:ext cx="621580" cy="5763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0E6C191-27E4-9659-689F-05B7B01A06EC}"/>
                  </a:ext>
                </a:extLst>
              </p:cNvPr>
              <p:cNvSpPr txBox="1"/>
              <p:nvPr/>
            </p:nvSpPr>
            <p:spPr>
              <a:xfrm>
                <a:off x="2582144" y="2412193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0E6C191-27E4-9659-689F-05B7B01A0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144" y="2412193"/>
                <a:ext cx="621580" cy="57637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BE5B8AE-6CF8-9304-3559-6FC370F40366}"/>
                  </a:ext>
                </a:extLst>
              </p:cNvPr>
              <p:cNvSpPr txBox="1"/>
              <p:nvPr/>
            </p:nvSpPr>
            <p:spPr>
              <a:xfrm>
                <a:off x="4822631" y="2417546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BE5B8AE-6CF8-9304-3559-6FC370F40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631" y="2417546"/>
                <a:ext cx="621580" cy="57637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257E87-6EB8-8F01-61CE-6A30DB8DF1D6}"/>
                  </a:ext>
                </a:extLst>
              </p:cNvPr>
              <p:cNvSpPr txBox="1"/>
              <p:nvPr/>
            </p:nvSpPr>
            <p:spPr>
              <a:xfrm>
                <a:off x="1433583" y="2406765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257E87-6EB8-8F01-61CE-6A30DB8DF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583" y="2406765"/>
                <a:ext cx="621580" cy="57637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20739A1-7EE3-666B-C781-A86E4AC8E942}"/>
                  </a:ext>
                </a:extLst>
              </p:cNvPr>
              <p:cNvSpPr txBox="1"/>
              <p:nvPr/>
            </p:nvSpPr>
            <p:spPr>
              <a:xfrm>
                <a:off x="3653442" y="2424238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20739A1-7EE3-666B-C781-A86E4AC8E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442" y="2424238"/>
                <a:ext cx="621580" cy="5763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6138B3A-9ADC-85E1-76F6-EDB0294CD3E7}"/>
                  </a:ext>
                </a:extLst>
              </p:cNvPr>
              <p:cNvSpPr txBox="1"/>
              <p:nvPr/>
            </p:nvSpPr>
            <p:spPr>
              <a:xfrm>
                <a:off x="5893929" y="2429591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6138B3A-9ADC-85E1-76F6-EDB0294CD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929" y="2429591"/>
                <a:ext cx="621580" cy="57637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1B22E8-729C-B6A0-947C-3BC747D48D9F}"/>
                  </a:ext>
                </a:extLst>
              </p:cNvPr>
              <p:cNvSpPr txBox="1"/>
              <p:nvPr/>
            </p:nvSpPr>
            <p:spPr>
              <a:xfrm>
                <a:off x="447821" y="5329580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1B22E8-729C-B6A0-947C-3BC747D48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21" y="5329580"/>
                <a:ext cx="621580" cy="57637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7E5E45E-CC07-3895-F3F3-84838A8E5ECF}"/>
                  </a:ext>
                </a:extLst>
              </p:cNvPr>
              <p:cNvSpPr txBox="1"/>
              <p:nvPr/>
            </p:nvSpPr>
            <p:spPr>
              <a:xfrm>
                <a:off x="2667680" y="5347053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7E5E45E-CC07-3895-F3F3-84838A8E5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680" y="5347053"/>
                <a:ext cx="621580" cy="57637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002FD6-3061-1274-28EC-8374335C025C}"/>
                  </a:ext>
                </a:extLst>
              </p:cNvPr>
              <p:cNvSpPr txBox="1"/>
              <p:nvPr/>
            </p:nvSpPr>
            <p:spPr>
              <a:xfrm>
                <a:off x="4908167" y="5352406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002FD6-3061-1274-28EC-8374335C0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167" y="5352406"/>
                <a:ext cx="621580" cy="57637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725488-F1EE-7848-479C-CA33FE50D8DD}"/>
                  </a:ext>
                </a:extLst>
              </p:cNvPr>
              <p:cNvSpPr txBox="1"/>
              <p:nvPr/>
            </p:nvSpPr>
            <p:spPr>
              <a:xfrm>
                <a:off x="1519119" y="5341625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725488-F1EE-7848-479C-CA33FE50D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119" y="5341625"/>
                <a:ext cx="621580" cy="57637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690A429-C53E-8704-6C61-F1812699BF63}"/>
                  </a:ext>
                </a:extLst>
              </p:cNvPr>
              <p:cNvSpPr txBox="1"/>
              <p:nvPr/>
            </p:nvSpPr>
            <p:spPr>
              <a:xfrm>
                <a:off x="3738978" y="5359098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690A429-C53E-8704-6C61-F1812699B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978" y="5359098"/>
                <a:ext cx="621580" cy="57637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FBB291C-3E06-4A82-3813-9EBA49E12978}"/>
                  </a:ext>
                </a:extLst>
              </p:cNvPr>
              <p:cNvSpPr txBox="1"/>
              <p:nvPr/>
            </p:nvSpPr>
            <p:spPr>
              <a:xfrm>
                <a:off x="5979465" y="5364451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FBB291C-3E06-4A82-3813-9EBA49E12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465" y="5364451"/>
                <a:ext cx="621580" cy="57637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2" name="Table 51">
                <a:extLst>
                  <a:ext uri="{FF2B5EF4-FFF2-40B4-BE49-F238E27FC236}">
                    <a16:creationId xmlns:a16="http://schemas.microsoft.com/office/drawing/2014/main" id="{BB60673B-227F-603C-1225-517D8978FA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3174123"/>
                  </p:ext>
                </p:extLst>
              </p:nvPr>
            </p:nvGraphicFramePr>
            <p:xfrm>
              <a:off x="61089" y="6176779"/>
              <a:ext cx="6686893" cy="34272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67195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06566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06566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06566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7.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929043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1. Multiply both the horizontal and vertical components by the coefficient.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0" dirty="0"/>
                        </a:p>
                        <a:p>
                          <a:r>
                            <a:rPr lang="en-GB" sz="1200" dirty="0"/>
                            <a:t>Find:</a:t>
                          </a:r>
                        </a:p>
                        <a:p>
                          <a:endParaRPr lang="en-GB" sz="1200" dirty="0"/>
                        </a:p>
                        <a:p>
                          <a:pPr marL="228600" indent="-228600"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AutoNum type="arabicParenR"/>
                          </a:pPr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GB" sz="1200" dirty="0"/>
                            <a:t>Find:</a:t>
                          </a:r>
                        </a:p>
                        <a:p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GB" sz="1200" dirty="0"/>
                            <a:t>Find:</a:t>
                          </a:r>
                        </a:p>
                        <a:p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2" name="Table 51">
                <a:extLst>
                  <a:ext uri="{FF2B5EF4-FFF2-40B4-BE49-F238E27FC236}">
                    <a16:creationId xmlns:a16="http://schemas.microsoft.com/office/drawing/2014/main" id="{BB60673B-227F-603C-1225-517D8978FA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3174123"/>
                  </p:ext>
                </p:extLst>
              </p:nvPr>
            </p:nvGraphicFramePr>
            <p:xfrm>
              <a:off x="61089" y="6176779"/>
              <a:ext cx="6686893" cy="34272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67195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06566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06566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06566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7.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313925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1. Multiply both the horizontal and vertical components by the coefficient.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2"/>
                          <a:stretch>
                            <a:fillRect l="-70946" t="-9302" r="-201351" b="-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2"/>
                          <a:stretch>
                            <a:fillRect l="-170370" t="-9302" r="-100673" b="-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2"/>
                          <a:stretch>
                            <a:fillRect l="-271284" t="-9302" r="-1014" b="-3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05895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B1C6C-09D9-60ED-7B57-6CE54B2E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5A54E5A-C1D1-8614-010A-D07D010EF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3533407"/>
                  </p:ext>
                </p:extLst>
              </p:nvPr>
            </p:nvGraphicFramePr>
            <p:xfrm>
              <a:off x="85553" y="3565625"/>
              <a:ext cx="6677886" cy="29709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23598">
                      <a:extLst>
                        <a:ext uri="{9D8B030D-6E8A-4147-A177-3AD203B41FA5}">
                          <a16:colId xmlns:a16="http://schemas.microsoft.com/office/drawing/2014/main" val="1469803516"/>
                        </a:ext>
                      </a:extLst>
                    </a:gridCol>
                    <a:gridCol w="1827144">
                      <a:extLst>
                        <a:ext uri="{9D8B030D-6E8A-4147-A177-3AD203B41FA5}">
                          <a16:colId xmlns:a16="http://schemas.microsoft.com/office/drawing/2014/main" val="508602700"/>
                        </a:ext>
                      </a:extLst>
                    </a:gridCol>
                    <a:gridCol w="1827144">
                      <a:extLst>
                        <a:ext uri="{9D8B030D-6E8A-4147-A177-3AD203B41FA5}">
                          <a16:colId xmlns:a16="http://schemas.microsoft.com/office/drawing/2014/main" val="3940761627"/>
                        </a:ext>
                      </a:extLst>
                    </a:gridCol>
                  </a:tblGrid>
                  <a:tr h="265669">
                    <a:tc gridSpan="3"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b="1" dirty="0"/>
                            <a:t>Q15. </a:t>
                          </a:r>
                          <a:r>
                            <a:rPr lang="en-GB" sz="1200" dirty="0"/>
                            <a:t>Work out the following, giving your answers as column vectors: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0801549"/>
                      </a:ext>
                    </a:extLst>
                  </a:tr>
                  <a:tr h="2523057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228600" indent="-2286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/>
                          </a:pPr>
                          <a:endParaRPr lang="en-GB" sz="1200" b="1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Font typeface="+mj-lt"/>
                            <a:buAutoNum type="alphaLcParenR" startAt="5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Font typeface="+mj-lt"/>
                            <a:buAutoNum type="alphaLcParenR" startAt="5"/>
                          </a:pPr>
                          <a:endParaRPr lang="en-GB" sz="1200" b="1" dirty="0"/>
                        </a:p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 startAt="5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 startAt="5"/>
                          </a:pPr>
                          <a:endParaRPr lang="en-GB" sz="1200" b="1" dirty="0"/>
                        </a:p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 startAt="5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 startAt="5"/>
                          </a:pPr>
                          <a:endParaRPr lang="en-GB" sz="1200" b="1" dirty="0"/>
                        </a:p>
                        <a:p>
                          <a:pPr marL="342900" indent="-34290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buAutoNum type="alphaLcParenR" startAt="5"/>
                          </a:pPr>
                          <a:r>
                            <a:rPr lang="en-GB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867711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5A54E5A-C1D1-8614-010A-D07D010EF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3533407"/>
                  </p:ext>
                </p:extLst>
              </p:nvPr>
            </p:nvGraphicFramePr>
            <p:xfrm>
              <a:off x="85553" y="3565625"/>
              <a:ext cx="6677886" cy="29709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23598">
                      <a:extLst>
                        <a:ext uri="{9D8B030D-6E8A-4147-A177-3AD203B41FA5}">
                          <a16:colId xmlns:a16="http://schemas.microsoft.com/office/drawing/2014/main" val="1469803516"/>
                        </a:ext>
                      </a:extLst>
                    </a:gridCol>
                    <a:gridCol w="1827144">
                      <a:extLst>
                        <a:ext uri="{9D8B030D-6E8A-4147-A177-3AD203B41FA5}">
                          <a16:colId xmlns:a16="http://schemas.microsoft.com/office/drawing/2014/main" val="508602700"/>
                        </a:ext>
                      </a:extLst>
                    </a:gridCol>
                    <a:gridCol w="1827144">
                      <a:extLst>
                        <a:ext uri="{9D8B030D-6E8A-4147-A177-3AD203B41FA5}">
                          <a16:colId xmlns:a16="http://schemas.microsoft.com/office/drawing/2014/main" val="3940761627"/>
                        </a:ext>
                      </a:extLst>
                    </a:gridCol>
                  </a:tblGrid>
                  <a:tr h="274320">
                    <a:tc gridSpan="3"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b="1" dirty="0"/>
                            <a:t>Q15. </a:t>
                          </a:r>
                          <a:r>
                            <a:rPr lang="en-GB" sz="1200" dirty="0"/>
                            <a:t>Work out the following, giving your answers as column vectors: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0801549"/>
                      </a:ext>
                    </a:extLst>
                  </a:tr>
                  <a:tr h="2696655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166000" t="-10360" r="-100667" b="-4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266000" t="-10360" r="-667" b="-4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677111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C4FA615-DD68-CC13-8C36-B9C13BE17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55" y="3972489"/>
            <a:ext cx="2408502" cy="24145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D77252E3-1988-63AF-BBD3-F86708728E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3369624"/>
                  </p:ext>
                </p:extLst>
              </p:nvPr>
            </p:nvGraphicFramePr>
            <p:xfrm>
              <a:off x="85553" y="1414290"/>
              <a:ext cx="6677884" cy="21528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69471">
                      <a:extLst>
                        <a:ext uri="{9D8B030D-6E8A-4147-A177-3AD203B41FA5}">
                          <a16:colId xmlns:a16="http://schemas.microsoft.com/office/drawing/2014/main" val="2379076241"/>
                        </a:ext>
                      </a:extLst>
                    </a:gridCol>
                    <a:gridCol w="1669471">
                      <a:extLst>
                        <a:ext uri="{9D8B030D-6E8A-4147-A177-3AD203B41FA5}">
                          <a16:colId xmlns:a16="http://schemas.microsoft.com/office/drawing/2014/main" val="1208777574"/>
                        </a:ext>
                      </a:extLst>
                    </a:gridCol>
                    <a:gridCol w="1669471">
                      <a:extLst>
                        <a:ext uri="{9D8B030D-6E8A-4147-A177-3AD203B41FA5}">
                          <a16:colId xmlns:a16="http://schemas.microsoft.com/office/drawing/2014/main" val="3335756045"/>
                        </a:ext>
                      </a:extLst>
                    </a:gridCol>
                    <a:gridCol w="1669471">
                      <a:extLst>
                        <a:ext uri="{9D8B030D-6E8A-4147-A177-3AD203B41FA5}">
                          <a16:colId xmlns:a16="http://schemas.microsoft.com/office/drawing/2014/main" val="3937013542"/>
                        </a:ext>
                      </a:extLst>
                    </a:gridCol>
                  </a:tblGrid>
                  <a:tr h="540000">
                    <a:tc gridSpan="4"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200" b="1" dirty="0"/>
                            <a:t>Q16. </a:t>
                          </a:r>
                          <a:r>
                            <a:rPr lang="en-GB" sz="1200" dirty="0"/>
                            <a:t>Given that: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−8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  and 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−6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br>
                            <a:rPr lang="en-GB" sz="1200" dirty="0"/>
                          </a:br>
                          <a:r>
                            <a:rPr lang="en-GB" sz="1200" dirty="0"/>
                            <a:t>Write the following as column vectors.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07213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42115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f)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  <m:r>
                                <a:rPr lang="en-GB" sz="1200" b="1" i="0" smtClean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24599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D77252E3-1988-63AF-BBD3-F86708728E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3369624"/>
                  </p:ext>
                </p:extLst>
              </p:nvPr>
            </p:nvGraphicFramePr>
            <p:xfrm>
              <a:off x="85553" y="1414290"/>
              <a:ext cx="6677884" cy="21528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69471">
                      <a:extLst>
                        <a:ext uri="{9D8B030D-6E8A-4147-A177-3AD203B41FA5}">
                          <a16:colId xmlns:a16="http://schemas.microsoft.com/office/drawing/2014/main" val="2379076241"/>
                        </a:ext>
                      </a:extLst>
                    </a:gridCol>
                    <a:gridCol w="1669471">
                      <a:extLst>
                        <a:ext uri="{9D8B030D-6E8A-4147-A177-3AD203B41FA5}">
                          <a16:colId xmlns:a16="http://schemas.microsoft.com/office/drawing/2014/main" val="1208777574"/>
                        </a:ext>
                      </a:extLst>
                    </a:gridCol>
                    <a:gridCol w="1669471">
                      <a:extLst>
                        <a:ext uri="{9D8B030D-6E8A-4147-A177-3AD203B41FA5}">
                          <a16:colId xmlns:a16="http://schemas.microsoft.com/office/drawing/2014/main" val="3335756045"/>
                        </a:ext>
                      </a:extLst>
                    </a:gridCol>
                    <a:gridCol w="1669471">
                      <a:extLst>
                        <a:ext uri="{9D8B030D-6E8A-4147-A177-3AD203B41FA5}">
                          <a16:colId xmlns:a16="http://schemas.microsoft.com/office/drawing/2014/main" val="3937013542"/>
                        </a:ext>
                      </a:extLst>
                    </a:gridCol>
                  </a:tblGrid>
                  <a:tr h="568833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2" t="-2128" r="-182" b="-2787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07213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30" t="-73846" r="-300730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730" t="-73846" r="-200730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730" t="-73846" r="-100730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730" t="-73846" r="-730" b="-10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0542115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30" t="-173846" r="-30073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730" t="-173846" r="-20073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730" t="-173846" r="-10073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730" t="-173846" r="-730" b="-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245998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74BC62-8945-0604-70D3-59759DAF9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843784"/>
              </p:ext>
            </p:extLst>
          </p:nvPr>
        </p:nvGraphicFramePr>
        <p:xfrm>
          <a:off x="94561" y="343956"/>
          <a:ext cx="6677885" cy="10703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7885">
                  <a:extLst>
                    <a:ext uri="{9D8B030D-6E8A-4147-A177-3AD203B41FA5}">
                      <a16:colId xmlns:a16="http://schemas.microsoft.com/office/drawing/2014/main" val="1460949244"/>
                    </a:ext>
                  </a:extLst>
                </a:gridCol>
              </a:tblGrid>
              <a:tr h="1070333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GB" sz="1200" b="1" dirty="0"/>
                        <a:t>Q15. </a:t>
                      </a:r>
                      <a:r>
                        <a:rPr lang="en-GB" sz="1200" dirty="0"/>
                        <a:t>John writes:</a:t>
                      </a:r>
                    </a:p>
                    <a:p>
                      <a:pPr marL="266700" indent="-266700">
                        <a:buFont typeface="+mj-lt"/>
                        <a:buAutoNum type="arabicParenR" startAt="4"/>
                      </a:pPr>
                      <a:endParaRPr lang="en-GB" sz="12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GB" sz="110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200" dirty="0"/>
                        <a:t>He is incorrect.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GB" sz="1200" dirty="0"/>
                        <a:t>Explain why &amp; give the correct answer.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76224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D458891-F1AE-1F0B-2213-568E76552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069" y="375381"/>
            <a:ext cx="1202644" cy="511532"/>
          </a:xfrm>
          <a:prstGeom prst="rect">
            <a:avLst/>
          </a:prstGeom>
        </p:spPr>
      </p:pic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90943ED-AEFB-59A7-C32C-5A63A7546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3367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9</a:t>
            </a:fld>
            <a:endParaRPr lang="en-GB" b="1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28B7AB-CDC4-3622-CB5F-E2CD34EEA943}"/>
              </a:ext>
            </a:extLst>
          </p:cNvPr>
          <p:cNvSpPr/>
          <p:nvPr/>
        </p:nvSpPr>
        <p:spPr>
          <a:xfrm>
            <a:off x="0" y="-2619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96564B-D1DA-524B-0CFF-2FDE96478115}"/>
              </a:ext>
            </a:extLst>
          </p:cNvPr>
          <p:cNvSpPr txBox="1"/>
          <p:nvPr/>
        </p:nvSpPr>
        <p:spPr>
          <a:xfrm>
            <a:off x="4503" y="6586745"/>
            <a:ext cx="6858000" cy="288000"/>
          </a:xfrm>
          <a:prstGeom prst="rect">
            <a:avLst/>
          </a:prstGeom>
          <a:solidFill>
            <a:srgbClr val="7E234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Skills Check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A5489B4-1F70-DFAB-82A8-051796B74F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259869"/>
                  </p:ext>
                </p:extLst>
              </p:nvPr>
            </p:nvGraphicFramePr>
            <p:xfrm>
              <a:off x="85553" y="6924888"/>
              <a:ext cx="6677884" cy="2952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338942">
                      <a:extLst>
                        <a:ext uri="{9D8B030D-6E8A-4147-A177-3AD203B41FA5}">
                          <a16:colId xmlns:a16="http://schemas.microsoft.com/office/drawing/2014/main" val="932234254"/>
                        </a:ext>
                      </a:extLst>
                    </a:gridCol>
                    <a:gridCol w="3338942">
                      <a:extLst>
                        <a:ext uri="{9D8B030D-6E8A-4147-A177-3AD203B41FA5}">
                          <a16:colId xmlns:a16="http://schemas.microsoft.com/office/drawing/2014/main" val="131069060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5786391"/>
                      </a:ext>
                    </a:extLst>
                  </a:tr>
                  <a:tr h="1872000"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The grid shows vector </a:t>
                          </a:r>
                          <a14:m>
                            <m:oMath xmlns:m="http://schemas.openxmlformats.org/officeDocument/2006/math">
                              <m:r>
                                <a:rPr lang="en-GB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r>
                            <a:rPr lang="en-GB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  <a:p>
                          <a:r>
                            <a:rPr lang="en-GB" b="0" dirty="0">
                              <a:solidFill>
                                <a:sysClr val="windowText" lastClr="000000"/>
                              </a:solidFill>
                            </a:rPr>
                            <a:t>Which</a:t>
                          </a:r>
                          <a:r>
                            <a:rPr lang="en-GB" b="0" baseline="0" dirty="0">
                              <a:solidFill>
                                <a:sysClr val="windowText" lastClr="000000"/>
                              </a:solidFill>
                            </a:rPr>
                            <a:t> of the following is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b="0" i="1" baseline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baseline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baseline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b="1" i="1" baseline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b="0" dirty="0">
                              <a:solidFill>
                                <a:sysClr val="windowText" lastClr="000000"/>
                              </a:solidFill>
                            </a:rPr>
                            <a:t>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95229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A5489B4-1F70-DFAB-82A8-051796B74F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259869"/>
                  </p:ext>
                </p:extLst>
              </p:nvPr>
            </p:nvGraphicFramePr>
            <p:xfrm>
              <a:off x="85553" y="6924888"/>
              <a:ext cx="6677884" cy="2952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338942">
                      <a:extLst>
                        <a:ext uri="{9D8B030D-6E8A-4147-A177-3AD203B41FA5}">
                          <a16:colId xmlns:a16="http://schemas.microsoft.com/office/drawing/2014/main" val="932234254"/>
                        </a:ext>
                      </a:extLst>
                    </a:gridCol>
                    <a:gridCol w="3338942">
                      <a:extLst>
                        <a:ext uri="{9D8B030D-6E8A-4147-A177-3AD203B41FA5}">
                          <a16:colId xmlns:a16="http://schemas.microsoft.com/office/drawing/2014/main" val="131069060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5786391"/>
                      </a:ext>
                    </a:extLst>
                  </a:tr>
                  <a:tr h="187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5" t="-58117" r="-100365" b="-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952296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54" name="Picture 6">
            <a:extLst>
              <a:ext uri="{FF2B5EF4-FFF2-40B4-BE49-F238E27FC236}">
                <a16:creationId xmlns:a16="http://schemas.microsoft.com/office/drawing/2014/main" id="{5B0E0884-9D37-FF3A-8D14-21B53C92A4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63" t="23027" r="41111" b="62839"/>
          <a:stretch>
            <a:fillRect/>
          </a:stretch>
        </p:blipFill>
        <p:spPr bwMode="auto">
          <a:xfrm>
            <a:off x="3510850" y="7234355"/>
            <a:ext cx="1027225" cy="52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F0334CD-A7C7-6E40-4067-C758CE2328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71" t="17936" r="39201" b="47524"/>
          <a:stretch>
            <a:fillRect/>
          </a:stretch>
        </p:blipFill>
        <p:spPr bwMode="auto">
          <a:xfrm>
            <a:off x="284160" y="6956302"/>
            <a:ext cx="913939" cy="1010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89C19E51-3A19-F66C-56C5-39839C1ED4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1535389" y="7031718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7CD10145-CD2C-99C9-0802-D342FA1D9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1516358" y="754537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9E7B235F-E81E-C940-702B-0DF6CAB7F9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2443156" y="7051285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D957E124-4BF7-261A-B319-66C9E2713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2443156" y="7567183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F7A922EE-0E60-5272-8BAC-0232626C31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0" t="70874" r="79722" b="15001"/>
          <a:stretch>
            <a:fillRect/>
          </a:stretch>
        </p:blipFill>
        <p:spPr bwMode="auto">
          <a:xfrm>
            <a:off x="1859493" y="7037550"/>
            <a:ext cx="428625" cy="41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C5BF7173-7558-82D8-4B76-BE09D425B0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6" t="71818" r="55646" b="14057"/>
          <a:stretch>
            <a:fillRect/>
          </a:stretch>
        </p:blipFill>
        <p:spPr bwMode="auto">
          <a:xfrm>
            <a:off x="2784463" y="7031718"/>
            <a:ext cx="428625" cy="41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EB8766D9-AAAC-A6C2-BF6B-20FBAF10EA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95" t="71167" r="31717" b="14708"/>
          <a:stretch>
            <a:fillRect/>
          </a:stretch>
        </p:blipFill>
        <p:spPr bwMode="auto">
          <a:xfrm>
            <a:off x="1902820" y="7548286"/>
            <a:ext cx="428625" cy="41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56B09E8E-46E1-BB67-CF6E-A6B558EA77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04" t="70779" r="9708" b="15096"/>
          <a:stretch>
            <a:fillRect/>
          </a:stretch>
        </p:blipFill>
        <p:spPr bwMode="auto">
          <a:xfrm>
            <a:off x="2804885" y="7502965"/>
            <a:ext cx="428625" cy="41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70BE4C69-0A77-50B0-9B3A-6B24115059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4815415" y="6977148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1C3F761E-8F8A-0148-0F0B-1A27A9A6A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4815415" y="7542103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71325460-CAA2-FCF3-53A7-FBF3C5B58E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5723182" y="6996715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>
            <a:extLst>
              <a:ext uri="{FF2B5EF4-FFF2-40B4-BE49-F238E27FC236}">
                <a16:creationId xmlns:a16="http://schemas.microsoft.com/office/drawing/2014/main" id="{ADF84009-F4AA-C317-5A9A-45D9FEAE45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5723182" y="7561955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>
            <a:extLst>
              <a:ext uri="{FF2B5EF4-FFF2-40B4-BE49-F238E27FC236}">
                <a16:creationId xmlns:a16="http://schemas.microsoft.com/office/drawing/2014/main" id="{6B6D6047-F883-9944-C500-E2B32557B1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8" t="67468" r="77045" b="18398"/>
          <a:stretch>
            <a:fillRect/>
          </a:stretch>
        </p:blipFill>
        <p:spPr bwMode="auto">
          <a:xfrm>
            <a:off x="5153735" y="7022710"/>
            <a:ext cx="578257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EE9CB3E4-CD38-86D9-2AEB-CBBD5C15AC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37" t="68040" r="54136" b="17826"/>
          <a:stretch>
            <a:fillRect/>
          </a:stretch>
        </p:blipFill>
        <p:spPr bwMode="auto">
          <a:xfrm>
            <a:off x="6110928" y="7022710"/>
            <a:ext cx="578257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>
            <a:extLst>
              <a:ext uri="{FF2B5EF4-FFF2-40B4-BE49-F238E27FC236}">
                <a16:creationId xmlns:a16="http://schemas.microsoft.com/office/drawing/2014/main" id="{D7BC7110-70DF-F187-7E52-9C8D73A47F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85" t="67384" r="31088" b="18482"/>
          <a:stretch>
            <a:fillRect/>
          </a:stretch>
        </p:blipFill>
        <p:spPr bwMode="auto">
          <a:xfrm>
            <a:off x="5144925" y="7542102"/>
            <a:ext cx="578257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EF75CDB4-C27C-5D93-A78D-23B0D10075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21" t="67873" r="9552" b="17993"/>
          <a:stretch>
            <a:fillRect/>
          </a:stretch>
        </p:blipFill>
        <p:spPr bwMode="auto">
          <a:xfrm>
            <a:off x="6110927" y="7518513"/>
            <a:ext cx="578257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>
            <a:extLst>
              <a:ext uri="{FF2B5EF4-FFF2-40B4-BE49-F238E27FC236}">
                <a16:creationId xmlns:a16="http://schemas.microsoft.com/office/drawing/2014/main" id="{B0E4C5D2-F583-5720-15CA-40789985C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33" t="13993" r="39815" b="43044"/>
          <a:stretch>
            <a:fillRect/>
          </a:stretch>
        </p:blipFill>
        <p:spPr bwMode="auto">
          <a:xfrm>
            <a:off x="3637585" y="8443301"/>
            <a:ext cx="732038" cy="107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>
            <a:extLst>
              <a:ext uri="{FF2B5EF4-FFF2-40B4-BE49-F238E27FC236}">
                <a16:creationId xmlns:a16="http://schemas.microsoft.com/office/drawing/2014/main" id="{E00AD33A-8335-5AE3-E5A5-0CE8B39423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4856432" y="8390275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>
            <a:extLst>
              <a:ext uri="{FF2B5EF4-FFF2-40B4-BE49-F238E27FC236}">
                <a16:creationId xmlns:a16="http://schemas.microsoft.com/office/drawing/2014/main" id="{F9D81CCB-3896-36B4-3C0E-DD9CF0925E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4856432" y="9072709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>
            <a:extLst>
              <a:ext uri="{FF2B5EF4-FFF2-40B4-BE49-F238E27FC236}">
                <a16:creationId xmlns:a16="http://schemas.microsoft.com/office/drawing/2014/main" id="{9D04DF66-9244-54DC-DD39-1E5CF5AD77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5764199" y="8409842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>
            <a:extLst>
              <a:ext uri="{FF2B5EF4-FFF2-40B4-BE49-F238E27FC236}">
                <a16:creationId xmlns:a16="http://schemas.microsoft.com/office/drawing/2014/main" id="{302637DA-74EE-E417-7CEF-DF5E50B595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5764199" y="907497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>
            <a:extLst>
              <a:ext uri="{FF2B5EF4-FFF2-40B4-BE49-F238E27FC236}">
                <a16:creationId xmlns:a16="http://schemas.microsoft.com/office/drawing/2014/main" id="{76AA413A-3D93-FB3D-9160-D00FE6FD19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0" t="71940" r="81592" b="15185"/>
          <a:stretch>
            <a:fillRect/>
          </a:stretch>
        </p:blipFill>
        <p:spPr bwMode="auto">
          <a:xfrm>
            <a:off x="5244177" y="8452019"/>
            <a:ext cx="338132" cy="42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>
            <a:extLst>
              <a:ext uri="{FF2B5EF4-FFF2-40B4-BE49-F238E27FC236}">
                <a16:creationId xmlns:a16="http://schemas.microsoft.com/office/drawing/2014/main" id="{52AFBA9D-8217-755F-3CAF-38E4657627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47" t="71919" r="57445" b="15206"/>
          <a:stretch>
            <a:fillRect/>
          </a:stretch>
        </p:blipFill>
        <p:spPr bwMode="auto">
          <a:xfrm>
            <a:off x="6176670" y="8436613"/>
            <a:ext cx="338132" cy="42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>
            <a:extLst>
              <a:ext uri="{FF2B5EF4-FFF2-40B4-BE49-F238E27FC236}">
                <a16:creationId xmlns:a16="http://schemas.microsoft.com/office/drawing/2014/main" id="{8CD6D892-AA48-ECDC-DB42-B09F0B77C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27" t="72410" r="34765" b="14715"/>
          <a:stretch>
            <a:fillRect/>
          </a:stretch>
        </p:blipFill>
        <p:spPr bwMode="auto">
          <a:xfrm>
            <a:off x="5310315" y="9070448"/>
            <a:ext cx="338132" cy="42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>
            <a:extLst>
              <a:ext uri="{FF2B5EF4-FFF2-40B4-BE49-F238E27FC236}">
                <a16:creationId xmlns:a16="http://schemas.microsoft.com/office/drawing/2014/main" id="{7F40EEEA-1E3D-AF6E-9B7B-CFF66DEE8A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31" t="72087" r="11661" b="15038"/>
          <a:stretch>
            <a:fillRect/>
          </a:stretch>
        </p:blipFill>
        <p:spPr bwMode="auto">
          <a:xfrm>
            <a:off x="6143284" y="9070448"/>
            <a:ext cx="338132" cy="42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>
            <a:extLst>
              <a:ext uri="{FF2B5EF4-FFF2-40B4-BE49-F238E27FC236}">
                <a16:creationId xmlns:a16="http://schemas.microsoft.com/office/drawing/2014/main" id="{D8A0B561-B9E6-6661-D7B5-E67CD18F1A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8" t="2734" r="52764" b="69098"/>
          <a:stretch>
            <a:fillRect/>
          </a:stretch>
        </p:blipFill>
        <p:spPr bwMode="auto">
          <a:xfrm>
            <a:off x="2656911" y="8049776"/>
            <a:ext cx="732039" cy="68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>
            <a:extLst>
              <a:ext uri="{FF2B5EF4-FFF2-40B4-BE49-F238E27FC236}">
                <a16:creationId xmlns:a16="http://schemas.microsoft.com/office/drawing/2014/main" id="{436D0538-6FA1-CD16-7F51-C1E101DEE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4" t="33819" r="59379" b="37015"/>
          <a:stretch>
            <a:fillRect/>
          </a:stretch>
        </p:blipFill>
        <p:spPr bwMode="auto">
          <a:xfrm>
            <a:off x="1130291" y="9160526"/>
            <a:ext cx="745516" cy="69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>
            <a:extLst>
              <a:ext uri="{FF2B5EF4-FFF2-40B4-BE49-F238E27FC236}">
                <a16:creationId xmlns:a16="http://schemas.microsoft.com/office/drawing/2014/main" id="{224C9AA6-CD8E-7196-2DFE-BAD394A213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92248" y="8599806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>
            <a:extLst>
              <a:ext uri="{FF2B5EF4-FFF2-40B4-BE49-F238E27FC236}">
                <a16:creationId xmlns:a16="http://schemas.microsoft.com/office/drawing/2014/main" id="{A78A1B0A-3D0A-02F0-9760-41E1B2D931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821607" y="929890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6">
            <a:extLst>
              <a:ext uri="{FF2B5EF4-FFF2-40B4-BE49-F238E27FC236}">
                <a16:creationId xmlns:a16="http://schemas.microsoft.com/office/drawing/2014/main" id="{58CDC007-D8E1-3192-5E7E-14DDCF8A9E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1504086" y="8644470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>
            <a:extLst>
              <a:ext uri="{FF2B5EF4-FFF2-40B4-BE49-F238E27FC236}">
                <a16:creationId xmlns:a16="http://schemas.microsoft.com/office/drawing/2014/main" id="{1886F709-93D0-2A1A-0794-93AD74C0BF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35" t="34069" r="16128" b="36765"/>
          <a:stretch>
            <a:fillRect/>
          </a:stretch>
        </p:blipFill>
        <p:spPr bwMode="auto">
          <a:xfrm>
            <a:off x="458556" y="8491710"/>
            <a:ext cx="745516" cy="69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8">
            <a:extLst>
              <a:ext uri="{FF2B5EF4-FFF2-40B4-BE49-F238E27FC236}">
                <a16:creationId xmlns:a16="http://schemas.microsoft.com/office/drawing/2014/main" id="{EADD4CE5-B6AB-E7F1-6DC1-3EC896BE89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37" t="65329" r="58826" b="5505"/>
          <a:stretch>
            <a:fillRect/>
          </a:stretch>
        </p:blipFill>
        <p:spPr bwMode="auto">
          <a:xfrm>
            <a:off x="1855042" y="8590671"/>
            <a:ext cx="745516" cy="69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8">
            <a:extLst>
              <a:ext uri="{FF2B5EF4-FFF2-40B4-BE49-F238E27FC236}">
                <a16:creationId xmlns:a16="http://schemas.microsoft.com/office/drawing/2014/main" id="{10C1BF04-596E-4E97-75F7-4DAA45E64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26" t="65220" r="16237" b="5614"/>
          <a:stretch>
            <a:fillRect/>
          </a:stretch>
        </p:blipFill>
        <p:spPr bwMode="auto">
          <a:xfrm>
            <a:off x="2600558" y="9139818"/>
            <a:ext cx="745516" cy="69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>
            <a:extLst>
              <a:ext uri="{FF2B5EF4-FFF2-40B4-BE49-F238E27FC236}">
                <a16:creationId xmlns:a16="http://schemas.microsoft.com/office/drawing/2014/main" id="{7E785A20-2DB9-665A-6BCB-A1FB226C4B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2212456" y="9321087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947E673E-78B8-0A4D-41EE-DC7D6E01E83A}"/>
              </a:ext>
            </a:extLst>
          </p:cNvPr>
          <p:cNvSpPr/>
          <p:nvPr/>
        </p:nvSpPr>
        <p:spPr>
          <a:xfrm>
            <a:off x="1396706" y="7518513"/>
            <a:ext cx="1008822" cy="419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9A21CBA-6967-1713-8F1A-B283236B47DD}"/>
              </a:ext>
            </a:extLst>
          </p:cNvPr>
          <p:cNvSpPr/>
          <p:nvPr/>
        </p:nvSpPr>
        <p:spPr>
          <a:xfrm>
            <a:off x="5672259" y="7002379"/>
            <a:ext cx="1008822" cy="419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D462323-045A-741D-328D-013B9AECE9A3}"/>
              </a:ext>
            </a:extLst>
          </p:cNvPr>
          <p:cNvSpPr/>
          <p:nvPr/>
        </p:nvSpPr>
        <p:spPr>
          <a:xfrm>
            <a:off x="712484" y="9139818"/>
            <a:ext cx="1322055" cy="6958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73467BD-F532-56D4-034C-DFF9D5EF2EFA}"/>
              </a:ext>
            </a:extLst>
          </p:cNvPr>
          <p:cNvSpPr/>
          <p:nvPr/>
        </p:nvSpPr>
        <p:spPr>
          <a:xfrm>
            <a:off x="4818354" y="8956199"/>
            <a:ext cx="945846" cy="6958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9F54D94-8B0D-FB50-50AC-53ED2CE7921E}"/>
                  </a:ext>
                </a:extLst>
              </p:cNvPr>
              <p:cNvSpPr txBox="1"/>
              <p:nvPr/>
            </p:nvSpPr>
            <p:spPr>
              <a:xfrm>
                <a:off x="3141932" y="566248"/>
                <a:ext cx="3429000" cy="641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400" b="0" dirty="0">
                    <a:solidFill>
                      <a:srgbClr val="FF0000"/>
                    </a:solidFill>
                  </a:rPr>
                  <a:t>Should multiply both parts of the vector, so </a:t>
                </a:r>
                <a14:m>
                  <m:oMath xmlns:m="http://schemas.openxmlformats.org/officeDocument/2006/math">
                    <m:r>
                      <a:rPr lang="en-GB" sz="1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GB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num>
                          <m:den>
                            <m:r>
                              <a:rPr lang="en-GB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GB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−6</m:t>
                            </m:r>
                          </m:num>
                          <m:den>
                            <m: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9F54D94-8B0D-FB50-50AC-53ED2CE79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932" y="566248"/>
                <a:ext cx="3429000" cy="641329"/>
              </a:xfrm>
              <a:prstGeom prst="rect">
                <a:avLst/>
              </a:prstGeom>
              <a:blipFill>
                <a:blip r:embed="rId12"/>
                <a:stretch>
                  <a:fillRect l="-533" t="-1905" b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BBC8036-6528-E6B7-2793-8996DB5D9776}"/>
                  </a:ext>
                </a:extLst>
              </p:cNvPr>
              <p:cNvSpPr txBox="1"/>
              <p:nvPr/>
            </p:nvSpPr>
            <p:spPr>
              <a:xfrm>
                <a:off x="776132" y="2099940"/>
                <a:ext cx="767213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BBC8036-6528-E6B7-2793-8996DB5D9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32" y="2099940"/>
                <a:ext cx="767213" cy="57637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563B80B-725D-C270-7D99-8DABF71D51F2}"/>
                  </a:ext>
                </a:extLst>
              </p:cNvPr>
              <p:cNvSpPr txBox="1"/>
              <p:nvPr/>
            </p:nvSpPr>
            <p:spPr>
              <a:xfrm>
                <a:off x="2482008" y="2084298"/>
                <a:ext cx="767213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563B80B-725D-C270-7D99-8DABF71D5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008" y="2084298"/>
                <a:ext cx="767213" cy="5763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308CD46-6D82-C016-9C5A-8548ED98B165}"/>
                  </a:ext>
                </a:extLst>
              </p:cNvPr>
              <p:cNvSpPr txBox="1"/>
              <p:nvPr/>
            </p:nvSpPr>
            <p:spPr>
              <a:xfrm>
                <a:off x="4187884" y="2083962"/>
                <a:ext cx="767213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308CD46-6D82-C016-9C5A-8548ED98B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884" y="2083962"/>
                <a:ext cx="767213" cy="57637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A2357B6-2602-B86D-D645-798F884F8E84}"/>
                  </a:ext>
                </a:extLst>
              </p:cNvPr>
              <p:cNvSpPr txBox="1"/>
              <p:nvPr/>
            </p:nvSpPr>
            <p:spPr>
              <a:xfrm>
                <a:off x="5886174" y="2095757"/>
                <a:ext cx="767213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A2357B6-2602-B86D-D645-798F884F8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174" y="2095757"/>
                <a:ext cx="767213" cy="57637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7C651FC-D8E2-CA88-5821-6EBA560E7DAC}"/>
                  </a:ext>
                </a:extLst>
              </p:cNvPr>
              <p:cNvSpPr txBox="1"/>
              <p:nvPr/>
            </p:nvSpPr>
            <p:spPr>
              <a:xfrm>
                <a:off x="803826" y="2871240"/>
                <a:ext cx="767213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7C651FC-D8E2-CA88-5821-6EBA560E7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26" y="2871240"/>
                <a:ext cx="767213" cy="57637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911C9E1-C3FC-6D0B-7AA6-2AA40AD6D9BC}"/>
                  </a:ext>
                </a:extLst>
              </p:cNvPr>
              <p:cNvSpPr txBox="1"/>
              <p:nvPr/>
            </p:nvSpPr>
            <p:spPr>
              <a:xfrm>
                <a:off x="2509702" y="2855598"/>
                <a:ext cx="767213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911C9E1-C3FC-6D0B-7AA6-2AA40AD6D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702" y="2855598"/>
                <a:ext cx="767213" cy="57637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3F9B1BF-5343-C193-0006-87DF35E2CB7F}"/>
                  </a:ext>
                </a:extLst>
              </p:cNvPr>
              <p:cNvSpPr txBox="1"/>
              <p:nvPr/>
            </p:nvSpPr>
            <p:spPr>
              <a:xfrm>
                <a:off x="4215578" y="2855262"/>
                <a:ext cx="767213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3F9B1BF-5343-C193-0006-87DF35E2C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578" y="2855262"/>
                <a:ext cx="767213" cy="57637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4FC7E0F-17B5-729D-E227-A8F436C56C26}"/>
                  </a:ext>
                </a:extLst>
              </p:cNvPr>
              <p:cNvSpPr txBox="1"/>
              <p:nvPr/>
            </p:nvSpPr>
            <p:spPr>
              <a:xfrm>
                <a:off x="5913868" y="2867057"/>
                <a:ext cx="767213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4FC7E0F-17B5-729D-E227-A8F436C56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868" y="2867057"/>
                <a:ext cx="767213" cy="57637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TextBox 2047">
                <a:extLst>
                  <a:ext uri="{FF2B5EF4-FFF2-40B4-BE49-F238E27FC236}">
                    <a16:creationId xmlns:a16="http://schemas.microsoft.com/office/drawing/2014/main" id="{1E72BF98-3164-2B36-BEA7-5BBA19E339F2}"/>
                  </a:ext>
                </a:extLst>
              </p:cNvPr>
              <p:cNvSpPr txBox="1"/>
              <p:nvPr/>
            </p:nvSpPr>
            <p:spPr>
              <a:xfrm>
                <a:off x="3768997" y="3877797"/>
                <a:ext cx="767213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048" name="TextBox 2047">
                <a:extLst>
                  <a:ext uri="{FF2B5EF4-FFF2-40B4-BE49-F238E27FC236}">
                    <a16:creationId xmlns:a16="http://schemas.microsoft.com/office/drawing/2014/main" id="{1E72BF98-3164-2B36-BEA7-5BBA19E33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997" y="3877797"/>
                <a:ext cx="767213" cy="47269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9" name="TextBox 2048">
                <a:extLst>
                  <a:ext uri="{FF2B5EF4-FFF2-40B4-BE49-F238E27FC236}">
                    <a16:creationId xmlns:a16="http://schemas.microsoft.com/office/drawing/2014/main" id="{69A5A995-BD6C-F1C2-6B08-A2EEA2553C40}"/>
                  </a:ext>
                </a:extLst>
              </p:cNvPr>
              <p:cNvSpPr txBox="1"/>
              <p:nvPr/>
            </p:nvSpPr>
            <p:spPr>
              <a:xfrm>
                <a:off x="5722523" y="3843105"/>
                <a:ext cx="767213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049" name="TextBox 2048">
                <a:extLst>
                  <a:ext uri="{FF2B5EF4-FFF2-40B4-BE49-F238E27FC236}">
                    <a16:creationId xmlns:a16="http://schemas.microsoft.com/office/drawing/2014/main" id="{69A5A995-BD6C-F1C2-6B08-A2EEA2553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523" y="3843105"/>
                <a:ext cx="767213" cy="47269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" name="TextBox 2050">
                <a:extLst>
                  <a:ext uri="{FF2B5EF4-FFF2-40B4-BE49-F238E27FC236}">
                    <a16:creationId xmlns:a16="http://schemas.microsoft.com/office/drawing/2014/main" id="{26E796BA-0972-8728-644E-308E02A0CCC5}"/>
                  </a:ext>
                </a:extLst>
              </p:cNvPr>
              <p:cNvSpPr txBox="1"/>
              <p:nvPr/>
            </p:nvSpPr>
            <p:spPr>
              <a:xfrm>
                <a:off x="3796691" y="4515747"/>
                <a:ext cx="767213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051" name="TextBox 2050">
                <a:extLst>
                  <a:ext uri="{FF2B5EF4-FFF2-40B4-BE49-F238E27FC236}">
                    <a16:creationId xmlns:a16="http://schemas.microsoft.com/office/drawing/2014/main" id="{26E796BA-0972-8728-644E-308E02A0C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691" y="4515747"/>
                <a:ext cx="767213" cy="47269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3" name="TextBox 2052">
                <a:extLst>
                  <a:ext uri="{FF2B5EF4-FFF2-40B4-BE49-F238E27FC236}">
                    <a16:creationId xmlns:a16="http://schemas.microsoft.com/office/drawing/2014/main" id="{7FC55640-97EA-C82F-A40D-F692FDB433F8}"/>
                  </a:ext>
                </a:extLst>
              </p:cNvPr>
              <p:cNvSpPr txBox="1"/>
              <p:nvPr/>
            </p:nvSpPr>
            <p:spPr>
              <a:xfrm>
                <a:off x="5750217" y="4538205"/>
                <a:ext cx="767213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053" name="TextBox 2052">
                <a:extLst>
                  <a:ext uri="{FF2B5EF4-FFF2-40B4-BE49-F238E27FC236}">
                    <a16:creationId xmlns:a16="http://schemas.microsoft.com/office/drawing/2014/main" id="{7FC55640-97EA-C82F-A40D-F692FDB43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217" y="4538205"/>
                <a:ext cx="767213" cy="47269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5" name="TextBox 2054">
                <a:extLst>
                  <a:ext uri="{FF2B5EF4-FFF2-40B4-BE49-F238E27FC236}">
                    <a16:creationId xmlns:a16="http://schemas.microsoft.com/office/drawing/2014/main" id="{2743D126-51AB-90D2-A82A-6D67ADB0B11A}"/>
                  </a:ext>
                </a:extLst>
              </p:cNvPr>
              <p:cNvSpPr txBox="1"/>
              <p:nvPr/>
            </p:nvSpPr>
            <p:spPr>
              <a:xfrm>
                <a:off x="3804277" y="5212324"/>
                <a:ext cx="767213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−9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055" name="TextBox 2054">
                <a:extLst>
                  <a:ext uri="{FF2B5EF4-FFF2-40B4-BE49-F238E27FC236}">
                    <a16:creationId xmlns:a16="http://schemas.microsoft.com/office/drawing/2014/main" id="{2743D126-51AB-90D2-A82A-6D67ADB0B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277" y="5212324"/>
                <a:ext cx="767213" cy="47269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TextBox 2056">
                <a:extLst>
                  <a:ext uri="{FF2B5EF4-FFF2-40B4-BE49-F238E27FC236}">
                    <a16:creationId xmlns:a16="http://schemas.microsoft.com/office/drawing/2014/main" id="{1247BB94-986A-B781-4755-DFB61C864B3C}"/>
                  </a:ext>
                </a:extLst>
              </p:cNvPr>
              <p:cNvSpPr txBox="1"/>
              <p:nvPr/>
            </p:nvSpPr>
            <p:spPr>
              <a:xfrm>
                <a:off x="5757803" y="5177632"/>
                <a:ext cx="767213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−15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057" name="TextBox 2056">
                <a:extLst>
                  <a:ext uri="{FF2B5EF4-FFF2-40B4-BE49-F238E27FC236}">
                    <a16:creationId xmlns:a16="http://schemas.microsoft.com/office/drawing/2014/main" id="{1247BB94-986A-B781-4755-DFB61C864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803" y="5177632"/>
                <a:ext cx="767213" cy="47269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8" name="TextBox 2057">
                <a:extLst>
                  <a:ext uri="{FF2B5EF4-FFF2-40B4-BE49-F238E27FC236}">
                    <a16:creationId xmlns:a16="http://schemas.microsoft.com/office/drawing/2014/main" id="{0A689ED8-18A6-D229-EB47-F80BB00309B5}"/>
                  </a:ext>
                </a:extLst>
              </p:cNvPr>
              <p:cNvSpPr txBox="1"/>
              <p:nvPr/>
            </p:nvSpPr>
            <p:spPr>
              <a:xfrm>
                <a:off x="3831971" y="5850274"/>
                <a:ext cx="767213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058" name="TextBox 2057">
                <a:extLst>
                  <a:ext uri="{FF2B5EF4-FFF2-40B4-BE49-F238E27FC236}">
                    <a16:creationId xmlns:a16="http://schemas.microsoft.com/office/drawing/2014/main" id="{0A689ED8-18A6-D229-EB47-F80BB0030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971" y="5850274"/>
                <a:ext cx="767213" cy="47269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7265156C-6C0F-DF76-0304-85BA29ACF50A}"/>
                  </a:ext>
                </a:extLst>
              </p:cNvPr>
              <p:cNvSpPr txBox="1"/>
              <p:nvPr/>
            </p:nvSpPr>
            <p:spPr>
              <a:xfrm>
                <a:off x="5785497" y="5872732"/>
                <a:ext cx="767213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7265156C-6C0F-DF76-0304-85BA29ACF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497" y="5872732"/>
                <a:ext cx="767213" cy="47269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954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285C7-3B6C-34FA-B90B-B18CE682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ED83C7-FD1D-DC59-AE16-0F1203DCD58C}"/>
              </a:ext>
            </a:extLst>
          </p:cNvPr>
          <p:cNvSpPr txBox="1"/>
          <p:nvPr/>
        </p:nvSpPr>
        <p:spPr>
          <a:xfrm>
            <a:off x="0" y="-15100"/>
            <a:ext cx="1873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Year 10: Vectors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D15A55-E3F3-D016-07CB-04551C863C42}"/>
              </a:ext>
            </a:extLst>
          </p:cNvPr>
          <p:cNvSpPr txBox="1"/>
          <p:nvPr/>
        </p:nvSpPr>
        <p:spPr>
          <a:xfrm>
            <a:off x="3819525" y="0"/>
            <a:ext cx="3038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b="1" dirty="0">
                <a:solidFill>
                  <a:schemeClr val="bg1"/>
                </a:solidFill>
              </a:rPr>
              <a:t>C. Adding and Subtracting Vectors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B1D81B-CED7-75B6-845E-65E108FF220F}"/>
              </a:ext>
            </a:extLst>
          </p:cNvPr>
          <p:cNvSpPr txBox="1"/>
          <p:nvPr/>
        </p:nvSpPr>
        <p:spPr>
          <a:xfrm>
            <a:off x="72413" y="359481"/>
            <a:ext cx="6713174" cy="1308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 dirty="0"/>
              <a:t>We can add vectors together to create a combined movement, like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joining steps to form a path.</a:t>
            </a:r>
            <a:endParaRPr lang="en-GB" sz="700" dirty="0"/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This new path is called the </a:t>
            </a:r>
            <a:r>
              <a:rPr lang="en-GB" sz="1200" b="1" dirty="0"/>
              <a:t>resultant vector</a:t>
            </a:r>
            <a:r>
              <a:rPr lang="en-GB" sz="1200" dirty="0"/>
              <a:t> – it replaces all the joined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vectors with a single one.</a:t>
            </a:r>
          </a:p>
          <a:p>
            <a:pPr marL="228600" indent="-228600">
              <a:buFont typeface="+mj-lt"/>
              <a:buAutoNum type="arabicPeriod"/>
            </a:pPr>
            <a:endParaRPr lang="en-GB" sz="700" dirty="0"/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To add vectors, we combine their horizontal and vertical components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separately.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77598D-59F0-F61A-CE0F-E01EA66E3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473" y="428314"/>
            <a:ext cx="1566076" cy="1152671"/>
          </a:xfrm>
          <a:prstGeom prst="rect">
            <a:avLst/>
          </a:prstGeom>
        </p:spPr>
      </p:pic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80A6A9E6-A49C-699C-91AF-CB6C9455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609908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10</a:t>
            </a:fld>
            <a:endParaRPr lang="en-GB" b="1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516F37-2065-7ED1-A4DD-B93331E35D1A}"/>
              </a:ext>
            </a:extLst>
          </p:cNvPr>
          <p:cNvSpPr/>
          <p:nvPr/>
        </p:nvSpPr>
        <p:spPr>
          <a:xfrm>
            <a:off x="0" y="19505"/>
            <a:ext cx="6858000" cy="252000"/>
          </a:xfrm>
          <a:prstGeom prst="rect">
            <a:avLst/>
          </a:prstGeom>
          <a:solidFill>
            <a:srgbClr val="009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noProof="0" dirty="0"/>
              <a:t>Subtopic 1C: Adding and Subtracting 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CE6C926-736C-4217-184D-513ACCFB10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3173819"/>
                  </p:ext>
                </p:extLst>
              </p:nvPr>
            </p:nvGraphicFramePr>
            <p:xfrm>
              <a:off x="85554" y="1719209"/>
              <a:ext cx="6686891" cy="3670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39547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8.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604505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Find the start point of the first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Follow the given pathway to the end point of the second vector.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Join these 2 points and draw an arrow in the correct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476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CE6C926-736C-4217-184D-513ACCFB10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3173819"/>
                  </p:ext>
                </p:extLst>
              </p:nvPr>
            </p:nvGraphicFramePr>
            <p:xfrm>
              <a:off x="85554" y="1719209"/>
              <a:ext cx="6686891" cy="3670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8.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92024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Find the start point of the first vector.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Follow the given pathway to the end point of the second vector.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Join these 2 points and draw an arrow in the correct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6333" t="-14873" r="-201000" b="-772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6333" t="-14873" r="-101000" b="-772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6333" t="-14873" r="-1000" b="-772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476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36C34EDD-98C8-D789-55E4-C584A2457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62" y="2453815"/>
            <a:ext cx="1745526" cy="11229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0FCDA2-D22A-4D03-1E2A-0DA9D3EC2F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1142" y="2453816"/>
            <a:ext cx="1745527" cy="112295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91EAD6C-982E-763E-CCE0-37C46C61C0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751" y="2495481"/>
            <a:ext cx="1745527" cy="11229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673CA43C-10B2-E686-9161-15B83F2672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9043465"/>
                  </p:ext>
                </p:extLst>
              </p:nvPr>
            </p:nvGraphicFramePr>
            <p:xfrm>
              <a:off x="98695" y="5441447"/>
              <a:ext cx="6686894" cy="20761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8155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9.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801845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addition using column vectors.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Add the horizontal parts.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Add the vertical parts.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−7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673CA43C-10B2-E686-9161-15B83F2672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9043465"/>
                  </p:ext>
                </p:extLst>
              </p:nvPr>
            </p:nvGraphicFramePr>
            <p:xfrm>
              <a:off x="98695" y="5441447"/>
              <a:ext cx="6686894" cy="20761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8155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9.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801845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addition using column vectors.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Add the horizontal parts.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Add the vertical parts.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77663" t="-15488" r="-200687" b="-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77663" t="-15488" r="-100687" b="-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77663" t="-15488" r="-687" b="-6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104AE957-3C1F-EB54-D157-F0AB76CC48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2336829"/>
                  </p:ext>
                </p:extLst>
              </p:nvPr>
            </p:nvGraphicFramePr>
            <p:xfrm>
              <a:off x="98694" y="7903904"/>
              <a:ext cx="6639495" cy="190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3165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13165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13165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908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b="1" dirty="0"/>
                            <a:t>Q18.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shown.</a:t>
                          </a:r>
                          <a:br>
                            <a:rPr lang="en-GB" sz="1200" dirty="0"/>
                          </a:b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b="1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Q19.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,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are shown. Draw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Q20.</a:t>
                          </a:r>
                          <a:r>
                            <a:rPr lang="en-GB" sz="1200" baseline="0" dirty="0"/>
                            <a:t>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shown. Draw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0" dirty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104AE957-3C1F-EB54-D157-F0AB76CC48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2336829"/>
                  </p:ext>
                </p:extLst>
              </p:nvPr>
            </p:nvGraphicFramePr>
            <p:xfrm>
              <a:off x="98694" y="7903904"/>
              <a:ext cx="6639495" cy="190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3165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13165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13165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90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75" t="-318" r="-200826" b="-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000" t="-318" r="-100275" b="-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00551" t="-318" r="-551" b="-6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5" name="Picture 44">
            <a:extLst>
              <a:ext uri="{FF2B5EF4-FFF2-40B4-BE49-F238E27FC236}">
                <a16:creationId xmlns:a16="http://schemas.microsoft.com/office/drawing/2014/main" id="{1BFFC9FB-2A5F-7BBC-A7A3-4AFDCE0392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328" y="8407519"/>
            <a:ext cx="1964186" cy="13051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667C3A4-350D-AE5E-65D0-AE403B0566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1823" y="8297508"/>
            <a:ext cx="1696733" cy="1449636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1FD3308-CAF3-466D-2486-9B6FC63D3397}"/>
              </a:ext>
            </a:extLst>
          </p:cNvPr>
          <p:cNvSpPr/>
          <p:nvPr/>
        </p:nvSpPr>
        <p:spPr>
          <a:xfrm>
            <a:off x="98694" y="7584758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78DD9DD-637D-8ABD-82D5-247AD878E3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70075" y="8338774"/>
            <a:ext cx="1696732" cy="144259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425803-E30C-E92A-39C9-122033F9DDDC}"/>
              </a:ext>
            </a:extLst>
          </p:cNvPr>
          <p:cNvCxnSpPr>
            <a:cxnSpLocks/>
          </p:cNvCxnSpPr>
          <p:nvPr/>
        </p:nvCxnSpPr>
        <p:spPr>
          <a:xfrm flipV="1">
            <a:off x="321480" y="8455547"/>
            <a:ext cx="1551770" cy="11966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C731DD-434A-2FDB-7F26-99CCEB0851E4}"/>
              </a:ext>
            </a:extLst>
          </p:cNvPr>
          <p:cNvCxnSpPr>
            <a:cxnSpLocks/>
          </p:cNvCxnSpPr>
          <p:nvPr/>
        </p:nvCxnSpPr>
        <p:spPr>
          <a:xfrm flipV="1">
            <a:off x="2570075" y="8924925"/>
            <a:ext cx="581067" cy="8222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61BF4BC-E18E-AC5A-6A88-20A29E816299}"/>
              </a:ext>
            </a:extLst>
          </p:cNvPr>
          <p:cNvCxnSpPr>
            <a:cxnSpLocks/>
          </p:cNvCxnSpPr>
          <p:nvPr/>
        </p:nvCxnSpPr>
        <p:spPr>
          <a:xfrm flipH="1">
            <a:off x="2611233" y="9476865"/>
            <a:ext cx="787417" cy="24751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CFE795-1C41-CB31-AF8B-DB8FFBDCBEBE}"/>
                  </a:ext>
                </a:extLst>
              </p:cNvPr>
              <p:cNvSpPr txBox="1"/>
              <p:nvPr/>
            </p:nvSpPr>
            <p:spPr>
              <a:xfrm>
                <a:off x="2996899" y="9471408"/>
                <a:ext cx="462453" cy="276999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200" i="1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2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CFE795-1C41-CB31-AF8B-DB8FFBDCB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899" y="9471408"/>
                <a:ext cx="462453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C17FF9-A752-E302-C69F-9DB9452AC43D}"/>
              </a:ext>
            </a:extLst>
          </p:cNvPr>
          <p:cNvCxnSpPr>
            <a:cxnSpLocks/>
          </p:cNvCxnSpPr>
          <p:nvPr/>
        </p:nvCxnSpPr>
        <p:spPr>
          <a:xfrm flipV="1">
            <a:off x="4814262" y="8629650"/>
            <a:ext cx="281121" cy="10610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549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E3500-248D-FC69-14FF-349C517F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C596A25-A3C7-8397-03CA-A4FF6905E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009740"/>
              </p:ext>
            </p:extLst>
          </p:nvPr>
        </p:nvGraphicFramePr>
        <p:xfrm>
          <a:off x="76482" y="1763987"/>
          <a:ext cx="6686891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6891">
                  <a:extLst>
                    <a:ext uri="{9D8B030D-6E8A-4147-A177-3AD203B41FA5}">
                      <a16:colId xmlns:a16="http://schemas.microsoft.com/office/drawing/2014/main" val="3047116006"/>
                    </a:ext>
                  </a:extLst>
                </a:gridCol>
              </a:tblGrid>
              <a:tr h="2664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We treat </a:t>
                      </a:r>
                      <a:r>
                        <a:rPr lang="en-GB" sz="1200" b="1" dirty="0"/>
                        <a:t>subtraction</a:t>
                      </a:r>
                      <a:r>
                        <a:rPr lang="en-GB" sz="1200" dirty="0"/>
                        <a:t> of a vector as adding the vector in the </a:t>
                      </a:r>
                      <a:r>
                        <a:rPr lang="en-GB" sz="1200" b="1" dirty="0"/>
                        <a:t>reverse direction</a:t>
                      </a:r>
                      <a:r>
                        <a:rPr lang="en-GB" sz="1200" dirty="0"/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5131784"/>
                  </a:ext>
                </a:extLst>
              </a:tr>
            </a:tbl>
          </a:graphicData>
        </a:graphic>
      </p:graphicFrame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B02A6952-DC52-90CE-6A6E-0C27581B8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38172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11</a:t>
            </a:fld>
            <a:endParaRPr lang="en-GB" b="1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517CD1F6-E105-2BBC-3352-2B497F8C6E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579670"/>
                  </p:ext>
                </p:extLst>
              </p:nvPr>
            </p:nvGraphicFramePr>
            <p:xfrm>
              <a:off x="76482" y="80658"/>
              <a:ext cx="6714423" cy="162662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38141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38141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38141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626621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Q21.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Q22. 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Q23.</a:t>
                          </a:r>
                          <a:r>
                            <a:rPr lang="en-GB" sz="1200" b="1" baseline="0" dirty="0"/>
                            <a:t> 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517CD1F6-E105-2BBC-3352-2B497F8C6E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579670"/>
                  </p:ext>
                </p:extLst>
              </p:nvPr>
            </p:nvGraphicFramePr>
            <p:xfrm>
              <a:off x="76482" y="80658"/>
              <a:ext cx="6714423" cy="162662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38141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38141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38141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6266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2" t="-373" r="-201090" b="-7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373" r="-100543" b="-7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5" t="-373" r="-817" b="-7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5DC7D6D6-E66B-B107-A8E8-AE5B9E194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1702" y="8301973"/>
            <a:ext cx="1696733" cy="14496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95D54DF3-FC91-2F92-661B-2CE8DFA0D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0683380"/>
                  </p:ext>
                </p:extLst>
              </p:nvPr>
            </p:nvGraphicFramePr>
            <p:xfrm>
              <a:off x="76482" y="2049490"/>
              <a:ext cx="6686891" cy="3706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58589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10.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810123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in the negative (reverse) vector where required.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Follow the pathway as before.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Join the start and end  points, with an arrow in the correct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512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95D54DF3-FC91-2F92-661B-2CE8DFA0D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0683380"/>
                  </p:ext>
                </p:extLst>
              </p:nvPr>
            </p:nvGraphicFramePr>
            <p:xfrm>
              <a:off x="76482" y="2049490"/>
              <a:ext cx="6686891" cy="3706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10.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92024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in the negative (reverse) vector where required.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Follow the pathway as before.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Join the start and end  points, with an arrow in the correct direction.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6333" t="-14557" r="-200667" b="-79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66333" t="-14557" r="-100667" b="-79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66333" t="-14557" r="-667" b="-791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512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6" name="Picture 35">
            <a:extLst>
              <a:ext uri="{FF2B5EF4-FFF2-40B4-BE49-F238E27FC236}">
                <a16:creationId xmlns:a16="http://schemas.microsoft.com/office/drawing/2014/main" id="{18A1BD54-0A02-6D44-D159-90422DD110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6023" y="2808096"/>
            <a:ext cx="1745526" cy="112295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6018B1B-73C5-4876-6828-2C5B4D8710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0673" y="2808096"/>
            <a:ext cx="1745527" cy="112295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4588383F-9C46-D130-55DD-C428E65EE1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4199" y="2784095"/>
            <a:ext cx="1745526" cy="11229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9" name="Table 88">
                <a:extLst>
                  <a:ext uri="{FF2B5EF4-FFF2-40B4-BE49-F238E27FC236}">
                    <a16:creationId xmlns:a16="http://schemas.microsoft.com/office/drawing/2014/main" id="{DFF8C4CE-ECF4-7C01-870A-27DAA7CCB0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5129585"/>
                  </p:ext>
                </p:extLst>
              </p:nvPr>
            </p:nvGraphicFramePr>
            <p:xfrm>
              <a:off x="91702" y="5796117"/>
              <a:ext cx="6686894" cy="20761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8155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11.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801845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addition using column vectors.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Subtract the horizontal parts.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Subtract the vertical parts.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−7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9" name="Table 88">
                <a:extLst>
                  <a:ext uri="{FF2B5EF4-FFF2-40B4-BE49-F238E27FC236}">
                    <a16:creationId xmlns:a16="http://schemas.microsoft.com/office/drawing/2014/main" id="{DFF8C4CE-ECF4-7C01-870A-27DAA7CCB0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5129585"/>
                  </p:ext>
                </p:extLst>
              </p:nvPr>
            </p:nvGraphicFramePr>
            <p:xfrm>
              <a:off x="91702" y="5796117"/>
              <a:ext cx="6686894" cy="20761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68155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7291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11.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801845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addition using column vectors.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Subtract the horizontal parts.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Subtract the vertical parts.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77320" t="-15488" r="-201031" b="-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77320" t="-15488" r="-101031" b="-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77320" t="-15488" r="-1031" b="-6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0" name="Table 89">
                <a:extLst>
                  <a:ext uri="{FF2B5EF4-FFF2-40B4-BE49-F238E27FC236}">
                    <a16:creationId xmlns:a16="http://schemas.microsoft.com/office/drawing/2014/main" id="{04C6A4DC-34D3-FD51-753C-CE172A07A3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9986945"/>
                  </p:ext>
                </p:extLst>
              </p:nvPr>
            </p:nvGraphicFramePr>
            <p:xfrm>
              <a:off x="76705" y="8240938"/>
              <a:ext cx="6686668" cy="15717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43334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3343334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</a:tblGrid>
                  <a:tr h="1571706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b="1" dirty="0"/>
                            <a:t>Q24.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br>
                            <a:rPr lang="en-GB" sz="1200" b="1" dirty="0"/>
                          </a:br>
                          <a:r>
                            <a:rPr lang="en-GB" sz="1200" dirty="0"/>
                            <a:t>are shown. </a:t>
                          </a: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Draw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0" dirty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Q25.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are shown. Draw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0" name="Table 89">
                <a:extLst>
                  <a:ext uri="{FF2B5EF4-FFF2-40B4-BE49-F238E27FC236}">
                    <a16:creationId xmlns:a16="http://schemas.microsoft.com/office/drawing/2014/main" id="{04C6A4DC-34D3-FD51-753C-CE172A07A3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9986945"/>
                  </p:ext>
                </p:extLst>
              </p:nvPr>
            </p:nvGraphicFramePr>
            <p:xfrm>
              <a:off x="76705" y="8240938"/>
              <a:ext cx="6686668" cy="157170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43334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3343334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</a:tblGrid>
                  <a:tr h="15717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2" t="-386" r="-100364" b="-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0182" t="-386" r="-364" b="-7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1" name="Rectangle 90">
            <a:extLst>
              <a:ext uri="{FF2B5EF4-FFF2-40B4-BE49-F238E27FC236}">
                <a16:creationId xmlns:a16="http://schemas.microsoft.com/office/drawing/2014/main" id="{3961A815-C8B8-75B9-AFB0-8FC56B8CDB75}"/>
              </a:ext>
            </a:extLst>
          </p:cNvPr>
          <p:cNvSpPr/>
          <p:nvPr/>
        </p:nvSpPr>
        <p:spPr>
          <a:xfrm>
            <a:off x="91702" y="7928106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3043E8E2-3D92-6E7D-5AB5-0700E33255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31818" y="8492681"/>
            <a:ext cx="1828959" cy="118272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D86AAAB-3942-4392-2BEB-6DFC66D5495B}"/>
              </a:ext>
            </a:extLst>
          </p:cNvPr>
          <p:cNvCxnSpPr>
            <a:cxnSpLocks/>
          </p:cNvCxnSpPr>
          <p:nvPr/>
        </p:nvCxnSpPr>
        <p:spPr>
          <a:xfrm flipV="1">
            <a:off x="1784183" y="9183777"/>
            <a:ext cx="1381840" cy="5069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8BC64E-366F-54DE-6FF3-3C5686A197E9}"/>
                  </a:ext>
                </a:extLst>
              </p:cNvPr>
              <p:cNvSpPr txBox="1"/>
              <p:nvPr/>
            </p:nvSpPr>
            <p:spPr>
              <a:xfrm>
                <a:off x="1532290" y="1028875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8BC64E-366F-54DE-6FF3-3C5686A19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290" y="1028875"/>
                <a:ext cx="621580" cy="57637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49C70B-E296-60E7-D261-1743A78528BC}"/>
                  </a:ext>
                </a:extLst>
              </p:cNvPr>
              <p:cNvSpPr txBox="1"/>
              <p:nvPr/>
            </p:nvSpPr>
            <p:spPr>
              <a:xfrm>
                <a:off x="3727996" y="1028875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49C70B-E296-60E7-D261-1743A7852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996" y="1028875"/>
                <a:ext cx="621580" cy="57637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42B95A-16C3-0565-B44D-26B746D3FE7A}"/>
                  </a:ext>
                </a:extLst>
              </p:cNvPr>
              <p:cNvSpPr txBox="1"/>
              <p:nvPr/>
            </p:nvSpPr>
            <p:spPr>
              <a:xfrm>
                <a:off x="5996996" y="1028875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42B95A-16C3-0565-B44D-26B746D3F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996" y="1028875"/>
                <a:ext cx="621580" cy="5763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0EAF94-A0E2-FEFE-71DE-0ABE40177017}"/>
              </a:ext>
            </a:extLst>
          </p:cNvPr>
          <p:cNvCxnSpPr>
            <a:cxnSpLocks/>
          </p:cNvCxnSpPr>
          <p:nvPr/>
        </p:nvCxnSpPr>
        <p:spPr>
          <a:xfrm>
            <a:off x="5397324" y="9183777"/>
            <a:ext cx="234749" cy="25913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36AC6D-99EC-F11D-E5AB-B700F25E03A2}"/>
              </a:ext>
            </a:extLst>
          </p:cNvPr>
          <p:cNvCxnSpPr>
            <a:cxnSpLocks/>
          </p:cNvCxnSpPr>
          <p:nvPr/>
        </p:nvCxnSpPr>
        <p:spPr>
          <a:xfrm flipV="1">
            <a:off x="5605935" y="8964645"/>
            <a:ext cx="233924" cy="43826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E3CD554-B35C-DCDD-CCA4-B5E0AAF8DBB1}"/>
                  </a:ext>
                </a:extLst>
              </p:cNvPr>
              <p:cNvSpPr txBox="1"/>
              <p:nvPr/>
            </p:nvSpPr>
            <p:spPr>
              <a:xfrm>
                <a:off x="5244924" y="9228059"/>
                <a:ext cx="30480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1" i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sz="11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E3CD554-B35C-DCDD-CCA4-B5E0AAF8D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924" y="9228059"/>
                <a:ext cx="304800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A7CBA0-CFD1-6928-ACF9-8BAB3C7D0652}"/>
                  </a:ext>
                </a:extLst>
              </p:cNvPr>
              <p:cNvSpPr txBox="1"/>
              <p:nvPr/>
            </p:nvSpPr>
            <p:spPr>
              <a:xfrm>
                <a:off x="5680956" y="9127935"/>
                <a:ext cx="30480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1" i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100" b="1" i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GB" sz="11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A7CBA0-CFD1-6928-ACF9-8BAB3C7D0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956" y="9127935"/>
                <a:ext cx="304800" cy="261610"/>
              </a:xfrm>
              <a:prstGeom prst="rect">
                <a:avLst/>
              </a:prstGeom>
              <a:blipFill>
                <a:blip r:embed="rId16"/>
                <a:stretch>
                  <a:fillRect r="-1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B5D39B-9ED7-823F-3B71-07D802FE334A}"/>
              </a:ext>
            </a:extLst>
          </p:cNvPr>
          <p:cNvCxnSpPr>
            <a:cxnSpLocks/>
          </p:cNvCxnSpPr>
          <p:nvPr/>
        </p:nvCxnSpPr>
        <p:spPr>
          <a:xfrm flipV="1">
            <a:off x="5374728" y="8971378"/>
            <a:ext cx="468708" cy="2195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185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D6828-5851-9F09-C681-D4F77610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8CDA00A6-E15A-792A-99D4-F499189B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77892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12</a:t>
            </a:fld>
            <a:endParaRPr lang="en-GB" b="1" noProof="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1E6AE0A-96AB-D1C6-2EB2-46B0EB7D73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73"/>
          <a:stretch>
            <a:fillRect/>
          </a:stretch>
        </p:blipFill>
        <p:spPr>
          <a:xfrm>
            <a:off x="1366245" y="2958474"/>
            <a:ext cx="1610964" cy="117941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598CE6-80AE-855D-568A-674AF27D8AFE}"/>
              </a:ext>
            </a:extLst>
          </p:cNvPr>
          <p:cNvCxnSpPr>
            <a:cxnSpLocks/>
          </p:cNvCxnSpPr>
          <p:nvPr/>
        </p:nvCxnSpPr>
        <p:spPr>
          <a:xfrm flipV="1">
            <a:off x="1400918" y="3202915"/>
            <a:ext cx="234523" cy="23651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B30D1CE-2858-FDA5-71C6-CCF3F59E2EDB}"/>
              </a:ext>
            </a:extLst>
          </p:cNvPr>
          <p:cNvCxnSpPr>
            <a:cxnSpLocks/>
          </p:cNvCxnSpPr>
          <p:nvPr/>
        </p:nvCxnSpPr>
        <p:spPr>
          <a:xfrm flipV="1">
            <a:off x="1627424" y="3000561"/>
            <a:ext cx="228092" cy="21289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016458E-25FE-BED7-8FF3-A4708A9C77BD}"/>
              </a:ext>
            </a:extLst>
          </p:cNvPr>
          <p:cNvCxnSpPr>
            <a:cxnSpLocks/>
          </p:cNvCxnSpPr>
          <p:nvPr/>
        </p:nvCxnSpPr>
        <p:spPr>
          <a:xfrm flipH="1" flipV="1">
            <a:off x="2420735" y="3164590"/>
            <a:ext cx="546212" cy="280436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AF2E762-C019-9768-3849-CE5AC91EC97B}"/>
                  </a:ext>
                </a:extLst>
              </p:cNvPr>
              <p:cNvSpPr txBox="1"/>
              <p:nvPr/>
            </p:nvSpPr>
            <p:spPr>
              <a:xfrm>
                <a:off x="1396491" y="2941305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AF2E762-C019-9768-3849-CE5AC91EC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491" y="2941305"/>
                <a:ext cx="308769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D7BBE8A-6808-927F-E5D2-B5A627DD14C9}"/>
              </a:ext>
            </a:extLst>
          </p:cNvPr>
          <p:cNvCxnSpPr>
            <a:cxnSpLocks/>
          </p:cNvCxnSpPr>
          <p:nvPr/>
        </p:nvCxnSpPr>
        <p:spPr>
          <a:xfrm flipH="1" flipV="1">
            <a:off x="2052588" y="2989513"/>
            <a:ext cx="442871" cy="2173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35874F3-5784-4169-BDA5-D1C98C49E2C2}"/>
                  </a:ext>
                </a:extLst>
              </p:cNvPr>
              <p:cNvSpPr txBox="1"/>
              <p:nvPr/>
            </p:nvSpPr>
            <p:spPr>
              <a:xfrm>
                <a:off x="2478333" y="3020271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35874F3-5784-4169-BDA5-D1C98C49E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333" y="3020271"/>
                <a:ext cx="308769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63B12022-5B64-864B-E761-C8F7D8B259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773"/>
          <a:stretch>
            <a:fillRect/>
          </a:stretch>
        </p:blipFill>
        <p:spPr>
          <a:xfrm>
            <a:off x="3203715" y="2989513"/>
            <a:ext cx="1610964" cy="1179413"/>
          </a:xfrm>
          <a:prstGeom prst="rect">
            <a:avLst/>
          </a:prstGeom>
        </p:spPr>
      </p:pic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B84D44F-4793-7941-C49D-35A001E06DE8}"/>
              </a:ext>
            </a:extLst>
          </p:cNvPr>
          <p:cNvCxnSpPr>
            <a:cxnSpLocks/>
          </p:cNvCxnSpPr>
          <p:nvPr/>
        </p:nvCxnSpPr>
        <p:spPr>
          <a:xfrm>
            <a:off x="3456822" y="3024167"/>
            <a:ext cx="133422" cy="2821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F042556-0F97-D5DB-171B-2A4690E6C676}"/>
              </a:ext>
            </a:extLst>
          </p:cNvPr>
          <p:cNvCxnSpPr>
            <a:cxnSpLocks/>
          </p:cNvCxnSpPr>
          <p:nvPr/>
        </p:nvCxnSpPr>
        <p:spPr>
          <a:xfrm>
            <a:off x="3540237" y="3196749"/>
            <a:ext cx="133350" cy="2714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CDD3861-B852-A361-95E7-CD4F15329C5A}"/>
              </a:ext>
            </a:extLst>
          </p:cNvPr>
          <p:cNvCxnSpPr>
            <a:cxnSpLocks/>
          </p:cNvCxnSpPr>
          <p:nvPr/>
        </p:nvCxnSpPr>
        <p:spPr>
          <a:xfrm flipV="1">
            <a:off x="4421150" y="3020552"/>
            <a:ext cx="162764" cy="17507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6808574-EB5C-EC36-4C8F-26C3B0E5A8FD}"/>
                  </a:ext>
                </a:extLst>
              </p:cNvPr>
              <p:cNvSpPr txBox="1"/>
              <p:nvPr/>
            </p:nvSpPr>
            <p:spPr>
              <a:xfrm>
                <a:off x="4411889" y="3070870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6808574-EB5C-EC36-4C8F-26C3B0E5A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889" y="3070870"/>
                <a:ext cx="308769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F83C8FE-469B-082B-D795-4707276E9AB8}"/>
              </a:ext>
            </a:extLst>
          </p:cNvPr>
          <p:cNvCxnSpPr>
            <a:cxnSpLocks/>
          </p:cNvCxnSpPr>
          <p:nvPr/>
        </p:nvCxnSpPr>
        <p:spPr>
          <a:xfrm flipV="1">
            <a:off x="4363875" y="3123547"/>
            <a:ext cx="114897" cy="1185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D96B341-FE92-8631-C104-E9F6586322C5}"/>
                  </a:ext>
                </a:extLst>
              </p:cNvPr>
              <p:cNvSpPr txBox="1"/>
              <p:nvPr/>
            </p:nvSpPr>
            <p:spPr>
              <a:xfrm>
                <a:off x="3267103" y="3111273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D96B341-FE92-8631-C104-E9F658632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103" y="3111273"/>
                <a:ext cx="308769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" name="Picture 79">
            <a:extLst>
              <a:ext uri="{FF2B5EF4-FFF2-40B4-BE49-F238E27FC236}">
                <a16:creationId xmlns:a16="http://schemas.microsoft.com/office/drawing/2014/main" id="{5725259B-A104-3119-2922-CD1FCE24C3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773"/>
          <a:stretch>
            <a:fillRect/>
          </a:stretch>
        </p:blipFill>
        <p:spPr>
          <a:xfrm>
            <a:off x="5000035" y="2941305"/>
            <a:ext cx="1610964" cy="1179413"/>
          </a:xfrm>
          <a:prstGeom prst="rect">
            <a:avLst/>
          </a:prstGeo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7EBD97-1B97-8A98-7592-F5A26FF1076F}"/>
              </a:ext>
            </a:extLst>
          </p:cNvPr>
          <p:cNvCxnSpPr>
            <a:cxnSpLocks/>
          </p:cNvCxnSpPr>
          <p:nvPr/>
        </p:nvCxnSpPr>
        <p:spPr>
          <a:xfrm flipH="1" flipV="1">
            <a:off x="5277851" y="2946305"/>
            <a:ext cx="223066" cy="24849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E6EF0B7-D848-0C32-5AF0-D4808BAC6B8F}"/>
              </a:ext>
            </a:extLst>
          </p:cNvPr>
          <p:cNvCxnSpPr>
            <a:cxnSpLocks/>
          </p:cNvCxnSpPr>
          <p:nvPr/>
        </p:nvCxnSpPr>
        <p:spPr>
          <a:xfrm>
            <a:off x="5471545" y="3143222"/>
            <a:ext cx="245272" cy="267482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7D38C88-C667-96EB-C15E-D35E0FC64551}"/>
              </a:ext>
            </a:extLst>
          </p:cNvPr>
          <p:cNvCxnSpPr>
            <a:cxnSpLocks/>
          </p:cNvCxnSpPr>
          <p:nvPr/>
        </p:nvCxnSpPr>
        <p:spPr>
          <a:xfrm flipV="1">
            <a:off x="6154620" y="3203244"/>
            <a:ext cx="426243" cy="14763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44A7A21-C795-CECF-C180-67E92010A5F4}"/>
                  </a:ext>
                </a:extLst>
              </p:cNvPr>
              <p:cNvSpPr txBox="1"/>
              <p:nvPr/>
            </p:nvSpPr>
            <p:spPr>
              <a:xfrm>
                <a:off x="6202244" y="3241672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44A7A21-C795-CECF-C180-67E92010A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244" y="3241672"/>
                <a:ext cx="30876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3B2C60F-B691-FEE2-06CE-3F67BDA1BEBE}"/>
              </a:ext>
            </a:extLst>
          </p:cNvPr>
          <p:cNvCxnSpPr>
            <a:cxnSpLocks/>
          </p:cNvCxnSpPr>
          <p:nvPr/>
        </p:nvCxnSpPr>
        <p:spPr>
          <a:xfrm flipV="1">
            <a:off x="5916627" y="3276168"/>
            <a:ext cx="452438" cy="15478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C49574A-A4EB-9B5B-E259-A9626353867E}"/>
                  </a:ext>
                </a:extLst>
              </p:cNvPr>
              <p:cNvSpPr txBox="1"/>
              <p:nvPr/>
            </p:nvSpPr>
            <p:spPr>
              <a:xfrm>
                <a:off x="5424295" y="2961703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C49574A-A4EB-9B5B-E259-A96263538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295" y="2961703"/>
                <a:ext cx="308769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E7082C3D-0ED8-9B55-75F7-4B8A5FAD0F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793137"/>
                  </p:ext>
                </p:extLst>
              </p:nvPr>
            </p:nvGraphicFramePr>
            <p:xfrm>
              <a:off x="76482" y="83171"/>
              <a:ext cx="6659139" cy="184240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9713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19713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19713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842405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Q26.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Q27. 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Q28.</a:t>
                          </a:r>
                          <a:r>
                            <a:rPr lang="en-GB" sz="1200" b="1" baseline="0" dirty="0"/>
                            <a:t> 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E7082C3D-0ED8-9B55-75F7-4B8A5FAD0F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793137"/>
                  </p:ext>
                </p:extLst>
              </p:nvPr>
            </p:nvGraphicFramePr>
            <p:xfrm>
              <a:off x="76482" y="83171"/>
              <a:ext cx="6659139" cy="184240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9713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19713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19713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8424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275" t="-330" r="-201099" b="-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0000" t="-330" r="-100548" b="-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200549" t="-330" r="-824" b="-6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60FFCE3F-0DCE-DB75-CDFA-BA5901ECA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7982684"/>
                  </p:ext>
                </p:extLst>
              </p:nvPr>
            </p:nvGraphicFramePr>
            <p:xfrm>
              <a:off x="76482" y="2232058"/>
              <a:ext cx="6659138" cy="513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58589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12.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3240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column form for the vectors shown.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in column notation.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the relevant single vectors to create a pathway.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620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60FFCE3F-0DCE-DB75-CDFA-BA5901ECA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7982684"/>
                  </p:ext>
                </p:extLst>
              </p:nvPr>
            </p:nvGraphicFramePr>
            <p:xfrm>
              <a:off x="76482" y="2232058"/>
              <a:ext cx="6659138" cy="513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12.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3240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column form for the vectors shown.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in column notation.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the relevant single vectors to create a pathway.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67458" t="-8647" r="-204407" b="-50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64667" t="-8647" r="-101000" b="-50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264667" t="-8647" r="-1000" b="-50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620000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DC883CA5-4FFB-363C-3FE9-9213400CCC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442612"/>
                  </p:ext>
                </p:extLst>
              </p:nvPr>
            </p:nvGraphicFramePr>
            <p:xfrm>
              <a:off x="91702" y="7430692"/>
              <a:ext cx="6643919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13.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94400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required in column notation.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Complete the calculation using the horizontal and vertical parts separately.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−7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DC883CA5-4FFB-363C-3FE9-9213400CCC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442612"/>
                  </p:ext>
                </p:extLst>
              </p:nvPr>
            </p:nvGraphicFramePr>
            <p:xfrm>
              <a:off x="91702" y="7430692"/>
              <a:ext cx="6643919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13.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10312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required in column notation.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Complete the calculation using the horizontal and vertical parts separately.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77509" t="-13295" r="-201038" b="-2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77509" t="-13295" r="-101038" b="-2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77509" t="-13295" r="-1038" b="-23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5ED2D2B1-568C-0D9C-5715-FA65FDA56D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1489"/>
          <a:stretch>
            <a:fillRect/>
          </a:stretch>
        </p:blipFill>
        <p:spPr>
          <a:xfrm>
            <a:off x="1361056" y="4527468"/>
            <a:ext cx="1616154" cy="117941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45F70AB-A0BE-EE8D-44F2-C85102DE2B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1489"/>
          <a:stretch>
            <a:fillRect/>
          </a:stretch>
        </p:blipFill>
        <p:spPr>
          <a:xfrm>
            <a:off x="3203715" y="4527468"/>
            <a:ext cx="1616154" cy="117941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5A98DBF-4DBA-F785-7477-1706FDA9E79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1489"/>
          <a:stretch>
            <a:fillRect/>
          </a:stretch>
        </p:blipFill>
        <p:spPr>
          <a:xfrm>
            <a:off x="5028709" y="4502068"/>
            <a:ext cx="1616154" cy="117941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03B9598-86EB-A351-877E-525F905A4ABA}"/>
              </a:ext>
            </a:extLst>
          </p:cNvPr>
          <p:cNvSpPr txBox="1"/>
          <p:nvPr/>
        </p:nvSpPr>
        <p:spPr>
          <a:xfrm>
            <a:off x="855835" y="1928412"/>
            <a:ext cx="5227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We can also add and subtract </a:t>
            </a:r>
            <a:r>
              <a:rPr lang="en-GB" sz="1200" b="1" dirty="0"/>
              <a:t>multiples of vectors </a:t>
            </a:r>
            <a:r>
              <a:rPr lang="en-GB" sz="1200" dirty="0"/>
              <a:t>to give resultant vectors.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0195B0-17D4-6ABC-7045-DBF6441663E3}"/>
                  </a:ext>
                </a:extLst>
              </p:cNvPr>
              <p:cNvSpPr txBox="1"/>
              <p:nvPr/>
            </p:nvSpPr>
            <p:spPr>
              <a:xfrm>
                <a:off x="1524713" y="1140952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0195B0-17D4-6ABC-7045-DBF644166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713" y="1140952"/>
                <a:ext cx="621580" cy="57637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860CCB-8131-C10C-A22F-E649A20D3DA8}"/>
                  </a:ext>
                </a:extLst>
              </p:cNvPr>
              <p:cNvSpPr txBox="1"/>
              <p:nvPr/>
            </p:nvSpPr>
            <p:spPr>
              <a:xfrm>
                <a:off x="3720419" y="1140952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860CCB-8131-C10C-A22F-E649A20D3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419" y="1140952"/>
                <a:ext cx="621580" cy="57637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62CC46-AE30-29D7-122A-3DBB3529FBE9}"/>
                  </a:ext>
                </a:extLst>
              </p:cNvPr>
              <p:cNvSpPr txBox="1"/>
              <p:nvPr/>
            </p:nvSpPr>
            <p:spPr>
              <a:xfrm>
                <a:off x="5989419" y="1140952"/>
                <a:ext cx="62158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62CC46-AE30-29D7-122A-3DBB3529F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419" y="1140952"/>
                <a:ext cx="621580" cy="57637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8211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8427-C2E9-5334-52C6-C07A9BD74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2556DE-EFA0-1334-4F94-CDE7B1655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132" y="695428"/>
            <a:ext cx="1828959" cy="11827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D890A96F-15D9-8C79-5A4B-E47E8C3E52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9619370"/>
                  </p:ext>
                </p:extLst>
              </p:nvPr>
            </p:nvGraphicFramePr>
            <p:xfrm>
              <a:off x="104191" y="4654149"/>
              <a:ext cx="6659138" cy="513231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7885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14.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3276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column form for the vectors shown.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in column notation. (Remember that subtraction can be written as the addition of the reverse vector.)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the relevant single vectors to create a pathway.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en-GB" sz="1200" dirty="0"/>
                            <a:t> are shown below.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Draw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endParaRPr lang="en-GB" sz="12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581995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D890A96F-15D9-8C79-5A4B-E47E8C3E52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9619370"/>
                  </p:ext>
                </p:extLst>
              </p:nvPr>
            </p:nvGraphicFramePr>
            <p:xfrm>
              <a:off x="104191" y="4654149"/>
              <a:ext cx="6659138" cy="513231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363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827753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14.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3276000">
                    <a:tc rowSpan="2"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Write the column form for the vectors shown.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in column notation. (Remember that subtraction can be written as the addition of the reverse vector.) 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Draw the relevant single vectors to create a pathway.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458" t="-8550" r="-204068" b="-48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4667" t="-8550" r="-100667" b="-48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4667" t="-8550" r="-667" b="-486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1581995"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this addition in column vector notation.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44981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6" name="Picture 65">
            <a:extLst>
              <a:ext uri="{FF2B5EF4-FFF2-40B4-BE49-F238E27FC236}">
                <a16:creationId xmlns:a16="http://schemas.microsoft.com/office/drawing/2014/main" id="{FF600516-3C0D-E54B-C7B1-C68E8B2A0B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773"/>
          <a:stretch>
            <a:fillRect/>
          </a:stretch>
        </p:blipFill>
        <p:spPr>
          <a:xfrm>
            <a:off x="3202794" y="5363396"/>
            <a:ext cx="1610964" cy="117941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C6E5AE-276A-74B3-FFFC-71B87F4C905F}"/>
              </a:ext>
            </a:extLst>
          </p:cNvPr>
          <p:cNvCxnSpPr>
            <a:cxnSpLocks/>
          </p:cNvCxnSpPr>
          <p:nvPr/>
        </p:nvCxnSpPr>
        <p:spPr>
          <a:xfrm flipV="1">
            <a:off x="3237467" y="5607837"/>
            <a:ext cx="234523" cy="23651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355BF7E-7748-B023-A019-69F18439E587}"/>
              </a:ext>
            </a:extLst>
          </p:cNvPr>
          <p:cNvCxnSpPr>
            <a:cxnSpLocks/>
          </p:cNvCxnSpPr>
          <p:nvPr/>
        </p:nvCxnSpPr>
        <p:spPr>
          <a:xfrm flipV="1">
            <a:off x="3463973" y="5405483"/>
            <a:ext cx="228092" cy="21289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0A945E5-4D99-55E8-04CD-247DDD49091F}"/>
              </a:ext>
            </a:extLst>
          </p:cNvPr>
          <p:cNvCxnSpPr>
            <a:cxnSpLocks/>
          </p:cNvCxnSpPr>
          <p:nvPr/>
        </p:nvCxnSpPr>
        <p:spPr>
          <a:xfrm flipH="1" flipV="1">
            <a:off x="4257284" y="5569512"/>
            <a:ext cx="546212" cy="280436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EFB45F7-D9B7-8760-670E-6DD50C8F943E}"/>
                  </a:ext>
                </a:extLst>
              </p:cNvPr>
              <p:cNvSpPr txBox="1"/>
              <p:nvPr/>
            </p:nvSpPr>
            <p:spPr>
              <a:xfrm>
                <a:off x="3233040" y="5346227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EFB45F7-D9B7-8760-670E-6DD50C8F9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040" y="5346227"/>
                <a:ext cx="308769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A9D9ACB-2B63-93BF-5975-6DFA2EA6BE4F}"/>
              </a:ext>
            </a:extLst>
          </p:cNvPr>
          <p:cNvCxnSpPr>
            <a:cxnSpLocks/>
          </p:cNvCxnSpPr>
          <p:nvPr/>
        </p:nvCxnSpPr>
        <p:spPr>
          <a:xfrm flipH="1" flipV="1">
            <a:off x="3889137" y="5394435"/>
            <a:ext cx="442871" cy="2173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1081E98-8060-E1DA-0CB5-DC7963DB9985}"/>
                  </a:ext>
                </a:extLst>
              </p:cNvPr>
              <p:cNvSpPr txBox="1"/>
              <p:nvPr/>
            </p:nvSpPr>
            <p:spPr>
              <a:xfrm>
                <a:off x="4314882" y="5425193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1081E98-8060-E1DA-0CB5-DC7963DB9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882" y="5425193"/>
                <a:ext cx="308769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15A9A2B3-8230-ACCD-E0B1-DCD0AB5250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773"/>
          <a:stretch>
            <a:fillRect/>
          </a:stretch>
        </p:blipFill>
        <p:spPr>
          <a:xfrm>
            <a:off x="1384792" y="5380565"/>
            <a:ext cx="1610964" cy="1179413"/>
          </a:xfrm>
          <a:prstGeom prst="rect">
            <a:avLst/>
          </a:prstGeom>
        </p:spPr>
      </p:pic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F9EB65E-C011-51F6-0363-474BAA27C339}"/>
              </a:ext>
            </a:extLst>
          </p:cNvPr>
          <p:cNvCxnSpPr>
            <a:cxnSpLocks/>
          </p:cNvCxnSpPr>
          <p:nvPr/>
        </p:nvCxnSpPr>
        <p:spPr>
          <a:xfrm>
            <a:off x="1637899" y="5415219"/>
            <a:ext cx="133422" cy="2821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0AA3324-9049-9C1A-C00A-E76B66C4DF91}"/>
              </a:ext>
            </a:extLst>
          </p:cNvPr>
          <p:cNvCxnSpPr>
            <a:cxnSpLocks/>
          </p:cNvCxnSpPr>
          <p:nvPr/>
        </p:nvCxnSpPr>
        <p:spPr>
          <a:xfrm>
            <a:off x="1721314" y="5587801"/>
            <a:ext cx="133350" cy="2714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DC5A95-7155-45CA-D679-57D14284028F}"/>
              </a:ext>
            </a:extLst>
          </p:cNvPr>
          <p:cNvCxnSpPr>
            <a:cxnSpLocks/>
          </p:cNvCxnSpPr>
          <p:nvPr/>
        </p:nvCxnSpPr>
        <p:spPr>
          <a:xfrm flipV="1">
            <a:off x="2602227" y="5411604"/>
            <a:ext cx="162764" cy="17507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67D6573-C05D-377E-9600-C3C646C4E850}"/>
                  </a:ext>
                </a:extLst>
              </p:cNvPr>
              <p:cNvSpPr txBox="1"/>
              <p:nvPr/>
            </p:nvSpPr>
            <p:spPr>
              <a:xfrm>
                <a:off x="2592966" y="5461922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67D6573-C05D-377E-9600-C3C646C4E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966" y="5461922"/>
                <a:ext cx="30876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E60A3A3-5C13-0B63-CA77-0012D1D9ABD4}"/>
              </a:ext>
            </a:extLst>
          </p:cNvPr>
          <p:cNvCxnSpPr>
            <a:cxnSpLocks/>
          </p:cNvCxnSpPr>
          <p:nvPr/>
        </p:nvCxnSpPr>
        <p:spPr>
          <a:xfrm flipV="1">
            <a:off x="2544952" y="5514599"/>
            <a:ext cx="114897" cy="1185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C280A6B-AE61-764B-6002-B496007B5217}"/>
                  </a:ext>
                </a:extLst>
              </p:cNvPr>
              <p:cNvSpPr txBox="1"/>
              <p:nvPr/>
            </p:nvSpPr>
            <p:spPr>
              <a:xfrm>
                <a:off x="1448180" y="5502325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C280A6B-AE61-764B-6002-B496007B5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180" y="5502325"/>
                <a:ext cx="308769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" name="Picture 79">
            <a:extLst>
              <a:ext uri="{FF2B5EF4-FFF2-40B4-BE49-F238E27FC236}">
                <a16:creationId xmlns:a16="http://schemas.microsoft.com/office/drawing/2014/main" id="{3AC1A8B0-43F2-7842-D5B9-9A77A277E1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773"/>
          <a:stretch>
            <a:fillRect/>
          </a:stretch>
        </p:blipFill>
        <p:spPr>
          <a:xfrm>
            <a:off x="5027744" y="5363396"/>
            <a:ext cx="1610964" cy="1179413"/>
          </a:xfrm>
          <a:prstGeom prst="rect">
            <a:avLst/>
          </a:prstGeo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D2F8135-072C-1647-6A1D-9AB10FD75BB0}"/>
              </a:ext>
            </a:extLst>
          </p:cNvPr>
          <p:cNvCxnSpPr>
            <a:cxnSpLocks/>
          </p:cNvCxnSpPr>
          <p:nvPr/>
        </p:nvCxnSpPr>
        <p:spPr>
          <a:xfrm flipH="1" flipV="1">
            <a:off x="5305560" y="5368396"/>
            <a:ext cx="223066" cy="24849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566B9E8-93CC-4E1F-45A2-CDAF7987E9B4}"/>
              </a:ext>
            </a:extLst>
          </p:cNvPr>
          <p:cNvCxnSpPr>
            <a:cxnSpLocks/>
          </p:cNvCxnSpPr>
          <p:nvPr/>
        </p:nvCxnSpPr>
        <p:spPr>
          <a:xfrm>
            <a:off x="5499254" y="5565313"/>
            <a:ext cx="245272" cy="267482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18BBAC2-28AE-397E-75BA-9658213361B9}"/>
              </a:ext>
            </a:extLst>
          </p:cNvPr>
          <p:cNvCxnSpPr>
            <a:cxnSpLocks/>
          </p:cNvCxnSpPr>
          <p:nvPr/>
        </p:nvCxnSpPr>
        <p:spPr>
          <a:xfrm flipV="1">
            <a:off x="6182329" y="5625335"/>
            <a:ext cx="426243" cy="147638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8AB4F92-633E-4574-1710-74684A0BB58B}"/>
                  </a:ext>
                </a:extLst>
              </p:cNvPr>
              <p:cNvSpPr txBox="1"/>
              <p:nvPr/>
            </p:nvSpPr>
            <p:spPr>
              <a:xfrm>
                <a:off x="6229953" y="5663763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8AB4F92-633E-4574-1710-74684A0BB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953" y="5663763"/>
                <a:ext cx="308769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07D7BD1-B6E8-F987-2347-EA198EBE71F9}"/>
              </a:ext>
            </a:extLst>
          </p:cNvPr>
          <p:cNvCxnSpPr>
            <a:cxnSpLocks/>
          </p:cNvCxnSpPr>
          <p:nvPr/>
        </p:nvCxnSpPr>
        <p:spPr>
          <a:xfrm flipV="1">
            <a:off x="5944336" y="5698259"/>
            <a:ext cx="452438" cy="15478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C5EB64C-F982-F8FA-BA76-4ACAC4A002A2}"/>
                  </a:ext>
                </a:extLst>
              </p:cNvPr>
              <p:cNvSpPr txBox="1"/>
              <p:nvPr/>
            </p:nvSpPr>
            <p:spPr>
              <a:xfrm>
                <a:off x="5452004" y="5383794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C5EB64C-F982-F8FA-BA76-4ACAC4A00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004" y="5383794"/>
                <a:ext cx="308769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21674850-B943-8040-31F8-21956EA368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681363"/>
                  </p:ext>
                </p:extLst>
              </p:nvPr>
            </p:nvGraphicFramePr>
            <p:xfrm>
              <a:off x="115767" y="2647143"/>
              <a:ext cx="6686667" cy="18778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28889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28889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28889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877866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Q31.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Q32. 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Q33.</a:t>
                          </a:r>
                          <a:r>
                            <a:rPr lang="en-GB" sz="1200" b="1" baseline="0" dirty="0"/>
                            <a:t> </a:t>
                          </a:r>
                          <a:endParaRPr lang="en-GB" sz="12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f>
                                <m:fPr>
                                  <m:ctrlPr>
                                    <a:rPr lang="en-GB" sz="12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1" i="1" dirty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2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21674850-B943-8040-31F8-21956EA368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681363"/>
                  </p:ext>
                </p:extLst>
              </p:nvPr>
            </p:nvGraphicFramePr>
            <p:xfrm>
              <a:off x="115767" y="2647143"/>
              <a:ext cx="6686667" cy="187786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28889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2228889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  <a:gridCol w="2228889">
                      <a:extLst>
                        <a:ext uri="{9D8B030D-6E8A-4147-A177-3AD203B41FA5}">
                          <a16:colId xmlns:a16="http://schemas.microsoft.com/office/drawing/2014/main" val="956512875"/>
                        </a:ext>
                      </a:extLst>
                    </a:gridCol>
                  </a:tblGrid>
                  <a:tr h="18778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73" t="-324" r="-200546" b="-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273" t="-324" r="-100546" b="-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00273" t="-324" r="-546" b="-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A1ED6FD3-D06D-C12B-FC2A-5747450ED11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1489"/>
          <a:stretch>
            <a:fillRect/>
          </a:stretch>
        </p:blipFill>
        <p:spPr>
          <a:xfrm>
            <a:off x="1388765" y="6949559"/>
            <a:ext cx="1616154" cy="117941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54FF263-03B3-D961-58FD-8E313CB201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1489"/>
          <a:stretch>
            <a:fillRect/>
          </a:stretch>
        </p:blipFill>
        <p:spPr>
          <a:xfrm>
            <a:off x="3231424" y="6949559"/>
            <a:ext cx="1616154" cy="117941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D7FD8A5-65BB-8CD1-24EF-4131955FF58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11489"/>
          <a:stretch>
            <a:fillRect/>
          </a:stretch>
        </p:blipFill>
        <p:spPr>
          <a:xfrm>
            <a:off x="5056418" y="6924159"/>
            <a:ext cx="1616154" cy="117941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D9A775E-1163-69AC-F1AA-E14CBF8154BA}"/>
              </a:ext>
            </a:extLst>
          </p:cNvPr>
          <p:cNvSpPr/>
          <p:nvPr/>
        </p:nvSpPr>
        <p:spPr>
          <a:xfrm>
            <a:off x="0" y="47670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sp>
        <p:nvSpPr>
          <p:cNvPr id="35" name="Slide Number Placeholder 13">
            <a:extLst>
              <a:ext uri="{FF2B5EF4-FFF2-40B4-BE49-F238E27FC236}">
                <a16:creationId xmlns:a16="http://schemas.microsoft.com/office/drawing/2014/main" id="{60838B2C-B2C0-D4A2-8BAD-8DAEF6D4BC1D}"/>
              </a:ext>
            </a:extLst>
          </p:cNvPr>
          <p:cNvSpPr txBox="1">
            <a:spLocks/>
          </p:cNvSpPr>
          <p:nvPr/>
        </p:nvSpPr>
        <p:spPr>
          <a:xfrm>
            <a:off x="6510251" y="9464501"/>
            <a:ext cx="320040" cy="274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F1D9CC-7119-45EC-A96C-D8C0660F3AAB}" type="slidenum">
              <a:rPr lang="en-GB" b="1" smtClean="0"/>
              <a:pPr/>
              <a:t>13</a:t>
            </a:fld>
            <a:endParaRPr lang="en-GB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BAE4B7E9-2E39-BC37-6142-7673122CC4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7976989"/>
                  </p:ext>
                </p:extLst>
              </p:nvPr>
            </p:nvGraphicFramePr>
            <p:xfrm>
              <a:off x="120639" y="346189"/>
              <a:ext cx="6686668" cy="23130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43334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3343334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</a:tblGrid>
                  <a:tr h="231303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200" b="1" dirty="0"/>
                            <a:t>Q29.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shown. </a:t>
                          </a:r>
                        </a:p>
                        <a:p>
                          <a:pPr marL="0" indent="0">
                            <a:buNone/>
                          </a:pPr>
                          <a:r>
                            <a:rPr lang="en-GB" sz="1200" dirty="0"/>
                            <a:t>Draw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0" dirty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Q30.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are shown. Draw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BAE4B7E9-2E39-BC37-6142-7673122CC4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7976989"/>
                  </p:ext>
                </p:extLst>
              </p:nvPr>
            </p:nvGraphicFramePr>
            <p:xfrm>
              <a:off x="120639" y="346189"/>
              <a:ext cx="6686668" cy="23130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43334">
                      <a:extLst>
                        <a:ext uri="{9D8B030D-6E8A-4147-A177-3AD203B41FA5}">
                          <a16:colId xmlns:a16="http://schemas.microsoft.com/office/drawing/2014/main" val="3460609087"/>
                        </a:ext>
                      </a:extLst>
                    </a:gridCol>
                    <a:gridCol w="3343334">
                      <a:extLst>
                        <a:ext uri="{9D8B030D-6E8A-4147-A177-3AD203B41FA5}">
                          <a16:colId xmlns:a16="http://schemas.microsoft.com/office/drawing/2014/main" val="2963061010"/>
                        </a:ext>
                      </a:extLst>
                    </a:gridCol>
                  </a:tblGrid>
                  <a:tr h="23130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182" t="-262" r="-100364" b="-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100182" t="-262" r="-364" b="-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80573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8" name="Picture 37">
            <a:extLst>
              <a:ext uri="{FF2B5EF4-FFF2-40B4-BE49-F238E27FC236}">
                <a16:creationId xmlns:a16="http://schemas.microsoft.com/office/drawing/2014/main" id="{EFAA2298-CACD-D1E9-6D92-0A24CD98F29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8909" y="901286"/>
            <a:ext cx="1825935" cy="1179413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00E1EAD-C5CE-00F2-5C7D-1709F65F6361}"/>
              </a:ext>
            </a:extLst>
          </p:cNvPr>
          <p:cNvCxnSpPr>
            <a:cxnSpLocks/>
          </p:cNvCxnSpPr>
          <p:nvPr/>
        </p:nvCxnSpPr>
        <p:spPr>
          <a:xfrm flipV="1">
            <a:off x="800865" y="1028068"/>
            <a:ext cx="444588" cy="13427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B25CDDD-B622-719B-EC72-C7121F08391A}"/>
              </a:ext>
            </a:extLst>
          </p:cNvPr>
          <p:cNvCxnSpPr>
            <a:cxnSpLocks/>
          </p:cNvCxnSpPr>
          <p:nvPr/>
        </p:nvCxnSpPr>
        <p:spPr>
          <a:xfrm flipV="1">
            <a:off x="1067653" y="949443"/>
            <a:ext cx="398167" cy="13577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7D99F03-3EFB-44A7-74A6-F5F39CF375BD}"/>
              </a:ext>
            </a:extLst>
          </p:cNvPr>
          <p:cNvCxnSpPr>
            <a:cxnSpLocks/>
          </p:cNvCxnSpPr>
          <p:nvPr/>
        </p:nvCxnSpPr>
        <p:spPr>
          <a:xfrm flipH="1" flipV="1">
            <a:off x="1692408" y="932566"/>
            <a:ext cx="146770" cy="317752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63D03A-BDE6-FDFE-A0BF-47B840DC209C}"/>
                  </a:ext>
                </a:extLst>
              </p:cNvPr>
              <p:cNvSpPr txBox="1"/>
              <p:nvPr/>
            </p:nvSpPr>
            <p:spPr>
              <a:xfrm>
                <a:off x="1054250" y="1024604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63D03A-BDE6-FDFE-A0BF-47B840DC2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50" y="1024604"/>
                <a:ext cx="308769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F5015C7-6EB8-F40C-EE75-AE421EC14C2F}"/>
              </a:ext>
            </a:extLst>
          </p:cNvPr>
          <p:cNvCxnSpPr>
            <a:cxnSpLocks/>
          </p:cNvCxnSpPr>
          <p:nvPr/>
        </p:nvCxnSpPr>
        <p:spPr>
          <a:xfrm flipH="1" flipV="1">
            <a:off x="1744037" y="1047643"/>
            <a:ext cx="161816" cy="33602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A9BE6B2-DC16-52B2-49D5-A61141F472BC}"/>
                  </a:ext>
                </a:extLst>
              </p:cNvPr>
              <p:cNvSpPr txBox="1"/>
              <p:nvPr/>
            </p:nvSpPr>
            <p:spPr>
              <a:xfrm>
                <a:off x="1751468" y="954045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A9BE6B2-DC16-52B2-49D5-A61141F47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468" y="954045"/>
                <a:ext cx="308769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DC94547-B656-1150-F12F-2C0D05F8686A}"/>
              </a:ext>
            </a:extLst>
          </p:cNvPr>
          <p:cNvCxnSpPr>
            <a:cxnSpLocks/>
          </p:cNvCxnSpPr>
          <p:nvPr/>
        </p:nvCxnSpPr>
        <p:spPr>
          <a:xfrm flipV="1">
            <a:off x="1033039" y="1158434"/>
            <a:ext cx="655820" cy="205129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DED52E-0B47-6AF0-D2F2-63B094139C51}"/>
                  </a:ext>
                </a:extLst>
              </p:cNvPr>
              <p:cNvSpPr txBox="1"/>
              <p:nvPr/>
            </p:nvSpPr>
            <p:spPr>
              <a:xfrm>
                <a:off x="247619" y="3799733"/>
                <a:ext cx="1949223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DED52E-0B47-6AF0-D2F2-63B094139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19" y="3799733"/>
                <a:ext cx="1949223" cy="57637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699B5B-3D12-99A2-FBE9-742D21C63067}"/>
              </a:ext>
            </a:extLst>
          </p:cNvPr>
          <p:cNvCxnSpPr>
            <a:cxnSpLocks/>
          </p:cNvCxnSpPr>
          <p:nvPr/>
        </p:nvCxnSpPr>
        <p:spPr>
          <a:xfrm>
            <a:off x="1697141" y="1148066"/>
            <a:ext cx="448851" cy="93263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AAEDD0-B75E-A7E7-F458-DA2EB276205C}"/>
              </a:ext>
            </a:extLst>
          </p:cNvPr>
          <p:cNvCxnSpPr>
            <a:cxnSpLocks/>
          </p:cNvCxnSpPr>
          <p:nvPr/>
        </p:nvCxnSpPr>
        <p:spPr>
          <a:xfrm>
            <a:off x="1037308" y="1363670"/>
            <a:ext cx="1108684" cy="6921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302816-4096-3F5D-862C-B919D7DED43F}"/>
                  </a:ext>
                </a:extLst>
              </p:cNvPr>
              <p:cNvSpPr txBox="1"/>
              <p:nvPr/>
            </p:nvSpPr>
            <p:spPr>
              <a:xfrm>
                <a:off x="1245026" y="1203228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302816-4096-3F5D-862C-B919D7DED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026" y="1203228"/>
                <a:ext cx="308769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A2EC52-10CA-6F72-9728-BED3A77E290A}"/>
                  </a:ext>
                </a:extLst>
              </p:cNvPr>
              <p:cNvSpPr txBox="1"/>
              <p:nvPr/>
            </p:nvSpPr>
            <p:spPr>
              <a:xfrm>
                <a:off x="1875527" y="1400878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A2EC52-10CA-6F72-9728-BED3A77E2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527" y="1400878"/>
                <a:ext cx="308769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D56DD1-2195-6F0D-6AC8-BE0F448AF4EB}"/>
                  </a:ext>
                </a:extLst>
              </p:cNvPr>
              <p:cNvSpPr txBox="1"/>
              <p:nvPr/>
            </p:nvSpPr>
            <p:spPr>
              <a:xfrm>
                <a:off x="931144" y="1624239"/>
                <a:ext cx="603763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050" b="1" i="1" baseline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050" b="1" i="1" baseline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050" b="1" i="1" baseline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D56DD1-2195-6F0D-6AC8-BE0F448AF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144" y="1624239"/>
                <a:ext cx="603763" cy="25391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858D89-E13C-579E-7BDC-A0E8F99B5B33}"/>
              </a:ext>
            </a:extLst>
          </p:cNvPr>
          <p:cNvCxnSpPr>
            <a:cxnSpLocks/>
          </p:cNvCxnSpPr>
          <p:nvPr/>
        </p:nvCxnSpPr>
        <p:spPr>
          <a:xfrm>
            <a:off x="5432863" y="721205"/>
            <a:ext cx="431632" cy="47038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02DD40-A4B6-E36F-DECC-6990197B4C12}"/>
              </a:ext>
            </a:extLst>
          </p:cNvPr>
          <p:cNvCxnSpPr>
            <a:cxnSpLocks/>
          </p:cNvCxnSpPr>
          <p:nvPr/>
        </p:nvCxnSpPr>
        <p:spPr>
          <a:xfrm flipH="1">
            <a:off x="5648679" y="1154572"/>
            <a:ext cx="217956" cy="46966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9CDB327-5726-580D-541E-B8E54E4BFA49}"/>
              </a:ext>
            </a:extLst>
          </p:cNvPr>
          <p:cNvCxnSpPr>
            <a:cxnSpLocks/>
          </p:cNvCxnSpPr>
          <p:nvPr/>
        </p:nvCxnSpPr>
        <p:spPr>
          <a:xfrm>
            <a:off x="5419615" y="728450"/>
            <a:ext cx="229064" cy="9111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473090-01EC-77FA-FCEA-E2FEE397EB8C}"/>
                  </a:ext>
                </a:extLst>
              </p:cNvPr>
              <p:cNvSpPr txBox="1"/>
              <p:nvPr/>
            </p:nvSpPr>
            <p:spPr>
              <a:xfrm>
                <a:off x="5568781" y="746217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473090-01EC-77FA-FCEA-E2FEE397E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781" y="746217"/>
                <a:ext cx="308769" cy="2616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D8B80A-2A6D-7D28-D859-03BB28809070}"/>
                  </a:ext>
                </a:extLst>
              </p:cNvPr>
              <p:cNvSpPr txBox="1"/>
              <p:nvPr/>
            </p:nvSpPr>
            <p:spPr>
              <a:xfrm>
                <a:off x="5752651" y="1302734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GB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D8B80A-2A6D-7D28-D859-03BB28809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651" y="1302734"/>
                <a:ext cx="308769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16A1BB-D731-FA5D-FA26-5B9CAA290EDE}"/>
                  </a:ext>
                </a:extLst>
              </p:cNvPr>
              <p:cNvSpPr txBox="1"/>
              <p:nvPr/>
            </p:nvSpPr>
            <p:spPr>
              <a:xfrm>
                <a:off x="5026174" y="1182342"/>
                <a:ext cx="603763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baseline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050" b="1" i="1" baseline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050" b="1" i="1" baseline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050" b="1" i="1" baseline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16A1BB-D731-FA5D-FA26-5B9CAA290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174" y="1182342"/>
                <a:ext cx="603763" cy="25391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4FC07B-B9F1-AA9A-4AEA-7E1E413C606B}"/>
                  </a:ext>
                </a:extLst>
              </p:cNvPr>
              <p:cNvSpPr txBox="1"/>
              <p:nvPr/>
            </p:nvSpPr>
            <p:spPr>
              <a:xfrm>
                <a:off x="2432026" y="3834879"/>
                <a:ext cx="203724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−9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4FC07B-B9F1-AA9A-4AEA-7E1E413C6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026" y="3834879"/>
                <a:ext cx="2037240" cy="57637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959D24-B4A7-4062-6347-1C64E6CA9EA4}"/>
                  </a:ext>
                </a:extLst>
              </p:cNvPr>
              <p:cNvSpPr txBox="1"/>
              <p:nvPr/>
            </p:nvSpPr>
            <p:spPr>
              <a:xfrm>
                <a:off x="4617157" y="3825877"/>
                <a:ext cx="2187714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−15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−17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959D24-B4A7-4062-6347-1C64E6CA9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157" y="3825877"/>
                <a:ext cx="2187714" cy="57637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1274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6823-5F60-8CA0-D261-6167127D7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4272DFD6-2008-0E6C-7621-73BC817538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433" y="3600721"/>
            <a:ext cx="1825935" cy="1179413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804CFFF-A5F1-1B2B-FDC0-38BEC6D906C3}"/>
              </a:ext>
            </a:extLst>
          </p:cNvPr>
          <p:cNvCxnSpPr>
            <a:cxnSpLocks/>
          </p:cNvCxnSpPr>
          <p:nvPr/>
        </p:nvCxnSpPr>
        <p:spPr>
          <a:xfrm>
            <a:off x="2341424" y="3624203"/>
            <a:ext cx="268138" cy="14606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DAF2F8C-F786-DD1E-7187-7AABBD121799}"/>
              </a:ext>
            </a:extLst>
          </p:cNvPr>
          <p:cNvCxnSpPr>
            <a:cxnSpLocks/>
          </p:cNvCxnSpPr>
          <p:nvPr/>
        </p:nvCxnSpPr>
        <p:spPr>
          <a:xfrm>
            <a:off x="2332739" y="3624203"/>
            <a:ext cx="445892" cy="21988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B4F6B82-5E21-6F07-0E50-5CBF65F93922}"/>
              </a:ext>
            </a:extLst>
          </p:cNvPr>
          <p:cNvCxnSpPr>
            <a:cxnSpLocks/>
          </p:cNvCxnSpPr>
          <p:nvPr/>
        </p:nvCxnSpPr>
        <p:spPr>
          <a:xfrm flipV="1">
            <a:off x="1789513" y="3621708"/>
            <a:ext cx="357278" cy="341329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FCC493-DE22-1FFB-1B95-841D4ACB8F15}"/>
                  </a:ext>
                </a:extLst>
              </p:cNvPr>
              <p:cNvSpPr txBox="1"/>
              <p:nvPr/>
            </p:nvSpPr>
            <p:spPr>
              <a:xfrm>
                <a:off x="1567728" y="3734146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FCC493-DE22-1FFB-1B95-841D4ACB8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728" y="3734146"/>
                <a:ext cx="308769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18745BC-E42F-F0A8-6662-DF0916BE6A78}"/>
              </a:ext>
            </a:extLst>
          </p:cNvPr>
          <p:cNvCxnSpPr>
            <a:cxnSpLocks/>
          </p:cNvCxnSpPr>
          <p:nvPr/>
        </p:nvCxnSpPr>
        <p:spPr>
          <a:xfrm flipV="1">
            <a:off x="1458519" y="3621708"/>
            <a:ext cx="688272" cy="66041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9D9A4EF-8049-DBE6-6444-582217BC04FF}"/>
                  </a:ext>
                </a:extLst>
              </p:cNvPr>
              <p:cNvSpPr txBox="1"/>
              <p:nvPr/>
            </p:nvSpPr>
            <p:spPr>
              <a:xfrm>
                <a:off x="2532171" y="3566431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9D9A4EF-8049-DBE6-6444-582217BC0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171" y="3566431"/>
                <a:ext cx="308769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7" name="Table 66">
                <a:extLst>
                  <a:ext uri="{FF2B5EF4-FFF2-40B4-BE49-F238E27FC236}">
                    <a16:creationId xmlns:a16="http://schemas.microsoft.com/office/drawing/2014/main" id="{468428FF-42C5-DD52-D434-36B51B0417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9626804"/>
                  </p:ext>
                </p:extLst>
              </p:nvPr>
            </p:nvGraphicFramePr>
            <p:xfrm>
              <a:off x="58426" y="2931645"/>
              <a:ext cx="6643920" cy="22109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21960">
                      <a:extLst>
                        <a:ext uri="{9D8B030D-6E8A-4147-A177-3AD203B41FA5}">
                          <a16:colId xmlns:a16="http://schemas.microsoft.com/office/drawing/2014/main" val="11130219"/>
                        </a:ext>
                      </a:extLst>
                    </a:gridCol>
                    <a:gridCol w="3321960">
                      <a:extLst>
                        <a:ext uri="{9D8B030D-6E8A-4147-A177-3AD203B41FA5}">
                          <a16:colId xmlns:a16="http://schemas.microsoft.com/office/drawing/2014/main" val="4064312526"/>
                        </a:ext>
                      </a:extLst>
                    </a:gridCol>
                  </a:tblGrid>
                  <a:tr h="221096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Q34. </a:t>
                          </a:r>
                          <a:r>
                            <a:rPr lang="en-GB" sz="1200" dirty="0"/>
                            <a:t>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dirty="0"/>
                            <a:t>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are shown.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Draw vector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0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GB" sz="1200" b="1" i="0" dirty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Q35. </a:t>
                          </a:r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3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3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3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3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  <m:oMath xmlns:m="http://schemas.openxmlformats.org/officeDocument/2006/math">
                                <m:r>
                                  <a:rPr lang="en-GB" sz="13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3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3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3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br>
                            <a:rPr lang="en-GB" sz="1200" b="0" dirty="0"/>
                          </a:br>
                          <a:r>
                            <a:rPr lang="en-GB" sz="1200" b="0" dirty="0"/>
                            <a:t>Draw</a:t>
                          </a:r>
                          <a:r>
                            <a:rPr lang="en-GB" sz="1200" b="0" baseline="0" dirty="0"/>
                            <a:t> the vector</a:t>
                          </a:r>
                          <a:br>
                            <a:rPr lang="en-GB" sz="1200" b="0" baseline="0" dirty="0"/>
                          </a:br>
                          <a14:m>
                            <m:oMath xmlns:m="http://schemas.openxmlformats.org/officeDocument/2006/math"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baseline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b="0" baseline="0" dirty="0"/>
                            <a:t> and find</a:t>
                          </a:r>
                          <a:br>
                            <a:rPr lang="en-GB" sz="1200" b="0" baseline="0" dirty="0"/>
                          </a:br>
                          <a:r>
                            <a:rPr lang="en-GB" sz="1200" b="0" baseline="0" dirty="0"/>
                            <a:t>its column vector.</a:t>
                          </a:r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22439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7" name="Table 66">
                <a:extLst>
                  <a:ext uri="{FF2B5EF4-FFF2-40B4-BE49-F238E27FC236}">
                    <a16:creationId xmlns:a16="http://schemas.microsoft.com/office/drawing/2014/main" id="{468428FF-42C5-DD52-D434-36B51B0417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9626804"/>
                  </p:ext>
                </p:extLst>
              </p:nvPr>
            </p:nvGraphicFramePr>
            <p:xfrm>
              <a:off x="58426" y="2931645"/>
              <a:ext cx="6643920" cy="22109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21960">
                      <a:extLst>
                        <a:ext uri="{9D8B030D-6E8A-4147-A177-3AD203B41FA5}">
                          <a16:colId xmlns:a16="http://schemas.microsoft.com/office/drawing/2014/main" val="11130219"/>
                        </a:ext>
                      </a:extLst>
                    </a:gridCol>
                    <a:gridCol w="3321960">
                      <a:extLst>
                        <a:ext uri="{9D8B030D-6E8A-4147-A177-3AD203B41FA5}">
                          <a16:colId xmlns:a16="http://schemas.microsoft.com/office/drawing/2014/main" val="4064312526"/>
                        </a:ext>
                      </a:extLst>
                    </a:gridCol>
                  </a:tblGrid>
                  <a:tr h="22109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83" t="-275" r="-100183" b="-5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367" t="-275" r="-367" b="-5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224399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3" name="Picture 72">
            <a:extLst>
              <a:ext uri="{FF2B5EF4-FFF2-40B4-BE49-F238E27FC236}">
                <a16:creationId xmlns:a16="http://schemas.microsoft.com/office/drawing/2014/main" id="{F9434C66-9038-8477-B425-48F8D7E782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7780" y="3043076"/>
            <a:ext cx="1810796" cy="14543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6" name="Table 75">
                <a:extLst>
                  <a:ext uri="{FF2B5EF4-FFF2-40B4-BE49-F238E27FC236}">
                    <a16:creationId xmlns:a16="http://schemas.microsoft.com/office/drawing/2014/main" id="{39E70295-AFDD-F458-6BF9-84112DB054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6493015"/>
                  </p:ext>
                </p:extLst>
              </p:nvPr>
            </p:nvGraphicFramePr>
            <p:xfrm>
              <a:off x="58426" y="5142612"/>
              <a:ext cx="6643920" cy="12545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4640">
                      <a:extLst>
                        <a:ext uri="{9D8B030D-6E8A-4147-A177-3AD203B41FA5}">
                          <a16:colId xmlns:a16="http://schemas.microsoft.com/office/drawing/2014/main" val="3384305025"/>
                        </a:ext>
                      </a:extLst>
                    </a:gridCol>
                    <a:gridCol w="2214640">
                      <a:extLst>
                        <a:ext uri="{9D8B030D-6E8A-4147-A177-3AD203B41FA5}">
                          <a16:colId xmlns:a16="http://schemas.microsoft.com/office/drawing/2014/main" val="1731670379"/>
                        </a:ext>
                      </a:extLst>
                    </a:gridCol>
                    <a:gridCol w="2214640">
                      <a:extLst>
                        <a:ext uri="{9D8B030D-6E8A-4147-A177-3AD203B41FA5}">
                          <a16:colId xmlns:a16="http://schemas.microsoft.com/office/drawing/2014/main" val="1987088372"/>
                        </a:ext>
                      </a:extLst>
                    </a:gridCol>
                  </a:tblGrid>
                  <a:tr h="1254500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Q36. </a:t>
                          </a:r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d>
                                <m:d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−7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Q37.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d>
                                <m:dPr>
                                  <m:ctrlPr>
                                    <a:rPr lang="en-GB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−6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−8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Q38.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en-GB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d>
                                <m:d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</a:rPr>
                                        <m:t>−8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6660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6" name="Table 75">
                <a:extLst>
                  <a:ext uri="{FF2B5EF4-FFF2-40B4-BE49-F238E27FC236}">
                    <a16:creationId xmlns:a16="http://schemas.microsoft.com/office/drawing/2014/main" id="{39E70295-AFDD-F458-6BF9-84112DB054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6493015"/>
                  </p:ext>
                </p:extLst>
              </p:nvPr>
            </p:nvGraphicFramePr>
            <p:xfrm>
              <a:off x="58426" y="5142612"/>
              <a:ext cx="6643920" cy="12545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14640">
                      <a:extLst>
                        <a:ext uri="{9D8B030D-6E8A-4147-A177-3AD203B41FA5}">
                          <a16:colId xmlns:a16="http://schemas.microsoft.com/office/drawing/2014/main" val="3384305025"/>
                        </a:ext>
                      </a:extLst>
                    </a:gridCol>
                    <a:gridCol w="2214640">
                      <a:extLst>
                        <a:ext uri="{9D8B030D-6E8A-4147-A177-3AD203B41FA5}">
                          <a16:colId xmlns:a16="http://schemas.microsoft.com/office/drawing/2014/main" val="1731670379"/>
                        </a:ext>
                      </a:extLst>
                    </a:gridCol>
                    <a:gridCol w="2214640">
                      <a:extLst>
                        <a:ext uri="{9D8B030D-6E8A-4147-A177-3AD203B41FA5}">
                          <a16:colId xmlns:a16="http://schemas.microsoft.com/office/drawing/2014/main" val="1987088372"/>
                        </a:ext>
                      </a:extLst>
                    </a:gridCol>
                  </a:tblGrid>
                  <a:tr h="1254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75" t="-483" r="-200275" b="-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551" t="-483" r="-100826" b="-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00000" t="-483" r="-549" b="-9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6660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57144F61-C089-F3E7-9C93-A0CF9401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14</a:t>
            </a:fld>
            <a:endParaRPr lang="en-GB" b="1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89CA40-1326-663A-F519-BE35CEC5FBDA}"/>
              </a:ext>
            </a:extLst>
          </p:cNvPr>
          <p:cNvSpPr/>
          <p:nvPr/>
        </p:nvSpPr>
        <p:spPr>
          <a:xfrm>
            <a:off x="-10785" y="2617834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Mixed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286EEC89-7B8F-22D6-8FAD-037ACED36D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790746"/>
                  </p:ext>
                </p:extLst>
              </p:nvPr>
            </p:nvGraphicFramePr>
            <p:xfrm>
              <a:off x="58426" y="88359"/>
              <a:ext cx="6643919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15.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194400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required in column notation.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Complete the calculation using the horizontal and vertical parts separately.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−7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Calculate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286EEC89-7B8F-22D6-8FAD-037ACED36D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790746"/>
                  </p:ext>
                </p:extLst>
              </p:nvPr>
            </p:nvGraphicFramePr>
            <p:xfrm>
              <a:off x="58426" y="88359"/>
              <a:ext cx="6643919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15.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103120">
                    <a:tc>
                      <a:txBody>
                        <a:bodyPr/>
                        <a:lstStyle/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Calculate any multiples required in column notation.</a:t>
                          </a:r>
                        </a:p>
                        <a:p>
                          <a:pPr marL="228600" indent="-228600">
                            <a:buAutoNum type="arabicPeriod"/>
                          </a:pPr>
                          <a:r>
                            <a:rPr lang="en-GB" sz="1200" dirty="0"/>
                            <a:t>Complete the calculation using the horizontal and vertical parts separately.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77509" t="-13295" r="-201038" b="-2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76897" t="-13295" r="-100345" b="-2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277855" t="-13295" r="-692" b="-20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4" name="Table 73">
                <a:extLst>
                  <a:ext uri="{FF2B5EF4-FFF2-40B4-BE49-F238E27FC236}">
                    <a16:creationId xmlns:a16="http://schemas.microsoft.com/office/drawing/2014/main" id="{A7A8791D-917A-1F14-23B0-9C9FBF0B84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3016854"/>
                  </p:ext>
                </p:extLst>
              </p:nvPr>
            </p:nvGraphicFramePr>
            <p:xfrm>
              <a:off x="58426" y="6397113"/>
              <a:ext cx="6643920" cy="319893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60980">
                      <a:extLst>
                        <a:ext uri="{9D8B030D-6E8A-4147-A177-3AD203B41FA5}">
                          <a16:colId xmlns:a16="http://schemas.microsoft.com/office/drawing/2014/main" val="861149943"/>
                        </a:ext>
                      </a:extLst>
                    </a:gridCol>
                    <a:gridCol w="1660980">
                      <a:extLst>
                        <a:ext uri="{9D8B030D-6E8A-4147-A177-3AD203B41FA5}">
                          <a16:colId xmlns:a16="http://schemas.microsoft.com/office/drawing/2014/main" val="4066935457"/>
                        </a:ext>
                      </a:extLst>
                    </a:gridCol>
                    <a:gridCol w="1660980">
                      <a:extLst>
                        <a:ext uri="{9D8B030D-6E8A-4147-A177-3AD203B41FA5}">
                          <a16:colId xmlns:a16="http://schemas.microsoft.com/office/drawing/2014/main" val="2816417453"/>
                        </a:ext>
                      </a:extLst>
                    </a:gridCol>
                    <a:gridCol w="1660980">
                      <a:extLst>
                        <a:ext uri="{9D8B030D-6E8A-4147-A177-3AD203B41FA5}">
                          <a16:colId xmlns:a16="http://schemas.microsoft.com/office/drawing/2014/main" val="3514288392"/>
                        </a:ext>
                      </a:extLst>
                    </a:gridCol>
                  </a:tblGrid>
                  <a:tr h="459240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Q39. </a:t>
                          </a:r>
                          <a:r>
                            <a:rPr lang="en-GB" sz="1200" dirty="0"/>
                            <a:t>Given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dirty="0"/>
                            <a:t>   </a:t>
                          </a:r>
                          <a:r>
                            <a:rPr lang="en-GB" sz="1200" dirty="0"/>
                            <a:t>and</a:t>
                          </a:r>
                          <a:r>
                            <a:rPr lang="en-GB" sz="1400" dirty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dirty="0"/>
                            <a:t>, </a:t>
                          </a:r>
                          <a:r>
                            <a:rPr lang="en-GB" sz="1200" dirty="0"/>
                            <a:t>calculate:</a:t>
                          </a:r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970803"/>
                      </a:ext>
                    </a:extLst>
                  </a:tr>
                  <a:tr h="1198616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d)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+0.5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8811370"/>
                      </a:ext>
                    </a:extLst>
                  </a:tr>
                  <a:tr h="1541078">
                    <a:tc>
                      <a:txBody>
                        <a:bodyPr/>
                        <a:lstStyle/>
                        <a:p>
                          <a:r>
                            <a:rPr lang="en-GB" sz="1200" b="0" dirty="0"/>
                            <a:t>e)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g)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h)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346506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4" name="Table 73">
                <a:extLst>
                  <a:ext uri="{FF2B5EF4-FFF2-40B4-BE49-F238E27FC236}">
                    <a16:creationId xmlns:a16="http://schemas.microsoft.com/office/drawing/2014/main" id="{A7A8791D-917A-1F14-23B0-9C9FBF0B84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3016854"/>
                  </p:ext>
                </p:extLst>
              </p:nvPr>
            </p:nvGraphicFramePr>
            <p:xfrm>
              <a:off x="58426" y="6397113"/>
              <a:ext cx="6643920" cy="319893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60980">
                      <a:extLst>
                        <a:ext uri="{9D8B030D-6E8A-4147-A177-3AD203B41FA5}">
                          <a16:colId xmlns:a16="http://schemas.microsoft.com/office/drawing/2014/main" val="861149943"/>
                        </a:ext>
                      </a:extLst>
                    </a:gridCol>
                    <a:gridCol w="1660980">
                      <a:extLst>
                        <a:ext uri="{9D8B030D-6E8A-4147-A177-3AD203B41FA5}">
                          <a16:colId xmlns:a16="http://schemas.microsoft.com/office/drawing/2014/main" val="4066935457"/>
                        </a:ext>
                      </a:extLst>
                    </a:gridCol>
                    <a:gridCol w="1660980">
                      <a:extLst>
                        <a:ext uri="{9D8B030D-6E8A-4147-A177-3AD203B41FA5}">
                          <a16:colId xmlns:a16="http://schemas.microsoft.com/office/drawing/2014/main" val="2816417453"/>
                        </a:ext>
                      </a:extLst>
                    </a:gridCol>
                    <a:gridCol w="1660980">
                      <a:extLst>
                        <a:ext uri="{9D8B030D-6E8A-4147-A177-3AD203B41FA5}">
                          <a16:colId xmlns:a16="http://schemas.microsoft.com/office/drawing/2014/main" val="3514288392"/>
                        </a:ext>
                      </a:extLst>
                    </a:gridCol>
                  </a:tblGrid>
                  <a:tr h="45924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92" t="-1316" r="-183" b="-59473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970803"/>
                      </a:ext>
                    </a:extLst>
                  </a:tr>
                  <a:tr h="11986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66" t="-39086" r="-300366" b="-1294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0366" t="-39086" r="-200366" b="-1294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201103" t="-39086" r="-101103" b="-1294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00000" t="-39086" r="-733" b="-1294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8811370"/>
                      </a:ext>
                    </a:extLst>
                  </a:tr>
                  <a:tr h="15410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66" t="-108300" r="-300366" b="-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0366" t="-108300" r="-200366" b="-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201103" t="-108300" r="-101103" b="-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00000" t="-108300" r="-733" b="-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346506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D92022D-5513-9D88-CFF6-9E7C668A3938}"/>
              </a:ext>
            </a:extLst>
          </p:cNvPr>
          <p:cNvCxnSpPr>
            <a:cxnSpLocks/>
          </p:cNvCxnSpPr>
          <p:nvPr/>
        </p:nvCxnSpPr>
        <p:spPr>
          <a:xfrm flipH="1">
            <a:off x="2121783" y="3843246"/>
            <a:ext cx="210956" cy="24586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A40D14-2C8A-E296-495D-2F71496801A5}"/>
                  </a:ext>
                </a:extLst>
              </p:cNvPr>
              <p:cNvSpPr txBox="1"/>
              <p:nvPr/>
            </p:nvSpPr>
            <p:spPr>
              <a:xfrm>
                <a:off x="58426" y="5669784"/>
                <a:ext cx="2160772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−14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−11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A40D14-2C8A-E296-495D-2F7149680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6" y="5669784"/>
                <a:ext cx="2160772" cy="57637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4B531E-1B1A-7984-B9FD-B80A05BEDC77}"/>
              </a:ext>
            </a:extLst>
          </p:cNvPr>
          <p:cNvCxnSpPr>
            <a:cxnSpLocks/>
          </p:cNvCxnSpPr>
          <p:nvPr/>
        </p:nvCxnSpPr>
        <p:spPr>
          <a:xfrm>
            <a:off x="2121783" y="4090067"/>
            <a:ext cx="874355" cy="43458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4A9877-55DD-2469-9845-540CD6F092B2}"/>
              </a:ext>
            </a:extLst>
          </p:cNvPr>
          <p:cNvCxnSpPr>
            <a:cxnSpLocks/>
          </p:cNvCxnSpPr>
          <p:nvPr/>
        </p:nvCxnSpPr>
        <p:spPr>
          <a:xfrm>
            <a:off x="2350009" y="3837257"/>
            <a:ext cx="645994" cy="675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198AF3-8669-79BF-22A7-BD7635B0F166}"/>
                  </a:ext>
                </a:extLst>
              </p:cNvPr>
              <p:cNvSpPr txBox="1"/>
              <p:nvPr/>
            </p:nvSpPr>
            <p:spPr>
              <a:xfrm>
                <a:off x="1984076" y="3745836"/>
                <a:ext cx="308769" cy="323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00" i="1" baseline="0" dirty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00" b="0" i="1" baseline="0" dirty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800" b="0" i="1" baseline="0" dirty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80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sz="12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198AF3-8669-79BF-22A7-BD7635B0F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076" y="3745836"/>
                <a:ext cx="308769" cy="32355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5FDCED-A191-B792-D8F5-0A448A9AA0DC}"/>
                  </a:ext>
                </a:extLst>
              </p:cNvPr>
              <p:cNvSpPr txBox="1"/>
              <p:nvPr/>
            </p:nvSpPr>
            <p:spPr>
              <a:xfrm>
                <a:off x="2278719" y="4245169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5FDCED-A191-B792-D8F5-0A448A9AA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8719" y="4245169"/>
                <a:ext cx="308769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FE9DB3-F33D-6EFB-6CE6-69258651CE23}"/>
                  </a:ext>
                </a:extLst>
              </p:cNvPr>
              <p:cNvSpPr txBox="1"/>
              <p:nvPr/>
            </p:nvSpPr>
            <p:spPr>
              <a:xfrm>
                <a:off x="2509684" y="3901543"/>
                <a:ext cx="786569" cy="323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8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8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GB" sz="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FE9DB3-F33D-6EFB-6CE6-69258651C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684" y="3901543"/>
                <a:ext cx="786569" cy="32355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A774F5-79D6-AAF8-1A9A-2AD9F1ACE398}"/>
              </a:ext>
            </a:extLst>
          </p:cNvPr>
          <p:cNvCxnSpPr>
            <a:cxnSpLocks/>
          </p:cNvCxnSpPr>
          <p:nvPr/>
        </p:nvCxnSpPr>
        <p:spPr>
          <a:xfrm flipH="1" flipV="1">
            <a:off x="5713178" y="3621708"/>
            <a:ext cx="552058" cy="27983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B7A8E2-E265-ACCF-F1AC-5562830E23F2}"/>
                  </a:ext>
                </a:extLst>
              </p:cNvPr>
              <p:cNvSpPr txBox="1"/>
              <p:nvPr/>
            </p:nvSpPr>
            <p:spPr>
              <a:xfrm>
                <a:off x="5956467" y="3574015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B7A8E2-E265-ACCF-F1AC-5562830E2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467" y="3574015"/>
                <a:ext cx="308769" cy="261610"/>
              </a:xfrm>
              <a:prstGeom prst="rect">
                <a:avLst/>
              </a:prstGeom>
              <a:blipFill>
                <a:blip r:embed="rId16"/>
                <a:stretch>
                  <a:fillRect r="-3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3F15470-3AAC-5F2A-4047-024C6D832B49}"/>
              </a:ext>
            </a:extLst>
          </p:cNvPr>
          <p:cNvCxnSpPr>
            <a:cxnSpLocks/>
          </p:cNvCxnSpPr>
          <p:nvPr/>
        </p:nvCxnSpPr>
        <p:spPr>
          <a:xfrm flipV="1">
            <a:off x="4815148" y="3621708"/>
            <a:ext cx="898030" cy="8449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136B0B1-9933-4DB5-7C30-E1A48CF303EB}"/>
                  </a:ext>
                </a:extLst>
              </p:cNvPr>
              <p:cNvSpPr txBox="1"/>
              <p:nvPr/>
            </p:nvSpPr>
            <p:spPr>
              <a:xfrm>
                <a:off x="4786477" y="3614245"/>
                <a:ext cx="786569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136B0B1-9933-4DB5-7C30-E1A48CF30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477" y="3614245"/>
                <a:ext cx="786569" cy="2154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86F02E-EE4E-E9B0-E34D-C372C1733E19}"/>
                  </a:ext>
                </a:extLst>
              </p:cNvPr>
              <p:cNvSpPr txBox="1"/>
              <p:nvPr/>
            </p:nvSpPr>
            <p:spPr>
              <a:xfrm>
                <a:off x="2278719" y="5669784"/>
                <a:ext cx="2160772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−18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86F02E-EE4E-E9B0-E34D-C372C1733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8719" y="5669784"/>
                <a:ext cx="2160772" cy="57637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DA72B8-C4AF-1C38-49CD-CFC6310EF372}"/>
                  </a:ext>
                </a:extLst>
              </p:cNvPr>
              <p:cNvSpPr txBox="1"/>
              <p:nvPr/>
            </p:nvSpPr>
            <p:spPr>
              <a:xfrm>
                <a:off x="4454573" y="5673549"/>
                <a:ext cx="2247772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−9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−24</m:t>
                              </m:r>
                            </m:den>
                          </m:f>
                        </m:e>
                      </m:d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−11</m:t>
                              </m:r>
                            </m:num>
                            <m:den>
                              <m:r>
                                <a:rPr lang="en-GB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DA72B8-C4AF-1C38-49CD-CFC6310EF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573" y="5673549"/>
                <a:ext cx="2247772" cy="57637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6F5B69-3123-6F28-14E9-61AAFD1DC39D}"/>
                  </a:ext>
                </a:extLst>
              </p:cNvPr>
              <p:cNvSpPr txBox="1"/>
              <p:nvPr/>
            </p:nvSpPr>
            <p:spPr>
              <a:xfrm>
                <a:off x="168902" y="7143526"/>
                <a:ext cx="1471210" cy="853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6F5B69-3123-6F28-14E9-61AAFD1DC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02" y="7143526"/>
                <a:ext cx="1471210" cy="8530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9648E05-6A17-EC2F-DDB6-292C3A1DEBF8}"/>
                  </a:ext>
                </a:extLst>
              </p:cNvPr>
              <p:cNvSpPr txBox="1"/>
              <p:nvPr/>
            </p:nvSpPr>
            <p:spPr>
              <a:xfrm>
                <a:off x="1750588" y="7143526"/>
                <a:ext cx="1471210" cy="853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9648E05-6A17-EC2F-DDB6-292C3A1DE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588" y="7143526"/>
                <a:ext cx="1471210" cy="8530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C7060ED-A9D4-87B6-2FC2-2366CD180A8A}"/>
                  </a:ext>
                </a:extLst>
              </p:cNvPr>
              <p:cNvSpPr txBox="1"/>
              <p:nvPr/>
            </p:nvSpPr>
            <p:spPr>
              <a:xfrm>
                <a:off x="3338385" y="7154732"/>
                <a:ext cx="1783080" cy="853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C7060ED-A9D4-87B6-2FC2-2366CD180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385" y="7154732"/>
                <a:ext cx="1783080" cy="8530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23CF1CA-4DD9-ECBE-50DF-380BA231960A}"/>
                  </a:ext>
                </a:extLst>
              </p:cNvPr>
              <p:cNvSpPr txBox="1"/>
              <p:nvPr/>
            </p:nvSpPr>
            <p:spPr>
              <a:xfrm>
                <a:off x="5121465" y="7143526"/>
                <a:ext cx="1471210" cy="853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23CF1CA-4DD9-ECBE-50DF-380BA2319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465" y="7143526"/>
                <a:ext cx="1471210" cy="8530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7682BA7-1A26-A7B1-5EF0-187CC670DBEF}"/>
                  </a:ext>
                </a:extLst>
              </p:cNvPr>
              <p:cNvSpPr txBox="1"/>
              <p:nvPr/>
            </p:nvSpPr>
            <p:spPr>
              <a:xfrm>
                <a:off x="194803" y="8522823"/>
                <a:ext cx="1471210" cy="853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−12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−17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7682BA7-1A26-A7B1-5EF0-187CC670D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03" y="8522823"/>
                <a:ext cx="1471210" cy="8530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A34D35A-DE47-0D7A-632C-5DD97127C301}"/>
                  </a:ext>
                </a:extLst>
              </p:cNvPr>
              <p:cNvSpPr txBox="1"/>
              <p:nvPr/>
            </p:nvSpPr>
            <p:spPr>
              <a:xfrm>
                <a:off x="1776489" y="8522823"/>
                <a:ext cx="1471210" cy="853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39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A34D35A-DE47-0D7A-632C-5DD97127C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489" y="8522823"/>
                <a:ext cx="1471210" cy="8530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2C42203-CCC6-6A2B-8D99-A5414CD49773}"/>
                  </a:ext>
                </a:extLst>
              </p:cNvPr>
              <p:cNvSpPr txBox="1"/>
              <p:nvPr/>
            </p:nvSpPr>
            <p:spPr>
              <a:xfrm>
                <a:off x="3454901" y="8522823"/>
                <a:ext cx="1471210" cy="853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GB" sz="1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GB" sz="1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  <m:r>
                            <a:rPr lang="en-GB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GB" sz="1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GB" sz="1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2C42203-CCC6-6A2B-8D99-A5414CD49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901" y="8522823"/>
                <a:ext cx="1471210" cy="853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E2AB4F0-4ABA-60AE-E513-06EECF9092D6}"/>
                  </a:ext>
                </a:extLst>
              </p:cNvPr>
              <p:cNvSpPr txBox="1"/>
              <p:nvPr/>
            </p:nvSpPr>
            <p:spPr>
              <a:xfrm>
                <a:off x="4931684" y="8606764"/>
                <a:ext cx="1926316" cy="766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9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9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GB" sz="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9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GB" sz="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GB" sz="9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9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9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GB" sz="9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GB" sz="9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9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9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9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9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05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05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05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9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E2AB4F0-4ABA-60AE-E513-06EECF909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684" y="8606764"/>
                <a:ext cx="1926316" cy="76668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988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CF5A2F7-BD87-C5E0-DCF4-74BC630AAC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964813"/>
                  </p:ext>
                </p:extLst>
              </p:nvPr>
            </p:nvGraphicFramePr>
            <p:xfrm>
              <a:off x="90058" y="4436366"/>
              <a:ext cx="6677884" cy="5184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338942">
                      <a:extLst>
                        <a:ext uri="{9D8B030D-6E8A-4147-A177-3AD203B41FA5}">
                          <a16:colId xmlns:a16="http://schemas.microsoft.com/office/drawing/2014/main" val="932234254"/>
                        </a:ext>
                      </a:extLst>
                    </a:gridCol>
                    <a:gridCol w="3338942">
                      <a:extLst>
                        <a:ext uri="{9D8B030D-6E8A-4147-A177-3AD203B41FA5}">
                          <a16:colId xmlns:a16="http://schemas.microsoft.com/office/drawing/2014/main" val="131069060"/>
                        </a:ext>
                      </a:extLst>
                    </a:gridCol>
                  </a:tblGrid>
                  <a:tr h="172800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5786391"/>
                      </a:ext>
                    </a:extLst>
                  </a:tr>
                  <a:tr h="172800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9522960"/>
                      </a:ext>
                    </a:extLst>
                  </a:tr>
                  <a:tr h="172800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ysClr val="windowText" lastClr="000000"/>
                              </a:solidFill>
                            </a:rPr>
                            <a:t>The grid shows vectors </a:t>
                          </a:r>
                          <a14:m>
                            <m:oMath xmlns:m="http://schemas.openxmlformats.org/officeDocument/2006/math">
                              <m:r>
                                <a:rPr lang="en-GB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 &amp; </m:t>
                              </m:r>
                              <m:r>
                                <a:rPr lang="en-GB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b="1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r>
                            <a:rPr lang="en-GB" b="1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</a:p>
                        <a:p>
                          <a:r>
                            <a:rPr lang="en-GB" b="0" dirty="0">
                              <a:solidFill>
                                <a:sysClr val="windowText" lastClr="000000"/>
                              </a:solidFill>
                            </a:rPr>
                            <a:t>Which</a:t>
                          </a:r>
                          <a:r>
                            <a:rPr lang="en-GB" b="0" baseline="0" dirty="0">
                              <a:solidFill>
                                <a:sysClr val="windowText" lastClr="000000"/>
                              </a:solidFill>
                            </a:rPr>
                            <a:t> of the following is </a:t>
                          </a:r>
                        </a:p>
                        <a:p>
                          <a:r>
                            <a:rPr lang="en-GB" b="0" baseline="0" dirty="0">
                              <a:solidFill>
                                <a:sysClr val="windowText" lastClr="000000"/>
                              </a:solidFill>
                            </a:rPr>
                            <a:t>shown</a:t>
                          </a:r>
                          <a:r>
                            <a:rPr lang="en-GB" b="0" dirty="0">
                              <a:solidFill>
                                <a:sysClr val="windowText" lastClr="000000"/>
                              </a:solidFill>
                            </a:rPr>
                            <a:t>?</a:t>
                          </a:r>
                        </a:p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53530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CF5A2F7-BD87-C5E0-DCF4-74BC630AAC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964813"/>
                  </p:ext>
                </p:extLst>
              </p:nvPr>
            </p:nvGraphicFramePr>
            <p:xfrm>
              <a:off x="90058" y="4436366"/>
              <a:ext cx="6677884" cy="5184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338942">
                      <a:extLst>
                        <a:ext uri="{9D8B030D-6E8A-4147-A177-3AD203B41FA5}">
                          <a16:colId xmlns:a16="http://schemas.microsoft.com/office/drawing/2014/main" val="932234254"/>
                        </a:ext>
                      </a:extLst>
                    </a:gridCol>
                    <a:gridCol w="3338942">
                      <a:extLst>
                        <a:ext uri="{9D8B030D-6E8A-4147-A177-3AD203B41FA5}">
                          <a16:colId xmlns:a16="http://schemas.microsoft.com/office/drawing/2014/main" val="131069060"/>
                        </a:ext>
                      </a:extLst>
                    </a:gridCol>
                  </a:tblGrid>
                  <a:tr h="172800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5786391"/>
                      </a:ext>
                    </a:extLst>
                  </a:tr>
                  <a:tr h="172800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9522960"/>
                      </a:ext>
                    </a:extLst>
                  </a:tr>
                  <a:tr h="172800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365" t="-200352" r="-365" b="-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53530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2F4FDF15-60CF-95EA-5208-0D1E94F2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15</a:t>
            </a:fld>
            <a:endParaRPr lang="en-GB" b="1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7F46DF53-1589-E4A1-AF1E-4E783DE4A2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1766657"/>
                  </p:ext>
                </p:extLst>
              </p:nvPr>
            </p:nvGraphicFramePr>
            <p:xfrm>
              <a:off x="134676" y="129233"/>
              <a:ext cx="6643920" cy="17579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21960">
                      <a:extLst>
                        <a:ext uri="{9D8B030D-6E8A-4147-A177-3AD203B41FA5}">
                          <a16:colId xmlns:a16="http://schemas.microsoft.com/office/drawing/2014/main" val="3406876639"/>
                        </a:ext>
                      </a:extLst>
                    </a:gridCol>
                    <a:gridCol w="3321960">
                      <a:extLst>
                        <a:ext uri="{9D8B030D-6E8A-4147-A177-3AD203B41FA5}">
                          <a16:colId xmlns:a16="http://schemas.microsoft.com/office/drawing/2014/main" val="84587397"/>
                        </a:ext>
                      </a:extLst>
                    </a:gridCol>
                  </a:tblGrid>
                  <a:tr h="1757963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Q40. </a:t>
                          </a:r>
                          <a:r>
                            <a:rPr lang="en-GB" sz="1200" dirty="0"/>
                            <a:t>Find the values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dirty="0"/>
                            <a:t> and</a:t>
                          </a:r>
                          <a:r>
                            <a:rPr lang="en-GB" sz="12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dirty="0"/>
                            <a:t> if: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Q41. </a:t>
                          </a:r>
                          <a:r>
                            <a:rPr lang="en-GB" sz="1200" dirty="0"/>
                            <a:t>Find the values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GB" sz="1200" dirty="0"/>
                            <a:t> if: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−6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20343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7F46DF53-1589-E4A1-AF1E-4E783DE4A2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1766657"/>
                  </p:ext>
                </p:extLst>
              </p:nvPr>
            </p:nvGraphicFramePr>
            <p:xfrm>
              <a:off x="134676" y="129233"/>
              <a:ext cx="6643920" cy="17579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21960">
                      <a:extLst>
                        <a:ext uri="{9D8B030D-6E8A-4147-A177-3AD203B41FA5}">
                          <a16:colId xmlns:a16="http://schemas.microsoft.com/office/drawing/2014/main" val="3406876639"/>
                        </a:ext>
                      </a:extLst>
                    </a:gridCol>
                    <a:gridCol w="3321960">
                      <a:extLst>
                        <a:ext uri="{9D8B030D-6E8A-4147-A177-3AD203B41FA5}">
                          <a16:colId xmlns:a16="http://schemas.microsoft.com/office/drawing/2014/main" val="84587397"/>
                        </a:ext>
                      </a:extLst>
                    </a:gridCol>
                  </a:tblGrid>
                  <a:tr h="17579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3" t="-346" r="-100550" b="-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83" t="-346" r="-550" b="-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0343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CAEB019-8BC9-DA95-879F-DD38A873D8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9543200"/>
                  </p:ext>
                </p:extLst>
              </p:nvPr>
            </p:nvGraphicFramePr>
            <p:xfrm>
              <a:off x="128586" y="1887196"/>
              <a:ext cx="6643920" cy="1881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21960">
                      <a:extLst>
                        <a:ext uri="{9D8B030D-6E8A-4147-A177-3AD203B41FA5}">
                          <a16:colId xmlns:a16="http://schemas.microsoft.com/office/drawing/2014/main" val="3406876639"/>
                        </a:ext>
                      </a:extLst>
                    </a:gridCol>
                    <a:gridCol w="3321960">
                      <a:extLst>
                        <a:ext uri="{9D8B030D-6E8A-4147-A177-3AD203B41FA5}">
                          <a16:colId xmlns:a16="http://schemas.microsoft.com/office/drawing/2014/main" val="84587397"/>
                        </a:ext>
                      </a:extLst>
                    </a:gridCol>
                  </a:tblGrid>
                  <a:tr h="1881240"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Q42. </a:t>
                          </a:r>
                          <a:r>
                            <a:rPr lang="en-GB" sz="1200" dirty="0"/>
                            <a:t>Find the values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GB" sz="1200" dirty="0"/>
                            <a:t> and</a:t>
                          </a:r>
                          <a:r>
                            <a:rPr lang="en-GB" sz="12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r>
                            <a:rPr lang="en-GB" sz="1200" dirty="0"/>
                            <a:t> if: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Q43. </a:t>
                          </a:r>
                          <a:r>
                            <a:rPr lang="en-GB" sz="1200" dirty="0"/>
                            <a:t>Find the values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GB" sz="1200" dirty="0"/>
                            <a:t> &amp;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GB" sz="1200" dirty="0"/>
                            <a:t> if: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−13</m:t>
                                        </m:r>
                                      </m:num>
                                      <m:den>
                                        <m:r>
                                          <a:rPr lang="en-GB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20343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CAEB019-8BC9-DA95-879F-DD38A873D8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9543200"/>
                  </p:ext>
                </p:extLst>
              </p:nvPr>
            </p:nvGraphicFramePr>
            <p:xfrm>
              <a:off x="128586" y="1887196"/>
              <a:ext cx="6643920" cy="1881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21960">
                      <a:extLst>
                        <a:ext uri="{9D8B030D-6E8A-4147-A177-3AD203B41FA5}">
                          <a16:colId xmlns:a16="http://schemas.microsoft.com/office/drawing/2014/main" val="3406876639"/>
                        </a:ext>
                      </a:extLst>
                    </a:gridCol>
                    <a:gridCol w="3321960">
                      <a:extLst>
                        <a:ext uri="{9D8B030D-6E8A-4147-A177-3AD203B41FA5}">
                          <a16:colId xmlns:a16="http://schemas.microsoft.com/office/drawing/2014/main" val="84587397"/>
                        </a:ext>
                      </a:extLst>
                    </a:gridCol>
                  </a:tblGrid>
                  <a:tr h="1881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3" t="-323" r="-100550" b="-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183" t="-323" r="-550" b="-6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0343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4867BC6-E7CB-174B-9566-4B20AC71828B}"/>
              </a:ext>
            </a:extLst>
          </p:cNvPr>
          <p:cNvSpPr txBox="1"/>
          <p:nvPr/>
        </p:nvSpPr>
        <p:spPr>
          <a:xfrm>
            <a:off x="153744" y="3966966"/>
            <a:ext cx="6550512" cy="307777"/>
          </a:xfrm>
          <a:prstGeom prst="rect">
            <a:avLst/>
          </a:prstGeom>
          <a:solidFill>
            <a:srgbClr val="7E234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Skills Check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872DDAB-DD88-E453-5CED-5993F0CDB3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21" t="24232" r="29123" b="53860"/>
          <a:stretch>
            <a:fillRect/>
          </a:stretch>
        </p:blipFill>
        <p:spPr bwMode="auto">
          <a:xfrm>
            <a:off x="4434958" y="4480880"/>
            <a:ext cx="1433199" cy="58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220CF21-8C44-5807-2C30-FF15DBC0FE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96" t="25412" r="29577" b="53353"/>
          <a:stretch>
            <a:fillRect/>
          </a:stretch>
        </p:blipFill>
        <p:spPr bwMode="auto">
          <a:xfrm>
            <a:off x="1097051" y="6219605"/>
            <a:ext cx="1427582" cy="55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EAC84CD-9580-3473-11D4-4FEBA2212D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2" t="19022" r="69356" b="68288"/>
          <a:stretch>
            <a:fillRect/>
          </a:stretch>
        </p:blipFill>
        <p:spPr bwMode="auto">
          <a:xfrm>
            <a:off x="3457228" y="6199625"/>
            <a:ext cx="1439973" cy="54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78394972-1FEE-06C8-5C55-A92842ACE3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4" t="19683" r="69275" b="70055"/>
          <a:stretch>
            <a:fillRect/>
          </a:stretch>
        </p:blipFill>
        <p:spPr bwMode="auto">
          <a:xfrm>
            <a:off x="162362" y="7986481"/>
            <a:ext cx="1427582" cy="43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C9C3C88E-56B6-DBCE-B866-36BD109B00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4" t="22231" r="60803" b="42080"/>
          <a:stretch>
            <a:fillRect/>
          </a:stretch>
        </p:blipFill>
        <p:spPr bwMode="auto">
          <a:xfrm>
            <a:off x="5722199" y="7911459"/>
            <a:ext cx="1010252" cy="77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0A01EA5-8500-B464-4B45-270E28161D6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0724" t="23090" r="30149" b="53679"/>
          <a:stretch>
            <a:fillRect/>
          </a:stretch>
        </p:blipFill>
        <p:spPr>
          <a:xfrm>
            <a:off x="1201113" y="4473884"/>
            <a:ext cx="1296233" cy="577209"/>
          </a:xfrm>
          <a:prstGeom prst="rect">
            <a:avLst/>
          </a:prstGeom>
        </p:spPr>
      </p:pic>
      <p:pic>
        <p:nvPicPr>
          <p:cNvPr id="49" name="Picture 6">
            <a:extLst>
              <a:ext uri="{FF2B5EF4-FFF2-40B4-BE49-F238E27FC236}">
                <a16:creationId xmlns:a16="http://schemas.microsoft.com/office/drawing/2014/main" id="{0A965FFA-3726-CDE5-0766-4E6D9F7C7A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403616" y="508861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>
            <a:extLst>
              <a:ext uri="{FF2B5EF4-FFF2-40B4-BE49-F238E27FC236}">
                <a16:creationId xmlns:a16="http://schemas.microsoft.com/office/drawing/2014/main" id="{84256E79-B820-4C7C-034D-799607A785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403616" y="5653566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6">
            <a:extLst>
              <a:ext uri="{FF2B5EF4-FFF2-40B4-BE49-F238E27FC236}">
                <a16:creationId xmlns:a16="http://schemas.microsoft.com/office/drawing/2014/main" id="{2D392317-927E-51A7-489E-9A03A8271D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1742457" y="5134304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6">
            <a:extLst>
              <a:ext uri="{FF2B5EF4-FFF2-40B4-BE49-F238E27FC236}">
                <a16:creationId xmlns:a16="http://schemas.microsoft.com/office/drawing/2014/main" id="{64D35692-D695-8AF0-1B23-61E0208E0C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1742457" y="5699544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B952748-AB57-A9EC-B1F1-E12F70B367C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717" t="70264" r="78542" b="15173"/>
          <a:stretch>
            <a:fillRect/>
          </a:stretch>
        </p:blipFill>
        <p:spPr>
          <a:xfrm>
            <a:off x="739190" y="5086403"/>
            <a:ext cx="501329" cy="46639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DFAE509-BBE8-FB44-57BA-485734B1AE6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3004" t="71238" r="55255" b="14199"/>
          <a:stretch>
            <a:fillRect/>
          </a:stretch>
        </p:blipFill>
        <p:spPr>
          <a:xfrm>
            <a:off x="2164041" y="5110636"/>
            <a:ext cx="501329" cy="46639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B6E4D7C-FC4F-0C59-DADD-92AE16B0671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5820" t="71785" r="32439" b="13652"/>
          <a:stretch>
            <a:fillRect/>
          </a:stretch>
        </p:blipFill>
        <p:spPr>
          <a:xfrm>
            <a:off x="739190" y="5652210"/>
            <a:ext cx="501329" cy="46639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FC76C64-586D-0B85-00C8-C1133A03CEA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9614" t="70992" r="8645" b="14445"/>
          <a:stretch>
            <a:fillRect/>
          </a:stretch>
        </p:blipFill>
        <p:spPr>
          <a:xfrm>
            <a:off x="2119773" y="5675876"/>
            <a:ext cx="501329" cy="466397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DCCAE4CB-6982-4D9D-F4BA-DBF1037877DC}"/>
              </a:ext>
            </a:extLst>
          </p:cNvPr>
          <p:cNvSpPr/>
          <p:nvPr/>
        </p:nvSpPr>
        <p:spPr>
          <a:xfrm>
            <a:off x="236435" y="5607084"/>
            <a:ext cx="1151403" cy="5067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" name="Picture 6">
            <a:extLst>
              <a:ext uri="{FF2B5EF4-FFF2-40B4-BE49-F238E27FC236}">
                <a16:creationId xmlns:a16="http://schemas.microsoft.com/office/drawing/2014/main" id="{D21FB874-0A01-4A12-EA21-C3981A525D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3806977" y="5074896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6">
            <a:extLst>
              <a:ext uri="{FF2B5EF4-FFF2-40B4-BE49-F238E27FC236}">
                <a16:creationId xmlns:a16="http://schemas.microsoft.com/office/drawing/2014/main" id="{7C7B7B05-1EEC-464B-0B16-7777735B1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3806977" y="563985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6">
            <a:extLst>
              <a:ext uri="{FF2B5EF4-FFF2-40B4-BE49-F238E27FC236}">
                <a16:creationId xmlns:a16="http://schemas.microsoft.com/office/drawing/2014/main" id="{FC7B1FE8-9F48-4EC8-9E05-60FE0421FE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5145818" y="5120589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6">
            <a:extLst>
              <a:ext uri="{FF2B5EF4-FFF2-40B4-BE49-F238E27FC236}">
                <a16:creationId xmlns:a16="http://schemas.microsoft.com/office/drawing/2014/main" id="{0A2D80B5-C6B3-7C1E-CA94-3B27D6DCE4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5145818" y="5685829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>
            <a:extLst>
              <a:ext uri="{FF2B5EF4-FFF2-40B4-BE49-F238E27FC236}">
                <a16:creationId xmlns:a16="http://schemas.microsoft.com/office/drawing/2014/main" id="{FD889C56-28D6-DF10-4769-63BFFDC6D4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0" t="72553" r="80390" b="14126"/>
          <a:stretch>
            <a:fillRect/>
          </a:stretch>
        </p:blipFill>
        <p:spPr bwMode="auto">
          <a:xfrm>
            <a:off x="4254043" y="5085718"/>
            <a:ext cx="365568" cy="41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>
            <a:extLst>
              <a:ext uri="{FF2B5EF4-FFF2-40B4-BE49-F238E27FC236}">
                <a16:creationId xmlns:a16="http://schemas.microsoft.com/office/drawing/2014/main" id="{CB03BB75-B615-ECD8-6A8D-80E00E03D8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83" t="72903" r="57287" b="13776"/>
          <a:stretch>
            <a:fillRect/>
          </a:stretch>
        </p:blipFill>
        <p:spPr bwMode="auto">
          <a:xfrm>
            <a:off x="5577594" y="5074896"/>
            <a:ext cx="365568" cy="41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>
            <a:extLst>
              <a:ext uri="{FF2B5EF4-FFF2-40B4-BE49-F238E27FC236}">
                <a16:creationId xmlns:a16="http://schemas.microsoft.com/office/drawing/2014/main" id="{77104162-F9FB-365A-7B6F-86F3ED0672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08" t="73008" r="34062" b="13671"/>
          <a:stretch>
            <a:fillRect/>
          </a:stretch>
        </p:blipFill>
        <p:spPr bwMode="auto">
          <a:xfrm>
            <a:off x="4285249" y="5629471"/>
            <a:ext cx="365568" cy="41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" name="Picture 2">
            <a:extLst>
              <a:ext uri="{FF2B5EF4-FFF2-40B4-BE49-F238E27FC236}">
                <a16:creationId xmlns:a16="http://schemas.microsoft.com/office/drawing/2014/main" id="{DF1A8CCB-A3FA-06A9-1F66-BBF03B2367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35" t="74308" r="10335" b="12371"/>
          <a:stretch>
            <a:fillRect/>
          </a:stretch>
        </p:blipFill>
        <p:spPr bwMode="auto">
          <a:xfrm>
            <a:off x="5592884" y="5692905"/>
            <a:ext cx="365568" cy="41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3" name="Oval 3072">
            <a:extLst>
              <a:ext uri="{FF2B5EF4-FFF2-40B4-BE49-F238E27FC236}">
                <a16:creationId xmlns:a16="http://schemas.microsoft.com/office/drawing/2014/main" id="{1445145A-ADA3-D343-1EA3-8348B65296BB}"/>
              </a:ext>
            </a:extLst>
          </p:cNvPr>
          <p:cNvSpPr/>
          <p:nvPr/>
        </p:nvSpPr>
        <p:spPr>
          <a:xfrm>
            <a:off x="5073697" y="5596022"/>
            <a:ext cx="1151403" cy="5067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75" name="Picture 6">
            <a:extLst>
              <a:ext uri="{FF2B5EF4-FFF2-40B4-BE49-F238E27FC236}">
                <a16:creationId xmlns:a16="http://schemas.microsoft.com/office/drawing/2014/main" id="{D34F16B1-E8D0-A30E-AF5A-956DB611D2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522957" y="682073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6">
            <a:extLst>
              <a:ext uri="{FF2B5EF4-FFF2-40B4-BE49-F238E27FC236}">
                <a16:creationId xmlns:a16="http://schemas.microsoft.com/office/drawing/2014/main" id="{4056018C-CDBE-BD65-FF1E-AA7819D46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522957" y="7385686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6">
            <a:extLst>
              <a:ext uri="{FF2B5EF4-FFF2-40B4-BE49-F238E27FC236}">
                <a16:creationId xmlns:a16="http://schemas.microsoft.com/office/drawing/2014/main" id="{4C59BC29-6905-1EAD-63D9-836F900B66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1861798" y="6866424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6">
            <a:extLst>
              <a:ext uri="{FF2B5EF4-FFF2-40B4-BE49-F238E27FC236}">
                <a16:creationId xmlns:a16="http://schemas.microsoft.com/office/drawing/2014/main" id="{0C58D58B-3960-BD15-9B78-63B47E73A1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1861798" y="7431664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3" name="Picture 6">
            <a:extLst>
              <a:ext uri="{FF2B5EF4-FFF2-40B4-BE49-F238E27FC236}">
                <a16:creationId xmlns:a16="http://schemas.microsoft.com/office/drawing/2014/main" id="{477E9DCA-E3A1-D272-1DD5-18205D9935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3806977" y="6795922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6">
            <a:extLst>
              <a:ext uri="{FF2B5EF4-FFF2-40B4-BE49-F238E27FC236}">
                <a16:creationId xmlns:a16="http://schemas.microsoft.com/office/drawing/2014/main" id="{9EAC6444-E00F-ABDA-D26C-F066BDD93C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3806977" y="7360877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5" name="Picture 6">
            <a:extLst>
              <a:ext uri="{FF2B5EF4-FFF2-40B4-BE49-F238E27FC236}">
                <a16:creationId xmlns:a16="http://schemas.microsoft.com/office/drawing/2014/main" id="{D0C60DBE-8D44-AA11-8AB1-418CDE0AE2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5145818" y="6841615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6">
            <a:extLst>
              <a:ext uri="{FF2B5EF4-FFF2-40B4-BE49-F238E27FC236}">
                <a16:creationId xmlns:a16="http://schemas.microsoft.com/office/drawing/2014/main" id="{7E947B6F-0468-0C1F-3E2A-6206CEF15B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5145818" y="7406855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7" name="Picture 6">
            <a:extLst>
              <a:ext uri="{FF2B5EF4-FFF2-40B4-BE49-F238E27FC236}">
                <a16:creationId xmlns:a16="http://schemas.microsoft.com/office/drawing/2014/main" id="{9E003D13-EF47-3ED5-38A7-5AA03CB285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514396" y="8482278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6">
            <a:extLst>
              <a:ext uri="{FF2B5EF4-FFF2-40B4-BE49-F238E27FC236}">
                <a16:creationId xmlns:a16="http://schemas.microsoft.com/office/drawing/2014/main" id="{2F8CCA54-4E88-3A23-77B8-4C82AD8785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514396" y="9047233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9" name="Picture 6">
            <a:extLst>
              <a:ext uri="{FF2B5EF4-FFF2-40B4-BE49-F238E27FC236}">
                <a16:creationId xmlns:a16="http://schemas.microsoft.com/office/drawing/2014/main" id="{CF0D0A03-D78E-D317-2993-8B514D47A3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1853237" y="852797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6">
            <a:extLst>
              <a:ext uri="{FF2B5EF4-FFF2-40B4-BE49-F238E27FC236}">
                <a16:creationId xmlns:a16="http://schemas.microsoft.com/office/drawing/2014/main" id="{939C6B38-9356-A2DA-8835-AF0FD36703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1853237" y="9093211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1" name="Picture 6">
            <a:extLst>
              <a:ext uri="{FF2B5EF4-FFF2-40B4-BE49-F238E27FC236}">
                <a16:creationId xmlns:a16="http://schemas.microsoft.com/office/drawing/2014/main" id="{D048A94F-D144-C31E-589E-C040B5B18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2" t="54488" r="80264" b="31129"/>
          <a:stretch>
            <a:fillRect/>
          </a:stretch>
        </p:blipFill>
        <p:spPr bwMode="auto">
          <a:xfrm>
            <a:off x="3817443" y="8708998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6">
            <a:extLst>
              <a:ext uri="{FF2B5EF4-FFF2-40B4-BE49-F238E27FC236}">
                <a16:creationId xmlns:a16="http://schemas.microsoft.com/office/drawing/2014/main" id="{FBB20862-9368-896B-931D-D0CD70B13B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4" t="55142" r="33842" b="30475"/>
          <a:stretch>
            <a:fillRect/>
          </a:stretch>
        </p:blipFill>
        <p:spPr bwMode="auto">
          <a:xfrm>
            <a:off x="3801265" y="9176984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3" name="Picture 6">
            <a:extLst>
              <a:ext uri="{FF2B5EF4-FFF2-40B4-BE49-F238E27FC236}">
                <a16:creationId xmlns:a16="http://schemas.microsoft.com/office/drawing/2014/main" id="{C9483FC5-3AC4-398B-25CD-7887D83151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t="55364" r="57108" b="30253"/>
          <a:stretch>
            <a:fillRect/>
          </a:stretch>
        </p:blipFill>
        <p:spPr bwMode="auto">
          <a:xfrm>
            <a:off x="5145818" y="8747797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6">
            <a:extLst>
              <a:ext uri="{FF2B5EF4-FFF2-40B4-BE49-F238E27FC236}">
                <a16:creationId xmlns:a16="http://schemas.microsoft.com/office/drawing/2014/main" id="{25B698FB-3532-2D9E-1C9F-03A2570112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2" t="55578" r="10794" b="30039"/>
          <a:stretch>
            <a:fillRect/>
          </a:stretch>
        </p:blipFill>
        <p:spPr bwMode="auto">
          <a:xfrm>
            <a:off x="5145818" y="9186646"/>
            <a:ext cx="338132" cy="4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5" name="Picture 4">
            <a:extLst>
              <a:ext uri="{FF2B5EF4-FFF2-40B4-BE49-F238E27FC236}">
                <a16:creationId xmlns:a16="http://schemas.microsoft.com/office/drawing/2014/main" id="{59ADC5E3-8F23-3B35-715E-C50DDC8CF5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8" t="71189" r="79201" b="14361"/>
          <a:stretch>
            <a:fillRect/>
          </a:stretch>
        </p:blipFill>
        <p:spPr bwMode="auto">
          <a:xfrm>
            <a:off x="951654" y="6823913"/>
            <a:ext cx="392705" cy="4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4">
            <a:extLst>
              <a:ext uri="{FF2B5EF4-FFF2-40B4-BE49-F238E27FC236}">
                <a16:creationId xmlns:a16="http://schemas.microsoft.com/office/drawing/2014/main" id="{9D990FB6-DB46-290D-FB4A-BE4851002E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42" t="70713" r="33117" b="14837"/>
          <a:stretch>
            <a:fillRect/>
          </a:stretch>
        </p:blipFill>
        <p:spPr bwMode="auto">
          <a:xfrm>
            <a:off x="927568" y="7399079"/>
            <a:ext cx="392705" cy="4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7" name="Picture 4">
            <a:extLst>
              <a:ext uri="{FF2B5EF4-FFF2-40B4-BE49-F238E27FC236}">
                <a16:creationId xmlns:a16="http://schemas.microsoft.com/office/drawing/2014/main" id="{F428C451-AD36-5240-F46B-8F5100567B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70535" r="56570" b="15015"/>
          <a:stretch>
            <a:fillRect/>
          </a:stretch>
        </p:blipFill>
        <p:spPr bwMode="auto">
          <a:xfrm>
            <a:off x="2258651" y="6825904"/>
            <a:ext cx="392705" cy="4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4">
            <a:extLst>
              <a:ext uri="{FF2B5EF4-FFF2-40B4-BE49-F238E27FC236}">
                <a16:creationId xmlns:a16="http://schemas.microsoft.com/office/drawing/2014/main" id="{34C06AE0-D6BC-C45B-6B09-16C05A10EC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97" t="71019" r="10362" b="14531"/>
          <a:stretch>
            <a:fillRect/>
          </a:stretch>
        </p:blipFill>
        <p:spPr bwMode="auto">
          <a:xfrm>
            <a:off x="2252868" y="7387850"/>
            <a:ext cx="392705" cy="4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9" name="Oval 3098">
            <a:extLst>
              <a:ext uri="{FF2B5EF4-FFF2-40B4-BE49-F238E27FC236}">
                <a16:creationId xmlns:a16="http://schemas.microsoft.com/office/drawing/2014/main" id="{A4E83705-DBED-612D-2FFD-86847BEE360F}"/>
              </a:ext>
            </a:extLst>
          </p:cNvPr>
          <p:cNvSpPr/>
          <p:nvPr/>
        </p:nvSpPr>
        <p:spPr>
          <a:xfrm>
            <a:off x="1696743" y="6808511"/>
            <a:ext cx="1151403" cy="5067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00" name="Picture 6">
            <a:extLst>
              <a:ext uri="{FF2B5EF4-FFF2-40B4-BE49-F238E27FC236}">
                <a16:creationId xmlns:a16="http://schemas.microsoft.com/office/drawing/2014/main" id="{076879B9-2981-10D6-10D6-C6399DFE73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3" t="36832" r="59230" b="54853"/>
          <a:stretch>
            <a:fillRect/>
          </a:stretch>
        </p:blipFill>
        <p:spPr bwMode="auto">
          <a:xfrm>
            <a:off x="5071099" y="6266783"/>
            <a:ext cx="1643102" cy="29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1" name="Picture 6">
            <a:extLst>
              <a:ext uri="{FF2B5EF4-FFF2-40B4-BE49-F238E27FC236}">
                <a16:creationId xmlns:a16="http://schemas.microsoft.com/office/drawing/2014/main" id="{620070FA-C29F-33DF-6D15-F97CB3DB71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1" t="68224" r="80869" b="23199"/>
          <a:stretch>
            <a:fillRect/>
          </a:stretch>
        </p:blipFill>
        <p:spPr bwMode="auto">
          <a:xfrm>
            <a:off x="4325172" y="6754146"/>
            <a:ext cx="338132" cy="43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" name="Picture 6">
            <a:extLst>
              <a:ext uri="{FF2B5EF4-FFF2-40B4-BE49-F238E27FC236}">
                <a16:creationId xmlns:a16="http://schemas.microsoft.com/office/drawing/2014/main" id="{187D6579-6C81-AEA3-FCD0-FE07041BD2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43" t="67817" r="60167" b="22707"/>
          <a:stretch>
            <a:fillRect/>
          </a:stretch>
        </p:blipFill>
        <p:spPr bwMode="auto">
          <a:xfrm>
            <a:off x="5581510" y="6755801"/>
            <a:ext cx="516958" cy="477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3" name="Picture 6">
            <a:extLst>
              <a:ext uri="{FF2B5EF4-FFF2-40B4-BE49-F238E27FC236}">
                <a16:creationId xmlns:a16="http://schemas.microsoft.com/office/drawing/2014/main" id="{5D114EE1-9DF4-CC3F-3DF4-B346C58E53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88" t="68240" r="39459" b="23183"/>
          <a:stretch>
            <a:fillRect/>
          </a:stretch>
        </p:blipFill>
        <p:spPr bwMode="auto">
          <a:xfrm>
            <a:off x="4226527" y="7312737"/>
            <a:ext cx="541353" cy="43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4" name="Picture 6">
            <a:extLst>
              <a:ext uri="{FF2B5EF4-FFF2-40B4-BE49-F238E27FC236}">
                <a16:creationId xmlns:a16="http://schemas.microsoft.com/office/drawing/2014/main" id="{B6870592-C530-2C1B-3BF5-26401F7CD7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99" t="67240" r="20086" b="22965"/>
          <a:stretch>
            <a:fillRect/>
          </a:stretch>
        </p:blipFill>
        <p:spPr bwMode="auto">
          <a:xfrm>
            <a:off x="5619150" y="7325823"/>
            <a:ext cx="424475" cy="493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5" name="Oval 3104">
            <a:extLst>
              <a:ext uri="{FF2B5EF4-FFF2-40B4-BE49-F238E27FC236}">
                <a16:creationId xmlns:a16="http://schemas.microsoft.com/office/drawing/2014/main" id="{C15D0185-881B-6191-D382-29972077951A}"/>
              </a:ext>
            </a:extLst>
          </p:cNvPr>
          <p:cNvSpPr/>
          <p:nvPr/>
        </p:nvSpPr>
        <p:spPr>
          <a:xfrm>
            <a:off x="5061278" y="6733074"/>
            <a:ext cx="1151403" cy="5067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06" name="Picture 8">
            <a:extLst>
              <a:ext uri="{FF2B5EF4-FFF2-40B4-BE49-F238E27FC236}">
                <a16:creationId xmlns:a16="http://schemas.microsoft.com/office/drawing/2014/main" id="{24611B8D-9F85-3117-9E40-871E71282F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t="30056" r="61547" b="63018"/>
          <a:stretch>
            <a:fillRect/>
          </a:stretch>
        </p:blipFill>
        <p:spPr bwMode="auto">
          <a:xfrm>
            <a:off x="1640297" y="8091585"/>
            <a:ext cx="1714098" cy="26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7" name="Picture 8">
            <a:extLst>
              <a:ext uri="{FF2B5EF4-FFF2-40B4-BE49-F238E27FC236}">
                <a16:creationId xmlns:a16="http://schemas.microsoft.com/office/drawing/2014/main" id="{6EB52482-6AEC-5187-575D-784721F271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9" t="59696" r="78370" b="30042"/>
          <a:stretch>
            <a:fillRect/>
          </a:stretch>
        </p:blipFill>
        <p:spPr bwMode="auto">
          <a:xfrm>
            <a:off x="893406" y="8500863"/>
            <a:ext cx="468297" cy="43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8" name="Picture 8">
            <a:extLst>
              <a:ext uri="{FF2B5EF4-FFF2-40B4-BE49-F238E27FC236}">
                <a16:creationId xmlns:a16="http://schemas.microsoft.com/office/drawing/2014/main" id="{ACCFBBF2-7C16-B67E-733A-A416C0495E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45" t="60252" r="59254" b="29486"/>
          <a:stretch>
            <a:fillRect/>
          </a:stretch>
        </p:blipFill>
        <p:spPr bwMode="auto">
          <a:xfrm>
            <a:off x="2334345" y="8507524"/>
            <a:ext cx="468297" cy="43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9" name="Picture 8">
            <a:extLst>
              <a:ext uri="{FF2B5EF4-FFF2-40B4-BE49-F238E27FC236}">
                <a16:creationId xmlns:a16="http://schemas.microsoft.com/office/drawing/2014/main" id="{E43B531A-0639-B716-EF4E-FB0E14C991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47" t="60139" r="38352" b="29599"/>
          <a:stretch>
            <a:fillRect/>
          </a:stretch>
        </p:blipFill>
        <p:spPr bwMode="auto">
          <a:xfrm>
            <a:off x="925776" y="9032973"/>
            <a:ext cx="468297" cy="43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0" name="Picture 8">
            <a:extLst>
              <a:ext uri="{FF2B5EF4-FFF2-40B4-BE49-F238E27FC236}">
                <a16:creationId xmlns:a16="http://schemas.microsoft.com/office/drawing/2014/main" id="{0038A109-664F-0B24-4CD4-82C6B2C302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29" t="60051" r="19570" b="29687"/>
          <a:stretch>
            <a:fillRect/>
          </a:stretch>
        </p:blipFill>
        <p:spPr bwMode="auto">
          <a:xfrm>
            <a:off x="2326547" y="9047460"/>
            <a:ext cx="468297" cy="43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11" name="Oval 3110">
            <a:extLst>
              <a:ext uri="{FF2B5EF4-FFF2-40B4-BE49-F238E27FC236}">
                <a16:creationId xmlns:a16="http://schemas.microsoft.com/office/drawing/2014/main" id="{C07F2F8D-12DF-CA2D-A5E3-1AA71D7A1CBE}"/>
              </a:ext>
            </a:extLst>
          </p:cNvPr>
          <p:cNvSpPr/>
          <p:nvPr/>
        </p:nvSpPr>
        <p:spPr>
          <a:xfrm>
            <a:off x="300451" y="8987977"/>
            <a:ext cx="1151403" cy="5067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12" name="Picture 10">
            <a:extLst>
              <a:ext uri="{FF2B5EF4-FFF2-40B4-BE49-F238E27FC236}">
                <a16:creationId xmlns:a16="http://schemas.microsoft.com/office/drawing/2014/main" id="{D0716EEC-D46B-6A8F-EC63-270A7A69DB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97" t="28352" r="5649" b="40484"/>
          <a:stretch>
            <a:fillRect/>
          </a:stretch>
        </p:blipFill>
        <p:spPr bwMode="auto">
          <a:xfrm>
            <a:off x="4407358" y="8322824"/>
            <a:ext cx="924037" cy="48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3" name="Picture 10">
            <a:extLst>
              <a:ext uri="{FF2B5EF4-FFF2-40B4-BE49-F238E27FC236}">
                <a16:creationId xmlns:a16="http://schemas.microsoft.com/office/drawing/2014/main" id="{B954D42F-14D1-69E2-1E98-9967ACB4F5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5" t="63770" r="58192" b="28685"/>
          <a:stretch>
            <a:fillRect/>
          </a:stretch>
        </p:blipFill>
        <p:spPr bwMode="auto">
          <a:xfrm>
            <a:off x="4190247" y="8831426"/>
            <a:ext cx="946114" cy="21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4" name="Picture 10">
            <a:extLst>
              <a:ext uri="{FF2B5EF4-FFF2-40B4-BE49-F238E27FC236}">
                <a16:creationId xmlns:a16="http://schemas.microsoft.com/office/drawing/2014/main" id="{453047EB-4A6A-D5D8-2591-57EE9C659A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1" t="78456" r="57256" b="13999"/>
          <a:stretch>
            <a:fillRect/>
          </a:stretch>
        </p:blipFill>
        <p:spPr bwMode="auto">
          <a:xfrm>
            <a:off x="5592884" y="9288563"/>
            <a:ext cx="946114" cy="21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5" name="Picture 10">
            <a:extLst>
              <a:ext uri="{FF2B5EF4-FFF2-40B4-BE49-F238E27FC236}">
                <a16:creationId xmlns:a16="http://schemas.microsoft.com/office/drawing/2014/main" id="{E845EE61-1D36-D66A-14C4-E5EA64FB05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28" t="77350" r="8269" b="15105"/>
          <a:stretch>
            <a:fillRect/>
          </a:stretch>
        </p:blipFill>
        <p:spPr bwMode="auto">
          <a:xfrm>
            <a:off x="5579650" y="8839130"/>
            <a:ext cx="946114" cy="21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6" name="Picture 10">
            <a:extLst>
              <a:ext uri="{FF2B5EF4-FFF2-40B4-BE49-F238E27FC236}">
                <a16:creationId xmlns:a16="http://schemas.microsoft.com/office/drawing/2014/main" id="{2D345AC4-B9E7-4645-769B-2E82006230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92" t="62841" r="9005" b="29614"/>
          <a:stretch>
            <a:fillRect/>
          </a:stretch>
        </p:blipFill>
        <p:spPr bwMode="auto">
          <a:xfrm>
            <a:off x="4151689" y="9278611"/>
            <a:ext cx="946114" cy="21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17" name="Oval 3116">
            <a:extLst>
              <a:ext uri="{FF2B5EF4-FFF2-40B4-BE49-F238E27FC236}">
                <a16:creationId xmlns:a16="http://schemas.microsoft.com/office/drawing/2014/main" id="{D87C8B19-B90F-CACA-F280-772C8E12B366}"/>
              </a:ext>
            </a:extLst>
          </p:cNvPr>
          <p:cNvSpPr/>
          <p:nvPr/>
        </p:nvSpPr>
        <p:spPr>
          <a:xfrm>
            <a:off x="3726813" y="8780779"/>
            <a:ext cx="960069" cy="3085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18" name="TextBox 3117">
                <a:extLst>
                  <a:ext uri="{FF2B5EF4-FFF2-40B4-BE49-F238E27FC236}">
                    <a16:creationId xmlns:a16="http://schemas.microsoft.com/office/drawing/2014/main" id="{F22313A3-D046-3DA1-100E-6C329CCD0A74}"/>
                  </a:ext>
                </a:extLst>
              </p:cNvPr>
              <p:cNvSpPr txBox="1"/>
              <p:nvPr/>
            </p:nvSpPr>
            <p:spPr>
              <a:xfrm>
                <a:off x="781412" y="861050"/>
                <a:ext cx="2160772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14+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−4+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18" name="TextBox 3117">
                <a:extLst>
                  <a:ext uri="{FF2B5EF4-FFF2-40B4-BE49-F238E27FC236}">
                    <a16:creationId xmlns:a16="http://schemas.microsoft.com/office/drawing/2014/main" id="{F22313A3-D046-3DA1-100E-6C329CCD0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12" y="861050"/>
                <a:ext cx="2160772" cy="4726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9" name="TextBox 3118">
                <a:extLst>
                  <a:ext uri="{FF2B5EF4-FFF2-40B4-BE49-F238E27FC236}">
                    <a16:creationId xmlns:a16="http://schemas.microsoft.com/office/drawing/2014/main" id="{DEB011E2-B1FE-E63D-5629-12EB3C85040F}"/>
                  </a:ext>
                </a:extLst>
              </p:cNvPr>
              <p:cNvSpPr txBox="1"/>
              <p:nvPr/>
            </p:nvSpPr>
            <p:spPr>
              <a:xfrm>
                <a:off x="2649961" y="1383690"/>
                <a:ext cx="71957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GB" sz="1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19" name="TextBox 3118">
                <a:extLst>
                  <a:ext uri="{FF2B5EF4-FFF2-40B4-BE49-F238E27FC236}">
                    <a16:creationId xmlns:a16="http://schemas.microsoft.com/office/drawing/2014/main" id="{DEB011E2-B1FE-E63D-5629-12EB3C850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961" y="1383690"/>
                <a:ext cx="719578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0" name="TextBox 3119">
                <a:extLst>
                  <a:ext uri="{FF2B5EF4-FFF2-40B4-BE49-F238E27FC236}">
                    <a16:creationId xmlns:a16="http://schemas.microsoft.com/office/drawing/2014/main" id="{F63EDC9C-955A-856A-2C06-3240253A5E82}"/>
                  </a:ext>
                </a:extLst>
              </p:cNvPr>
              <p:cNvSpPr txBox="1"/>
              <p:nvPr/>
            </p:nvSpPr>
            <p:spPr>
              <a:xfrm>
                <a:off x="4051909" y="836924"/>
                <a:ext cx="2160772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4−2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5−2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20" name="TextBox 3119">
                <a:extLst>
                  <a:ext uri="{FF2B5EF4-FFF2-40B4-BE49-F238E27FC236}">
                    <a16:creationId xmlns:a16="http://schemas.microsoft.com/office/drawing/2014/main" id="{F63EDC9C-955A-856A-2C06-3240253A5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909" y="836924"/>
                <a:ext cx="2160772" cy="4726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1" name="TextBox 3120">
                <a:extLst>
                  <a:ext uri="{FF2B5EF4-FFF2-40B4-BE49-F238E27FC236}">
                    <a16:creationId xmlns:a16="http://schemas.microsoft.com/office/drawing/2014/main" id="{5680005A-C05B-374B-5BEC-A35F8436C0A2}"/>
                  </a:ext>
                </a:extLst>
              </p:cNvPr>
              <p:cNvSpPr txBox="1"/>
              <p:nvPr/>
            </p:nvSpPr>
            <p:spPr>
              <a:xfrm>
                <a:off x="5865311" y="1383690"/>
                <a:ext cx="71957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  <m:oMath xmlns:m="http://schemas.openxmlformats.org/officeDocument/2006/math"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1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21" name="TextBox 3120">
                <a:extLst>
                  <a:ext uri="{FF2B5EF4-FFF2-40B4-BE49-F238E27FC236}">
                    <a16:creationId xmlns:a16="http://schemas.microsoft.com/office/drawing/2014/main" id="{5680005A-C05B-374B-5BEC-A35F8436C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311" y="1383690"/>
                <a:ext cx="719578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3" name="TextBox 3122">
                <a:extLst>
                  <a:ext uri="{FF2B5EF4-FFF2-40B4-BE49-F238E27FC236}">
                    <a16:creationId xmlns:a16="http://schemas.microsoft.com/office/drawing/2014/main" id="{77E957D5-1A64-82F7-A2AB-4CB15593F862}"/>
                  </a:ext>
                </a:extLst>
              </p:cNvPr>
              <p:cNvSpPr txBox="1"/>
              <p:nvPr/>
            </p:nvSpPr>
            <p:spPr>
              <a:xfrm>
                <a:off x="616357" y="2570632"/>
                <a:ext cx="2160772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−18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23" name="TextBox 3122">
                <a:extLst>
                  <a:ext uri="{FF2B5EF4-FFF2-40B4-BE49-F238E27FC236}">
                    <a16:creationId xmlns:a16="http://schemas.microsoft.com/office/drawing/2014/main" id="{77E957D5-1A64-82F7-A2AB-4CB15593F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57" y="2570632"/>
                <a:ext cx="2160772" cy="47269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4" name="TextBox 3123">
                <a:extLst>
                  <a:ext uri="{FF2B5EF4-FFF2-40B4-BE49-F238E27FC236}">
                    <a16:creationId xmlns:a16="http://schemas.microsoft.com/office/drawing/2014/main" id="{7796B015-456D-AD87-E209-4928E2477588}"/>
                  </a:ext>
                </a:extLst>
              </p:cNvPr>
              <p:cNvSpPr txBox="1"/>
              <p:nvPr/>
            </p:nvSpPr>
            <p:spPr>
              <a:xfrm>
                <a:off x="2546365" y="3244995"/>
                <a:ext cx="71957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GB" sz="1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24" name="TextBox 3123">
                <a:extLst>
                  <a:ext uri="{FF2B5EF4-FFF2-40B4-BE49-F238E27FC236}">
                    <a16:creationId xmlns:a16="http://schemas.microsoft.com/office/drawing/2014/main" id="{7796B015-456D-AD87-E209-4928E2477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365" y="3244995"/>
                <a:ext cx="719578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5" name="TextBox 3124">
                <a:extLst>
                  <a:ext uri="{FF2B5EF4-FFF2-40B4-BE49-F238E27FC236}">
                    <a16:creationId xmlns:a16="http://schemas.microsoft.com/office/drawing/2014/main" id="{87267D78-1770-73E9-FC1C-28C6E1851533}"/>
                  </a:ext>
                </a:extLst>
              </p:cNvPr>
              <p:cNvSpPr txBox="1"/>
              <p:nvPr/>
            </p:nvSpPr>
            <p:spPr>
              <a:xfrm>
                <a:off x="3986509" y="2659471"/>
                <a:ext cx="2160772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−3−2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7+4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−13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25" name="TextBox 3124">
                <a:extLst>
                  <a:ext uri="{FF2B5EF4-FFF2-40B4-BE49-F238E27FC236}">
                    <a16:creationId xmlns:a16="http://schemas.microsoft.com/office/drawing/2014/main" id="{87267D78-1770-73E9-FC1C-28C6E1851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509" y="2659471"/>
                <a:ext cx="2160772" cy="47269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26" name="TextBox 3125">
                <a:extLst>
                  <a:ext uri="{FF2B5EF4-FFF2-40B4-BE49-F238E27FC236}">
                    <a16:creationId xmlns:a16="http://schemas.microsoft.com/office/drawing/2014/main" id="{2DCB70B4-712A-D234-96EC-3C5F198EAC70}"/>
                  </a:ext>
                </a:extLst>
              </p:cNvPr>
              <p:cNvSpPr txBox="1"/>
              <p:nvPr/>
            </p:nvSpPr>
            <p:spPr>
              <a:xfrm>
                <a:off x="5910900" y="3283313"/>
                <a:ext cx="71957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  <m:oMath xmlns:m="http://schemas.openxmlformats.org/officeDocument/2006/math"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</m:oMath>
                  </m:oMathPara>
                </a14:m>
                <a:endParaRPr lang="en-GB" sz="1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26" name="TextBox 3125">
                <a:extLst>
                  <a:ext uri="{FF2B5EF4-FFF2-40B4-BE49-F238E27FC236}">
                    <a16:creationId xmlns:a16="http://schemas.microsoft.com/office/drawing/2014/main" id="{2DCB70B4-712A-D234-96EC-3C5F198E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900" y="3283313"/>
                <a:ext cx="719578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5810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9299274-F28E-5998-9ED1-910DF8271D9D}"/>
              </a:ext>
            </a:extLst>
          </p:cNvPr>
          <p:cNvSpPr txBox="1"/>
          <p:nvPr/>
        </p:nvSpPr>
        <p:spPr>
          <a:xfrm>
            <a:off x="0" y="-15100"/>
            <a:ext cx="1873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Year 10: Vectors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D80F3B-6459-A7F8-97E9-EFC2F7282520}"/>
              </a:ext>
            </a:extLst>
          </p:cNvPr>
          <p:cNvSpPr txBox="1"/>
          <p:nvPr/>
        </p:nvSpPr>
        <p:spPr>
          <a:xfrm>
            <a:off x="3819525" y="0"/>
            <a:ext cx="3038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b="1" dirty="0">
                <a:solidFill>
                  <a:schemeClr val="bg1"/>
                </a:solidFill>
              </a:rPr>
              <a:t>D. Parallel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5DC95210-FD7F-0FE4-F1B5-0BA8462900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2845633"/>
                  </p:ext>
                </p:extLst>
              </p:nvPr>
            </p:nvGraphicFramePr>
            <p:xfrm>
              <a:off x="0" y="337820"/>
              <a:ext cx="6851544" cy="37344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948714">
                      <a:extLst>
                        <a:ext uri="{9D8B030D-6E8A-4147-A177-3AD203B41FA5}">
                          <a16:colId xmlns:a16="http://schemas.microsoft.com/office/drawing/2014/main" val="2282200380"/>
                        </a:ext>
                      </a:extLst>
                    </a:gridCol>
                    <a:gridCol w="2902830">
                      <a:extLst>
                        <a:ext uri="{9D8B030D-6E8A-4147-A177-3AD203B41FA5}">
                          <a16:colId xmlns:a16="http://schemas.microsoft.com/office/drawing/2014/main" val="126370756"/>
                        </a:ext>
                      </a:extLst>
                    </a:gridCol>
                  </a:tblGrid>
                  <a:tr h="233045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What is the same?</a:t>
                          </a:r>
                        </a:p>
                        <a:p>
                          <a:pPr algn="ctr"/>
                          <a:endParaRPr lang="en-GB" sz="1200" b="1" dirty="0"/>
                        </a:p>
                        <a:p>
                          <a:pPr algn="ctr"/>
                          <a:endParaRPr lang="en-GB" sz="1200" b="1" dirty="0"/>
                        </a:p>
                        <a:p>
                          <a:pPr algn="ctr"/>
                          <a:br>
                            <a:rPr lang="en-GB" sz="1200" b="1" dirty="0"/>
                          </a:br>
                          <a:r>
                            <a:rPr lang="en-GB" sz="1200" b="1" dirty="0"/>
                            <a:t>What is different?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r>
                            <a:rPr lang="en-GB" sz="1200" dirty="0"/>
                            <a:t>Write these vectors in terms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5379082"/>
                      </a:ext>
                    </a:extLst>
                  </a:tr>
                  <a:tr h="936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each vector in column notation.</a:t>
                          </a:r>
                        </a:p>
                        <a:p>
                          <a:endParaRPr lang="en-GB" sz="120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14822267"/>
                      </a:ext>
                    </a:extLst>
                  </a:tr>
                  <a:tr h="468000">
                    <a:tc gridSpan="2"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are parallel if ________________________________________________________________________.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347685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5DC95210-FD7F-0FE4-F1B5-0BA8462900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2845633"/>
                  </p:ext>
                </p:extLst>
              </p:nvPr>
            </p:nvGraphicFramePr>
            <p:xfrm>
              <a:off x="0" y="337820"/>
              <a:ext cx="6851544" cy="37344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948714">
                      <a:extLst>
                        <a:ext uri="{9D8B030D-6E8A-4147-A177-3AD203B41FA5}">
                          <a16:colId xmlns:a16="http://schemas.microsoft.com/office/drawing/2014/main" val="2282200380"/>
                        </a:ext>
                      </a:extLst>
                    </a:gridCol>
                    <a:gridCol w="2902830">
                      <a:extLst>
                        <a:ext uri="{9D8B030D-6E8A-4147-A177-3AD203B41FA5}">
                          <a16:colId xmlns:a16="http://schemas.microsoft.com/office/drawing/2014/main" val="126370756"/>
                        </a:ext>
                      </a:extLst>
                    </a:gridCol>
                  </a:tblGrid>
                  <a:tr h="233045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6555" t="-261" r="-630" b="-60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379082"/>
                      </a:ext>
                    </a:extLst>
                  </a:tr>
                  <a:tr h="936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Write each vector in column notation.</a:t>
                          </a:r>
                        </a:p>
                        <a:p>
                          <a:endParaRPr lang="en-GB" sz="1200" dirty="0"/>
                        </a:p>
                      </a:txBody>
                      <a:tcPr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14822267"/>
                      </a:ext>
                    </a:extLst>
                  </a:tr>
                  <a:tr h="468000">
                    <a:tc gridSpan="2">
                      <a:txBody>
                        <a:bodyPr/>
                        <a:lstStyle/>
                        <a:p>
                          <a:r>
                            <a:rPr lang="en-GB" sz="1200" dirty="0"/>
                            <a:t>Vectors are parallel if ________________________________________________________________________.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34768557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BB6A542D-A93E-494D-90DE-4E7956907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b="39231"/>
          <a:stretch/>
        </p:blipFill>
        <p:spPr>
          <a:xfrm>
            <a:off x="299646" y="492460"/>
            <a:ext cx="3337920" cy="204246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071A43-B527-3A86-366D-95098F46E917}"/>
              </a:ext>
            </a:extLst>
          </p:cNvPr>
          <p:cNvCxnSpPr>
            <a:cxnSpLocks/>
          </p:cNvCxnSpPr>
          <p:nvPr/>
        </p:nvCxnSpPr>
        <p:spPr>
          <a:xfrm flipV="1">
            <a:off x="658919" y="750158"/>
            <a:ext cx="424055" cy="42665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C8AFB24-B659-8EE2-EADB-91B839C2FE46}"/>
              </a:ext>
            </a:extLst>
          </p:cNvPr>
          <p:cNvCxnSpPr>
            <a:cxnSpLocks/>
          </p:cNvCxnSpPr>
          <p:nvPr/>
        </p:nvCxnSpPr>
        <p:spPr>
          <a:xfrm flipV="1">
            <a:off x="981186" y="529764"/>
            <a:ext cx="336547" cy="33212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3AA167-EC19-8F4C-2D3F-CC355F6447F9}"/>
                  </a:ext>
                </a:extLst>
              </p:cNvPr>
              <p:cNvSpPr txBox="1"/>
              <p:nvPr/>
            </p:nvSpPr>
            <p:spPr>
              <a:xfrm>
                <a:off x="737200" y="657431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3AA167-EC19-8F4C-2D3F-CC355F644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00" y="657431"/>
                <a:ext cx="308769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32B6B2-4E21-50DC-669A-5E303401F467}"/>
              </a:ext>
            </a:extLst>
          </p:cNvPr>
          <p:cNvCxnSpPr>
            <a:cxnSpLocks/>
          </p:cNvCxnSpPr>
          <p:nvPr/>
        </p:nvCxnSpPr>
        <p:spPr>
          <a:xfrm flipV="1">
            <a:off x="666861" y="1428687"/>
            <a:ext cx="704850" cy="70485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F69D3BF-45FB-250A-4D72-AC5E4C63B273}"/>
              </a:ext>
            </a:extLst>
          </p:cNvPr>
          <p:cNvCxnSpPr>
            <a:cxnSpLocks/>
          </p:cNvCxnSpPr>
          <p:nvPr/>
        </p:nvCxnSpPr>
        <p:spPr>
          <a:xfrm flipV="1">
            <a:off x="1314566" y="828612"/>
            <a:ext cx="666745" cy="65353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D6F23AE-DEE9-3B39-A46B-3BC96626182F}"/>
              </a:ext>
            </a:extLst>
          </p:cNvPr>
          <p:cNvCxnSpPr>
            <a:cxnSpLocks/>
          </p:cNvCxnSpPr>
          <p:nvPr/>
        </p:nvCxnSpPr>
        <p:spPr>
          <a:xfrm flipV="1">
            <a:off x="2295636" y="1142937"/>
            <a:ext cx="363929" cy="33920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81AC6B7-E90C-C1E5-0563-9313F7481E6A}"/>
              </a:ext>
            </a:extLst>
          </p:cNvPr>
          <p:cNvCxnSpPr>
            <a:cxnSpLocks/>
          </p:cNvCxnSpPr>
          <p:nvPr/>
        </p:nvCxnSpPr>
        <p:spPr>
          <a:xfrm flipV="1">
            <a:off x="2571071" y="831787"/>
            <a:ext cx="402819" cy="385439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4A02E49-EFD7-5F20-84CF-A36416BFCD82}"/>
              </a:ext>
            </a:extLst>
          </p:cNvPr>
          <p:cNvCxnSpPr>
            <a:cxnSpLocks/>
          </p:cNvCxnSpPr>
          <p:nvPr/>
        </p:nvCxnSpPr>
        <p:spPr>
          <a:xfrm flipV="1">
            <a:off x="1797250" y="1831643"/>
            <a:ext cx="180975" cy="17145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1F0AEFE-C0FB-344E-F997-53C9A25DF70D}"/>
              </a:ext>
            </a:extLst>
          </p:cNvPr>
          <p:cNvCxnSpPr>
            <a:cxnSpLocks/>
          </p:cNvCxnSpPr>
          <p:nvPr/>
        </p:nvCxnSpPr>
        <p:spPr>
          <a:xfrm flipV="1">
            <a:off x="1643371" y="1937653"/>
            <a:ext cx="216694" cy="21669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A805D84-6C9A-27B6-6B75-CA0F0423A618}"/>
              </a:ext>
            </a:extLst>
          </p:cNvPr>
          <p:cNvCxnSpPr>
            <a:cxnSpLocks/>
          </p:cNvCxnSpPr>
          <p:nvPr/>
        </p:nvCxnSpPr>
        <p:spPr>
          <a:xfrm flipV="1">
            <a:off x="1940014" y="1594652"/>
            <a:ext cx="917486" cy="88061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BD70457-DFF5-15BB-668A-B90679D7051F}"/>
              </a:ext>
            </a:extLst>
          </p:cNvPr>
          <p:cNvCxnSpPr>
            <a:cxnSpLocks/>
          </p:cNvCxnSpPr>
          <p:nvPr/>
        </p:nvCxnSpPr>
        <p:spPr>
          <a:xfrm flipV="1">
            <a:off x="2777640" y="851169"/>
            <a:ext cx="839875" cy="83641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0986311C-2D9E-BCBE-FBD5-60A1F2C4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16</a:t>
            </a:fld>
            <a:endParaRPr lang="en-GB" b="1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738763-3921-C3B9-0829-202ADB40F611}"/>
              </a:ext>
            </a:extLst>
          </p:cNvPr>
          <p:cNvSpPr/>
          <p:nvPr/>
        </p:nvSpPr>
        <p:spPr>
          <a:xfrm>
            <a:off x="0" y="19505"/>
            <a:ext cx="6858000" cy="252000"/>
          </a:xfrm>
          <a:prstGeom prst="rect">
            <a:avLst/>
          </a:prstGeom>
          <a:solidFill>
            <a:srgbClr val="009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noProof="0" dirty="0"/>
              <a:t>Subtopic 1D: Parallel 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C40D458-47AE-FB6B-2C55-23F98BCEAF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9803496"/>
                  </p:ext>
                </p:extLst>
              </p:nvPr>
            </p:nvGraphicFramePr>
            <p:xfrm>
              <a:off x="103812" y="4230317"/>
              <a:ext cx="6643919" cy="261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Find a multiple, K, linking the two vectors such that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br>
                            <a:rPr lang="en-GB" sz="1200" b="0" i="1" dirty="0">
                              <a:latin typeface="Cambria Math" panose="020405030504060302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Write this as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r>
                            <a:rPr lang="en-GB" sz="1200" dirty="0"/>
                            <a:t>Show that the vector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−9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</a:t>
                          </a:r>
                          <a:r>
                            <a:rPr lang="en-GB" sz="1200" dirty="0"/>
                            <a:t>is</a:t>
                          </a:r>
                          <a:r>
                            <a:rPr lang="en-GB" sz="1400" dirty="0"/>
                            <a:t> </a:t>
                          </a:r>
                          <a:r>
                            <a:rPr lang="en-GB" sz="1200" dirty="0"/>
                            <a:t>parallel</a:t>
                          </a:r>
                          <a:r>
                            <a:rPr lang="en-GB" sz="1200" baseline="0" dirty="0"/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0" baseline="0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−20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r>
                            <a:rPr lang="en-GB" sz="1200" dirty="0"/>
                            <a:t>Show</a:t>
                          </a:r>
                          <a:r>
                            <a:rPr lang="en-GB" sz="1200" baseline="0" dirty="0"/>
                            <a:t> that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</a:t>
                          </a:r>
                          <a:r>
                            <a:rPr lang="en-GB" sz="1200" dirty="0"/>
                            <a:t>is parallel</a:t>
                          </a:r>
                          <a:r>
                            <a:rPr lang="en-GB" sz="1200" baseline="0" dirty="0"/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0" baseline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−6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Show that the vector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−15 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is parallel to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𝒄</m:t>
                              </m:r>
                              <m:r>
                                <a:rPr kumimoji="0" lang="en-GB" sz="1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C40D458-47AE-FB6B-2C55-23F98BCEAF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9803496"/>
                  </p:ext>
                </p:extLst>
              </p:nvPr>
            </p:nvGraphicFramePr>
            <p:xfrm>
              <a:off x="103812" y="4230317"/>
              <a:ext cx="6643919" cy="261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897" t="-11948" r="-389686" b="-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7855" t="-11948" r="-200692" b="-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77855" t="-11948" r="-100692" b="-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77855" t="-11948" r="-692" b="-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FF75038-4871-AEE7-7A95-BCCB58151D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7981061"/>
                  </p:ext>
                </p:extLst>
              </p:nvPr>
            </p:nvGraphicFramePr>
            <p:xfrm>
              <a:off x="103811" y="6945727"/>
              <a:ext cx="6643919" cy="2650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2.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76000">
                    <a:tc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Find a multiple, K, linking the two vectors from the given components.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Write this as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Find the missing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−7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r>
                            <a:rPr lang="en-GB" sz="1200" dirty="0"/>
                            <a:t>If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−21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</a:t>
                          </a:r>
                          <a:r>
                            <a:rPr lang="en-GB" sz="1200" dirty="0"/>
                            <a:t>is</a:t>
                          </a:r>
                          <a:r>
                            <a:rPr lang="en-GB" sz="1400" dirty="0"/>
                            <a:t> </a:t>
                          </a:r>
                          <a:r>
                            <a:rPr lang="en-GB" sz="1200" dirty="0"/>
                            <a:t>parallel</a:t>
                          </a:r>
                          <a:r>
                            <a:rPr lang="en-GB" sz="1200" baseline="0" dirty="0"/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baseline="0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0" baseline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GB" sz="1200" dirty="0"/>
                            <a:t> find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𝒃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24</m:t>
                                        </m:r>
                                      </m:num>
                                      <m:den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18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is</a:t>
                          </a:r>
                          <a:r>
                            <a:rPr kumimoji="0" lang="en-GB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parallel to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the value of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𝒄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−12</m:t>
                                        </m:r>
                                      </m:num>
                                      <m:den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𝒄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is parallel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30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the value of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𝑧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FF75038-4871-AEE7-7A95-BCCB58151D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7981061"/>
                  </p:ext>
                </p:extLst>
              </p:nvPr>
            </p:nvGraphicFramePr>
            <p:xfrm>
              <a:off x="103811" y="6945727"/>
              <a:ext cx="6643919" cy="2650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2.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97" t="-11765" r="-389686" b="-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77855" t="-11765" r="-200692" b="-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77855" t="-11765" r="-100692" b="-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77855" t="-11765" r="-692" b="-5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4353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ECB37-2446-4DF4-D4B1-1292F540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1639A92E-6C2B-0FDD-8409-F776B2B1ED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0386443"/>
                  </p:ext>
                </p:extLst>
              </p:nvPr>
            </p:nvGraphicFramePr>
            <p:xfrm>
              <a:off x="15642" y="6177317"/>
              <a:ext cx="6826715" cy="367080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3571">
                      <a:extLst>
                        <a:ext uri="{9D8B030D-6E8A-4147-A177-3AD203B41FA5}">
                          <a16:colId xmlns:a16="http://schemas.microsoft.com/office/drawing/2014/main" val="2786502738"/>
                        </a:ext>
                      </a:extLst>
                    </a:gridCol>
                    <a:gridCol w="1250844">
                      <a:extLst>
                        <a:ext uri="{9D8B030D-6E8A-4147-A177-3AD203B41FA5}">
                          <a16:colId xmlns:a16="http://schemas.microsoft.com/office/drawing/2014/main" val="167968265"/>
                        </a:ext>
                      </a:extLst>
                    </a:gridCol>
                    <a:gridCol w="1073256">
                      <a:extLst>
                        <a:ext uri="{9D8B030D-6E8A-4147-A177-3AD203B41FA5}">
                          <a16:colId xmlns:a16="http://schemas.microsoft.com/office/drawing/2014/main" val="2188787348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2990935543"/>
                        </a:ext>
                      </a:extLst>
                    </a:gridCol>
                    <a:gridCol w="1581044">
                      <a:extLst>
                        <a:ext uri="{9D8B030D-6E8A-4147-A177-3AD203B41FA5}">
                          <a16:colId xmlns:a16="http://schemas.microsoft.com/office/drawing/2014/main" val="2118488667"/>
                        </a:ext>
                      </a:extLst>
                    </a:gridCol>
                  </a:tblGrid>
                  <a:tr h="252000">
                    <a:tc gridSpan="5">
                      <a:txBody>
                        <a:bodyPr/>
                        <a:lstStyle/>
                        <a:p>
                          <a:pPr algn="l"/>
                          <a:r>
                            <a:rPr lang="en-GB" sz="1200" b="1" dirty="0"/>
                            <a:t>Question 1.</a:t>
                          </a:r>
                          <a:r>
                            <a:rPr lang="en-GB" sz="1200" b="0" dirty="0"/>
                            <a:t> Complete the table: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1150463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Vector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Vector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Parallel?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Same direction?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/>
                            <a:t>Same length?</a:t>
                          </a:r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32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51648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1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1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GB" sz="1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07305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    −4    </m:t>
                                        </m:r>
                                      </m:num>
                                      <m:den/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80088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16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5962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15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−30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3437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/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              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446085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1639A92E-6C2B-0FDD-8409-F776B2B1ED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0386443"/>
                  </p:ext>
                </p:extLst>
              </p:nvPr>
            </p:nvGraphicFramePr>
            <p:xfrm>
              <a:off x="15642" y="6177317"/>
              <a:ext cx="6826715" cy="367080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3571">
                      <a:extLst>
                        <a:ext uri="{9D8B030D-6E8A-4147-A177-3AD203B41FA5}">
                          <a16:colId xmlns:a16="http://schemas.microsoft.com/office/drawing/2014/main" val="2786502738"/>
                        </a:ext>
                      </a:extLst>
                    </a:gridCol>
                    <a:gridCol w="1250844">
                      <a:extLst>
                        <a:ext uri="{9D8B030D-6E8A-4147-A177-3AD203B41FA5}">
                          <a16:colId xmlns:a16="http://schemas.microsoft.com/office/drawing/2014/main" val="167968265"/>
                        </a:ext>
                      </a:extLst>
                    </a:gridCol>
                    <a:gridCol w="1073256">
                      <a:extLst>
                        <a:ext uri="{9D8B030D-6E8A-4147-A177-3AD203B41FA5}">
                          <a16:colId xmlns:a16="http://schemas.microsoft.com/office/drawing/2014/main" val="2188787348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2990935543"/>
                        </a:ext>
                      </a:extLst>
                    </a:gridCol>
                    <a:gridCol w="1581044">
                      <a:extLst>
                        <a:ext uri="{9D8B030D-6E8A-4147-A177-3AD203B41FA5}">
                          <a16:colId xmlns:a16="http://schemas.microsoft.com/office/drawing/2014/main" val="2118488667"/>
                        </a:ext>
                      </a:extLst>
                    </a:gridCol>
                  </a:tblGrid>
                  <a:tr h="274320">
                    <a:tc gridSpan="5">
                      <a:txBody>
                        <a:bodyPr/>
                        <a:lstStyle/>
                        <a:p>
                          <a:pPr algn="l"/>
                          <a:r>
                            <a:rPr lang="en-GB" sz="1200" b="1" dirty="0"/>
                            <a:t>Question 1.</a:t>
                          </a:r>
                          <a:r>
                            <a:rPr lang="en-GB" sz="1200" b="0" dirty="0"/>
                            <a:t> Complete the table: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115046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Vector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Vector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Parallel?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dirty="0"/>
                            <a:t>Same direction?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/>
                            <a:t>Same length?</a:t>
                          </a:r>
                          <a:endParaRPr lang="en-GB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32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149180" r="-497340" b="-7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149180" r="-356098" b="-7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51648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249180" r="-497340" b="-6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249180" r="-356098" b="-6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61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349180" r="-497340" b="-5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349180" r="-356098" b="-5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0730528"/>
                      </a:ext>
                    </a:extLst>
                  </a:tr>
                  <a:tr h="5024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334146" r="-497340" b="-3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334146" r="-356098" b="-3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8008860"/>
                      </a:ext>
                    </a:extLst>
                  </a:tr>
                  <a:tr h="5024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428916" r="-497340" b="-20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428916" r="-356098" b="-20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5962773"/>
                      </a:ext>
                    </a:extLst>
                  </a:tr>
                  <a:tr h="5024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535366" r="-497340" b="-1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535366" r="-356098" b="-1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3437670"/>
                      </a:ext>
                    </a:extLst>
                  </a:tr>
                  <a:tr h="5024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2" t="-627711" r="-497340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195" t="-627711" r="-356098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Yes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446085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13EFE48A-B796-8E3D-5AC7-C3AA374DAEE8}"/>
              </a:ext>
            </a:extLst>
          </p:cNvPr>
          <p:cNvSpPr/>
          <p:nvPr/>
        </p:nvSpPr>
        <p:spPr>
          <a:xfrm>
            <a:off x="1550506" y="8075774"/>
            <a:ext cx="438150" cy="190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56DC20-DE51-A3A4-1500-D06178263402}"/>
              </a:ext>
            </a:extLst>
          </p:cNvPr>
          <p:cNvSpPr/>
          <p:nvPr/>
        </p:nvSpPr>
        <p:spPr>
          <a:xfrm>
            <a:off x="1578083" y="9395805"/>
            <a:ext cx="386279" cy="190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-3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BCAFA7-72F3-A01D-4781-FD2E1BA73CBF}"/>
              </a:ext>
            </a:extLst>
          </p:cNvPr>
          <p:cNvSpPr/>
          <p:nvPr/>
        </p:nvSpPr>
        <p:spPr>
          <a:xfrm>
            <a:off x="1578083" y="9633422"/>
            <a:ext cx="386279" cy="190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-8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CF062CC4-E8EB-D433-5069-D6509BC6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17</a:t>
            </a:fld>
            <a:endParaRPr lang="en-GB" b="1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FE5A7-EDA9-F719-2E73-3978AEBD4E6F}"/>
              </a:ext>
            </a:extLst>
          </p:cNvPr>
          <p:cNvSpPr/>
          <p:nvPr/>
        </p:nvSpPr>
        <p:spPr>
          <a:xfrm>
            <a:off x="12347" y="5812589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4F3D91B-6DBC-C22B-67F1-90D08A8BBD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6557395"/>
                  </p:ext>
                </p:extLst>
              </p:nvPr>
            </p:nvGraphicFramePr>
            <p:xfrm>
              <a:off x="134677" y="95279"/>
              <a:ext cx="6643919" cy="261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3.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Complete the required column vector arithmetic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Find a multiple, K, linking the resultant and given vector.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Write this as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100" dirty="0"/>
                        </a:p>
                        <a:p>
                          <a:r>
                            <a:rPr lang="en-GB" sz="1200" dirty="0"/>
                            <a:t>Show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parallel</a:t>
                          </a:r>
                          <a:r>
                            <a:rPr lang="en-GB" sz="1200" baseline="0" dirty="0"/>
                            <a:t> to the vector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baseline="0" smtClean="0">
                                          <a:latin typeface="Cambria Math" panose="02040503050406030204" pitchFamily="18" charset="0"/>
                                        </a:rPr>
                                        <m:t>15</m:t>
                                      </m:r>
                                    </m:num>
                                    <m:den>
                                      <m:r>
                                        <a:rPr lang="en-GB" sz="1600" b="0" i="1" baseline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−6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Show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parallel</a:t>
                          </a:r>
                          <a:r>
                            <a:rPr lang="en-GB" sz="1200" baseline="0" dirty="0"/>
                            <a:t> to the vector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6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Show that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is parallel to the vector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−15 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−9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4F3D91B-6DBC-C22B-67F1-90D08A8BBD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6557395"/>
                  </p:ext>
                </p:extLst>
              </p:nvPr>
            </p:nvGraphicFramePr>
            <p:xfrm>
              <a:off x="134677" y="95279"/>
              <a:ext cx="6643919" cy="2614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3.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48" t="-11948" r="-390135" b="-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7509" t="-11948" r="-201038" b="-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77509" t="-11948" r="-101038" b="-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509" t="-11948" r="-1038" b="-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7DD4B2D-9C79-93B5-94D9-F56FB2AEE9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5814578"/>
                  </p:ext>
                </p:extLst>
              </p:nvPr>
            </p:nvGraphicFramePr>
            <p:xfrm>
              <a:off x="134677" y="2773781"/>
              <a:ext cx="6643919" cy="2926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4.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Complete the required column vector arithmetic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Find a multiple, K, linking the resultant and given vector</a:t>
                          </a:r>
                          <a:r>
                            <a:rPr lang="en-GB" sz="1200" baseline="0" dirty="0"/>
                            <a:t> components.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dirty="0"/>
                            <a:t>Write this as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GB" sz="1200" b="1" dirty="0"/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Find the missing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100" dirty="0"/>
                        </a:p>
                        <a:p>
                          <a:r>
                            <a:rPr lang="en-GB" sz="1200" dirty="0"/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parallel</a:t>
                          </a:r>
                          <a:r>
                            <a:rPr lang="en-GB" sz="1200" baseline="0" dirty="0"/>
                            <a:t>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baseline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GB" sz="1600" b="0" i="1" baseline="0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dirty="0"/>
                            <a:t>, find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−1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−6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7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is parallel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−5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, find the value of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  <m:r>
                                <a:rPr kumimoji="0" lang="en-GB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en-GB" sz="1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−8</m:t>
                                      </m:r>
                                    </m:num>
                                    <m:den>
                                      <m:r>
                                        <a:rPr kumimoji="0" lang="en-GB" sz="1400" b="0" i="1" u="none" strike="noStrike" kern="120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is parallel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𝑧</m:t>
                                      </m:r>
                                    </m:num>
                                    <m:den>
                                      <m:r>
                                        <a:rPr kumimoji="0" lang="en-GB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−9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, find the value of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𝑧</m:t>
                              </m:r>
                              <m:r>
                                <a:rPr kumimoji="0" lang="en-GB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7DD4B2D-9C79-93B5-94D9-F56FB2AEE9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5814578"/>
                  </p:ext>
                </p:extLst>
              </p:nvPr>
            </p:nvGraphicFramePr>
            <p:xfrm>
              <a:off x="134677" y="2773781"/>
              <a:ext cx="6643919" cy="2926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59362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2812806648"/>
                        </a:ext>
                      </a:extLst>
                    </a:gridCol>
                    <a:gridCol w="1761519">
                      <a:extLst>
                        <a:ext uri="{9D8B030D-6E8A-4147-A177-3AD203B41FA5}">
                          <a16:colId xmlns:a16="http://schemas.microsoft.com/office/drawing/2014/main" val="65922799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4.   I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651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48" t="-10780" r="-390135" b="-1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7509" t="-10780" r="-201038" b="-1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77509" t="-10780" r="-101038" b="-1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509" t="-10780" r="-1038" b="-1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90754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C21C4-3304-D03E-9DF3-178A52444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F0791AC-B869-1E24-B6E6-89D37D2F9F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9758530"/>
                  </p:ext>
                </p:extLst>
              </p:nvPr>
            </p:nvGraphicFramePr>
            <p:xfrm>
              <a:off x="0" y="0"/>
              <a:ext cx="6858000" cy="6912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56460">
                      <a:extLst>
                        <a:ext uri="{9D8B030D-6E8A-4147-A177-3AD203B41FA5}">
                          <a16:colId xmlns:a16="http://schemas.microsoft.com/office/drawing/2014/main" val="2922096306"/>
                        </a:ext>
                      </a:extLst>
                    </a:gridCol>
                    <a:gridCol w="1272540">
                      <a:extLst>
                        <a:ext uri="{9D8B030D-6E8A-4147-A177-3AD203B41FA5}">
                          <a16:colId xmlns:a16="http://schemas.microsoft.com/office/drawing/2014/main" val="3442089070"/>
                        </a:ext>
                      </a:extLst>
                    </a:gridCol>
                    <a:gridCol w="967740">
                      <a:extLst>
                        <a:ext uri="{9D8B030D-6E8A-4147-A177-3AD203B41FA5}">
                          <a16:colId xmlns:a16="http://schemas.microsoft.com/office/drawing/2014/main" val="863830258"/>
                        </a:ext>
                      </a:extLst>
                    </a:gridCol>
                    <a:gridCol w="2461260">
                      <a:extLst>
                        <a:ext uri="{9D8B030D-6E8A-4147-A177-3AD203B41FA5}">
                          <a16:colId xmlns:a16="http://schemas.microsoft.com/office/drawing/2014/main" val="1638391245"/>
                        </a:ext>
                      </a:extLst>
                    </a:gridCol>
                  </a:tblGrid>
                  <a:tr h="360000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2. </a:t>
                          </a:r>
                          <a:r>
                            <a:rPr lang="en-GB" sz="1200" dirty="0"/>
                            <a:t>Circle the parallel vectors in each set: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9535007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−10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−12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15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−16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−20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15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−20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14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−21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−10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15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GB" sz="1400" b="0" i="1" smtClean="0">
                                          <a:latin typeface="Cambria Math" panose="02040503050406030204" pitchFamily="18" charset="0"/>
                                        </a:rPr>
                                        <m:t>−9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6379529"/>
                      </a:ext>
                    </a:extLst>
                  </a:tr>
                  <a:tr h="1944000">
                    <a:tc grid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Question 3.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dirty="0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GB" sz="12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200" dirty="0"/>
                        </a:p>
                        <a:p>
                          <a:r>
                            <a:rPr lang="en-GB" sz="1200" dirty="0"/>
                            <a:t>Show</a:t>
                          </a:r>
                          <a:r>
                            <a:rPr lang="en-GB" sz="1200" baseline="0" dirty="0"/>
                            <a:t> that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36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27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</a:t>
                          </a:r>
                          <a:r>
                            <a:rPr lang="en-GB" sz="1200" dirty="0"/>
                            <a:t>is parallel</a:t>
                          </a:r>
                          <a:r>
                            <a:rPr lang="en-GB" sz="1200" baseline="0" dirty="0"/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0" baseline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4. 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𝒂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−6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kumimoji="0" lang="en-GB" sz="12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+mn-lt"/>
                                    <a:ea typeface="+mn-ea"/>
                                    <a:cs typeface="+mn-cs"/>
                                  </a:rPr>
                                  <m:t>      </m:t>
                                </m:r>
                                <m:r>
                                  <a:rPr kumimoji="0" lang="en-GB" sz="12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𝒃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−5</m:t>
                                        </m:r>
                                      </m:num>
                                      <m:den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GB" sz="1200" dirty="0"/>
                            <a:t>Show</a:t>
                          </a:r>
                          <a:r>
                            <a:rPr lang="en-GB" sz="1200" baseline="0" dirty="0"/>
                            <a:t>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baseline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baseline="0" dirty="0"/>
                            <a:t> is parallel to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−21 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.</a:t>
                          </a:r>
                          <a:endParaRPr lang="en-GB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2339327"/>
                      </a:ext>
                    </a:extLst>
                  </a:tr>
                  <a:tr h="1620000">
                    <a:tc gridSpan="2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/>
                            <a:t>Question 5.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𝒂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is parallel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56</m:t>
                                      </m:r>
                                    </m:num>
                                    <m:den>
                                      <m:r>
                                        <a:rPr kumimoji="0" lang="en-GB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32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the value of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6. 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𝒑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kumimoji="0" lang="en-GB" sz="1200" b="0" i="1" u="none" strike="noStrike" kern="1200" cap="none" spc="0" normalizeH="0" baseline="0" noProof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−28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𝒑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is parallel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kumimoji="0" lang="en-GB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GB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kumimoji="0" lang="en-GB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the value of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en-GB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29910"/>
                      </a:ext>
                    </a:extLst>
                  </a:tr>
                  <a:tr h="2088000"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en-GB" sz="1200" b="1" dirty="0"/>
                            <a:t>Question 7. 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050" dirty="0"/>
                        </a:p>
                        <a:p>
                          <a:r>
                            <a:rPr lang="en-GB" sz="1100" dirty="0"/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GB" sz="11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1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sz="11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100" dirty="0"/>
                            <a:t> is parallel</a:t>
                          </a:r>
                          <a:r>
                            <a:rPr lang="en-GB" sz="1100" baseline="0" dirty="0"/>
                            <a:t>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baseline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GB" sz="1400" b="0" i="1" baseline="0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100" dirty="0"/>
                            <a:t>, find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1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1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1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en-GB" sz="1200" b="1" dirty="0"/>
                            <a:t>Question 8. </a:t>
                          </a:r>
                        </a:p>
                        <a:p>
                          <a:pPr algn="l"/>
                          <a:r>
                            <a:rPr lang="en-GB" sz="1200" b="1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−7</m:t>
                                      </m:r>
                                    </m:num>
                                    <m:den>
                                      <m:r>
                                        <a:rPr lang="en-GB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−6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000" dirty="0"/>
                        </a:p>
                        <a:p>
                          <a:r>
                            <a:rPr lang="en-GB" sz="1050" dirty="0"/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GB" sz="1050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05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05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05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050" dirty="0"/>
                            <a:t> is parallel</a:t>
                          </a:r>
                          <a:r>
                            <a:rPr lang="en-GB" sz="1050" baseline="0" dirty="0"/>
                            <a:t> to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4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4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b="0" i="1" baseline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GB" sz="1400" b="0" i="1" baseline="0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050" dirty="0"/>
                            <a:t>, find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05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05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GB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3664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F0791AC-B869-1E24-B6E6-89D37D2F9F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9758530"/>
                  </p:ext>
                </p:extLst>
              </p:nvPr>
            </p:nvGraphicFramePr>
            <p:xfrm>
              <a:off x="0" y="0"/>
              <a:ext cx="6858000" cy="6912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56460">
                      <a:extLst>
                        <a:ext uri="{9D8B030D-6E8A-4147-A177-3AD203B41FA5}">
                          <a16:colId xmlns:a16="http://schemas.microsoft.com/office/drawing/2014/main" val="2922096306"/>
                        </a:ext>
                      </a:extLst>
                    </a:gridCol>
                    <a:gridCol w="1272540">
                      <a:extLst>
                        <a:ext uri="{9D8B030D-6E8A-4147-A177-3AD203B41FA5}">
                          <a16:colId xmlns:a16="http://schemas.microsoft.com/office/drawing/2014/main" val="3442089070"/>
                        </a:ext>
                      </a:extLst>
                    </a:gridCol>
                    <a:gridCol w="967740">
                      <a:extLst>
                        <a:ext uri="{9D8B030D-6E8A-4147-A177-3AD203B41FA5}">
                          <a16:colId xmlns:a16="http://schemas.microsoft.com/office/drawing/2014/main" val="863830258"/>
                        </a:ext>
                      </a:extLst>
                    </a:gridCol>
                    <a:gridCol w="2461260">
                      <a:extLst>
                        <a:ext uri="{9D8B030D-6E8A-4147-A177-3AD203B41FA5}">
                          <a16:colId xmlns:a16="http://schemas.microsoft.com/office/drawing/2014/main" val="1638391245"/>
                        </a:ext>
                      </a:extLst>
                    </a:gridCol>
                  </a:tblGrid>
                  <a:tr h="360000">
                    <a:tc gridSpan="4">
                      <a:txBody>
                        <a:bodyPr/>
                        <a:lstStyle/>
                        <a:p>
                          <a:r>
                            <a:rPr lang="en-GB" sz="1200" b="1" dirty="0"/>
                            <a:t>Question 2. </a:t>
                          </a:r>
                          <a:r>
                            <a:rPr lang="en-GB" sz="1200" dirty="0"/>
                            <a:t>Circle the parallel vectors in each set: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9535007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5" t="-41216" r="-218644" b="-627703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7003" t="-41216" r="-110899" b="-62770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8960" t="-41216" r="-743" b="-627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6379529"/>
                      </a:ext>
                    </a:extLst>
                  </a:tr>
                  <a:tr h="1944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5" t="-65517" r="-100355" b="-1912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34" t="-65517" r="-534" b="-1912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2339327"/>
                      </a:ext>
                    </a:extLst>
                  </a:tr>
                  <a:tr h="1620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5" t="-199245" r="-100355" b="-13018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34" t="-199245" r="-534" b="-13018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29910"/>
                      </a:ext>
                    </a:extLst>
                  </a:tr>
                  <a:tr h="2088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5" t="-231195" r="-100355" b="-58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34" t="-231195" r="-534" b="-58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3664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57C7D38-AA1D-E438-9564-B6738A9E75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8623709"/>
                  </p:ext>
                </p:extLst>
              </p:nvPr>
            </p:nvGraphicFramePr>
            <p:xfrm>
              <a:off x="0" y="7335094"/>
              <a:ext cx="6858000" cy="255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0">
                      <a:extLst>
                        <a:ext uri="{9D8B030D-6E8A-4147-A177-3AD203B41FA5}">
                          <a16:colId xmlns:a16="http://schemas.microsoft.com/office/drawing/2014/main" val="1381121491"/>
                        </a:ext>
                      </a:extLst>
                    </a:gridCol>
                  </a:tblGrid>
                  <a:tr h="255600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Given that: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6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num>
                                    <m:den>
                                      <m: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0" i="0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sz="16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GB" sz="16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600" dirty="0"/>
                            <a:t> </a:t>
                          </a:r>
                        </a:p>
                        <a:p>
                          <a:pPr algn="ctr"/>
                          <a:endParaRPr lang="en-GB" sz="160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Write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GB" sz="1200" dirty="0"/>
                            <a:t> as a column</a:t>
                          </a:r>
                          <a:r>
                            <a:rPr lang="en-GB" sz="1200" baseline="0" dirty="0"/>
                            <a:t> vector.</a:t>
                          </a:r>
                          <a:br>
                            <a:rPr lang="en-GB" sz="1200" baseline="0" dirty="0"/>
                          </a:br>
                          <a:endParaRPr lang="en-GB" sz="1200" baseline="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dirty="0"/>
                            <a:t>Find a</a:t>
                          </a:r>
                          <a:r>
                            <a:rPr lang="en-GB" sz="1200" baseline="0" dirty="0"/>
                            <a:t>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baseline="0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GB" sz="1200" dirty="0"/>
                            <a:t> such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is parallel to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GB" sz="1200" b="1" dirty="0"/>
                            <a:t>.</a:t>
                          </a:r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1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200" b="0" dirty="0"/>
                            <a:t>Give the resultant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:r>
                            <a:rPr lang="en-GB" sz="1200" b="0" dirty="0"/>
                            <a:t>as a column vector.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1348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57C7D38-AA1D-E438-9564-B6738A9E75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8623709"/>
                  </p:ext>
                </p:extLst>
              </p:nvPr>
            </p:nvGraphicFramePr>
            <p:xfrm>
              <a:off x="0" y="7335094"/>
              <a:ext cx="6858000" cy="255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0">
                      <a:extLst>
                        <a:ext uri="{9D8B030D-6E8A-4147-A177-3AD203B41FA5}">
                          <a16:colId xmlns:a16="http://schemas.microsoft.com/office/drawing/2014/main" val="1381121491"/>
                        </a:ext>
                      </a:extLst>
                    </a:gridCol>
                  </a:tblGrid>
                  <a:tr h="25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78" t="-238" r="-267" b="-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1348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7C8123D7-2092-A807-3061-8EA7C062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18</a:t>
            </a:fld>
            <a:endParaRPr lang="en-GB" b="1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335B77-F84A-A66B-E415-85C0DBB26C00}"/>
              </a:ext>
            </a:extLst>
          </p:cNvPr>
          <p:cNvSpPr/>
          <p:nvPr/>
        </p:nvSpPr>
        <p:spPr>
          <a:xfrm>
            <a:off x="0" y="7000842"/>
            <a:ext cx="1939636" cy="252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chemeClr val="bg1"/>
                </a:solidFill>
              </a:rPr>
              <a:t>Exam</a:t>
            </a:r>
            <a:r>
              <a:rPr lang="en-GB" sz="1400" dirty="0">
                <a:solidFill>
                  <a:schemeClr val="bg1"/>
                </a:solidFill>
              </a:rPr>
              <a:t>-Style </a:t>
            </a:r>
            <a:r>
              <a:rPr lang="en-GB" sz="1400" noProof="0" dirty="0">
                <a:solidFill>
                  <a:schemeClr val="bg1"/>
                </a:solidFill>
              </a:rPr>
              <a:t> Question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96CFA9-778E-FF9E-8AF3-87EFC6ED5CE3}"/>
              </a:ext>
            </a:extLst>
          </p:cNvPr>
          <p:cNvSpPr/>
          <p:nvPr/>
        </p:nvSpPr>
        <p:spPr>
          <a:xfrm>
            <a:off x="228600" y="365760"/>
            <a:ext cx="35814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B02CF0-921F-E103-4562-E67D4B926062}"/>
              </a:ext>
            </a:extLst>
          </p:cNvPr>
          <p:cNvSpPr/>
          <p:nvPr/>
        </p:nvSpPr>
        <p:spPr>
          <a:xfrm>
            <a:off x="636270" y="365760"/>
            <a:ext cx="35814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78459E-150B-1C02-A9B5-730E0DA34E11}"/>
              </a:ext>
            </a:extLst>
          </p:cNvPr>
          <p:cNvSpPr/>
          <p:nvPr/>
        </p:nvSpPr>
        <p:spPr>
          <a:xfrm>
            <a:off x="3750945" y="365760"/>
            <a:ext cx="485775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339BF3-C736-810B-6BEF-2F38B0227484}"/>
              </a:ext>
            </a:extLst>
          </p:cNvPr>
          <p:cNvSpPr/>
          <p:nvPr/>
        </p:nvSpPr>
        <p:spPr>
          <a:xfrm>
            <a:off x="2857499" y="365760"/>
            <a:ext cx="249558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DD4A3B8-F9CC-DF91-CDB7-FB1CD77BFE4A}"/>
              </a:ext>
            </a:extLst>
          </p:cNvPr>
          <p:cNvSpPr/>
          <p:nvPr/>
        </p:nvSpPr>
        <p:spPr>
          <a:xfrm>
            <a:off x="5707378" y="365760"/>
            <a:ext cx="485775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D04BA7D-1594-F4FA-A151-0A61B57F285A}"/>
              </a:ext>
            </a:extLst>
          </p:cNvPr>
          <p:cNvSpPr/>
          <p:nvPr/>
        </p:nvSpPr>
        <p:spPr>
          <a:xfrm>
            <a:off x="5151118" y="365760"/>
            <a:ext cx="485775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92534A-2630-280C-6837-479FFA9B247F}"/>
                  </a:ext>
                </a:extLst>
              </p:cNvPr>
              <p:cNvSpPr txBox="1"/>
              <p:nvPr/>
            </p:nvSpPr>
            <p:spPr>
              <a:xfrm>
                <a:off x="966354" y="2216972"/>
                <a:ext cx="1471210" cy="853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−36</m:t>
                              </m:r>
                            </m:num>
                            <m:den>
                              <m: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−27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92534A-2630-280C-6837-479FFA9B2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54" y="2216972"/>
                <a:ext cx="1471210" cy="853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8AEB35-9C6E-0597-A517-4729A07F73F6}"/>
                  </a:ext>
                </a:extLst>
              </p:cNvPr>
              <p:cNvSpPr txBox="1"/>
              <p:nvPr/>
            </p:nvSpPr>
            <p:spPr>
              <a:xfrm>
                <a:off x="4125679" y="2251486"/>
                <a:ext cx="1903645" cy="853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8AEB35-9C6E-0597-A517-4729A07F7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679" y="2251486"/>
                <a:ext cx="1903645" cy="853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EF7402-D5AD-A15D-9CF0-1C9DD3BB4D18}"/>
                  </a:ext>
                </a:extLst>
              </p:cNvPr>
              <p:cNvSpPr txBox="1"/>
              <p:nvPr/>
            </p:nvSpPr>
            <p:spPr>
              <a:xfrm>
                <a:off x="1701959" y="3807647"/>
                <a:ext cx="1471210" cy="980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56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GB" sz="11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1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56</m:t>
                      </m:r>
                    </m:oMath>
                  </m:oMathPara>
                </a14:m>
                <a:endParaRPr lang="en-GB" sz="11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1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11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EF7402-D5AD-A15D-9CF0-1C9DD3BB4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959" y="3807647"/>
                <a:ext cx="1471210" cy="9805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ECF6E7-1DC1-B837-67AB-C3DB49DE527B}"/>
                  </a:ext>
                </a:extLst>
              </p:cNvPr>
              <p:cNvSpPr txBox="1"/>
              <p:nvPr/>
            </p:nvSpPr>
            <p:spPr>
              <a:xfrm>
                <a:off x="5307386" y="3681715"/>
                <a:ext cx="1471210" cy="1106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−28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1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×28</m:t>
                      </m:r>
                      <m:r>
                        <a:rPr lang="en-GB" sz="1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11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ECF6E7-1DC1-B837-67AB-C3DB49DE5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386" y="3681715"/>
                <a:ext cx="1471210" cy="11064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82AD22-5397-647C-6EB0-76ED9AD66D53}"/>
                  </a:ext>
                </a:extLst>
              </p:cNvPr>
              <p:cNvSpPr txBox="1"/>
              <p:nvPr/>
            </p:nvSpPr>
            <p:spPr>
              <a:xfrm>
                <a:off x="1939636" y="5808572"/>
                <a:ext cx="1471210" cy="876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GB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200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12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4×6=24</m:t>
                      </m:r>
                    </m:oMath>
                  </m:oMathPara>
                </a14:m>
                <a:endParaRPr lang="en-GB" sz="12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82AD22-5397-647C-6EB0-76ED9AD66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636" y="5808572"/>
                <a:ext cx="1471210" cy="8766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486DEB-02C9-B3E1-8FD9-E95DD1FEFB00}"/>
                  </a:ext>
                </a:extLst>
              </p:cNvPr>
              <p:cNvSpPr txBox="1"/>
              <p:nvPr/>
            </p:nvSpPr>
            <p:spPr>
              <a:xfrm>
                <a:off x="136754" y="5889106"/>
                <a:ext cx="1802882" cy="641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3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486DEB-02C9-B3E1-8FD9-E95DD1FEF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54" y="5889106"/>
                <a:ext cx="1802882" cy="6419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BD4503-4DBC-D50B-E57B-77C70EDE4339}"/>
                  </a:ext>
                </a:extLst>
              </p:cNvPr>
              <p:cNvSpPr txBox="1"/>
              <p:nvPr/>
            </p:nvSpPr>
            <p:spPr>
              <a:xfrm>
                <a:off x="5049056" y="5620364"/>
                <a:ext cx="1682521" cy="12916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GB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d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−15</m:t>
                              </m:r>
                            </m:num>
                            <m:den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200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GB" sz="1200" b="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−15</m:t>
                              </m:r>
                            </m:num>
                            <m:den>
                              <m:r>
                                <a:rPr lang="en-GB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GB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−15</m:t>
                              </m:r>
                            </m:num>
                            <m:den>
                              <m:r>
                                <a:rPr lang="en-GB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2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4</m:t>
                      </m:r>
                    </m:oMath>
                  </m:oMathPara>
                </a14:m>
                <a:endParaRPr lang="en-GB" sz="12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BD4503-4DBC-D50B-E57B-77C70EDE4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056" y="5620364"/>
                <a:ext cx="1682521" cy="129163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E5CC70B-5B36-A8EF-A42F-D7BAD7E25A82}"/>
                  </a:ext>
                </a:extLst>
              </p:cNvPr>
              <p:cNvSpPr txBox="1"/>
              <p:nvPr/>
            </p:nvSpPr>
            <p:spPr>
              <a:xfrm>
                <a:off x="3328510" y="5698925"/>
                <a:ext cx="1802882" cy="1022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GB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−15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E5CC70B-5B36-A8EF-A42F-D7BAD7E25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510" y="5698925"/>
                <a:ext cx="1802882" cy="1022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5FB701-62EB-5B70-D5CC-E1B6BDB3D14E}"/>
                  </a:ext>
                </a:extLst>
              </p:cNvPr>
              <p:cNvSpPr txBox="1"/>
              <p:nvPr/>
            </p:nvSpPr>
            <p:spPr>
              <a:xfrm>
                <a:off x="2802435" y="7932400"/>
                <a:ext cx="1052150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5FB701-62EB-5B70-D5CC-E1B6BDB3D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435" y="7932400"/>
                <a:ext cx="1052150" cy="4726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22A306-CC65-6148-5963-B4C212CF0DF3}"/>
                  </a:ext>
                </a:extLst>
              </p:cNvPr>
              <p:cNvSpPr txBox="1"/>
              <p:nvPr/>
            </p:nvSpPr>
            <p:spPr>
              <a:xfrm>
                <a:off x="2209440" y="8761618"/>
                <a:ext cx="2839616" cy="464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100" dirty="0">
                    <a:solidFill>
                      <a:srgbClr val="FF0000"/>
                    </a:solidFill>
                  </a:rPr>
                  <a:t>Parallel means that this is a multiple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sz="11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1100" dirty="0">
                    <a:solidFill>
                      <a:srgbClr val="FF0000"/>
                    </a:solidFill>
                  </a:rPr>
                  <a:t> i.e. both parts are equal to one another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22A306-CC65-6148-5963-B4C212CF0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440" y="8761618"/>
                <a:ext cx="2839616" cy="464807"/>
              </a:xfrm>
              <a:prstGeom prst="rect">
                <a:avLst/>
              </a:prstGeom>
              <a:blipFill>
                <a:blip r:embed="rId15"/>
                <a:stretch>
                  <a:fillRect b="-64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4042FB7-B81C-61DE-50C9-242393300BA9}"/>
                  </a:ext>
                </a:extLst>
              </p:cNvPr>
              <p:cNvSpPr txBox="1"/>
              <p:nvPr/>
            </p:nvSpPr>
            <p:spPr>
              <a:xfrm>
                <a:off x="-66525" y="8722785"/>
                <a:ext cx="2209440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num>
                            <m:den>
                              <m:r>
                                <a:rPr lang="en-GB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4042FB7-B81C-61DE-50C9-242393300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6525" y="8722785"/>
                <a:ext cx="2209440" cy="47269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1436AF-535C-16B0-3EE1-E4D3EBC147E2}"/>
                  </a:ext>
                </a:extLst>
              </p:cNvPr>
              <p:cNvSpPr txBox="1"/>
              <p:nvPr/>
            </p:nvSpPr>
            <p:spPr>
              <a:xfrm>
                <a:off x="4848808" y="8778577"/>
                <a:ext cx="220944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−4=3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r>
                        <a:rPr lang="en-GB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−3=</m:t>
                      </m:r>
                      <m:r>
                        <a:rPr lang="en-GB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GB" sz="11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1436AF-535C-16B0-3EE1-E4D3EBC14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808" y="8778577"/>
                <a:ext cx="2209440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B38E021-A88B-FF53-82EC-D99B87450105}"/>
                  </a:ext>
                </a:extLst>
              </p:cNvPr>
              <p:cNvSpPr txBox="1"/>
              <p:nvPr/>
            </p:nvSpPr>
            <p:spPr>
              <a:xfrm>
                <a:off x="3854585" y="9270038"/>
                <a:ext cx="1052150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1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−10</m:t>
                              </m:r>
                            </m:num>
                            <m:den>
                              <m:r>
                                <a:rPr lang="en-GB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B38E021-A88B-FF53-82EC-D99B87450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585" y="9270038"/>
                <a:ext cx="1052150" cy="47269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56ECF04D-2595-F14A-78EB-2B915AAC0942}"/>
              </a:ext>
            </a:extLst>
          </p:cNvPr>
          <p:cNvSpPr txBox="1"/>
          <p:nvPr/>
        </p:nvSpPr>
        <p:spPr>
          <a:xfrm>
            <a:off x="6434784" y="8163623"/>
            <a:ext cx="4444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(1)</a:t>
            </a:r>
          </a:p>
          <a:p>
            <a:pPr algn="r"/>
            <a:endParaRPr lang="en-GB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endParaRPr lang="en-GB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endParaRPr lang="en-GB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endParaRPr lang="en-GB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(3)</a:t>
            </a:r>
          </a:p>
          <a:p>
            <a:pPr algn="r"/>
            <a:endParaRPr lang="en-GB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837183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6AD84-A2A2-1DF0-3801-6F0F4D44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0346350-38F1-CCEB-04CE-0AC5902C4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1643178"/>
                  </p:ext>
                </p:extLst>
              </p:nvPr>
            </p:nvGraphicFramePr>
            <p:xfrm>
              <a:off x="139497" y="1262267"/>
              <a:ext cx="6643921" cy="48727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57503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269320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2693209">
                      <a:extLst>
                        <a:ext uri="{9D8B030D-6E8A-4147-A177-3AD203B41FA5}">
                          <a16:colId xmlns:a16="http://schemas.microsoft.com/office/drawing/2014/main" val="3304825085"/>
                        </a:ext>
                      </a:extLst>
                    </a:gridCol>
                  </a:tblGrid>
                  <a:tr h="26901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 rowSpan="3"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Label the parallel vectors to those given in the diagram.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Follow a pathway between the given points.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Collect any like terms to simplify the final vector expression.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Write these vectors in terms of </a:t>
                          </a:r>
                          <a:br>
                            <a:rPr lang="en-GB" sz="1200" dirty="0"/>
                          </a:b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groupCh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/>
                            <a:t> and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groupCh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GB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b="1" dirty="0"/>
                            <a:t>:</a:t>
                          </a:r>
                          <a:br>
                            <a:rPr lang="en-GB" sz="1200" b="1" dirty="0"/>
                          </a:br>
                          <a:endParaRPr lang="en-GB" sz="1200" b="1" dirty="0"/>
                        </a:p>
                        <a:p>
                          <a:pPr marL="342900" indent="-342900">
                            <a:buAutoNum type="alphaLcParenR"/>
                          </a:pP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groupChr>
                            </m:oMath>
                          </a14:m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600" b="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600" b="0" dirty="0"/>
                            <a:t> 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groupChr>
                            </m:oMath>
                          </a14:m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600" b="0" dirty="0"/>
                            <a:t> 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groupChr>
                            </m:oMath>
                          </a14:m>
                          <a:endParaRPr lang="en-GB" sz="1200" b="0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314413">
                    <a:tc vMerge="1"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7636437"/>
                      </a:ext>
                    </a:extLst>
                  </a:tr>
                  <a:tr h="1944000">
                    <a:tc vMerge="1"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AutoNum type="alphaLcParenR"/>
                          </a:pP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groupChr>
                            </m:oMath>
                          </a14:m>
                          <a:endParaRPr lang="en-GB" sz="14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4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400" b="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800" b="0" dirty="0"/>
                            <a:t> 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groupChr>
                            </m:oMath>
                          </a14:m>
                          <a:endParaRPr lang="en-GB" sz="1400" b="0" dirty="0"/>
                        </a:p>
                        <a:p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AutoNum type="alphaLcParenR"/>
                          </a:pP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groupChr>
                            </m:oMath>
                          </a14:m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endParaRPr lang="en-GB" sz="1200" b="0" dirty="0"/>
                        </a:p>
                        <a:p>
                          <a:pPr marL="228600" indent="-228600">
                            <a:buAutoNum type="alphaLcParenR"/>
                          </a:pPr>
                          <a:r>
                            <a:rPr lang="en-GB" sz="1600" b="0" dirty="0"/>
                            <a:t> </a:t>
                          </a:r>
                          <a14:m>
                            <m:oMath xmlns:m="http://schemas.openxmlformats.org/officeDocument/2006/math">
                              <m:groupChr>
                                <m:groupChrPr>
                                  <m:chr m:val="→"/>
                                  <m:pos m:val="top"/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1"/>
                                    </m:r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groupChr>
                            </m:oMath>
                          </a14:m>
                          <a:endParaRPr lang="en-GB" sz="1200" b="0" dirty="0"/>
                        </a:p>
                        <a:p>
                          <a:endParaRPr lang="en-GB" sz="1050" dirty="0"/>
                        </a:p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61518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0346350-38F1-CCEB-04CE-0AC5902C4E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1643178"/>
                  </p:ext>
                </p:extLst>
              </p:nvPr>
            </p:nvGraphicFramePr>
            <p:xfrm>
              <a:off x="139497" y="1262267"/>
              <a:ext cx="6643921" cy="48727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57503">
                      <a:extLst>
                        <a:ext uri="{9D8B030D-6E8A-4147-A177-3AD203B41FA5}">
                          <a16:colId xmlns:a16="http://schemas.microsoft.com/office/drawing/2014/main" val="1517854810"/>
                        </a:ext>
                      </a:extLst>
                    </a:gridCol>
                    <a:gridCol w="2693209">
                      <a:extLst>
                        <a:ext uri="{9D8B030D-6E8A-4147-A177-3AD203B41FA5}">
                          <a16:colId xmlns:a16="http://schemas.microsoft.com/office/drawing/2014/main" val="4206326453"/>
                        </a:ext>
                      </a:extLst>
                    </a:gridCol>
                    <a:gridCol w="2693209">
                      <a:extLst>
                        <a:ext uri="{9D8B030D-6E8A-4147-A177-3AD203B41FA5}">
                          <a16:colId xmlns:a16="http://schemas.microsoft.com/office/drawing/2014/main" val="3304825085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1.   I do…</a:t>
                          </a: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821366"/>
                      </a:ext>
                    </a:extLst>
                  </a:tr>
                  <a:tr h="2340000">
                    <a:tc rowSpan="3"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Label the parallel vectors to those given in the diagram.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Follow a pathway between the given points.</a:t>
                          </a:r>
                        </a:p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r>
                            <a:rPr lang="en-GB" sz="1200" b="0" dirty="0"/>
                            <a:t>Collect any like terms to simplify the final vector expression.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27" t="-11979" r="-100226" b="-9713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8720271"/>
                      </a:ext>
                    </a:extLst>
                  </a:tr>
                  <a:tr h="314413">
                    <a:tc vMerge="1"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We do…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You do…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7636437"/>
                      </a:ext>
                    </a:extLst>
                  </a:tr>
                  <a:tr h="1944000">
                    <a:tc vMerge="1">
                      <a:txBody>
                        <a:bodyPr/>
                        <a:lstStyle/>
                        <a:p>
                          <a:pPr marL="228600" indent="-228600">
                            <a:buFont typeface="+mj-lt"/>
                            <a:buAutoNum type="arabicParenR"/>
                          </a:pPr>
                          <a:endParaRPr lang="en-GB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27" t="-151097" r="-100226" b="-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7059" t="-151097" r="-452" b="-6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61518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4744834-C16D-BB36-E53F-3393FCC153F9}"/>
              </a:ext>
            </a:extLst>
          </p:cNvPr>
          <p:cNvSpPr txBox="1"/>
          <p:nvPr/>
        </p:nvSpPr>
        <p:spPr>
          <a:xfrm>
            <a:off x="0" y="-15100"/>
            <a:ext cx="1873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Year 10: Vectors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9890B-53D1-5AD8-D126-C1C976E4CB02}"/>
              </a:ext>
            </a:extLst>
          </p:cNvPr>
          <p:cNvSpPr txBox="1"/>
          <p:nvPr/>
        </p:nvSpPr>
        <p:spPr>
          <a:xfrm>
            <a:off x="3819525" y="0"/>
            <a:ext cx="3038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b="1" dirty="0">
                <a:solidFill>
                  <a:schemeClr val="bg1"/>
                </a:solidFill>
              </a:rPr>
              <a:t>D. Parallel Vectors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1B9767-9E2C-7BAB-3B33-71AFE05A8A69}"/>
              </a:ext>
            </a:extLst>
          </p:cNvPr>
          <p:cNvSpPr/>
          <p:nvPr/>
        </p:nvSpPr>
        <p:spPr>
          <a:xfrm>
            <a:off x="0" y="-15100"/>
            <a:ext cx="6858000" cy="252000"/>
          </a:xfrm>
          <a:prstGeom prst="rect">
            <a:avLst/>
          </a:prstGeom>
          <a:solidFill>
            <a:srgbClr val="009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noProof="0" dirty="0"/>
              <a:t>Subtopic 1</a:t>
            </a:r>
            <a:r>
              <a:rPr lang="en-GB" sz="1400" b="1" dirty="0"/>
              <a:t>E: Vector Geometry (Basic)</a:t>
            </a:r>
            <a:endParaRPr lang="en-GB" sz="1400" b="1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A4E213-1183-7AD1-E75B-D972C2AD123B}"/>
              </a:ext>
            </a:extLst>
          </p:cNvPr>
          <p:cNvSpPr txBox="1"/>
          <p:nvPr/>
        </p:nvSpPr>
        <p:spPr>
          <a:xfrm>
            <a:off x="74584" y="307777"/>
            <a:ext cx="670883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 dirty="0"/>
              <a:t>Earlier on, we saw that adding and subtracting vectors can be seen as creating </a:t>
            </a:r>
            <a:r>
              <a:rPr lang="en-GB" sz="1200" b="1" dirty="0"/>
              <a:t>a pathway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1" dirty="0"/>
              <a:t>between two points</a:t>
            </a:r>
            <a:r>
              <a:rPr lang="en-GB" sz="1200" dirty="0"/>
              <a:t>, with the resultant showing the ‘direct’ route between them.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We can use this, along with our knowledge of parallel vectors and properties of shapes to find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pathways between points in more complex geometrical figures.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573368-B949-72A5-1C72-C2B342C3E2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32" t="57301"/>
          <a:stretch>
            <a:fillRect/>
          </a:stretch>
        </p:blipFill>
        <p:spPr>
          <a:xfrm>
            <a:off x="4240387" y="1736966"/>
            <a:ext cx="2478116" cy="1586800"/>
          </a:xfrm>
          <a:prstGeom prst="rect">
            <a:avLst/>
          </a:prstGeom>
        </p:spPr>
      </p:pic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029D25A7-BA90-CF09-0256-939E7D3E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19</a:t>
            </a:fld>
            <a:endParaRPr lang="en-GB" b="1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EA1372E-7320-3075-5DAF-4DEE4E6F7D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138"/>
          <a:stretch>
            <a:fillRect/>
          </a:stretch>
        </p:blipFill>
        <p:spPr>
          <a:xfrm>
            <a:off x="362556" y="6519164"/>
            <a:ext cx="6096000" cy="33868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3A6A1F-E0C9-72CB-17FF-582207069585}"/>
              </a:ext>
            </a:extLst>
          </p:cNvPr>
          <p:cNvSpPr txBox="1"/>
          <p:nvPr/>
        </p:nvSpPr>
        <p:spPr>
          <a:xfrm>
            <a:off x="74584" y="6210742"/>
            <a:ext cx="6095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Vector Match</a:t>
            </a:r>
            <a:r>
              <a:rPr lang="en-GB" sz="1400" dirty="0"/>
              <a:t>: Match each of the vector expressions to a pathway below.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583F27-81F0-B446-C658-9585D05FFD2D}"/>
                  </a:ext>
                </a:extLst>
              </p:cNvPr>
              <p:cNvSpPr txBox="1"/>
              <p:nvPr/>
            </p:nvSpPr>
            <p:spPr>
              <a:xfrm>
                <a:off x="796925" y="8688183"/>
                <a:ext cx="78040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583F27-81F0-B446-C658-9585D05FF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25" y="8688183"/>
                <a:ext cx="78040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863BC6-A53E-2413-5CBF-2C2BBEC871DD}"/>
                  </a:ext>
                </a:extLst>
              </p:cNvPr>
              <p:cNvSpPr txBox="1"/>
              <p:nvPr/>
            </p:nvSpPr>
            <p:spPr>
              <a:xfrm>
                <a:off x="854075" y="9072347"/>
                <a:ext cx="3080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863BC6-A53E-2413-5CBF-2C2BBEC87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75" y="9072347"/>
                <a:ext cx="308097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24C618-0F2A-B6BD-482F-980EE06CDAF0}"/>
                  </a:ext>
                </a:extLst>
              </p:cNvPr>
              <p:cNvSpPr txBox="1"/>
              <p:nvPr/>
            </p:nvSpPr>
            <p:spPr>
              <a:xfrm>
                <a:off x="834703" y="9408670"/>
                <a:ext cx="418704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24C618-0F2A-B6BD-482F-980EE06CD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03" y="9408670"/>
                <a:ext cx="418704" cy="438005"/>
              </a:xfrm>
              <a:prstGeom prst="rect">
                <a:avLst/>
              </a:prstGeom>
              <a:blipFill>
                <a:blip r:embed="rId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89199C6-112D-C76B-EEE9-C8C375A42D1A}"/>
                  </a:ext>
                </a:extLst>
              </p:cNvPr>
              <p:cNvSpPr txBox="1"/>
              <p:nvPr/>
            </p:nvSpPr>
            <p:spPr>
              <a:xfrm>
                <a:off x="2263453" y="8991843"/>
                <a:ext cx="5761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89199C6-112D-C76B-EEE9-C8C375A42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3453" y="8991843"/>
                <a:ext cx="57612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3715DB1-C018-248A-D197-2945318B4FC6}"/>
                  </a:ext>
                </a:extLst>
              </p:cNvPr>
              <p:cNvSpPr txBox="1"/>
              <p:nvPr/>
            </p:nvSpPr>
            <p:spPr>
              <a:xfrm>
                <a:off x="5244034" y="9404238"/>
                <a:ext cx="671402" cy="409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GB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3715DB1-C018-248A-D197-2945318B4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034" y="9404238"/>
                <a:ext cx="671402" cy="409984"/>
              </a:xfrm>
              <a:prstGeom prst="rect">
                <a:avLst/>
              </a:prstGeom>
              <a:blipFill>
                <a:blip r:embed="rId9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C35676-7A25-B274-26BB-3195742461C4}"/>
                  </a:ext>
                </a:extLst>
              </p:cNvPr>
              <p:cNvSpPr txBox="1"/>
              <p:nvPr/>
            </p:nvSpPr>
            <p:spPr>
              <a:xfrm>
                <a:off x="3819525" y="9077430"/>
                <a:ext cx="6649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C35676-7A25-B274-26BB-319574246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525" y="9077430"/>
                <a:ext cx="664990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0E8200-585D-C46F-3C81-8AADE7F616DC}"/>
                  </a:ext>
                </a:extLst>
              </p:cNvPr>
              <p:cNvSpPr txBox="1"/>
              <p:nvPr/>
            </p:nvSpPr>
            <p:spPr>
              <a:xfrm>
                <a:off x="5239301" y="9065178"/>
                <a:ext cx="6649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0E8200-585D-C46F-3C81-8AADE7F61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301" y="9065178"/>
                <a:ext cx="66499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2BB8C4-3A10-665A-075E-E8119ACC2FDC}"/>
                  </a:ext>
                </a:extLst>
              </p:cNvPr>
              <p:cNvSpPr txBox="1"/>
              <p:nvPr/>
            </p:nvSpPr>
            <p:spPr>
              <a:xfrm>
                <a:off x="2263453" y="9372376"/>
                <a:ext cx="782009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2BB8C4-3A10-665A-075E-E8119ACC2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3453" y="9372376"/>
                <a:ext cx="782009" cy="438005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3F87CC-BBBF-91A1-6259-1AF34CAAF012}"/>
                  </a:ext>
                </a:extLst>
              </p:cNvPr>
              <p:cNvSpPr txBox="1"/>
              <p:nvPr/>
            </p:nvSpPr>
            <p:spPr>
              <a:xfrm>
                <a:off x="3819525" y="9472488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3F87CC-BBBF-91A1-6259-1AF34CAAF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525" y="9472488"/>
                <a:ext cx="505267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F44EA6B-51A7-6390-BCF6-5B2DCA1B95FD}"/>
              </a:ext>
            </a:extLst>
          </p:cNvPr>
          <p:cNvCxnSpPr>
            <a:cxnSpLocks/>
          </p:cNvCxnSpPr>
          <p:nvPr/>
        </p:nvCxnSpPr>
        <p:spPr>
          <a:xfrm>
            <a:off x="4391469" y="6970768"/>
            <a:ext cx="847832" cy="162713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904B3EF-359F-3885-0CF9-94A8AE47DEA9}"/>
                  </a:ext>
                </a:extLst>
              </p:cNvPr>
              <p:cNvSpPr txBox="1"/>
              <p:nvPr/>
            </p:nvSpPr>
            <p:spPr>
              <a:xfrm>
                <a:off x="4610492" y="7708552"/>
                <a:ext cx="30876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904B3EF-359F-3885-0CF9-94A8AE47D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492" y="7708552"/>
                <a:ext cx="308769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4B20C44-1B7A-10CE-8A60-9B2C5BE93764}"/>
              </a:ext>
            </a:extLst>
          </p:cNvPr>
          <p:cNvCxnSpPr>
            <a:cxnSpLocks/>
          </p:cNvCxnSpPr>
          <p:nvPr/>
        </p:nvCxnSpPr>
        <p:spPr>
          <a:xfrm>
            <a:off x="5239301" y="6932510"/>
            <a:ext cx="431249" cy="85182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31078BE-E9D9-2D82-9C29-2CC19281C9CF}"/>
                  </a:ext>
                </a:extLst>
              </p:cNvPr>
              <p:cNvSpPr txBox="1"/>
              <p:nvPr/>
            </p:nvSpPr>
            <p:spPr>
              <a:xfrm>
                <a:off x="5170150" y="7254489"/>
                <a:ext cx="308769" cy="394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050" i="1" baseline="0" dirty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b="0" i="1" baseline="0" dirty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050" b="0" i="1" baseline="0" dirty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050" b="1" i="1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GB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31078BE-E9D9-2D82-9C29-2CC19281C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50" y="7254489"/>
                <a:ext cx="308769" cy="394852"/>
              </a:xfrm>
              <a:prstGeom prst="rect">
                <a:avLst/>
              </a:prstGeom>
              <a:blipFill>
                <a:blip r:embed="rId15"/>
                <a:stretch>
                  <a:fillRect r="-3922" b="-1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170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8A01B2FB-847A-0518-5153-317086640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718175"/>
              </p:ext>
            </p:extLst>
          </p:nvPr>
        </p:nvGraphicFramePr>
        <p:xfrm>
          <a:off x="76200" y="293369"/>
          <a:ext cx="6702396" cy="9302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2396">
                  <a:extLst>
                    <a:ext uri="{9D8B030D-6E8A-4147-A177-3AD203B41FA5}">
                      <a16:colId xmlns:a16="http://schemas.microsoft.com/office/drawing/2014/main" val="4238746834"/>
                    </a:ext>
                  </a:extLst>
                </a:gridCol>
              </a:tblGrid>
              <a:tr h="310089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496261"/>
                  </a:ext>
                </a:extLst>
              </a:tr>
              <a:tr h="3100893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99051"/>
                  </a:ext>
                </a:extLst>
              </a:tr>
              <a:tr h="310089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416867"/>
                  </a:ext>
                </a:extLst>
              </a:tr>
            </a:tbl>
          </a:graphicData>
        </a:graphic>
      </p:graphicFrame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0CD010C9-C1B4-E053-9636-40068E31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20</a:t>
            </a:fld>
            <a:endParaRPr lang="en-GB" b="1" noProof="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185A608-F5AC-D41B-9AA8-B7F6E64808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587" t="25184" b="10347"/>
          <a:stretch>
            <a:fillRect/>
          </a:stretch>
        </p:blipFill>
        <p:spPr>
          <a:xfrm>
            <a:off x="4642425" y="421648"/>
            <a:ext cx="1961807" cy="183750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0616249-7851-7154-DBDC-0B3C90BEC8C0}"/>
              </a:ext>
            </a:extLst>
          </p:cNvPr>
          <p:cNvSpPr/>
          <p:nvPr/>
        </p:nvSpPr>
        <p:spPr>
          <a:xfrm>
            <a:off x="0" y="0"/>
            <a:ext cx="1620000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F3CFA43-913A-F7D1-B711-BF26A785CFD0}"/>
              </a:ext>
            </a:extLst>
          </p:cNvPr>
          <p:cNvGrpSpPr/>
          <p:nvPr/>
        </p:nvGrpSpPr>
        <p:grpSpPr>
          <a:xfrm>
            <a:off x="165517" y="908346"/>
            <a:ext cx="2807335" cy="2357050"/>
            <a:chOff x="285115" y="946264"/>
            <a:chExt cx="3394043" cy="2849652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6B909A4-7634-4149-6C5D-540C01838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05" t="24644" r="86331" b="15491"/>
            <a:stretch>
              <a:fillRect/>
            </a:stretch>
          </p:blipFill>
          <p:spPr>
            <a:xfrm>
              <a:off x="285115" y="946264"/>
              <a:ext cx="687772" cy="190475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9DF1FB5-B1C3-CCDA-EE9C-A45AD8FA6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2909" t="26754" r="65027" b="44265"/>
            <a:stretch>
              <a:fillRect/>
            </a:stretch>
          </p:blipFill>
          <p:spPr>
            <a:xfrm>
              <a:off x="328228" y="2873829"/>
              <a:ext cx="687772" cy="92208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5B226E0-ABB9-1692-CD3D-014987EC9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3212" t="23998" r="44724" b="16137"/>
            <a:stretch>
              <a:fillRect/>
            </a:stretch>
          </p:blipFill>
          <p:spPr>
            <a:xfrm>
              <a:off x="2991386" y="1787510"/>
              <a:ext cx="687772" cy="190475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3EAF2B7-8B50-B9AC-ACA1-C1FDBF18B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2908" t="53343" r="65028" b="17676"/>
            <a:stretch>
              <a:fillRect/>
            </a:stretch>
          </p:blipFill>
          <p:spPr>
            <a:xfrm>
              <a:off x="2991386" y="946264"/>
              <a:ext cx="687772" cy="92208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3ED086F-3797-AEA6-7E8D-20B44A4C8FF9}"/>
                  </a:ext>
                </a:extLst>
              </p:cNvPr>
              <p:cNvSpPr txBox="1"/>
              <p:nvPr/>
            </p:nvSpPr>
            <p:spPr>
              <a:xfrm>
                <a:off x="22225" y="259374"/>
                <a:ext cx="31448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1" dirty="0"/>
                  <a:t>Question 1.</a:t>
                </a:r>
              </a:p>
              <a:p>
                <a:r>
                  <a:rPr lang="en-GB" sz="1200" dirty="0"/>
                  <a:t>ABCDEF is a regular hexagon. </a:t>
                </a:r>
              </a:p>
              <a:p>
                <a:r>
                  <a:rPr lang="en-GB" sz="1200" dirty="0"/>
                  <a:t>Find the vectors below in terms of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dirty="0"/>
                  <a:t>and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GB" sz="1200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3ED086F-3797-AEA6-7E8D-20B44A4C8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" y="259374"/>
                <a:ext cx="3144835" cy="646331"/>
              </a:xfrm>
              <a:prstGeom prst="rect">
                <a:avLst/>
              </a:prstGeom>
              <a:blipFill>
                <a:blip r:embed="rId3"/>
                <a:stretch>
                  <a:fillRect l="-194" t="-943" b="-6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Picture 46">
            <a:extLst>
              <a:ext uri="{FF2B5EF4-FFF2-40B4-BE49-F238E27FC236}">
                <a16:creationId xmlns:a16="http://schemas.microsoft.com/office/drawing/2014/main" id="{83A51D6A-CEAB-9BE0-C404-8F4D75AB0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921" y="3537786"/>
            <a:ext cx="3160569" cy="19369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0683F5-15CE-9973-F340-3A8EB1C10DEE}"/>
                  </a:ext>
                </a:extLst>
              </p:cNvPr>
              <p:cNvSpPr txBox="1"/>
              <p:nvPr/>
            </p:nvSpPr>
            <p:spPr>
              <a:xfrm>
                <a:off x="76200" y="3410115"/>
                <a:ext cx="4163889" cy="8545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b="1" dirty="0"/>
                  <a:t>Question 2.</a:t>
                </a:r>
              </a:p>
              <a:p>
                <a:r>
                  <a:rPr lang="en-GB" sz="1200" dirty="0"/>
                  <a:t>The diagram is made up of twelve congruent parallelograms.</a:t>
                </a:r>
              </a:p>
              <a:p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𝑂𝐴</m:t>
                        </m:r>
                      </m:e>
                    </m:acc>
                    <m:r>
                      <a:rPr lang="en-GB" sz="12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b="1" i="1" dirty="0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𝑂𝐷</m:t>
                        </m:r>
                      </m:e>
                    </m:acc>
                    <m:r>
                      <a:rPr lang="en-GB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GB" sz="1200" dirty="0"/>
                  <a:t>. </a:t>
                </a:r>
              </a:p>
              <a:p>
                <a:r>
                  <a:rPr lang="en-GB" sz="1200" dirty="0"/>
                  <a:t>Define the following vectors in terms of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GB" sz="1200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1200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0683F5-15CE-9973-F340-3A8EB1C10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3410115"/>
                <a:ext cx="4163889" cy="854593"/>
              </a:xfrm>
              <a:prstGeom prst="rect">
                <a:avLst/>
              </a:prstGeom>
              <a:blipFill>
                <a:blip r:embed="rId5"/>
                <a:stretch>
                  <a:fillRect l="-146" b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D38187B0-F87C-30F8-E32E-BD622D538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517" y="4300885"/>
            <a:ext cx="544643" cy="193696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EEB3C47-DF35-93E2-74F3-461974FAD6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1005" y="4300885"/>
            <a:ext cx="526300" cy="20051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BC060C4-30B2-BA7E-6A71-44731B6A8EF4}"/>
                  </a:ext>
                </a:extLst>
              </p:cNvPr>
              <p:cNvSpPr txBox="1"/>
              <p:nvPr/>
            </p:nvSpPr>
            <p:spPr>
              <a:xfrm>
                <a:off x="76200" y="6506635"/>
                <a:ext cx="4579724" cy="8545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b="1" dirty="0"/>
                  <a:t>Question 3.</a:t>
                </a:r>
              </a:p>
              <a:p>
                <a:r>
                  <a:rPr lang="en-GB" sz="1200" dirty="0"/>
                  <a:t>The diagram is made up of nine congruent equilateral triangles.</a:t>
                </a:r>
              </a:p>
              <a:p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𝑂𝐵</m:t>
                        </m:r>
                      </m:e>
                    </m:acc>
                    <m:r>
                      <a:rPr lang="en-GB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𝑂𝐷</m:t>
                        </m:r>
                      </m:e>
                    </m:acc>
                    <m:r>
                      <a:rPr lang="en-GB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200" dirty="0"/>
                  <a:t>. </a:t>
                </a:r>
              </a:p>
              <a:p>
                <a:r>
                  <a:rPr lang="en-GB" sz="1200" dirty="0"/>
                  <a:t>Define the following vectors in terms of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200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1200" b="1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BC060C4-30B2-BA7E-6A71-44731B6A8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6506635"/>
                <a:ext cx="4579724" cy="854593"/>
              </a:xfrm>
              <a:prstGeom prst="rect">
                <a:avLst/>
              </a:prstGeom>
              <a:blipFill>
                <a:blip r:embed="rId8"/>
                <a:stretch>
                  <a:fillRect l="-133" b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Picture 55">
            <a:extLst>
              <a:ext uri="{FF2B5EF4-FFF2-40B4-BE49-F238E27FC236}">
                <a16:creationId xmlns:a16="http://schemas.microsoft.com/office/drawing/2014/main" id="{DBEAED66-7F40-F44D-B017-252033F798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7905" y="6758636"/>
            <a:ext cx="2116327" cy="196743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4B0B2FC5-DE3B-AEEA-5903-F218EA9D77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6114" y="7395223"/>
            <a:ext cx="537019" cy="198696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0079D1D7-F6D4-6D7C-4762-E2D2E0F520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5033" y="7414751"/>
            <a:ext cx="600485" cy="196744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625A6A1-5046-F920-A568-3B19C1169B4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776" y="4280233"/>
            <a:ext cx="628322" cy="193696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318C012B-EFC1-45DE-2473-0263E0CE6B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6095" y="4280233"/>
            <a:ext cx="683808" cy="202013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08472E1-8BF5-8B0C-B9E0-C5F0EC12B15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2519" y="7414751"/>
            <a:ext cx="677876" cy="205668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E0194C2-D838-F84F-1416-B84DA34591D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92547" y="7345258"/>
            <a:ext cx="700235" cy="21240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CFC50CB-6F09-BB82-DC2A-F2962B130BE8}"/>
                  </a:ext>
                </a:extLst>
              </p:cNvPr>
              <p:cNvSpPr txBox="1"/>
              <p:nvPr/>
            </p:nvSpPr>
            <p:spPr>
              <a:xfrm>
                <a:off x="994484" y="997657"/>
                <a:ext cx="333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CFC50CB-6F09-BB82-DC2A-F2962B130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84" y="997657"/>
                <a:ext cx="333745" cy="307777"/>
              </a:xfrm>
              <a:prstGeom prst="rect">
                <a:avLst/>
              </a:prstGeom>
              <a:blipFill>
                <a:blip r:embed="rId16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5E309F7-138C-B3C0-91EE-FA3AF7FDCB70}"/>
                  </a:ext>
                </a:extLst>
              </p:cNvPr>
              <p:cNvSpPr txBox="1"/>
              <p:nvPr/>
            </p:nvSpPr>
            <p:spPr>
              <a:xfrm>
                <a:off x="994484" y="1350316"/>
                <a:ext cx="46839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5E309F7-138C-B3C0-91EE-FA3AF7FDC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84" y="1350316"/>
                <a:ext cx="468398" cy="307777"/>
              </a:xfrm>
              <a:prstGeom prst="rect">
                <a:avLst/>
              </a:prstGeom>
              <a:blipFill>
                <a:blip r:embed="rId17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4D7F6EB-B254-3A04-0F95-14D9AA8AC2D0}"/>
                  </a:ext>
                </a:extLst>
              </p:cNvPr>
              <p:cNvSpPr txBox="1"/>
              <p:nvPr/>
            </p:nvSpPr>
            <p:spPr>
              <a:xfrm>
                <a:off x="994484" y="2934549"/>
                <a:ext cx="46839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4D7F6EB-B254-3A04-0F95-14D9AA8AC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84" y="2934549"/>
                <a:ext cx="468398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34B71C4-358B-56F9-8DBC-B55381B37706}"/>
                  </a:ext>
                </a:extLst>
              </p:cNvPr>
              <p:cNvSpPr txBox="1"/>
              <p:nvPr/>
            </p:nvSpPr>
            <p:spPr>
              <a:xfrm>
                <a:off x="984064" y="1734656"/>
                <a:ext cx="333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34B71C4-358B-56F9-8DBC-B55381B37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64" y="1734656"/>
                <a:ext cx="333745" cy="307777"/>
              </a:xfrm>
              <a:prstGeom prst="rect">
                <a:avLst/>
              </a:prstGeom>
              <a:blipFill>
                <a:blip r:embed="rId19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80201F4-8C01-EABA-E795-803FC8018D0A}"/>
                  </a:ext>
                </a:extLst>
              </p:cNvPr>
              <p:cNvSpPr txBox="1"/>
              <p:nvPr/>
            </p:nvSpPr>
            <p:spPr>
              <a:xfrm>
                <a:off x="994484" y="2132896"/>
                <a:ext cx="3177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80201F4-8C01-EABA-E795-803FC8018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84" y="2132896"/>
                <a:ext cx="317715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E2C6364-9F9C-E0D9-A188-B750D5E09F5A}"/>
                  </a:ext>
                </a:extLst>
              </p:cNvPr>
              <p:cNvSpPr txBox="1"/>
              <p:nvPr/>
            </p:nvSpPr>
            <p:spPr>
              <a:xfrm>
                <a:off x="980011" y="2550209"/>
                <a:ext cx="333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E2C6364-9F9C-E0D9-A188-B750D5E09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011" y="2550209"/>
                <a:ext cx="333745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1C516A4-9DA9-E1B0-6337-18B34527F9C6}"/>
                  </a:ext>
                </a:extLst>
              </p:cNvPr>
              <p:cNvSpPr txBox="1"/>
              <p:nvPr/>
            </p:nvSpPr>
            <p:spPr>
              <a:xfrm>
                <a:off x="3111110" y="963986"/>
                <a:ext cx="46839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1C516A4-9DA9-E1B0-6337-18B34527F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110" y="963986"/>
                <a:ext cx="468398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CBF05F2-6207-A9F3-218B-483C335ACB41}"/>
                  </a:ext>
                </a:extLst>
              </p:cNvPr>
              <p:cNvSpPr txBox="1"/>
              <p:nvPr/>
            </p:nvSpPr>
            <p:spPr>
              <a:xfrm>
                <a:off x="3111110" y="1316645"/>
                <a:ext cx="6571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CBF05F2-6207-A9F3-218B-483C335AC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110" y="1316645"/>
                <a:ext cx="657168" cy="307777"/>
              </a:xfrm>
              <a:prstGeom prst="rect">
                <a:avLst/>
              </a:prstGeom>
              <a:blipFill>
                <a:blip r:embed="rId2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05115A4-ED57-B8CB-F5A2-9DB409F8F964}"/>
                  </a:ext>
                </a:extLst>
              </p:cNvPr>
              <p:cNvSpPr txBox="1"/>
              <p:nvPr/>
            </p:nvSpPr>
            <p:spPr>
              <a:xfrm>
                <a:off x="3111110" y="2900878"/>
                <a:ext cx="7918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05115A4-ED57-B8CB-F5A2-9DB409F8F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110" y="2900878"/>
                <a:ext cx="791819" cy="307777"/>
              </a:xfrm>
              <a:prstGeom prst="rect">
                <a:avLst/>
              </a:prstGeom>
              <a:blipFill>
                <a:blip r:embed="rId2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5232650-541B-E5C3-A4D9-F196D40039D5}"/>
                  </a:ext>
                </a:extLst>
              </p:cNvPr>
              <p:cNvSpPr txBox="1"/>
              <p:nvPr/>
            </p:nvSpPr>
            <p:spPr>
              <a:xfrm>
                <a:off x="3100690" y="1700985"/>
                <a:ext cx="9677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5232650-541B-E5C3-A4D9-F196D4003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690" y="1700985"/>
                <a:ext cx="967765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8D7FDEE-DB37-E1BF-7D11-DF512C6ABBC4}"/>
                  </a:ext>
                </a:extLst>
              </p:cNvPr>
              <p:cNvSpPr txBox="1"/>
              <p:nvPr/>
            </p:nvSpPr>
            <p:spPr>
              <a:xfrm>
                <a:off x="3111110" y="2099225"/>
                <a:ext cx="6443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8D7FDEE-DB37-E1BF-7D11-DF512C6AB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110" y="2099225"/>
                <a:ext cx="644344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A19AC6-5428-8B94-781E-01D186DF8ECD}"/>
                  </a:ext>
                </a:extLst>
              </p:cNvPr>
              <p:cNvSpPr txBox="1"/>
              <p:nvPr/>
            </p:nvSpPr>
            <p:spPr>
              <a:xfrm>
                <a:off x="3096637" y="2516538"/>
                <a:ext cx="9677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A19AC6-5428-8B94-781E-01D186DF8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637" y="2516538"/>
                <a:ext cx="967765" cy="307777"/>
              </a:xfrm>
              <a:prstGeom prst="rect">
                <a:avLst/>
              </a:prstGeom>
              <a:blipFill>
                <a:blip r:embed="rId27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984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BD025-EC37-47DC-E963-99AF2495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0A41A9-3048-ED0E-8AE6-43BFFCCC5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857862"/>
              </p:ext>
            </p:extLst>
          </p:nvPr>
        </p:nvGraphicFramePr>
        <p:xfrm>
          <a:off x="76200" y="135811"/>
          <a:ext cx="6702396" cy="93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2396">
                  <a:extLst>
                    <a:ext uri="{9D8B030D-6E8A-4147-A177-3AD203B41FA5}">
                      <a16:colId xmlns:a16="http://schemas.microsoft.com/office/drawing/2014/main" val="4238746834"/>
                    </a:ext>
                  </a:extLst>
                </a:gridCol>
              </a:tblGrid>
              <a:tr h="2556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496261"/>
                  </a:ext>
                </a:extLst>
              </a:tr>
              <a:tr h="68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99051"/>
                  </a:ext>
                </a:extLst>
              </a:tr>
            </a:tbl>
          </a:graphicData>
        </a:graphic>
      </p:graphicFrame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D25E4E87-B15D-9E8C-4D61-B0991842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21</a:t>
            </a:fld>
            <a:endParaRPr lang="en-GB" b="1" noProof="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E7F9A0B-1E36-CDED-7C72-1DB9F51017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948" b="33066"/>
          <a:stretch/>
        </p:blipFill>
        <p:spPr>
          <a:xfrm>
            <a:off x="161710" y="6055286"/>
            <a:ext cx="5692991" cy="7344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3B6603F-5140-D9EE-6F94-54AE3AB72C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789" b="14324"/>
          <a:stretch/>
        </p:blipFill>
        <p:spPr>
          <a:xfrm>
            <a:off x="129222" y="7262857"/>
            <a:ext cx="5692991" cy="87662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902B100-CA0C-1437-FCB8-A5FA8DAC8C18}"/>
              </a:ext>
            </a:extLst>
          </p:cNvPr>
          <p:cNvGrpSpPr/>
          <p:nvPr/>
        </p:nvGrpSpPr>
        <p:grpSpPr>
          <a:xfrm>
            <a:off x="161711" y="3070304"/>
            <a:ext cx="5692990" cy="2548278"/>
            <a:chOff x="161710" y="3070304"/>
            <a:chExt cx="6354743" cy="284449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BA7FEBD-6C92-68FA-22B5-DB1FB08676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48003"/>
            <a:stretch/>
          </p:blipFill>
          <p:spPr>
            <a:xfrm>
              <a:off x="161710" y="3070304"/>
              <a:ext cx="6354743" cy="2844490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62568C6-9FAC-0EBB-C376-EBA97B64D5B0}"/>
                </a:ext>
              </a:extLst>
            </p:cNvPr>
            <p:cNvCxnSpPr/>
            <p:nvPr/>
          </p:nvCxnSpPr>
          <p:spPr>
            <a:xfrm>
              <a:off x="887178" y="3558199"/>
              <a:ext cx="1009650" cy="1743075"/>
            </a:xfrm>
            <a:prstGeom prst="line">
              <a:avLst/>
            </a:prstGeom>
            <a:ln w="12700">
              <a:solidFill>
                <a:srgbClr val="00AABB"/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4B79FD7-2DEF-3AE3-31DD-72EBC95531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178" y="3558199"/>
              <a:ext cx="1009650" cy="1743075"/>
            </a:xfrm>
            <a:prstGeom prst="line">
              <a:avLst/>
            </a:prstGeom>
            <a:ln w="12700">
              <a:solidFill>
                <a:srgbClr val="00AABB"/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99141FC-1BBF-94B1-3F72-3276CB0E72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353" y="4429736"/>
              <a:ext cx="2019300" cy="0"/>
            </a:xfrm>
            <a:prstGeom prst="line">
              <a:avLst/>
            </a:prstGeom>
            <a:ln w="12700">
              <a:solidFill>
                <a:srgbClr val="00AABB"/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FED366AA-B0D3-E67E-D230-EA2D0A9B75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46" b="45019"/>
          <a:stretch>
            <a:fillRect/>
          </a:stretch>
        </p:blipFill>
        <p:spPr>
          <a:xfrm>
            <a:off x="207523" y="386275"/>
            <a:ext cx="5647178" cy="218580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C511295-A833-5CC3-5B00-26AA7B22B0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485" r="24484"/>
          <a:stretch/>
        </p:blipFill>
        <p:spPr>
          <a:xfrm>
            <a:off x="2540347" y="648422"/>
            <a:ext cx="4092874" cy="192365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02ACC4A-A2BF-E4BA-E7F8-36D79DB7FE1F}"/>
              </a:ext>
            </a:extLst>
          </p:cNvPr>
          <p:cNvSpPr txBox="1"/>
          <p:nvPr/>
        </p:nvSpPr>
        <p:spPr>
          <a:xfrm>
            <a:off x="68476" y="141122"/>
            <a:ext cx="4841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Question 4.  </a:t>
            </a:r>
            <a:r>
              <a:rPr lang="en-GB" sz="1200" dirty="0"/>
              <a:t>Use the information below to mark points C-K on the grid.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B32371-3783-3A7B-1F64-351E766D4AC3}"/>
              </a:ext>
            </a:extLst>
          </p:cNvPr>
          <p:cNvSpPr txBox="1"/>
          <p:nvPr/>
        </p:nvSpPr>
        <p:spPr>
          <a:xfrm>
            <a:off x="86452" y="2747849"/>
            <a:ext cx="41638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Question 5.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94FEED-6A95-97AF-B07C-8D6C5A4EC934}"/>
                  </a:ext>
                </a:extLst>
              </p:cNvPr>
              <p:cNvSpPr txBox="1"/>
              <p:nvPr/>
            </p:nvSpPr>
            <p:spPr>
              <a:xfrm>
                <a:off x="5079237" y="624583"/>
                <a:ext cx="3368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94FEED-6A95-97AF-B07C-8D6C5A4EC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237" y="624583"/>
                <a:ext cx="336823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29A65A-48D8-3AE0-67A1-D4F26437A5CF}"/>
                  </a:ext>
                </a:extLst>
              </p:cNvPr>
              <p:cNvSpPr txBox="1"/>
              <p:nvPr/>
            </p:nvSpPr>
            <p:spPr>
              <a:xfrm>
                <a:off x="4470512" y="1746211"/>
                <a:ext cx="3518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29A65A-48D8-3AE0-67A1-D4F26437A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512" y="1746211"/>
                <a:ext cx="35182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DE07FA-917C-EFF9-0463-9EF4CA49A93A}"/>
                  </a:ext>
                </a:extLst>
              </p:cNvPr>
              <p:cNvSpPr txBox="1"/>
              <p:nvPr/>
            </p:nvSpPr>
            <p:spPr>
              <a:xfrm>
                <a:off x="4074427" y="1187321"/>
                <a:ext cx="3518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DE07FA-917C-EFF9-0463-9EF4CA49A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427" y="1187321"/>
                <a:ext cx="351828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DCD694-980D-2CA4-7909-742D07983263}"/>
                  </a:ext>
                </a:extLst>
              </p:cNvPr>
              <p:cNvSpPr txBox="1"/>
              <p:nvPr/>
            </p:nvSpPr>
            <p:spPr>
              <a:xfrm>
                <a:off x="5758625" y="644377"/>
                <a:ext cx="337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DCD694-980D-2CA4-7909-742D07983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625" y="644377"/>
                <a:ext cx="337528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DC059E-77B6-04C2-3352-6E8FC40A3373}"/>
                  </a:ext>
                </a:extLst>
              </p:cNvPr>
              <p:cNvSpPr txBox="1"/>
              <p:nvPr/>
            </p:nvSpPr>
            <p:spPr>
              <a:xfrm>
                <a:off x="3775939" y="1737227"/>
                <a:ext cx="3518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DC059E-77B6-04C2-3352-6E8FC40A3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939" y="1737227"/>
                <a:ext cx="35182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BF6B9C-AD8D-084F-F4BE-9004A112D734}"/>
                  </a:ext>
                </a:extLst>
              </p:cNvPr>
              <p:cNvSpPr txBox="1"/>
              <p:nvPr/>
            </p:nvSpPr>
            <p:spPr>
              <a:xfrm>
                <a:off x="4745243" y="1189320"/>
                <a:ext cx="3582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BF6B9C-AD8D-084F-F4BE-9004A112D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243" y="1189320"/>
                <a:ext cx="358239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029442-EB5A-604A-AD95-C1186533F117}"/>
                  </a:ext>
                </a:extLst>
              </p:cNvPr>
              <p:cNvSpPr txBox="1"/>
              <p:nvPr/>
            </p:nvSpPr>
            <p:spPr>
              <a:xfrm>
                <a:off x="5476837" y="1189320"/>
                <a:ext cx="2945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029442-EB5A-604A-AD95-C1186533F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37" y="1189320"/>
                <a:ext cx="294568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438858-D963-ADCA-09CA-497A39F22FB2}"/>
                  </a:ext>
                </a:extLst>
              </p:cNvPr>
              <p:cNvSpPr txBox="1"/>
              <p:nvPr/>
            </p:nvSpPr>
            <p:spPr>
              <a:xfrm>
                <a:off x="3716188" y="624672"/>
                <a:ext cx="29399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438858-D963-ADCA-09CA-497A39F22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624672"/>
                <a:ext cx="293991" cy="307777"/>
              </a:xfrm>
              <a:prstGeom prst="rect">
                <a:avLst/>
              </a:prstGeom>
              <a:blipFill>
                <a:blip r:embed="rId11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6A3FC9-3EA4-F77D-BA50-48B434A994EB}"/>
                  </a:ext>
                </a:extLst>
              </p:cNvPr>
              <p:cNvSpPr txBox="1"/>
              <p:nvPr/>
            </p:nvSpPr>
            <p:spPr>
              <a:xfrm>
                <a:off x="5822213" y="1746211"/>
                <a:ext cx="3582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6A3FC9-3EA4-F77D-BA50-48B434A99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213" y="1746211"/>
                <a:ext cx="35823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8E4E18B-0B3B-2D3E-94B0-AC2432FC6654}"/>
              </a:ext>
            </a:extLst>
          </p:cNvPr>
          <p:cNvCxnSpPr>
            <a:cxnSpLocks/>
          </p:cNvCxnSpPr>
          <p:nvPr/>
        </p:nvCxnSpPr>
        <p:spPr>
          <a:xfrm>
            <a:off x="811632" y="3507392"/>
            <a:ext cx="453288" cy="78077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FA08B9-7AB0-4F97-BCB9-38F350E2CAD5}"/>
              </a:ext>
            </a:extLst>
          </p:cNvPr>
          <p:cNvCxnSpPr>
            <a:cxnSpLocks/>
          </p:cNvCxnSpPr>
          <p:nvPr/>
        </p:nvCxnSpPr>
        <p:spPr>
          <a:xfrm>
            <a:off x="1270578" y="4287369"/>
            <a:ext cx="453288" cy="780779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8DBBE5B-6E47-2E33-EAFD-BA11FBC2DD47}"/>
              </a:ext>
            </a:extLst>
          </p:cNvPr>
          <p:cNvCxnSpPr>
            <a:cxnSpLocks/>
          </p:cNvCxnSpPr>
          <p:nvPr/>
        </p:nvCxnSpPr>
        <p:spPr>
          <a:xfrm>
            <a:off x="354482" y="4299335"/>
            <a:ext cx="453288" cy="78077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17A0CA-6494-DC83-42BB-0296F583BD19}"/>
              </a:ext>
            </a:extLst>
          </p:cNvPr>
          <p:cNvCxnSpPr>
            <a:cxnSpLocks/>
          </p:cNvCxnSpPr>
          <p:nvPr/>
        </p:nvCxnSpPr>
        <p:spPr>
          <a:xfrm>
            <a:off x="346683" y="4273441"/>
            <a:ext cx="920033" cy="1392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E5477D-2CA4-3604-00DE-FAE63CF18C33}"/>
              </a:ext>
            </a:extLst>
          </p:cNvPr>
          <p:cNvCxnSpPr>
            <a:cxnSpLocks/>
          </p:cNvCxnSpPr>
          <p:nvPr/>
        </p:nvCxnSpPr>
        <p:spPr>
          <a:xfrm flipV="1">
            <a:off x="1259988" y="4272638"/>
            <a:ext cx="916133" cy="1415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D24EA9F-464B-C3B5-944A-BC8E8897FF72}"/>
              </a:ext>
            </a:extLst>
          </p:cNvPr>
          <p:cNvCxnSpPr>
            <a:cxnSpLocks/>
          </p:cNvCxnSpPr>
          <p:nvPr/>
        </p:nvCxnSpPr>
        <p:spPr>
          <a:xfrm>
            <a:off x="814037" y="5065383"/>
            <a:ext cx="920033" cy="1392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087F796-A639-A894-DE47-16A68F238056}"/>
                  </a:ext>
                </a:extLst>
              </p:cNvPr>
              <p:cNvSpPr txBox="1"/>
              <p:nvPr/>
            </p:nvSpPr>
            <p:spPr>
              <a:xfrm>
                <a:off x="626831" y="4044857"/>
                <a:ext cx="333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sz="140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087F796-A639-A894-DE47-16A68F238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31" y="4044857"/>
                <a:ext cx="333745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3A3A061-8FC7-B349-C207-EA0F09C70406}"/>
                  </a:ext>
                </a:extLst>
              </p:cNvPr>
              <p:cNvSpPr txBox="1"/>
              <p:nvPr/>
            </p:nvSpPr>
            <p:spPr>
              <a:xfrm>
                <a:off x="1571680" y="4036666"/>
                <a:ext cx="333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3A3A061-8FC7-B349-C207-EA0F09C70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680" y="4036666"/>
                <a:ext cx="333745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86959D-46E6-4CB8-4C2D-2C4A1C5B3498}"/>
                  </a:ext>
                </a:extLst>
              </p:cNvPr>
              <p:cNvSpPr txBox="1"/>
              <p:nvPr/>
            </p:nvSpPr>
            <p:spPr>
              <a:xfrm>
                <a:off x="1093115" y="4785017"/>
                <a:ext cx="333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sz="140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86959D-46E6-4CB8-4C2D-2C4A1C5B3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115" y="4785017"/>
                <a:ext cx="333745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CDB4085-B7E8-7881-5A2F-D0363AC8B97B}"/>
                  </a:ext>
                </a:extLst>
              </p:cNvPr>
              <p:cNvSpPr txBox="1"/>
              <p:nvPr/>
            </p:nvSpPr>
            <p:spPr>
              <a:xfrm>
                <a:off x="329501" y="4570184"/>
                <a:ext cx="333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40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CDB4085-B7E8-7881-5A2F-D0363AC8B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01" y="4570184"/>
                <a:ext cx="333745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97ABEEC-2FAC-EA6E-3EC9-35C36706BC04}"/>
                  </a:ext>
                </a:extLst>
              </p:cNvPr>
              <p:cNvSpPr txBox="1"/>
              <p:nvPr/>
            </p:nvSpPr>
            <p:spPr>
              <a:xfrm>
                <a:off x="1228639" y="4551025"/>
                <a:ext cx="333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97ABEEC-2FAC-EA6E-3EC9-35C36706B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639" y="4551025"/>
                <a:ext cx="333745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F6D7C2E-A394-AEBC-6C3D-ADC7A6E58423}"/>
                  </a:ext>
                </a:extLst>
              </p:cNvPr>
              <p:cNvSpPr txBox="1"/>
              <p:nvPr/>
            </p:nvSpPr>
            <p:spPr>
              <a:xfrm>
                <a:off x="773261" y="3784977"/>
                <a:ext cx="333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40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F6D7C2E-A394-AEBC-6C3D-ADC7A6E58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61" y="3784977"/>
                <a:ext cx="333745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BA8FA24B-95FC-7F08-2696-04D93A813DE8}"/>
              </a:ext>
            </a:extLst>
          </p:cNvPr>
          <p:cNvSpPr txBox="1"/>
          <p:nvPr/>
        </p:nvSpPr>
        <p:spPr>
          <a:xfrm>
            <a:off x="4470512" y="5395282"/>
            <a:ext cx="21627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See above:</a:t>
            </a:r>
          </a:p>
          <a:p>
            <a:r>
              <a:rPr lang="en-GB" sz="1050" dirty="0">
                <a:solidFill>
                  <a:srgbClr val="FF0000"/>
                </a:solidFill>
              </a:rPr>
              <a:t>Label all parallel to a &amp; b</a:t>
            </a:r>
          </a:p>
          <a:p>
            <a:r>
              <a:rPr lang="en-GB" sz="1050" dirty="0">
                <a:solidFill>
                  <a:srgbClr val="FF0000"/>
                </a:solidFill>
              </a:rPr>
              <a:t>Backwards from C to centre and then forwards to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EED6733-BBD7-D5C1-3282-952A2AD75AAF}"/>
                  </a:ext>
                </a:extLst>
              </p:cNvPr>
              <p:cNvSpPr txBox="1"/>
              <p:nvPr/>
            </p:nvSpPr>
            <p:spPr>
              <a:xfrm>
                <a:off x="939216" y="6879991"/>
                <a:ext cx="558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EED6733-BBD7-D5C1-3282-952A2AD75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16" y="6879991"/>
                <a:ext cx="55800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DEE69F1-430A-BD8A-A54E-10B31D1C1ECA}"/>
                  </a:ext>
                </a:extLst>
              </p:cNvPr>
              <p:cNvSpPr txBox="1"/>
              <p:nvPr/>
            </p:nvSpPr>
            <p:spPr>
              <a:xfrm>
                <a:off x="3008204" y="6851112"/>
                <a:ext cx="558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DEE69F1-430A-BD8A-A54E-10B31D1C1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04" y="6851112"/>
                <a:ext cx="55800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C9A753D-7642-5819-B893-C157C52B8712}"/>
                  </a:ext>
                </a:extLst>
              </p:cNvPr>
              <p:cNvSpPr txBox="1"/>
              <p:nvPr/>
            </p:nvSpPr>
            <p:spPr>
              <a:xfrm>
                <a:off x="4873344" y="6851112"/>
                <a:ext cx="558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C9A753D-7642-5819-B893-C157C52B8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344" y="6851112"/>
                <a:ext cx="558006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E25F66A-5100-2742-5DEA-5A6F45349F9B}"/>
                  </a:ext>
                </a:extLst>
              </p:cNvPr>
              <p:cNvSpPr txBox="1"/>
              <p:nvPr/>
            </p:nvSpPr>
            <p:spPr>
              <a:xfrm>
                <a:off x="773261" y="8187355"/>
                <a:ext cx="49075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GB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GB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2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GB" sz="1200" dirty="0">
                    <a:solidFill>
                      <a:srgbClr val="FF0000"/>
                    </a:solidFill>
                  </a:rPr>
                  <a:t>This is a pathway from A to A, so no movement overall.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E25F66A-5100-2742-5DEA-5A6F45349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61" y="8187355"/>
                <a:ext cx="4907519" cy="461665"/>
              </a:xfrm>
              <a:prstGeom prst="rect">
                <a:avLst/>
              </a:prstGeom>
              <a:blipFill>
                <a:blip r:embed="rId20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097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B137B-2043-0DFA-5983-79830BBA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DDF66575-3052-9C96-C1A0-5978262089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056639"/>
                  </p:ext>
                </p:extLst>
              </p:nvPr>
            </p:nvGraphicFramePr>
            <p:xfrm>
              <a:off x="128586" y="376741"/>
              <a:ext cx="6600828" cy="918928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00828">
                      <a:extLst>
                        <a:ext uri="{9D8B030D-6E8A-4147-A177-3AD203B41FA5}">
                          <a16:colId xmlns:a16="http://schemas.microsoft.com/office/drawing/2014/main" val="788000314"/>
                        </a:ext>
                      </a:extLst>
                    </a:gridCol>
                  </a:tblGrid>
                  <a:tr h="3780000">
                    <a:tc>
                      <a:txBody>
                        <a:bodyPr/>
                        <a:lstStyle/>
                        <a:p>
                          <a:r>
                            <a:rPr lang="en-GB" sz="1200" b="1" dirty="0">
                              <a:latin typeface="+mn-lt"/>
                            </a:rPr>
                            <a:t>Q1.  </a:t>
                          </a:r>
                        </a:p>
                        <a:p>
                          <a:endParaRPr lang="en-GB" sz="1200" b="1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7530572"/>
                      </a:ext>
                    </a:extLst>
                  </a:tr>
                  <a:tr h="303328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Q2.</a:t>
                          </a:r>
                          <a:r>
                            <a:rPr lang="en-GB" sz="1200" b="1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vectors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and the vector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are shown on the grid.</a:t>
                          </a:r>
                        </a:p>
                        <a:p>
                          <a:endParaRPr lang="en-GB" sz="1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3916584"/>
                      </a:ext>
                    </a:extLst>
                  </a:tr>
                  <a:tr h="2376000">
                    <a:tc>
                      <a:txBody>
                        <a:bodyPr/>
                        <a:lstStyle/>
                        <a:p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Q3.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are vectors such that: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200" dirty="0">
                              <a:latin typeface="+mn-lt"/>
                            </a:rPr>
                            <a:t>   and</a:t>
                          </a:r>
                          <a:r>
                            <a:rPr lang="en-GB" sz="1200" baseline="0" dirty="0">
                              <a:latin typeface="+mn-lt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1200" b="0" i="1" baseline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sz="1200" b="1" i="1" baseline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GB" sz="1200" b="0" i="0" baseline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GB" sz="12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2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num>
                                    <m:den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−17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Find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1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as a column vector.</a:t>
                          </a: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 marks)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38156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DDF66575-3052-9C96-C1A0-5978262089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056639"/>
                  </p:ext>
                </p:extLst>
              </p:nvPr>
            </p:nvGraphicFramePr>
            <p:xfrm>
              <a:off x="128586" y="376741"/>
              <a:ext cx="6600828" cy="918928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00828">
                      <a:extLst>
                        <a:ext uri="{9D8B030D-6E8A-4147-A177-3AD203B41FA5}">
                          <a16:colId xmlns:a16="http://schemas.microsoft.com/office/drawing/2014/main" val="788000314"/>
                        </a:ext>
                      </a:extLst>
                    </a:gridCol>
                  </a:tblGrid>
                  <a:tr h="3780000">
                    <a:tc>
                      <a:txBody>
                        <a:bodyPr/>
                        <a:lstStyle/>
                        <a:p>
                          <a:r>
                            <a:rPr lang="en-GB" sz="1200" b="1" dirty="0">
                              <a:latin typeface="+mn-lt"/>
                            </a:rPr>
                            <a:t>Q1.  </a:t>
                          </a:r>
                        </a:p>
                        <a:p>
                          <a:endParaRPr lang="en-GB" sz="1200" b="1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7530572"/>
                      </a:ext>
                    </a:extLst>
                  </a:tr>
                  <a:tr h="3033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" t="-124900" r="-185" b="-787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3916584"/>
                      </a:ext>
                    </a:extLst>
                  </a:tr>
                  <a:tr h="23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" t="-287179" r="-185" b="-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81569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12FD2C99-3986-A31E-35E4-EF986CA0B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912" y="4505351"/>
            <a:ext cx="3126452" cy="25054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0D6D47-58F7-38F4-AB18-A7BA514EDDC7}"/>
                  </a:ext>
                </a:extLst>
              </p:cNvPr>
              <p:cNvSpPr txBox="1"/>
              <p:nvPr/>
            </p:nvSpPr>
            <p:spPr>
              <a:xfrm>
                <a:off x="3281364" y="4354740"/>
                <a:ext cx="3448050" cy="2806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1200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a)  On the grid, draw and label vector </a:t>
                </a:r>
                <a14:m>
                  <m:oMath xmlns:m="http://schemas.openxmlformats.org/officeDocument/2006/math">
                    <m:r>
                      <a:rPr lang="en-GB" sz="1200" i="1" kern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–2</m:t>
                    </m:r>
                    <m:r>
                      <a:rPr lang="en-GB" sz="1200" b="1" i="1" kern="0" dirty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endParaRPr lang="en-GB" sz="1200" kern="10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B" sz="1200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(1 mark)</a:t>
                </a:r>
                <a:endParaRPr lang="en-GB" sz="1200" kern="10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(b)  Work out </a:t>
                </a:r>
                <a14:m>
                  <m:oMath xmlns:m="http://schemas.openxmlformats.org/officeDocument/2006/math">
                    <m:r>
                      <a:rPr lang="en-GB" sz="1200" b="1" i="1" kern="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GB" sz="1200" i="1" kern="0" dirty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+ 2</m:t>
                    </m:r>
                    <m:r>
                      <a:rPr lang="en-GB" sz="1200" b="1" i="1" kern="0" dirty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GB" sz="1200" i="1" kern="0" dirty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1200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as a column vector.</a:t>
                </a: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200" kern="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200" kern="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200" kern="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200" kern="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>
                  <a:lnSpc>
                    <a:spcPct val="115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(2 marks)</a:t>
                </a:r>
                <a:endParaRPr lang="en-GB" sz="1200" kern="10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0D6D47-58F7-38F4-AB18-A7BA514ED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364" y="4354740"/>
                <a:ext cx="3448050" cy="2806666"/>
              </a:xfrm>
              <a:prstGeom prst="rect">
                <a:avLst/>
              </a:prstGeom>
              <a:blipFill>
                <a:blip r:embed="rId5"/>
                <a:stretch>
                  <a:fillRect b="-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00DDD804-990D-B482-F898-3AC20289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22</a:t>
            </a:fld>
            <a:endParaRPr lang="en-GB" b="1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B9669E-F8CF-F91C-8BF3-DACFF2CEC4A5}"/>
              </a:ext>
            </a:extLst>
          </p:cNvPr>
          <p:cNvSpPr/>
          <p:nvPr/>
        </p:nvSpPr>
        <p:spPr>
          <a:xfrm>
            <a:off x="-1" y="35481"/>
            <a:ext cx="1952625" cy="252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chemeClr val="bg1"/>
                </a:solidFill>
              </a:rPr>
              <a:t>Exam Style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FA4C11-8FAE-D952-E5FC-62D003B2C2CB}"/>
                  </a:ext>
                </a:extLst>
              </p:cNvPr>
              <p:cNvSpPr txBox="1"/>
              <p:nvPr/>
            </p:nvSpPr>
            <p:spPr>
              <a:xfrm>
                <a:off x="154911" y="462045"/>
                <a:ext cx="2962939" cy="507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GB" sz="1200" b="0" i="0" dirty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GB" sz="1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200" b="1" i="1" dirty="0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12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FA4C11-8FAE-D952-E5FC-62D003B2C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11" y="462045"/>
                <a:ext cx="2962939" cy="5073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D2D590-4261-E9A2-4257-F2E78ADF5288}"/>
                  </a:ext>
                </a:extLst>
              </p:cNvPr>
              <p:cNvSpPr txBox="1"/>
              <p:nvPr/>
            </p:nvSpPr>
            <p:spPr>
              <a:xfrm>
                <a:off x="154912" y="866315"/>
                <a:ext cx="2962938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GB" sz="1200" b="1" dirty="0">
                  <a:latin typeface="+mn-lt"/>
                </a:endParaRPr>
              </a:p>
              <a:p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(a)  Write down as a column vector</a:t>
                </a:r>
              </a:p>
              <a:p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GB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</a:t>
                </a:r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  </a:t>
                </a:r>
                <a14:m>
                  <m:oMath xmlns:m="http://schemas.openxmlformats.org/officeDocument/2006/math">
                    <m:r>
                      <a:rPr lang="en-GB" sz="1200" b="1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𝒂</m:t>
                    </m:r>
                    <m:r>
                      <a:rPr lang="en-GB" sz="12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+ </m:t>
                    </m:r>
                    <m:r>
                      <a:rPr lang="en-GB" sz="1200" b="1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𝒃</m:t>
                    </m:r>
                  </m:oMath>
                </a14:m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dirty="0"/>
              </a:p>
              <a:p>
                <a:pPr algn="r"/>
                <a:b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........................................................... </a:t>
                </a:r>
              </a:p>
              <a:p>
                <a:pPr algn="r"/>
                <a:r>
                  <a:rPr lang="en-GB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(1)</a:t>
                </a:r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(ii)  </a:t>
                </a:r>
                <a14:m>
                  <m:oMath xmlns:m="http://schemas.openxmlformats.org/officeDocument/2006/math">
                    <m:r>
                      <a:rPr lang="en-GB" sz="12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r>
                      <a:rPr lang="en-GB" sz="1200" b="1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𝒂</m:t>
                    </m:r>
                    <m:r>
                      <a:rPr lang="en-GB" sz="12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+ 3</m:t>
                    </m:r>
                    <m:r>
                      <a:rPr lang="en-GB" sz="1200" b="1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𝒃</m:t>
                    </m:r>
                  </m:oMath>
                </a14:m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dirty="0"/>
              </a:p>
              <a:p>
                <a:pPr algn="r"/>
                <a:b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........................................................... </a:t>
                </a:r>
              </a:p>
              <a:p>
                <a:pPr algn="r"/>
                <a:r>
                  <a:rPr lang="en-GB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(2)</a:t>
                </a:r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D2D590-4261-E9A2-4257-F2E78ADF5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12" y="866315"/>
                <a:ext cx="2962938" cy="2862322"/>
              </a:xfrm>
              <a:prstGeom prst="rect">
                <a:avLst/>
              </a:prstGeom>
              <a:blipFill>
                <a:blip r:embed="rId7"/>
                <a:stretch>
                  <a:fillRect r="-1646" b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6EAA38-1B1F-E50B-76D0-4FB686E0209A}"/>
                  </a:ext>
                </a:extLst>
              </p:cNvPr>
              <p:cNvSpPr txBox="1"/>
              <p:nvPr/>
            </p:nvSpPr>
            <p:spPr>
              <a:xfrm>
                <a:off x="3281364" y="206642"/>
                <a:ext cx="3448050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GB" sz="1200" b="1" dirty="0">
                  <a:latin typeface="+mn-lt"/>
                </a:endParaRP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vector </a:t>
                </a:r>
                <a14:m>
                  <m:oMath xmlns:m="http://schemas.openxmlformats.org/officeDocument/2006/math">
                    <m:r>
                      <a:rPr lang="en-GB" sz="1200" b="1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𝒄</m:t>
                    </m:r>
                  </m:oMath>
                </a14:m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is drawn on the grid.</a:t>
                </a:r>
              </a:p>
              <a:p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(b)  From the point </a:t>
                </a:r>
                <a:r>
                  <a:rPr lang="en-GB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draw the vector </a:t>
                </a:r>
                <a14:m>
                  <m:oMath xmlns:m="http://schemas.openxmlformats.org/officeDocument/2006/math">
                    <m:r>
                      <a:rPr lang="en-GB" sz="12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r>
                      <a:rPr lang="en-GB" sz="1200" b="1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𝒄</m:t>
                    </m:r>
                  </m:oMath>
                </a14:m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dirty="0"/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endParaRPr lang="en-GB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r>
                  <a:rPr lang="en-GB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(1)</a:t>
                </a:r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/>
                <a:r>
                  <a:rPr lang="en-GB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</a:p>
              <a:p>
                <a:pPr algn="r"/>
                <a:r>
                  <a:rPr lang="en-GB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(Total for question = 4 marks)</a:t>
                </a:r>
                <a:endParaRPr lang="en-GB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6EAA38-1B1F-E50B-76D0-4FB686E0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364" y="206642"/>
                <a:ext cx="3448050" cy="3970318"/>
              </a:xfrm>
              <a:prstGeom prst="rect">
                <a:avLst/>
              </a:prstGeom>
              <a:blipFill>
                <a:blip r:embed="rId8"/>
                <a:stretch>
                  <a:fillRect b="-3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1C3A992A-E6C8-C176-F658-11C819158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364" y="853333"/>
            <a:ext cx="3007385" cy="2776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53306BB4-B6DC-0EB0-3771-4465F168E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51" y="1674179"/>
            <a:ext cx="5749923" cy="1877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2BD6ECF-B362-7060-5F09-A3B32C1340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7894110"/>
                  </p:ext>
                </p:extLst>
              </p:nvPr>
            </p:nvGraphicFramePr>
            <p:xfrm>
              <a:off x="204455" y="5488775"/>
              <a:ext cx="6449089" cy="11514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2575">
                      <a:extLst>
                        <a:ext uri="{9D8B030D-6E8A-4147-A177-3AD203B41FA5}">
                          <a16:colId xmlns:a16="http://schemas.microsoft.com/office/drawing/2014/main" val="279511814"/>
                        </a:ext>
                      </a:extLst>
                    </a:gridCol>
                    <a:gridCol w="1510333">
                      <a:extLst>
                        <a:ext uri="{9D8B030D-6E8A-4147-A177-3AD203B41FA5}">
                          <a16:colId xmlns:a16="http://schemas.microsoft.com/office/drawing/2014/main" val="4029009798"/>
                        </a:ext>
                      </a:extLst>
                    </a:gridCol>
                    <a:gridCol w="1090551">
                      <a:extLst>
                        <a:ext uri="{9D8B030D-6E8A-4147-A177-3AD203B41FA5}">
                          <a16:colId xmlns:a16="http://schemas.microsoft.com/office/drawing/2014/main" val="1503716223"/>
                        </a:ext>
                      </a:extLst>
                    </a:gridCol>
                    <a:gridCol w="1069794">
                      <a:extLst>
                        <a:ext uri="{9D8B030D-6E8A-4147-A177-3AD203B41FA5}">
                          <a16:colId xmlns:a16="http://schemas.microsoft.com/office/drawing/2014/main" val="923411770"/>
                        </a:ext>
                      </a:extLst>
                    </a:gridCol>
                    <a:gridCol w="1805836">
                      <a:extLst>
                        <a:ext uri="{9D8B030D-6E8A-4147-A177-3AD203B41FA5}">
                          <a16:colId xmlns:a16="http://schemas.microsoft.com/office/drawing/2014/main" val="4261937029"/>
                        </a:ext>
                      </a:extLst>
                    </a:gridCol>
                  </a:tblGrid>
                  <a:tr h="2151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Question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Working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Answer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Mark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4035223"/>
                      </a:ext>
                    </a:extLst>
                  </a:tr>
                  <a:tr h="327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 </a:t>
                          </a:r>
                          <a:r>
                            <a:rPr lang="en-GB" sz="10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Diagram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Correct vector drawn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5096283"/>
                      </a:ext>
                    </a:extLst>
                  </a:tr>
                  <a:tr h="512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(b)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000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GB" sz="10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000" b="0" i="1" dirty="0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d>
                                  <m:dPr>
                                    <m:ctrlPr>
                                      <a:rPr lang="en-GB" sz="1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000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GB" sz="1000" b="0" i="1" dirty="0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10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1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000" b="0" i="1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GB" sz="1000" b="0" i="1" dirty="0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000" b="0" i="1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GB" sz="1000" b="0" i="1" dirty="0" smtClean="0"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M1</a:t>
                          </a:r>
                          <a:b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b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0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000" b="0" i="1" dirty="0" smtClean="0">
                                          <a:latin typeface="Cambria Math" panose="02040503050406030204" pitchFamily="18" charset="0"/>
                                        </a:rPr>
                                        <m:t>−6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GB" sz="10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cao</a:t>
                          </a:r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16273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2BD6ECF-B362-7060-5F09-A3B32C1340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7894110"/>
                  </p:ext>
                </p:extLst>
              </p:nvPr>
            </p:nvGraphicFramePr>
            <p:xfrm>
              <a:off x="204455" y="5488775"/>
              <a:ext cx="6449089" cy="11514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2575">
                      <a:extLst>
                        <a:ext uri="{9D8B030D-6E8A-4147-A177-3AD203B41FA5}">
                          <a16:colId xmlns:a16="http://schemas.microsoft.com/office/drawing/2014/main" val="279511814"/>
                        </a:ext>
                      </a:extLst>
                    </a:gridCol>
                    <a:gridCol w="1510333">
                      <a:extLst>
                        <a:ext uri="{9D8B030D-6E8A-4147-A177-3AD203B41FA5}">
                          <a16:colId xmlns:a16="http://schemas.microsoft.com/office/drawing/2014/main" val="4029009798"/>
                        </a:ext>
                      </a:extLst>
                    </a:gridCol>
                    <a:gridCol w="1090551">
                      <a:extLst>
                        <a:ext uri="{9D8B030D-6E8A-4147-A177-3AD203B41FA5}">
                          <a16:colId xmlns:a16="http://schemas.microsoft.com/office/drawing/2014/main" val="1503716223"/>
                        </a:ext>
                      </a:extLst>
                    </a:gridCol>
                    <a:gridCol w="1069794">
                      <a:extLst>
                        <a:ext uri="{9D8B030D-6E8A-4147-A177-3AD203B41FA5}">
                          <a16:colId xmlns:a16="http://schemas.microsoft.com/office/drawing/2014/main" val="923411770"/>
                        </a:ext>
                      </a:extLst>
                    </a:gridCol>
                    <a:gridCol w="1805836">
                      <a:extLst>
                        <a:ext uri="{9D8B030D-6E8A-4147-A177-3AD203B41FA5}">
                          <a16:colId xmlns:a16="http://schemas.microsoft.com/office/drawing/2014/main" val="4261937029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Question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Working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Answer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Mark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4035223"/>
                      </a:ext>
                    </a:extLst>
                  </a:tr>
                  <a:tr h="327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 </a:t>
                          </a:r>
                          <a:r>
                            <a:rPr lang="en-GB" sz="10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Diagram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Correct vector drawn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5096283"/>
                      </a:ext>
                    </a:extLst>
                  </a:tr>
                  <a:tr h="5804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(b)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64919" t="-98958" r="-263306" b="-5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228492" t="-98958" r="-264804" b="-5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M1</a:t>
                          </a:r>
                          <a:b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b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256902" t="-98958" r="-673" b="-5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16273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D13F4C1-F24F-C6C4-648B-D689F3D14A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0094529"/>
                  </p:ext>
                </p:extLst>
              </p:nvPr>
            </p:nvGraphicFramePr>
            <p:xfrm>
              <a:off x="219667" y="8036909"/>
              <a:ext cx="6449089" cy="1433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2575">
                      <a:extLst>
                        <a:ext uri="{9D8B030D-6E8A-4147-A177-3AD203B41FA5}">
                          <a16:colId xmlns:a16="http://schemas.microsoft.com/office/drawing/2014/main" val="279511814"/>
                        </a:ext>
                      </a:extLst>
                    </a:gridCol>
                    <a:gridCol w="1510333">
                      <a:extLst>
                        <a:ext uri="{9D8B030D-6E8A-4147-A177-3AD203B41FA5}">
                          <a16:colId xmlns:a16="http://schemas.microsoft.com/office/drawing/2014/main" val="4029009798"/>
                        </a:ext>
                      </a:extLst>
                    </a:gridCol>
                    <a:gridCol w="1090551">
                      <a:extLst>
                        <a:ext uri="{9D8B030D-6E8A-4147-A177-3AD203B41FA5}">
                          <a16:colId xmlns:a16="http://schemas.microsoft.com/office/drawing/2014/main" val="1503716223"/>
                        </a:ext>
                      </a:extLst>
                    </a:gridCol>
                    <a:gridCol w="1069794">
                      <a:extLst>
                        <a:ext uri="{9D8B030D-6E8A-4147-A177-3AD203B41FA5}">
                          <a16:colId xmlns:a16="http://schemas.microsoft.com/office/drawing/2014/main" val="923411770"/>
                        </a:ext>
                      </a:extLst>
                    </a:gridCol>
                    <a:gridCol w="1805836">
                      <a:extLst>
                        <a:ext uri="{9D8B030D-6E8A-4147-A177-3AD203B41FA5}">
                          <a16:colId xmlns:a16="http://schemas.microsoft.com/office/drawing/2014/main" val="4261937029"/>
                        </a:ext>
                      </a:extLst>
                    </a:gridCol>
                  </a:tblGrid>
                  <a:tr h="2151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Question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Working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Answer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Mark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4035223"/>
                      </a:ext>
                    </a:extLst>
                  </a:tr>
                  <a:tr h="512042">
                    <a:tc>
                      <a:txBody>
                        <a:bodyPr/>
                        <a:lstStyle/>
                        <a:p>
                          <a:pPr algn="ctr"/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d>
                                  <m:dPr>
                                    <m:ctrlPr>
                                      <a:rPr lang="en-GB" sz="9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9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GB" sz="900" b="0" i="1" dirty="0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900" b="0" i="1" dirty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d>
                                  <m:dPr>
                                    <m:ctrlPr>
                                      <a:rPr lang="en-GB" sz="9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9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9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GB" sz="900" b="0" i="1" dirty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9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9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900" b="0" i="1" dirty="0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lang="en-GB" sz="900" b="0" i="1" dirty="0" smtClean="0">
                                            <a:latin typeface="Cambria Math" panose="02040503050406030204" pitchFamily="18" charset="0"/>
                                          </a:rPr>
                                          <m:t>−17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9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9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900" b="0" i="1" dirty="0" smtClean="0">
                                            <a:latin typeface="Cambria Math" panose="02040503050406030204" pitchFamily="18" charset="0"/>
                                          </a:rPr>
                                          <m:t>6−2</m:t>
                                        </m:r>
                                        <m:r>
                                          <a:rPr lang="en-GB" sz="9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GB" sz="900" b="0" i="1" dirty="0" smtClean="0">
                                            <a:latin typeface="Cambria Math" panose="02040503050406030204" pitchFamily="18" charset="0"/>
                                          </a:rPr>
                                          <m:t>−9−2</m:t>
                                        </m:r>
                                        <m:r>
                                          <a:rPr lang="en-GB" sz="900" b="0" i="1" dirty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GB" sz="9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9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9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900" b="0" i="1" dirty="0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lang="en-GB" sz="900" b="0" i="1" dirty="0" smtClean="0">
                                            <a:latin typeface="Cambria Math" panose="02040503050406030204" pitchFamily="18" charset="0"/>
                                          </a:rPr>
                                          <m:t>−17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9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𝟔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𝟖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→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=−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GB" sz="9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𝟗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=−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𝟏𝟕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→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GB" sz="9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GB" sz="9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GB" sz="1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1000" b="0" i="1" dirty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n-GB" sz="1000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M1</a:t>
                          </a:r>
                        </a:p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M1</a:t>
                          </a:r>
                          <a:b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b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GB" sz="1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000" b="0" i="1" dirty="0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en-GB" sz="1000" b="0" i="1" dirty="0" smtClean="0">
                                          <a:latin typeface="Cambria Math" panose="02040503050406030204" pitchFamily="18" charset="0"/>
                                        </a:rPr>
                                        <m:t>−9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or one of</a:t>
                          </a:r>
                          <a:r>
                            <a:rPr lang="en-GB" sz="10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6−2</m:t>
                              </m:r>
                              <m:r>
                                <a:rPr lang="en-GB" sz="1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1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or</a:t>
                          </a:r>
                          <a:r>
                            <a:rPr lang="en-GB" sz="10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−9−2</m:t>
                              </m:r>
                              <m:r>
                                <a:rPr lang="en-GB" sz="1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 beginning</a:t>
                          </a:r>
                          <a:r>
                            <a:rPr lang="en-GB" sz="10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to solve</a:t>
                          </a:r>
                          <a:br>
                            <a:rPr lang="en-GB" sz="10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6−2</m:t>
                              </m:r>
                              <m:r>
                                <a:rPr lang="en-GB" sz="1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1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 or</a:t>
                          </a:r>
                          <a:r>
                            <a:rPr lang="en-GB" sz="10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−9−2</m:t>
                              </m:r>
                              <m:r>
                                <a:rPr lang="en-GB" sz="1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GB" sz="10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=17</m:t>
                              </m:r>
                            </m:oMath>
                          </a14:m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GB" sz="10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cao</a:t>
                          </a:r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16273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D13F4C1-F24F-C6C4-648B-D689F3D14A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0094529"/>
                  </p:ext>
                </p:extLst>
              </p:nvPr>
            </p:nvGraphicFramePr>
            <p:xfrm>
              <a:off x="219667" y="8036909"/>
              <a:ext cx="6449089" cy="1433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2575">
                      <a:extLst>
                        <a:ext uri="{9D8B030D-6E8A-4147-A177-3AD203B41FA5}">
                          <a16:colId xmlns:a16="http://schemas.microsoft.com/office/drawing/2014/main" val="279511814"/>
                        </a:ext>
                      </a:extLst>
                    </a:gridCol>
                    <a:gridCol w="1510333">
                      <a:extLst>
                        <a:ext uri="{9D8B030D-6E8A-4147-A177-3AD203B41FA5}">
                          <a16:colId xmlns:a16="http://schemas.microsoft.com/office/drawing/2014/main" val="4029009798"/>
                        </a:ext>
                      </a:extLst>
                    </a:gridCol>
                    <a:gridCol w="1090551">
                      <a:extLst>
                        <a:ext uri="{9D8B030D-6E8A-4147-A177-3AD203B41FA5}">
                          <a16:colId xmlns:a16="http://schemas.microsoft.com/office/drawing/2014/main" val="1503716223"/>
                        </a:ext>
                      </a:extLst>
                    </a:gridCol>
                    <a:gridCol w="1069794">
                      <a:extLst>
                        <a:ext uri="{9D8B030D-6E8A-4147-A177-3AD203B41FA5}">
                          <a16:colId xmlns:a16="http://schemas.microsoft.com/office/drawing/2014/main" val="923411770"/>
                        </a:ext>
                      </a:extLst>
                    </a:gridCol>
                    <a:gridCol w="1805836">
                      <a:extLst>
                        <a:ext uri="{9D8B030D-6E8A-4147-A177-3AD203B41FA5}">
                          <a16:colId xmlns:a16="http://schemas.microsoft.com/office/drawing/2014/main" val="4261937029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Question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Working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Answer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Mark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4035223"/>
                      </a:ext>
                    </a:extLst>
                  </a:tr>
                  <a:tr h="1189927">
                    <a:tc>
                      <a:txBody>
                        <a:bodyPr/>
                        <a:lstStyle/>
                        <a:p>
                          <a:pPr algn="ctr"/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65587" t="-20918" r="-264777" b="-25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228492" t="-20918" r="-265363" b="-25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M1</a:t>
                          </a:r>
                        </a:p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M1</a:t>
                          </a:r>
                          <a:b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b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258108" t="-20918" r="-1014" b="-25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16273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12199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5AFBA-45EB-9799-23F3-C10C5284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9F105DF-A9EC-555C-2ACB-AA46D14190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7448775"/>
                  </p:ext>
                </p:extLst>
              </p:nvPr>
            </p:nvGraphicFramePr>
            <p:xfrm>
              <a:off x="79404" y="140418"/>
              <a:ext cx="6658725" cy="93520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58725">
                      <a:extLst>
                        <a:ext uri="{9D8B030D-6E8A-4147-A177-3AD203B41FA5}">
                          <a16:colId xmlns:a16="http://schemas.microsoft.com/office/drawing/2014/main" val="788000314"/>
                        </a:ext>
                      </a:extLst>
                    </a:gridCol>
                  </a:tblGrid>
                  <a:tr h="4727688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latin typeface="+mn-lt"/>
                            </a:rPr>
                            <a:t>Q4.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latin typeface="+mn-lt"/>
                            </a:rPr>
                            <a:t>In the diagram OBDE and OAFG are parallelograms.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latin typeface="+mn-lt"/>
                            </a:rPr>
                            <a:t>B is the midpoint of OG.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latin typeface="+mn-lt"/>
                            </a:rPr>
                            <a:t>A is the midpoint of OE.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𝑂𝐴</m:t>
                                  </m:r>
                                </m:e>
                              </m:acc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>
                              <a:latin typeface="+mn-lt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𝑂𝐵</m:t>
                                  </m:r>
                                </m:e>
                              </m:acc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pPr marL="228600" marR="0" lvl="0" indent="-2286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lphaLcParenR"/>
                            <a:tabLst/>
                            <a:defRPr/>
                          </a:pPr>
                          <a:r>
                            <a:rPr lang="en-GB" sz="1200" dirty="0">
                              <a:latin typeface="+mn-lt"/>
                            </a:rPr>
                            <a:t>Express in terms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b="0" i="0" dirty="0">
                              <a:latin typeface="+mn-lt"/>
                            </a:rPr>
                            <a:t>and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GB" sz="1200" dirty="0">
                              <a:latin typeface="+mn-lt"/>
                            </a:rPr>
                            <a:t> the following vectors,</a:t>
                          </a:r>
                          <a:r>
                            <a:rPr lang="en-GB" sz="1200" baseline="0" dirty="0">
                              <a:latin typeface="+mn-lt"/>
                            </a:rPr>
                            <a:t> in their simplest form:</a:t>
                          </a: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𝑂𝐶</m:t>
                                  </m:r>
                                </m:e>
                              </m:acc>
                            </m:oMath>
                          </a14:m>
                          <a:endParaRPr lang="en-GB" sz="1200" b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:endParaRPr lang="en-GB" sz="1200" b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:endParaRPr lang="en-GB" sz="1200" b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𝐵𝐴</m:t>
                                  </m:r>
                                </m:e>
                              </m:acc>
                            </m:oMath>
                          </a14:m>
                          <a:endParaRPr lang="en-GB" sz="1200" b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:endParaRPr lang="en-GB" sz="1200" b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:endParaRPr lang="en-GB" sz="1200" b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</m:e>
                              </m:acc>
                            </m:oMath>
                          </a14:m>
                          <a:endParaRPr lang="en-GB" sz="1200" baseline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:endParaRPr lang="en-GB" sz="1200" baseline="0" dirty="0">
                            <a:latin typeface="+mn-lt"/>
                          </a:endParaRPr>
                        </a:p>
                        <a:p>
                          <a:pPr marL="628650" marR="0" lvl="1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romanLcPeriod"/>
                            <a:tabLst/>
                            <a:defRPr/>
                          </a:pPr>
                          <a:endParaRPr lang="en-GB" sz="1200" baseline="0" dirty="0">
                            <a:latin typeface="+mn-lt"/>
                          </a:endParaRPr>
                        </a:p>
                        <a:p>
                          <a:pPr marL="285750" marR="0" lvl="0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LcParenR"/>
                            <a:tabLst/>
                            <a:defRPr/>
                          </a:pPr>
                          <a:r>
                            <a:rPr lang="en-GB" sz="1200" baseline="0" dirty="0">
                              <a:latin typeface="+mn-lt"/>
                            </a:rPr>
                            <a:t>Show that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𝐸𝐺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sz="1200" baseline="0" dirty="0">
                              <a:latin typeface="+mn-lt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sz="1200" baseline="0" dirty="0">
                              <a:latin typeface="+mn-lt"/>
                            </a:rPr>
                            <a:t> are parallel.</a:t>
                          </a:r>
                        </a:p>
                        <a:p>
                          <a:pPr marL="285750" marR="0" lvl="0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LcParenR"/>
                            <a:tabLst/>
                            <a:defRPr/>
                          </a:pPr>
                          <a:endParaRPr lang="en-GB" sz="1200" baseline="0" dirty="0">
                            <a:latin typeface="+mn-lt"/>
                          </a:endParaRPr>
                        </a:p>
                        <a:p>
                          <a:pPr marL="285750" marR="0" lvl="0" indent="-28575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lphaLcParenR"/>
                            <a:tabLst/>
                            <a:defRPr/>
                          </a:pPr>
                          <a:endParaRPr lang="en-GB" sz="1200" baseline="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3916584"/>
                      </a:ext>
                    </a:extLst>
                  </a:tr>
                  <a:tr h="452474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Q5</a:t>
                          </a:r>
                          <a:r>
                            <a:rPr lang="en-GB" sz="120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ABCD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is a parallelogram.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b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diagonals of the parallelogram intersect at </a:t>
                          </a:r>
                          <a:r>
                            <a:rPr lang="en-GB" sz="120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O.</a:t>
                          </a: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𝑂𝐴</m:t>
                                  </m:r>
                                </m:e>
                              </m:acc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sz="1200" dirty="0">
                              <a:latin typeface="+mn-lt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𝑂𝐵</m:t>
                                  </m:r>
                                </m:e>
                              </m:acc>
                              <m:r>
                                <a:rPr lang="en-GB" sz="12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endParaRPr lang="en-GB" sz="1200" dirty="0">
                            <a:latin typeface="+mn-lt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latin typeface="+mn-lt"/>
                          </a:endParaRPr>
                        </a:p>
                        <a:p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a)   Find, in terms of </a:t>
                          </a: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the vector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𝐷𝐵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 </a:t>
                          </a:r>
                        </a:p>
                        <a:p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r"/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........................................................... </a:t>
                          </a:r>
                        </a:p>
                        <a:p>
                          <a:pPr algn="r"/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</a:t>
                          </a: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(b)  Find, in terms of </a:t>
                          </a: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and </a:t>
                          </a: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the vector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.</a:t>
                          </a:r>
                        </a:p>
                        <a:p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r"/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........................................................... </a:t>
                          </a:r>
                        </a:p>
                        <a:p>
                          <a:pPr algn="r"/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</a:t>
                          </a: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(c)   Find, in terms of </a:t>
                          </a: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and </a:t>
                          </a: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the vector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⃗"/>
                                  <m:ctrlPr>
                                    <a:rPr lang="en-GB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b="0" i="1" dirty="0" smtClean="0">
                                      <a:latin typeface="Cambria Math" panose="02040503050406030204" pitchFamily="18" charset="0"/>
                                    </a:rPr>
                                    <m:t>𝐴𝐷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. </a:t>
                          </a:r>
                        </a:p>
                        <a:p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r"/>
                          <a:r>
                            <a:rPr lang="en-GB" sz="12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........................................................... </a:t>
                          </a:r>
                        </a:p>
                        <a:p>
                          <a:pPr algn="r"/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</a:t>
                          </a: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(Total for question is 3 marks)</a:t>
                          </a:r>
                          <a:endParaRPr lang="en-GB" sz="12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38156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9F105DF-A9EC-555C-2ACB-AA46D14190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7448775"/>
                  </p:ext>
                </p:extLst>
              </p:nvPr>
            </p:nvGraphicFramePr>
            <p:xfrm>
              <a:off x="79404" y="140418"/>
              <a:ext cx="6658725" cy="93520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58725">
                      <a:extLst>
                        <a:ext uri="{9D8B030D-6E8A-4147-A177-3AD203B41FA5}">
                          <a16:colId xmlns:a16="http://schemas.microsoft.com/office/drawing/2014/main" val="788000314"/>
                        </a:ext>
                      </a:extLst>
                    </a:gridCol>
                  </a:tblGrid>
                  <a:tr h="47791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3" t="-255" r="-183" b="-96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3916584"/>
                      </a:ext>
                    </a:extLst>
                  </a:tr>
                  <a:tr h="45728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3" t="-104660" r="-183" b="-9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8156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99586BC5-45C4-A544-B476-A076CCF4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556" y="9596047"/>
            <a:ext cx="320040" cy="274472"/>
          </a:xfrm>
        </p:spPr>
        <p:txBody>
          <a:bodyPr/>
          <a:lstStyle/>
          <a:p>
            <a:fld id="{19F1D9CC-7119-45EC-A96C-D8C0660F3AAB}" type="slidenum">
              <a:rPr lang="en-GB" b="1" noProof="0" smtClean="0"/>
              <a:t>23</a:t>
            </a:fld>
            <a:endParaRPr lang="en-GB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25321-8149-92A5-7A89-5B8446B272F0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3548380" y="231246"/>
            <a:ext cx="2968596" cy="15319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B6CD7F-D2DD-F016-1658-54C57F4469F6}"/>
              </a:ext>
            </a:extLst>
          </p:cNvPr>
          <p:cNvSpPr txBox="1"/>
          <p:nvPr/>
        </p:nvSpPr>
        <p:spPr>
          <a:xfrm>
            <a:off x="3446780" y="2350251"/>
            <a:ext cx="317179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200" dirty="0"/>
              <a:t>(1)</a:t>
            </a: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200" dirty="0"/>
              <a:t>(1)</a:t>
            </a: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200" dirty="0"/>
              <a:t>(1)</a:t>
            </a: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dirty="0"/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200" baseline="0" dirty="0">
              <a:latin typeface="+mn-lt"/>
            </a:endParaRP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200" dirty="0"/>
              <a:t>(2)</a:t>
            </a:r>
          </a:p>
          <a:p>
            <a:pPr marR="0" lvl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200" b="1" baseline="0" dirty="0">
                <a:latin typeface="+mn-lt"/>
              </a:rPr>
              <a:t>(</a:t>
            </a:r>
            <a:r>
              <a:rPr lang="en-GB" sz="1200" b="1" dirty="0"/>
              <a:t>T</a:t>
            </a:r>
            <a:r>
              <a:rPr lang="en-GB" sz="1200" b="1" baseline="0" dirty="0">
                <a:latin typeface="+mn-lt"/>
              </a:rPr>
              <a:t>otal marks for question is 5 marks)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8618BE4-9A50-B302-4F38-D95F7C4FB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714" y="5111265"/>
            <a:ext cx="2743262" cy="1455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AB59CC16-92AA-0DC8-965C-4EFA0373B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63" y="7136092"/>
            <a:ext cx="6667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96F2B8B-B757-FB9B-941B-FCFC2D720D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4560712"/>
                  </p:ext>
                </p:extLst>
              </p:nvPr>
            </p:nvGraphicFramePr>
            <p:xfrm>
              <a:off x="79404" y="1910534"/>
              <a:ext cx="6647265" cy="19439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2462">
                      <a:extLst>
                        <a:ext uri="{9D8B030D-6E8A-4147-A177-3AD203B41FA5}">
                          <a16:colId xmlns:a16="http://schemas.microsoft.com/office/drawing/2014/main" val="279511814"/>
                        </a:ext>
                      </a:extLst>
                    </a:gridCol>
                    <a:gridCol w="1556744">
                      <a:extLst>
                        <a:ext uri="{9D8B030D-6E8A-4147-A177-3AD203B41FA5}">
                          <a16:colId xmlns:a16="http://schemas.microsoft.com/office/drawing/2014/main" val="4029009798"/>
                        </a:ext>
                      </a:extLst>
                    </a:gridCol>
                    <a:gridCol w="1124063">
                      <a:extLst>
                        <a:ext uri="{9D8B030D-6E8A-4147-A177-3AD203B41FA5}">
                          <a16:colId xmlns:a16="http://schemas.microsoft.com/office/drawing/2014/main" val="1503716223"/>
                        </a:ext>
                      </a:extLst>
                    </a:gridCol>
                    <a:gridCol w="1102668">
                      <a:extLst>
                        <a:ext uri="{9D8B030D-6E8A-4147-A177-3AD203B41FA5}">
                          <a16:colId xmlns:a16="http://schemas.microsoft.com/office/drawing/2014/main" val="923411770"/>
                        </a:ext>
                      </a:extLst>
                    </a:gridCol>
                    <a:gridCol w="1861328">
                      <a:extLst>
                        <a:ext uri="{9D8B030D-6E8A-4147-A177-3AD203B41FA5}">
                          <a16:colId xmlns:a16="http://schemas.microsoft.com/office/drawing/2014/main" val="4261937029"/>
                        </a:ext>
                      </a:extLst>
                    </a:gridCol>
                  </a:tblGrid>
                  <a:tr h="1207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Question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Working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Answer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Mark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4035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 </a:t>
                          </a:r>
                          <a:r>
                            <a:rPr lang="en-GB" sz="10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𝒂</m:t>
                                </m:r>
                                <m:r>
                                  <a:rPr lang="en-GB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GB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GB" sz="1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oe</a:t>
                          </a:r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50962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 ii.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𝒂</m:t>
                                </m:r>
                                <m:r>
                                  <a:rPr lang="en-GB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GB" sz="1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oe</a:t>
                          </a:r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139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 iii.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</m:t>
                                </m:r>
                                <m:r>
                                  <a:rPr lang="en-GB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GB" sz="1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oe</a:t>
                          </a:r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727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(b)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GB" sz="1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𝐸𝐺</m:t>
                                    </m:r>
                                  </m:e>
                                </m:acc>
                                <m:r>
                                  <a:rPr lang="en-GB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  <m:r>
                                  <a:rPr lang="en-GB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</m:t>
                                </m:r>
                                <m:r>
                                  <a:rPr lang="en-GB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  <m:r>
                                  <a:rPr lang="en-GB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𝒂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GB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d>
                                  <m:dPr>
                                    <m:ctrlPr>
                                      <a:rPr lang="en-GB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𝒃</m:t>
                                    </m:r>
                                    <m:r>
                                      <a:rPr lang="en-GB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oMath>
                              <m:oMath xmlns:m="http://schemas.openxmlformats.org/officeDocument/2006/math">
                                <m:r>
                                  <a:rPr lang="en-GB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GB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GB" sz="1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000" b="0" i="1" dirty="0" smtClean="0">
                                        <a:latin typeface="Cambria Math" panose="02040503050406030204" pitchFamily="18" charset="0"/>
                                      </a:rPr>
                                      <m:t>𝐷𝐹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1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Shown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B1 Vector for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GB" sz="1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000" b="0" i="1" dirty="0" smtClean="0">
                                      <a:latin typeface="Cambria Math" panose="02040503050406030204" pitchFamily="18" charset="0"/>
                                    </a:rPr>
                                    <m:t>𝐸𝐺</m:t>
                                  </m:r>
                                </m:e>
                              </m:acc>
                            </m:oMath>
                          </a14:m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B1 Showing </a:t>
                          </a:r>
                          <a14:m>
                            <m:oMath xmlns:m="http://schemas.openxmlformats.org/officeDocument/2006/math">
                              <m:r>
                                <a:rPr lang="en-GB" sz="1000" b="0" i="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acc>
                                <m:accPr>
                                  <m:chr m:val="⃗"/>
                                  <m:ctrlPr>
                                    <a:rPr lang="en-GB" sz="1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000" b="0" i="1" dirty="0" smtClean="0"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</m:e>
                              </m:acc>
                              <m:r>
                                <a:rPr lang="en-GB" sz="10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⃗"/>
                                  <m:ctrlPr>
                                    <a:rPr lang="en-GB" sz="1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000" b="0" i="1" dirty="0" smtClean="0">
                                      <a:latin typeface="Cambria Math" panose="02040503050406030204" pitchFamily="18" charset="0"/>
                                    </a:rPr>
                                    <m:t>𝐸𝐺</m:t>
                                  </m:r>
                                </m:e>
                              </m:acc>
                            </m:oMath>
                          </a14:m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16273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96F2B8B-B757-FB9B-941B-FCFC2D720D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4560712"/>
                  </p:ext>
                </p:extLst>
              </p:nvPr>
            </p:nvGraphicFramePr>
            <p:xfrm>
              <a:off x="79404" y="1910534"/>
              <a:ext cx="6647265" cy="19439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2462">
                      <a:extLst>
                        <a:ext uri="{9D8B030D-6E8A-4147-A177-3AD203B41FA5}">
                          <a16:colId xmlns:a16="http://schemas.microsoft.com/office/drawing/2014/main" val="279511814"/>
                        </a:ext>
                      </a:extLst>
                    </a:gridCol>
                    <a:gridCol w="1556744">
                      <a:extLst>
                        <a:ext uri="{9D8B030D-6E8A-4147-A177-3AD203B41FA5}">
                          <a16:colId xmlns:a16="http://schemas.microsoft.com/office/drawing/2014/main" val="4029009798"/>
                        </a:ext>
                      </a:extLst>
                    </a:gridCol>
                    <a:gridCol w="1124063">
                      <a:extLst>
                        <a:ext uri="{9D8B030D-6E8A-4147-A177-3AD203B41FA5}">
                          <a16:colId xmlns:a16="http://schemas.microsoft.com/office/drawing/2014/main" val="1503716223"/>
                        </a:ext>
                      </a:extLst>
                    </a:gridCol>
                    <a:gridCol w="1102668">
                      <a:extLst>
                        <a:ext uri="{9D8B030D-6E8A-4147-A177-3AD203B41FA5}">
                          <a16:colId xmlns:a16="http://schemas.microsoft.com/office/drawing/2014/main" val="923411770"/>
                        </a:ext>
                      </a:extLst>
                    </a:gridCol>
                    <a:gridCol w="1861328">
                      <a:extLst>
                        <a:ext uri="{9D8B030D-6E8A-4147-A177-3AD203B41FA5}">
                          <a16:colId xmlns:a16="http://schemas.microsoft.com/office/drawing/2014/main" val="4261937029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Question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Working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Answer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Mark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4035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 </a:t>
                          </a:r>
                          <a:r>
                            <a:rPr lang="en-GB" sz="10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28108" t="-67213" r="-263784" b="-3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oe</a:t>
                          </a:r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50962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 ii.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28108" t="-167213" r="-263784" b="-2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oe</a:t>
                          </a:r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1393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 iii.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28108" t="-267213" r="-263784" b="-1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oe</a:t>
                          </a:r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727994"/>
                      </a:ext>
                    </a:extLst>
                  </a:tr>
                  <a:tr h="5876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(b)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65490" t="-230928" r="-263922" b="-2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Shown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35359" t="-230928" r="-169613" b="-2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16273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64106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5" ma:contentTypeDescription="Create a new document." ma:contentTypeScope="" ma:versionID="c36092110cefcca6e5858c535339940c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3c7dc145ce5e2630103f335797796874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C21C3A-4558-4658-8665-50BC8BBA2655}"/>
</file>

<file path=customXml/itemProps2.xml><?xml version="1.0" encoding="utf-8"?>
<ds:datastoreItem xmlns:ds="http://schemas.openxmlformats.org/officeDocument/2006/customXml" ds:itemID="{BAD6DA5A-8502-4C28-94E2-B24AA66A73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FC03D7-7616-4ED1-BE8F-4495C900C7B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2596</TotalTime>
  <Words>5051</Words>
  <Application>Microsoft Office PowerPoint</Application>
  <PresentationFormat>A4 Paper (210x297 mm)</PresentationFormat>
  <Paragraphs>1301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.AppleSystemUIFont</vt:lpstr>
      <vt:lpstr>Aptos</vt:lpstr>
      <vt:lpstr>Aptos Display</vt:lpstr>
      <vt:lpstr>Arial</vt:lpstr>
      <vt:lpstr>Calibri</vt:lpstr>
      <vt:lpstr>Calibri (Body)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Kathryn Clark</dc:creator>
  <cp:lastModifiedBy>Kathryn Clark (Astrea Central)</cp:lastModifiedBy>
  <cp:revision>2</cp:revision>
  <cp:lastPrinted>2025-05-11T22:12:04Z</cp:lastPrinted>
  <dcterms:created xsi:type="dcterms:W3CDTF">2025-05-10T13:19:38Z</dcterms:created>
  <dcterms:modified xsi:type="dcterms:W3CDTF">2025-09-15T15:15:00Z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bool>false</vt:bool>
  </property>
  <property fmtid="{D5CDD505-2E9C-101B-9397-08002B2CF9AE}" pid="9" name="_SourceUrl">
    <vt:lpwstr/>
  </property>
  <property fmtid="{D5CDD505-2E9C-101B-9397-08002B2CF9AE}" pid="10" name="_SharedFileIndex">
    <vt:lpwstr/>
  </property>
</Properties>
</file>