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83" r:id="rId5"/>
    <p:sldId id="284" r:id="rId6"/>
    <p:sldId id="256" r:id="rId7"/>
    <p:sldId id="257" r:id="rId8"/>
    <p:sldId id="275" r:id="rId9"/>
    <p:sldId id="271" r:id="rId10"/>
    <p:sldId id="276" r:id="rId11"/>
    <p:sldId id="260" r:id="rId12"/>
    <p:sldId id="259" r:id="rId13"/>
    <p:sldId id="262" r:id="rId14"/>
    <p:sldId id="266" r:id="rId15"/>
    <p:sldId id="273" r:id="rId16"/>
    <p:sldId id="274" r:id="rId17"/>
    <p:sldId id="272" r:id="rId18"/>
    <p:sldId id="267" r:id="rId19"/>
    <p:sldId id="264" r:id="rId20"/>
    <p:sldId id="265" r:id="rId21"/>
    <p:sldId id="269" r:id="rId22"/>
    <p:sldId id="278" r:id="rId23"/>
    <p:sldId id="279" r:id="rId24"/>
    <p:sldId id="281" r:id="rId25"/>
    <p:sldId id="277" r:id="rId26"/>
    <p:sldId id="282" r:id="rId27"/>
  </p:sldIdLst>
  <p:sldSz cx="6858000" cy="9906000" type="A4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5605C6E-55C9-4555-8DF0-AA8575DF1FD8}">
          <p14:sldIdLst>
            <p14:sldId id="283"/>
            <p14:sldId id="284"/>
          </p14:sldIdLst>
        </p14:section>
        <p14:section name="Vectors" id="{117BA94B-14A5-41E4-BC57-BC00B272EF99}">
          <p14:sldIdLst>
            <p14:sldId id="256"/>
            <p14:sldId id="257"/>
            <p14:sldId id="275"/>
            <p14:sldId id="271"/>
            <p14:sldId id="276"/>
            <p14:sldId id="260"/>
            <p14:sldId id="259"/>
            <p14:sldId id="262"/>
            <p14:sldId id="266"/>
            <p14:sldId id="273"/>
            <p14:sldId id="274"/>
            <p14:sldId id="272"/>
            <p14:sldId id="267"/>
            <p14:sldId id="264"/>
            <p14:sldId id="265"/>
            <p14:sldId id="269"/>
            <p14:sldId id="278"/>
            <p14:sldId id="279"/>
            <p14:sldId id="281"/>
            <p14:sldId id="277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08EB3B-5835-B75B-6063-544D6C77522D}" name="Kathryn Clark (Astrea Central)" initials="KC" userId="S::kathryn.clark@astreaacademytrust.org::d0e16b62-87cd-4242-828a-2f5e276be710" providerId="AD"/>
  <p188:author id="{96C0476A-192A-E270-0014-0328538DA927}" name="Adam Brown (Astrea Central)" initials="AC" userId="S::adam.brown@astreaacademytrust.org::e4577f1c-a0ea-4eef-9851-9bdbe8619e58" providerId="AD"/>
  <p188:author id="{0E0E0699-6B8A-23CD-720D-DFF91356B330}" name="Kathryn Clark (Astrea Central)" initials="KC" userId="S::Kathryn.Clark@astreaacademytrust.org::d0e16b62-87cd-4242-828a-2f5e276be7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00AA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6247" autoAdjust="0"/>
  </p:normalViewPr>
  <p:slideViewPr>
    <p:cSldViewPr snapToGrid="0">
      <p:cViewPr varScale="1">
        <p:scale>
          <a:sx n="55" d="100"/>
          <a:sy n="55" d="100"/>
        </p:scale>
        <p:origin x="278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ryn Clark (Astrea Central)" userId="d0e16b62-87cd-4242-828a-2f5e276be710" providerId="ADAL" clId="{0CC085C5-72B0-414A-85A7-0CC21539632F}"/>
    <pc:docChg chg="undo custSel modSld">
      <pc:chgData name="Kathryn Clark (Astrea Central)" userId="d0e16b62-87cd-4242-828a-2f5e276be710" providerId="ADAL" clId="{0CC085C5-72B0-414A-85A7-0CC21539632F}" dt="2025-09-15T15:14:38.129" v="263" actId="6549"/>
      <pc:docMkLst>
        <pc:docMk/>
      </pc:docMkLst>
      <pc:sldChg chg="modSp mod">
        <pc:chgData name="Kathryn Clark (Astrea Central)" userId="d0e16b62-87cd-4242-828a-2f5e276be710" providerId="ADAL" clId="{0CC085C5-72B0-414A-85A7-0CC21539632F}" dt="2025-09-15T15:04:01.369" v="61" actId="20577"/>
        <pc:sldMkLst>
          <pc:docMk/>
          <pc:sldMk cId="2860954429" sldId="259"/>
        </pc:sldMkLst>
        <pc:graphicFrameChg chg="modGraphic">
          <ac:chgData name="Kathryn Clark (Astrea Central)" userId="d0e16b62-87cd-4242-828a-2f5e276be710" providerId="ADAL" clId="{0CC085C5-72B0-414A-85A7-0CC21539632F}" dt="2025-09-15T15:04:01.369" v="61" actId="20577"/>
          <ac:graphicFrameMkLst>
            <pc:docMk/>
            <pc:sldMk cId="2860954429" sldId="259"/>
            <ac:graphicFrameMk id="3" creationId="{F5A54E5A-C1D1-8614-010A-D07D010EF645}"/>
          </ac:graphicFrameMkLst>
        </pc:graphicFrameChg>
        <pc:graphicFrameChg chg="mod modGraphic">
          <ac:chgData name="Kathryn Clark (Astrea Central)" userId="d0e16b62-87cd-4242-828a-2f5e276be710" providerId="ADAL" clId="{0CC085C5-72B0-414A-85A7-0CC21539632F}" dt="2025-09-15T15:03:53.843" v="57" actId="1036"/>
          <ac:graphicFrameMkLst>
            <pc:docMk/>
            <pc:sldMk cId="2860954429" sldId="259"/>
            <ac:graphicFrameMk id="4" creationId="{8574BC62-8945-0604-70D3-59759DAF9BE3}"/>
          </ac:graphicFrameMkLst>
        </pc:graphicFrameChg>
        <pc:graphicFrameChg chg="mod">
          <ac:chgData name="Kathryn Clark (Astrea Central)" userId="d0e16b62-87cd-4242-828a-2f5e276be710" providerId="ADAL" clId="{0CC085C5-72B0-414A-85A7-0CC21539632F}" dt="2025-09-15T15:03:57.429" v="59" actId="20577"/>
          <ac:graphicFrameMkLst>
            <pc:docMk/>
            <pc:sldMk cId="2860954429" sldId="259"/>
            <ac:graphicFrameMk id="12" creationId="{D77252E3-1988-63AF-BBD3-F86708728E08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7:36.666" v="226" actId="20577"/>
        <pc:sldMkLst>
          <pc:docMk/>
          <pc:sldMk cId="705895978" sldId="260"/>
        </pc:sldMkLst>
        <pc:graphicFrameChg chg="mod modGraphic">
          <ac:chgData name="Kathryn Clark (Astrea Central)" userId="d0e16b62-87cd-4242-828a-2f5e276be710" providerId="ADAL" clId="{0CC085C5-72B0-414A-85A7-0CC21539632F}" dt="2025-09-15T15:03:14.830" v="15" actId="20577"/>
          <ac:graphicFrameMkLst>
            <pc:docMk/>
            <pc:sldMk cId="705895978" sldId="260"/>
            <ac:graphicFrameMk id="15" creationId="{A903F999-D438-FAF3-D801-D99E6D81502C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7:36.666" v="226" actId="20577"/>
          <ac:graphicFrameMkLst>
            <pc:docMk/>
            <pc:sldMk cId="705895978" sldId="260"/>
            <ac:graphicFrameMk id="52" creationId="{BB60673B-227F-603C-1225-517D8978FA29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7:44.537" v="230" actId="20577"/>
        <pc:sldMkLst>
          <pc:docMk/>
          <pc:sldMk cId="2993549128" sldId="262"/>
        </pc:sldMkLst>
        <pc:graphicFrameChg chg="modGraphic">
          <ac:chgData name="Kathryn Clark (Astrea Central)" userId="d0e16b62-87cd-4242-828a-2f5e276be710" providerId="ADAL" clId="{0CC085C5-72B0-414A-85A7-0CC21539632F}" dt="2025-09-15T15:07:42.467" v="228" actId="20577"/>
          <ac:graphicFrameMkLst>
            <pc:docMk/>
            <pc:sldMk cId="2993549128" sldId="262"/>
            <ac:graphicFrameMk id="7" creationId="{7CE6C926-736C-4217-184D-513ACCFB1028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7:44.537" v="230" actId="20577"/>
          <ac:graphicFrameMkLst>
            <pc:docMk/>
            <pc:sldMk cId="2993549128" sldId="262"/>
            <ac:graphicFrameMk id="23" creationId="{673CA43C-10B2-E686-9161-15B83F2672A1}"/>
          </ac:graphicFrameMkLst>
        </pc:graphicFrameChg>
        <pc:graphicFrameChg chg="mod modGraphic">
          <ac:chgData name="Kathryn Clark (Astrea Central)" userId="d0e16b62-87cd-4242-828a-2f5e276be710" providerId="ADAL" clId="{0CC085C5-72B0-414A-85A7-0CC21539632F}" dt="2025-09-15T15:04:12.385" v="71" actId="20577"/>
          <ac:graphicFrameMkLst>
            <pc:docMk/>
            <pc:sldMk cId="2993549128" sldId="262"/>
            <ac:graphicFrameMk id="24" creationId="{104AE957-3C1F-EB54-D157-F0AB76CC48E8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8:14.919" v="247" actId="20577"/>
        <pc:sldMkLst>
          <pc:docMk/>
          <pc:sldMk cId="2904353784" sldId="264"/>
        </pc:sldMkLst>
        <pc:graphicFrameChg chg="modGraphic">
          <ac:chgData name="Kathryn Clark (Astrea Central)" userId="d0e16b62-87cd-4242-828a-2f5e276be710" providerId="ADAL" clId="{0CC085C5-72B0-414A-85A7-0CC21539632F}" dt="2025-09-15T15:08:12.418" v="244" actId="20577"/>
          <ac:graphicFrameMkLst>
            <pc:docMk/>
            <pc:sldMk cId="2904353784" sldId="264"/>
            <ac:graphicFrameMk id="4" creationId="{CC40D458-47AE-FB6B-2C55-23F98BCEAFCB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8:14.919" v="247" actId="20577"/>
          <ac:graphicFrameMkLst>
            <pc:docMk/>
            <pc:sldMk cId="2904353784" sldId="264"/>
            <ac:graphicFrameMk id="5" creationId="{4FF75038-4871-AEE7-7A95-BCCB58151DF9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14:38.129" v="263" actId="6549"/>
        <pc:sldMkLst>
          <pc:docMk/>
          <pc:sldMk cId="790754226" sldId="265"/>
        </pc:sldMkLst>
        <pc:spChg chg="mod">
          <ac:chgData name="Kathryn Clark (Astrea Central)" userId="d0e16b62-87cd-4242-828a-2f5e276be710" providerId="ADAL" clId="{0CC085C5-72B0-414A-85A7-0CC21539632F}" dt="2025-09-15T15:14:38.129" v="263" actId="6549"/>
          <ac:spMkLst>
            <pc:docMk/>
            <pc:sldMk cId="790754226" sldId="265"/>
            <ac:spMk id="32" creationId="{13EFE48A-B796-8E3D-5AC7-C3AA374DAEE8}"/>
          </ac:spMkLst>
        </pc:spChg>
        <pc:spChg chg="mod">
          <ac:chgData name="Kathryn Clark (Astrea Central)" userId="d0e16b62-87cd-4242-828a-2f5e276be710" providerId="ADAL" clId="{0CC085C5-72B0-414A-85A7-0CC21539632F}" dt="2025-09-15T15:14:35.910" v="261" actId="20577"/>
          <ac:spMkLst>
            <pc:docMk/>
            <pc:sldMk cId="790754226" sldId="265"/>
            <ac:spMk id="33" creationId="{AC56DC20-DE51-A3A4-1500-D06178263402}"/>
          </ac:spMkLst>
        </pc:spChg>
        <pc:spChg chg="mod">
          <ac:chgData name="Kathryn Clark (Astrea Central)" userId="d0e16b62-87cd-4242-828a-2f5e276be710" providerId="ADAL" clId="{0CC085C5-72B0-414A-85A7-0CC21539632F}" dt="2025-09-15T15:14:34.590" v="259" actId="20577"/>
          <ac:spMkLst>
            <pc:docMk/>
            <pc:sldMk cId="790754226" sldId="265"/>
            <ac:spMk id="34" creationId="{88BCAFA7-72F3-A01D-4781-FD2E1BA73CBF}"/>
          </ac:spMkLst>
        </pc:spChg>
        <pc:graphicFrameChg chg="modGraphic">
          <ac:chgData name="Kathryn Clark (Astrea Central)" userId="d0e16b62-87cd-4242-828a-2f5e276be710" providerId="ADAL" clId="{0CC085C5-72B0-414A-85A7-0CC21539632F}" dt="2025-09-15T15:08:17.477" v="248" actId="20577"/>
          <ac:graphicFrameMkLst>
            <pc:docMk/>
            <pc:sldMk cId="790754226" sldId="265"/>
            <ac:graphicFrameMk id="4" creationId="{34F3D91B-6DBC-C22B-67F1-90D08A8BBD30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8:19.593" v="251" actId="20577"/>
          <ac:graphicFrameMkLst>
            <pc:docMk/>
            <pc:sldMk cId="790754226" sldId="265"/>
            <ac:graphicFrameMk id="5" creationId="{07DD4B2D-9C79-93B5-94D9-F56FB2AEE925}"/>
          </ac:graphicFrameMkLst>
        </pc:graphicFrameChg>
        <pc:graphicFrameChg chg="mod modGraphic">
          <ac:chgData name="Kathryn Clark (Astrea Central)" userId="d0e16b62-87cd-4242-828a-2f5e276be710" providerId="ADAL" clId="{0CC085C5-72B0-414A-85A7-0CC21539632F}" dt="2025-09-15T15:14:33.276" v="257" actId="6549"/>
          <ac:graphicFrameMkLst>
            <pc:docMk/>
            <pc:sldMk cId="790754226" sldId="265"/>
            <ac:graphicFrameMk id="31" creationId="{1639A92E-6C2B-0FDD-8409-F776B2B1EDCD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7:50.630" v="235" actId="20577"/>
        <pc:sldMkLst>
          <pc:docMk/>
          <pc:sldMk cId="1883185192" sldId="266"/>
        </pc:sldMkLst>
        <pc:graphicFrameChg chg="modGraphic">
          <ac:chgData name="Kathryn Clark (Astrea Central)" userId="d0e16b62-87cd-4242-828a-2f5e276be710" providerId="ADAL" clId="{0CC085C5-72B0-414A-85A7-0CC21539632F}" dt="2025-09-15T15:04:25.916" v="81" actId="20577"/>
          <ac:graphicFrameMkLst>
            <pc:docMk/>
            <pc:sldMk cId="1883185192" sldId="266"/>
            <ac:graphicFrameMk id="30" creationId="{517CD1F6-E105-2BBC-3352-2B497F8C6E37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7:48.725" v="233" actId="20577"/>
          <ac:graphicFrameMkLst>
            <pc:docMk/>
            <pc:sldMk cId="1883185192" sldId="266"/>
            <ac:graphicFrameMk id="35" creationId="{95D54DF3-FC91-2F92-661B-2CE8DFA0D30C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7:50.630" v="235" actId="20577"/>
          <ac:graphicFrameMkLst>
            <pc:docMk/>
            <pc:sldMk cId="1883185192" sldId="266"/>
            <ac:graphicFrameMk id="89" creationId="{DFF8C4CE-ECF4-7C01-870A-27DAA7CCB0F7}"/>
          </ac:graphicFrameMkLst>
        </pc:graphicFrameChg>
        <pc:graphicFrameChg chg="mod">
          <ac:chgData name="Kathryn Clark (Astrea Central)" userId="d0e16b62-87cd-4242-828a-2f5e276be710" providerId="ADAL" clId="{0CC085C5-72B0-414A-85A7-0CC21539632F}" dt="2025-09-15T15:04:33.125" v="89" actId="20577"/>
          <ac:graphicFrameMkLst>
            <pc:docMk/>
            <pc:sldMk cId="1883185192" sldId="266"/>
            <ac:graphicFrameMk id="90" creationId="{04C6A4DC-34D3-FD51-753C-CE172A07A315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13:57.624" v="253" actId="20577"/>
        <pc:sldMkLst>
          <pc:docMk/>
          <pc:sldMk cId="2395810971" sldId="267"/>
        </pc:sldMkLst>
        <pc:graphicFrameChg chg="mod">
          <ac:chgData name="Kathryn Clark (Astrea Central)" userId="d0e16b62-87cd-4242-828a-2f5e276be710" providerId="ADAL" clId="{0CC085C5-72B0-414A-85A7-0CC21539632F}" dt="2025-09-15T15:13:57.624" v="253" actId="20577"/>
          <ac:graphicFrameMkLst>
            <pc:docMk/>
            <pc:sldMk cId="2395810971" sldId="267"/>
            <ac:graphicFrameMk id="5" creationId="{1CAEB019-8BC9-DA95-879F-DD38A873D8BA}"/>
          </ac:graphicFrameMkLst>
        </pc:graphicFrameChg>
        <pc:graphicFrameChg chg="mod modGraphic">
          <ac:chgData name="Kathryn Clark (Astrea Central)" userId="d0e16b62-87cd-4242-828a-2f5e276be710" providerId="ADAL" clId="{0CC085C5-72B0-414A-85A7-0CC21539632F}" dt="2025-09-15T15:05:33.226" v="139" actId="2161"/>
          <ac:graphicFrameMkLst>
            <pc:docMk/>
            <pc:sldMk cId="2395810971" sldId="267"/>
            <ac:graphicFrameMk id="29" creationId="{7F46DF53-1589-E4A1-AF1E-4E783DE4A23E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6:47.608" v="211" actId="20577"/>
        <pc:sldMkLst>
          <pc:docMk/>
          <pc:sldMk cId="1837183326" sldId="269"/>
        </pc:sldMkLst>
        <pc:graphicFrameChg chg="mod modGraphic">
          <ac:chgData name="Kathryn Clark (Astrea Central)" userId="d0e16b62-87cd-4242-828a-2f5e276be710" providerId="ADAL" clId="{0CC085C5-72B0-414A-85A7-0CC21539632F}" dt="2025-09-15T15:06:47.608" v="211" actId="20577"/>
          <ac:graphicFrameMkLst>
            <pc:docMk/>
            <pc:sldMk cId="1837183326" sldId="269"/>
            <ac:graphicFrameMk id="6" creationId="{5F0791AC-B869-1E24-B6E6-89D37D2F9FF4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8:05.909" v="243" actId="20577"/>
        <pc:sldMkLst>
          <pc:docMk/>
          <pc:sldMk cId="4210988915" sldId="272"/>
        </pc:sldMkLst>
        <pc:graphicFrameChg chg="modGraphic">
          <ac:chgData name="Kathryn Clark (Astrea Central)" userId="d0e16b62-87cd-4242-828a-2f5e276be710" providerId="ADAL" clId="{0CC085C5-72B0-414A-85A7-0CC21539632F}" dt="2025-09-15T15:08:05.909" v="243" actId="20577"/>
          <ac:graphicFrameMkLst>
            <pc:docMk/>
            <pc:sldMk cId="4210988915" sldId="272"/>
            <ac:graphicFrameMk id="32" creationId="{286EEC89-7B8F-22D6-8FAD-037ACED36D11}"/>
          </ac:graphicFrameMkLst>
        </pc:graphicFrameChg>
        <pc:graphicFrameChg chg="mod modGraphic">
          <ac:chgData name="Kathryn Clark (Astrea Central)" userId="d0e16b62-87cd-4242-828a-2f5e276be710" providerId="ADAL" clId="{0CC085C5-72B0-414A-85A7-0CC21539632F}" dt="2025-09-15T15:05:09.546" v="119" actId="2161"/>
          <ac:graphicFrameMkLst>
            <pc:docMk/>
            <pc:sldMk cId="4210988915" sldId="272"/>
            <ac:graphicFrameMk id="67" creationId="{468428FF-42C5-DD52-D434-36B51B0417D6}"/>
          </ac:graphicFrameMkLst>
        </pc:graphicFrameChg>
        <pc:graphicFrameChg chg="mod">
          <ac:chgData name="Kathryn Clark (Astrea Central)" userId="d0e16b62-87cd-4242-828a-2f5e276be710" providerId="ADAL" clId="{0CC085C5-72B0-414A-85A7-0CC21539632F}" dt="2025-09-15T15:05:20.410" v="129" actId="20577"/>
          <ac:graphicFrameMkLst>
            <pc:docMk/>
            <pc:sldMk cId="4210988915" sldId="272"/>
            <ac:graphicFrameMk id="74" creationId="{A7A8791D-917A-1F14-23B0-9C9FBF0B8474}"/>
          </ac:graphicFrameMkLst>
        </pc:graphicFrameChg>
        <pc:graphicFrameChg chg="mod">
          <ac:chgData name="Kathryn Clark (Astrea Central)" userId="d0e16b62-87cd-4242-828a-2f5e276be710" providerId="ADAL" clId="{0CC085C5-72B0-414A-85A7-0CC21539632F}" dt="2025-09-15T15:05:17.055" v="125" actId="20577"/>
          <ac:graphicFrameMkLst>
            <pc:docMk/>
            <pc:sldMk cId="4210988915" sldId="272"/>
            <ac:graphicFrameMk id="76" creationId="{39E70295-AFDD-F458-6BF9-84112DB0540B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7:56.337" v="239" actId="20577"/>
        <pc:sldMkLst>
          <pc:docMk/>
          <pc:sldMk cId="928211044" sldId="273"/>
        </pc:sldMkLst>
        <pc:graphicFrameChg chg="modGraphic">
          <ac:chgData name="Kathryn Clark (Astrea Central)" userId="d0e16b62-87cd-4242-828a-2f5e276be710" providerId="ADAL" clId="{0CC085C5-72B0-414A-85A7-0CC21539632F}" dt="2025-09-15T15:04:42.277" v="97" actId="20577"/>
          <ac:graphicFrameMkLst>
            <pc:docMk/>
            <pc:sldMk cId="928211044" sldId="273"/>
            <ac:graphicFrameMk id="30" creationId="{E7082C3D-0ED8-9B55-75F7-4B8A5FAD0F32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7:53.523" v="237" actId="20577"/>
          <ac:graphicFrameMkLst>
            <pc:docMk/>
            <pc:sldMk cId="928211044" sldId="273"/>
            <ac:graphicFrameMk id="31" creationId="{60FFCE3F-0DCE-DB75-CDFA-BA5901ECAE17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7:56.337" v="239" actId="20577"/>
          <ac:graphicFrameMkLst>
            <pc:docMk/>
            <pc:sldMk cId="928211044" sldId="273"/>
            <ac:graphicFrameMk id="32" creationId="{DC883CA5-4FFB-363C-3FE9-9213400CCC98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8:02.645" v="241" actId="20577"/>
        <pc:sldMkLst>
          <pc:docMk/>
          <pc:sldMk cId="3291274094" sldId="274"/>
        </pc:sldMkLst>
        <pc:graphicFrameChg chg="modGraphic">
          <ac:chgData name="Kathryn Clark (Astrea Central)" userId="d0e16b62-87cd-4242-828a-2f5e276be710" providerId="ADAL" clId="{0CC085C5-72B0-414A-85A7-0CC21539632F}" dt="2025-09-15T15:05:01.949" v="113" actId="20577"/>
          <ac:graphicFrameMkLst>
            <pc:docMk/>
            <pc:sldMk cId="3291274094" sldId="274"/>
            <ac:graphicFrameMk id="30" creationId="{21674850-B943-8040-31F8-21956EA3687B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8:02.645" v="241" actId="20577"/>
          <ac:graphicFrameMkLst>
            <pc:docMk/>
            <pc:sldMk cId="3291274094" sldId="274"/>
            <ac:graphicFrameMk id="31" creationId="{D890A96F-15D9-8C79-5A4B-E47E8C3E5231}"/>
          </ac:graphicFrameMkLst>
        </pc:graphicFrameChg>
        <pc:graphicFrameChg chg="mod modGraphic">
          <ac:chgData name="Kathryn Clark (Astrea Central)" userId="d0e16b62-87cd-4242-828a-2f5e276be710" providerId="ADAL" clId="{0CC085C5-72B0-414A-85A7-0CC21539632F}" dt="2025-09-15T15:04:50.996" v="105" actId="2161"/>
          <ac:graphicFrameMkLst>
            <pc:docMk/>
            <pc:sldMk cId="3291274094" sldId="274"/>
            <ac:graphicFrameMk id="36" creationId="{BAE4B7E9-2E39-BC37-6142-7673122CC4CA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7:21.679" v="220" actId="20577"/>
        <pc:sldMkLst>
          <pc:docMk/>
          <pc:sldMk cId="387137949" sldId="275"/>
        </pc:sldMkLst>
        <pc:graphicFrameChg chg="modGraphic">
          <ac:chgData name="Kathryn Clark (Astrea Central)" userId="d0e16b62-87cd-4242-828a-2f5e276be710" providerId="ADAL" clId="{0CC085C5-72B0-414A-85A7-0CC21539632F}" dt="2025-09-15T15:07:19.566" v="218" actId="20577"/>
          <ac:graphicFrameMkLst>
            <pc:docMk/>
            <pc:sldMk cId="387137949" sldId="275"/>
            <ac:graphicFrameMk id="14" creationId="{9EDAB5BE-7E91-BFC2-25FE-6086A2147A25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7:21.679" v="220" actId="20577"/>
          <ac:graphicFrameMkLst>
            <pc:docMk/>
            <pc:sldMk cId="387137949" sldId="275"/>
            <ac:graphicFrameMk id="23" creationId="{57A83451-F8BE-2BD0-23B0-8C3C470C4E59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7:32.493" v="224" actId="20577"/>
        <pc:sldMkLst>
          <pc:docMk/>
          <pc:sldMk cId="2870700917" sldId="276"/>
        </pc:sldMkLst>
        <pc:graphicFrameChg chg="modGraphic">
          <ac:chgData name="Kathryn Clark (Astrea Central)" userId="d0e16b62-87cd-4242-828a-2f5e276be710" providerId="ADAL" clId="{0CC085C5-72B0-414A-85A7-0CC21539632F}" dt="2025-09-15T15:07:32.493" v="224" actId="20577"/>
          <ac:graphicFrameMkLst>
            <pc:docMk/>
            <pc:sldMk cId="2870700917" sldId="276"/>
            <ac:graphicFrameMk id="5" creationId="{9385DF65-253D-49FB-762B-1C18308A6775}"/>
          </ac:graphicFrameMkLst>
        </pc:graphicFrameChg>
        <pc:graphicFrameChg chg="modGraphic">
          <ac:chgData name="Kathryn Clark (Astrea Central)" userId="d0e16b62-87cd-4242-828a-2f5e276be710" providerId="ADAL" clId="{0CC085C5-72B0-414A-85A7-0CC21539632F}" dt="2025-09-15T15:07:30.370" v="222" actId="20577"/>
          <ac:graphicFrameMkLst>
            <pc:docMk/>
            <pc:sldMk cId="2870700917" sldId="276"/>
            <ac:graphicFrameMk id="46" creationId="{0CF8EE30-2DC2-5721-ECDD-CD722784057F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8:23.151" v="252" actId="6549"/>
        <pc:sldMkLst>
          <pc:docMk/>
          <pc:sldMk cId="843170059" sldId="278"/>
        </pc:sldMkLst>
        <pc:graphicFrameChg chg="modGraphic">
          <ac:chgData name="Kathryn Clark (Astrea Central)" userId="d0e16b62-87cd-4242-828a-2f5e276be710" providerId="ADAL" clId="{0CC085C5-72B0-414A-85A7-0CC21539632F}" dt="2025-09-15T15:08:23.151" v="252" actId="6549"/>
          <ac:graphicFrameMkLst>
            <pc:docMk/>
            <pc:sldMk cId="843170059" sldId="278"/>
            <ac:graphicFrameMk id="5" creationId="{80346350-38F1-CCEB-04CE-0AC5902C4E12}"/>
          </ac:graphicFrameMkLst>
        </pc:graphicFrameChg>
      </pc:sldChg>
      <pc:sldChg chg="modSp mod">
        <pc:chgData name="Kathryn Clark (Astrea Central)" userId="d0e16b62-87cd-4242-828a-2f5e276be710" providerId="ADAL" clId="{0CC085C5-72B0-414A-85A7-0CC21539632F}" dt="2025-09-15T15:06:54.602" v="213" actId="20577"/>
        <pc:sldMkLst>
          <pc:docMk/>
          <pc:sldMk cId="1993984672" sldId="279"/>
        </pc:sldMkLst>
        <pc:spChg chg="mod">
          <ac:chgData name="Kathryn Clark (Astrea Central)" userId="d0e16b62-87cd-4242-828a-2f5e276be710" providerId="ADAL" clId="{0CC085C5-72B0-414A-85A7-0CC21539632F}" dt="2025-09-15T15:06:54.602" v="213" actId="20577"/>
          <ac:spMkLst>
            <pc:docMk/>
            <pc:sldMk cId="1993984672" sldId="279"/>
            <ac:spMk id="54" creationId="{BBC060C4-30B2-BA7E-6A71-44731B6A8EF4}"/>
          </ac:spMkLst>
        </pc:spChg>
      </pc:sldChg>
      <pc:sldChg chg="modSp mod">
        <pc:chgData name="Kathryn Clark (Astrea Central)" userId="d0e16b62-87cd-4242-828a-2f5e276be710" providerId="ADAL" clId="{0CC085C5-72B0-414A-85A7-0CC21539632F}" dt="2025-09-15T15:06:59.969" v="216" actId="20577"/>
        <pc:sldMkLst>
          <pc:docMk/>
          <pc:sldMk cId="3270097695" sldId="281"/>
        </pc:sldMkLst>
        <pc:spChg chg="mod">
          <ac:chgData name="Kathryn Clark (Astrea Central)" userId="d0e16b62-87cd-4242-828a-2f5e276be710" providerId="ADAL" clId="{0CC085C5-72B0-414A-85A7-0CC21539632F}" dt="2025-09-15T15:06:57.811" v="215" actId="20577"/>
          <ac:spMkLst>
            <pc:docMk/>
            <pc:sldMk cId="3270097695" sldId="281"/>
            <ac:spMk id="45" creationId="{A02ACC4A-A2BF-E4BA-E7F8-36D79DB7FE1F}"/>
          </ac:spMkLst>
        </pc:spChg>
        <pc:spChg chg="mod">
          <ac:chgData name="Kathryn Clark (Astrea Central)" userId="d0e16b62-87cd-4242-828a-2f5e276be710" providerId="ADAL" clId="{0CC085C5-72B0-414A-85A7-0CC21539632F}" dt="2025-09-15T15:06:59.969" v="216" actId="20577"/>
          <ac:spMkLst>
            <pc:docMk/>
            <pc:sldMk cId="3270097695" sldId="281"/>
            <ac:spMk id="49" creationId="{30B32371-3783-3A7B-1F64-351E766D4AC3}"/>
          </ac:spMkLst>
        </pc:spChg>
      </pc:sldChg>
    </pc:docChg>
  </pc:docChgLst>
  <pc:docChgLst>
    <pc:chgData name="Kathryn Clark" userId="80fb2c51d6963bc0" providerId="LiveId" clId="{136EB475-93DA-4B40-AFE1-AE0CB1D27374}"/>
    <pc:docChg chg="undo redo custSel addSld delSld modSld sldOrd modNotesMaster">
      <pc:chgData name="Kathryn Clark" userId="80fb2c51d6963bc0" providerId="LiveId" clId="{136EB475-93DA-4B40-AFE1-AE0CB1D27374}" dt="2025-05-12T11:13:57.609" v="16104"/>
      <pc:docMkLst>
        <pc:docMk/>
      </pc:docMkLst>
      <pc:sldChg chg="addSp delSp modSp mod">
        <pc:chgData name="Kathryn Clark" userId="80fb2c51d6963bc0" providerId="LiveId" clId="{136EB475-93DA-4B40-AFE1-AE0CB1D27374}" dt="2025-05-12T11:06:01.496" v="16084" actId="1076"/>
        <pc:sldMkLst>
          <pc:docMk/>
          <pc:sldMk cId="2014471804" sldId="256"/>
        </pc:sldMkLst>
      </pc:sldChg>
      <pc:sldChg chg="addSp delSp modSp add mod">
        <pc:chgData name="Kathryn Clark" userId="80fb2c51d6963bc0" providerId="LiveId" clId="{136EB475-93DA-4B40-AFE1-AE0CB1D27374}" dt="2025-05-11T20:31:44.090" v="15706" actId="1035"/>
        <pc:sldMkLst>
          <pc:docMk/>
          <pc:sldMk cId="2957864002" sldId="257"/>
        </pc:sldMkLst>
      </pc:sldChg>
      <pc:sldChg chg="addSp delSp modSp add del mod ord">
        <pc:chgData name="Kathryn Clark" userId="80fb2c51d6963bc0" providerId="LiveId" clId="{136EB475-93DA-4B40-AFE1-AE0CB1D27374}" dt="2025-05-10T16:30:05.370" v="4457" actId="47"/>
        <pc:sldMkLst>
          <pc:docMk/>
          <pc:sldMk cId="2855566041" sldId="258"/>
        </pc:sldMkLst>
      </pc:sldChg>
      <pc:sldChg chg="addSp delSp modSp add mod ord">
        <pc:chgData name="Kathryn Clark" userId="80fb2c51d6963bc0" providerId="LiveId" clId="{136EB475-93DA-4B40-AFE1-AE0CB1D27374}" dt="2025-05-11T20:41:35.225" v="15794" actId="20577"/>
        <pc:sldMkLst>
          <pc:docMk/>
          <pc:sldMk cId="2860954429" sldId="259"/>
        </pc:sldMkLst>
      </pc:sldChg>
      <pc:sldChg chg="addSp delSp modSp add mod ord">
        <pc:chgData name="Kathryn Clark" userId="80fb2c51d6963bc0" providerId="LiveId" clId="{136EB475-93DA-4B40-AFE1-AE0CB1D27374}" dt="2025-05-11T20:32:24.375" v="15723" actId="14100"/>
        <pc:sldMkLst>
          <pc:docMk/>
          <pc:sldMk cId="705895978" sldId="260"/>
        </pc:sldMkLst>
      </pc:sldChg>
      <pc:sldChg chg="addSp delSp modSp new del mod">
        <pc:chgData name="Kathryn Clark" userId="80fb2c51d6963bc0" providerId="LiveId" clId="{136EB475-93DA-4B40-AFE1-AE0CB1D27374}" dt="2025-05-10T17:49:49.170" v="6648" actId="47"/>
        <pc:sldMkLst>
          <pc:docMk/>
          <pc:sldMk cId="2069923399" sldId="261"/>
        </pc:sldMkLst>
      </pc:sldChg>
      <pc:sldChg chg="addSp delSp modSp add del mod ord">
        <pc:chgData name="Kathryn Clark" userId="80fb2c51d6963bc0" providerId="LiveId" clId="{136EB475-93DA-4B40-AFE1-AE0CB1D27374}" dt="2025-05-11T20:33:40.345" v="15730" actId="14100"/>
        <pc:sldMkLst>
          <pc:docMk/>
          <pc:sldMk cId="2993549128" sldId="262"/>
        </pc:sldMkLst>
      </pc:sldChg>
      <pc:sldChg chg="addSp delSp modSp add del mod ord">
        <pc:chgData name="Kathryn Clark" userId="80fb2c51d6963bc0" providerId="LiveId" clId="{136EB475-93DA-4B40-AFE1-AE0CB1D27374}" dt="2025-05-11T22:22:57.106" v="15945" actId="47"/>
        <pc:sldMkLst>
          <pc:docMk/>
          <pc:sldMk cId="1295832523" sldId="263"/>
        </pc:sldMkLst>
      </pc:sldChg>
      <pc:sldChg chg="addSp delSp modSp new mod ord">
        <pc:chgData name="Kathryn Clark" userId="80fb2c51d6963bc0" providerId="LiveId" clId="{136EB475-93DA-4B40-AFE1-AE0CB1D27374}" dt="2025-05-12T11:13:36.949" v="16100"/>
        <pc:sldMkLst>
          <pc:docMk/>
          <pc:sldMk cId="2904353784" sldId="264"/>
        </pc:sldMkLst>
      </pc:sldChg>
      <pc:sldChg chg="addSp delSp modSp add mod ord">
        <pc:chgData name="Kathryn Clark" userId="80fb2c51d6963bc0" providerId="LiveId" clId="{136EB475-93DA-4B40-AFE1-AE0CB1D27374}" dt="2025-05-11T22:01:46.996" v="15897" actId="20577"/>
        <pc:sldMkLst>
          <pc:docMk/>
          <pc:sldMk cId="790754226" sldId="265"/>
        </pc:sldMkLst>
      </pc:sldChg>
      <pc:sldChg chg="add del">
        <pc:chgData name="Kathryn Clark" userId="80fb2c51d6963bc0" providerId="LiveId" clId="{136EB475-93DA-4B40-AFE1-AE0CB1D27374}" dt="2025-05-10T17:55:54.240" v="6733" actId="2890"/>
        <pc:sldMkLst>
          <pc:docMk/>
          <pc:sldMk cId="1865314300" sldId="266"/>
        </pc:sldMkLst>
      </pc:sldChg>
      <pc:sldChg chg="addSp delSp modSp add mod">
        <pc:chgData name="Kathryn Clark" userId="80fb2c51d6963bc0" providerId="LiveId" clId="{136EB475-93DA-4B40-AFE1-AE0CB1D27374}" dt="2025-05-12T11:13:57.609" v="16104"/>
        <pc:sldMkLst>
          <pc:docMk/>
          <pc:sldMk cId="1883185192" sldId="266"/>
        </pc:sldMkLst>
      </pc:sldChg>
      <pc:sldChg chg="addSp delSp modSp new mod">
        <pc:chgData name="Kathryn Clark" userId="80fb2c51d6963bc0" providerId="LiveId" clId="{136EB475-93DA-4B40-AFE1-AE0CB1D27374}" dt="2025-05-12T11:13:47.699" v="16101"/>
        <pc:sldMkLst>
          <pc:docMk/>
          <pc:sldMk cId="2395810971" sldId="267"/>
        </pc:sldMkLst>
      </pc:sldChg>
      <pc:sldChg chg="add del">
        <pc:chgData name="Kathryn Clark" userId="80fb2c51d6963bc0" providerId="LiveId" clId="{136EB475-93DA-4B40-AFE1-AE0CB1D27374}" dt="2025-05-11T10:00:31.663" v="7700" actId="47"/>
        <pc:sldMkLst>
          <pc:docMk/>
          <pc:sldMk cId="2396539738" sldId="267"/>
        </pc:sldMkLst>
      </pc:sldChg>
      <pc:sldChg chg="addSp delSp modSp new del mod ord modShow">
        <pc:chgData name="Kathryn Clark" userId="80fb2c51d6963bc0" providerId="LiveId" clId="{136EB475-93DA-4B40-AFE1-AE0CB1D27374}" dt="2025-05-11T22:22:57.935" v="15946" actId="47"/>
        <pc:sldMkLst>
          <pc:docMk/>
          <pc:sldMk cId="4028640049" sldId="268"/>
        </pc:sldMkLst>
      </pc:sldChg>
      <pc:sldChg chg="addSp delSp modSp add mod">
        <pc:chgData name="Kathryn Clark" userId="80fb2c51d6963bc0" providerId="LiveId" clId="{136EB475-93DA-4B40-AFE1-AE0CB1D27374}" dt="2025-05-11T22:15:51.217" v="15917"/>
        <pc:sldMkLst>
          <pc:docMk/>
          <pc:sldMk cId="1837183326" sldId="269"/>
        </pc:sldMkLst>
      </pc:sldChg>
      <pc:sldChg chg="addSp delSp modSp add del mod">
        <pc:chgData name="Kathryn Clark" userId="80fb2c51d6963bc0" providerId="LiveId" clId="{136EB475-93DA-4B40-AFE1-AE0CB1D27374}" dt="2025-05-11T22:22:58.873" v="15947" actId="47"/>
        <pc:sldMkLst>
          <pc:docMk/>
          <pc:sldMk cId="88698684" sldId="270"/>
        </pc:sldMkLst>
      </pc:sldChg>
    </pc:docChg>
  </pc:docChgLst>
  <pc:docChgLst>
    <pc:chgData name="Kathryn Clark (Astrea Central)" userId="d0e16b62-87cd-4242-828a-2f5e276be710" providerId="ADAL" clId="{00C55278-6E22-4A9B-B9B0-34BE650F6F61}"/>
    <pc:docChg chg="modSld">
      <pc:chgData name="Kathryn Clark (Astrea Central)" userId="d0e16b62-87cd-4242-828a-2f5e276be710" providerId="ADAL" clId="{00C55278-6E22-4A9B-B9B0-34BE650F6F61}" dt="2025-09-24T15:53:59.220" v="1" actId="20577"/>
      <pc:docMkLst>
        <pc:docMk/>
      </pc:docMkLst>
      <pc:sldChg chg="modSp mod">
        <pc:chgData name="Kathryn Clark (Astrea Central)" userId="d0e16b62-87cd-4242-828a-2f5e276be710" providerId="ADAL" clId="{00C55278-6E22-4A9B-B9B0-34BE650F6F61}" dt="2025-09-24T15:53:59.220" v="1" actId="20577"/>
        <pc:sldMkLst>
          <pc:docMk/>
          <pc:sldMk cId="3043298584" sldId="284"/>
        </pc:sldMkLst>
        <pc:graphicFrameChg chg="modGraphic">
          <ac:chgData name="Kathryn Clark (Astrea Central)" userId="d0e16b62-87cd-4242-828a-2f5e276be710" providerId="ADAL" clId="{00C55278-6E22-4A9B-B9B0-34BE650F6F61}" dt="2025-09-24T15:53:59.220" v="1" actId="20577"/>
          <ac:graphicFrameMkLst>
            <pc:docMk/>
            <pc:sldMk cId="3043298584" sldId="284"/>
            <ac:graphicFrameMk id="2" creationId="{8113D5D0-CBD9-24F8-70D3-BF6167EC0A2E}"/>
          </ac:graphicFrameMkLst>
        </pc:graphicFrameChg>
      </pc:sldChg>
    </pc:docChg>
  </pc:docChgLst>
  <pc:docChgLst>
    <pc:chgData name="Kathryn Clark (Astrea Central)" userId="d0e16b62-87cd-4242-828a-2f5e276be710" providerId="ADAL" clId="{574625C2-C7CD-491C-B1A8-571854406932}"/>
    <pc:docChg chg="undo redo custSel addSld delSld modSld sldOrd addSection modSection">
      <pc:chgData name="Kathryn Clark (Astrea Central)" userId="d0e16b62-87cd-4242-828a-2f5e276be710" providerId="ADAL" clId="{574625C2-C7CD-491C-B1A8-571854406932}" dt="2025-09-15T14:53:16.817" v="14378" actId="1076"/>
      <pc:docMkLst>
        <pc:docMk/>
      </pc:docMkLst>
      <pc:sldChg chg="addSp delSp modSp mod">
        <pc:chgData name="Kathryn Clark (Astrea Central)" userId="d0e16b62-87cd-4242-828a-2f5e276be710" providerId="ADAL" clId="{574625C2-C7CD-491C-B1A8-571854406932}" dt="2025-09-15T14:42:01.048" v="14295" actId="478"/>
        <pc:sldMkLst>
          <pc:docMk/>
          <pc:sldMk cId="2014471804" sldId="256"/>
        </pc:sldMkLst>
        <pc:spChg chg="add mod">
          <ac:chgData name="Kathryn Clark (Astrea Central)" userId="d0e16b62-87cd-4242-828a-2f5e276be710" providerId="ADAL" clId="{574625C2-C7CD-491C-B1A8-571854406932}" dt="2025-09-08T17:22:29.519" v="839" actId="404"/>
          <ac:spMkLst>
            <pc:docMk/>
            <pc:sldMk cId="2014471804" sldId="256"/>
            <ac:spMk id="2" creationId="{0AD287F2-DBA5-30D1-DE8C-1D722DABEF59}"/>
          </ac:spMkLst>
        </pc:spChg>
        <pc:spChg chg="add mod">
          <ac:chgData name="Kathryn Clark (Astrea Central)" userId="d0e16b62-87cd-4242-828a-2f5e276be710" providerId="ADAL" clId="{574625C2-C7CD-491C-B1A8-571854406932}" dt="2025-09-09T15:52:42.934" v="6522" actId="1076"/>
          <ac:spMkLst>
            <pc:docMk/>
            <pc:sldMk cId="2014471804" sldId="256"/>
            <ac:spMk id="5" creationId="{4101D935-2E9C-85BF-3D98-979B070AF7BC}"/>
          </ac:spMkLst>
        </pc:spChg>
        <pc:spChg chg="mod">
          <ac:chgData name="Kathryn Clark (Astrea Central)" userId="d0e16b62-87cd-4242-828a-2f5e276be710" providerId="ADAL" clId="{574625C2-C7CD-491C-B1A8-571854406932}" dt="2025-09-08T17:25:03.991" v="892" actId="1035"/>
          <ac:spMkLst>
            <pc:docMk/>
            <pc:sldMk cId="2014471804" sldId="256"/>
            <ac:spMk id="6" creationId="{3043B652-1D8D-46C5-116F-BFFFEEF3EA8E}"/>
          </ac:spMkLst>
        </pc:spChg>
        <pc:spChg chg="add mod">
          <ac:chgData name="Kathryn Clark (Astrea Central)" userId="d0e16b62-87cd-4242-828a-2f5e276be710" providerId="ADAL" clId="{574625C2-C7CD-491C-B1A8-571854406932}" dt="2025-09-08T17:29:06.190" v="962" actId="1038"/>
          <ac:spMkLst>
            <pc:docMk/>
            <pc:sldMk cId="2014471804" sldId="256"/>
            <ac:spMk id="7" creationId="{C0AB032F-99B0-5DC8-D472-8EF62CE4E03B}"/>
          </ac:spMkLst>
        </pc:spChg>
        <pc:spChg chg="mod">
          <ac:chgData name="Kathryn Clark (Astrea Central)" userId="d0e16b62-87cd-4242-828a-2f5e276be710" providerId="ADAL" clId="{574625C2-C7CD-491C-B1A8-571854406932}" dt="2025-09-15T14:41:40.422" v="14284" actId="1036"/>
          <ac:spMkLst>
            <pc:docMk/>
            <pc:sldMk cId="2014471804" sldId="256"/>
            <ac:spMk id="11" creationId="{4E67E1DB-E9D6-6DF9-9704-A46EAF4810CE}"/>
          </ac:spMkLst>
        </pc:spChg>
        <pc:spChg chg="mod">
          <ac:chgData name="Kathryn Clark (Astrea Central)" userId="d0e16b62-87cd-4242-828a-2f5e276be710" providerId="ADAL" clId="{574625C2-C7CD-491C-B1A8-571854406932}" dt="2025-09-08T17:25:03.991" v="892" actId="1035"/>
          <ac:spMkLst>
            <pc:docMk/>
            <pc:sldMk cId="2014471804" sldId="256"/>
            <ac:spMk id="19" creationId="{A99439B6-C3EF-BA82-AF9D-98B198102858}"/>
          </ac:spMkLst>
        </pc:spChg>
        <pc:spChg chg="add mod">
          <ac:chgData name="Kathryn Clark (Astrea Central)" userId="d0e16b62-87cd-4242-828a-2f5e276be710" providerId="ADAL" clId="{574625C2-C7CD-491C-B1A8-571854406932}" dt="2025-09-15T14:41:15.297" v="14283" actId="1076"/>
          <ac:spMkLst>
            <pc:docMk/>
            <pc:sldMk cId="2014471804" sldId="256"/>
            <ac:spMk id="21" creationId="{499E29E1-DD21-03B7-BF9B-BA7D64619231}"/>
          </ac:spMkLst>
        </pc:spChg>
        <pc:spChg chg="add mod">
          <ac:chgData name="Kathryn Clark (Astrea Central)" userId="d0e16b62-87cd-4242-828a-2f5e276be710" providerId="ADAL" clId="{574625C2-C7CD-491C-B1A8-571854406932}" dt="2025-09-15T14:40:54.861" v="14275" actId="1036"/>
          <ac:spMkLst>
            <pc:docMk/>
            <pc:sldMk cId="2014471804" sldId="256"/>
            <ac:spMk id="22" creationId="{43AD8AA4-9CC3-F15B-2245-D1C43F251B27}"/>
          </ac:spMkLst>
        </pc:spChg>
        <pc:spChg chg="add mod">
          <ac:chgData name="Kathryn Clark (Astrea Central)" userId="d0e16b62-87cd-4242-828a-2f5e276be710" providerId="ADAL" clId="{574625C2-C7CD-491C-B1A8-571854406932}" dt="2025-09-15T14:41:11.188" v="14282" actId="14100"/>
          <ac:spMkLst>
            <pc:docMk/>
            <pc:sldMk cId="2014471804" sldId="256"/>
            <ac:spMk id="23" creationId="{E118DC6A-B42D-5E9F-F0E4-F350153B4F04}"/>
          </ac:spMkLst>
        </pc:spChg>
        <pc:spChg chg="add mod">
          <ac:chgData name="Kathryn Clark (Astrea Central)" userId="d0e16b62-87cd-4242-828a-2f5e276be710" providerId="ADAL" clId="{574625C2-C7CD-491C-B1A8-571854406932}" dt="2025-09-08T17:25:00.471" v="880" actId="1076"/>
          <ac:spMkLst>
            <pc:docMk/>
            <pc:sldMk cId="2014471804" sldId="256"/>
            <ac:spMk id="24" creationId="{33EDBE0F-C558-22BC-663D-F8AA84C0AF9D}"/>
          </ac:spMkLst>
        </pc:spChg>
        <pc:spChg chg="mod">
          <ac:chgData name="Kathryn Clark (Astrea Central)" userId="d0e16b62-87cd-4242-828a-2f5e276be710" providerId="ADAL" clId="{574625C2-C7CD-491C-B1A8-571854406932}" dt="2025-09-08T17:25:03.991" v="892" actId="1035"/>
          <ac:spMkLst>
            <pc:docMk/>
            <pc:sldMk cId="2014471804" sldId="256"/>
            <ac:spMk id="28" creationId="{B11B073A-A0AF-5890-3DC8-94DE085904E0}"/>
          </ac:spMkLst>
        </pc:spChg>
        <pc:spChg chg="add mod">
          <ac:chgData name="Kathryn Clark (Astrea Central)" userId="d0e16b62-87cd-4242-828a-2f5e276be710" providerId="ADAL" clId="{574625C2-C7CD-491C-B1A8-571854406932}" dt="2025-09-15T14:41:02.358" v="14278" actId="1036"/>
          <ac:spMkLst>
            <pc:docMk/>
            <pc:sldMk cId="2014471804" sldId="256"/>
            <ac:spMk id="29" creationId="{80257503-9DA5-875C-0351-F1BB145043AF}"/>
          </ac:spMkLst>
        </pc:spChg>
        <pc:spChg chg="mod">
          <ac:chgData name="Kathryn Clark (Astrea Central)" userId="d0e16b62-87cd-4242-828a-2f5e276be710" providerId="ADAL" clId="{574625C2-C7CD-491C-B1A8-571854406932}" dt="2025-09-15T14:41:40.422" v="14284" actId="1036"/>
          <ac:spMkLst>
            <pc:docMk/>
            <pc:sldMk cId="2014471804" sldId="256"/>
            <ac:spMk id="30" creationId="{E2F602F2-713B-D452-F1FB-0E3A2EBCAC25}"/>
          </ac:spMkLst>
        </pc:spChg>
        <pc:spChg chg="add mod">
          <ac:chgData name="Kathryn Clark (Astrea Central)" userId="d0e16b62-87cd-4242-828a-2f5e276be710" providerId="ADAL" clId="{574625C2-C7CD-491C-B1A8-571854406932}" dt="2025-09-09T15:52:48.039" v="6533" actId="1035"/>
          <ac:spMkLst>
            <pc:docMk/>
            <pc:sldMk cId="2014471804" sldId="256"/>
            <ac:spMk id="32" creationId="{2E6C5FB1-C211-8361-0E65-E7F62FDC4A06}"/>
          </ac:spMkLst>
        </pc:spChg>
        <pc:spChg chg="add mod">
          <ac:chgData name="Kathryn Clark (Astrea Central)" userId="d0e16b62-87cd-4242-828a-2f5e276be710" providerId="ADAL" clId="{574625C2-C7CD-491C-B1A8-571854406932}" dt="2025-09-09T15:52:48.039" v="6533" actId="1035"/>
          <ac:spMkLst>
            <pc:docMk/>
            <pc:sldMk cId="2014471804" sldId="256"/>
            <ac:spMk id="34" creationId="{ECEFCBD5-EEA9-4F25-4CF5-FEC34874CA41}"/>
          </ac:spMkLst>
        </pc:spChg>
        <pc:spChg chg="add mod">
          <ac:chgData name="Kathryn Clark (Astrea Central)" userId="d0e16b62-87cd-4242-828a-2f5e276be710" providerId="ADAL" clId="{574625C2-C7CD-491C-B1A8-571854406932}" dt="2025-09-09T15:52:48.039" v="6533" actId="1035"/>
          <ac:spMkLst>
            <pc:docMk/>
            <pc:sldMk cId="2014471804" sldId="256"/>
            <ac:spMk id="35" creationId="{44B1BE9E-7B96-7829-E597-70F6EBE64C71}"/>
          </ac:spMkLst>
        </pc:spChg>
        <pc:spChg chg="add mod">
          <ac:chgData name="Kathryn Clark (Astrea Central)" userId="d0e16b62-87cd-4242-828a-2f5e276be710" providerId="ADAL" clId="{574625C2-C7CD-491C-B1A8-571854406932}" dt="2025-09-09T15:48:10.465" v="6431" actId="1076"/>
          <ac:spMkLst>
            <pc:docMk/>
            <pc:sldMk cId="2014471804" sldId="256"/>
            <ac:spMk id="36" creationId="{BE825C26-49A3-754E-12D1-5B35913B116A}"/>
          </ac:spMkLst>
        </pc:spChg>
        <pc:spChg chg="mod">
          <ac:chgData name="Kathryn Clark (Astrea Central)" userId="d0e16b62-87cd-4242-828a-2f5e276be710" providerId="ADAL" clId="{574625C2-C7CD-491C-B1A8-571854406932}" dt="2025-09-08T17:15:32.162" v="499" actId="1036"/>
          <ac:spMkLst>
            <pc:docMk/>
            <pc:sldMk cId="2014471804" sldId="256"/>
            <ac:spMk id="43" creationId="{0F5D69C9-83EE-5EAF-350F-1FCC020367FE}"/>
          </ac:spMkLst>
        </pc:spChg>
        <pc:spChg chg="mod">
          <ac:chgData name="Kathryn Clark (Astrea Central)" userId="d0e16b62-87cd-4242-828a-2f5e276be710" providerId="ADAL" clId="{574625C2-C7CD-491C-B1A8-571854406932}" dt="2025-09-15T14:41:40.422" v="14284" actId="1036"/>
          <ac:spMkLst>
            <pc:docMk/>
            <pc:sldMk cId="2014471804" sldId="256"/>
            <ac:spMk id="44" creationId="{396DEEF2-CEA7-F805-B2B0-5CEBB063763B}"/>
          </ac:spMkLst>
        </pc:spChg>
        <pc:spChg chg="mod">
          <ac:chgData name="Kathryn Clark (Astrea Central)" userId="d0e16b62-87cd-4242-828a-2f5e276be710" providerId="ADAL" clId="{574625C2-C7CD-491C-B1A8-571854406932}" dt="2025-09-08T17:14:02.018" v="416" actId="1036"/>
          <ac:spMkLst>
            <pc:docMk/>
            <pc:sldMk cId="2014471804" sldId="256"/>
            <ac:spMk id="57" creationId="{84539251-3844-DD9B-08A0-04A8CDFD9B8C}"/>
          </ac:spMkLst>
        </pc:spChg>
        <pc:spChg chg="mod">
          <ac:chgData name="Kathryn Clark (Astrea Central)" userId="d0e16b62-87cd-4242-828a-2f5e276be710" providerId="ADAL" clId="{574625C2-C7CD-491C-B1A8-571854406932}" dt="2025-09-08T17:15:32.162" v="499" actId="1036"/>
          <ac:spMkLst>
            <pc:docMk/>
            <pc:sldMk cId="2014471804" sldId="256"/>
            <ac:spMk id="58" creationId="{C6D1FCE1-556A-DBD0-86BD-765CFABE855C}"/>
          </ac:spMkLst>
        </pc:spChg>
        <pc:spChg chg="mod">
          <ac:chgData name="Kathryn Clark (Astrea Central)" userId="d0e16b62-87cd-4242-828a-2f5e276be710" providerId="ADAL" clId="{574625C2-C7CD-491C-B1A8-571854406932}" dt="2025-09-15T14:41:40.422" v="14284" actId="1036"/>
          <ac:spMkLst>
            <pc:docMk/>
            <pc:sldMk cId="2014471804" sldId="256"/>
            <ac:spMk id="59" creationId="{CA07FC78-4FD7-0717-E830-E8CFD9A834D2}"/>
          </ac:spMkLst>
        </pc:spChg>
        <pc:spChg chg="mod">
          <ac:chgData name="Kathryn Clark (Astrea Central)" userId="d0e16b62-87cd-4242-828a-2f5e276be710" providerId="ADAL" clId="{574625C2-C7CD-491C-B1A8-571854406932}" dt="2025-09-08T17:15:32.162" v="499" actId="1036"/>
          <ac:spMkLst>
            <pc:docMk/>
            <pc:sldMk cId="2014471804" sldId="256"/>
            <ac:spMk id="64" creationId="{94E7E279-AB6D-C253-2612-D4C9BEE8D435}"/>
          </ac:spMkLst>
        </pc:spChg>
        <pc:spChg chg="mod">
          <ac:chgData name="Kathryn Clark (Astrea Central)" userId="d0e16b62-87cd-4242-828a-2f5e276be710" providerId="ADAL" clId="{574625C2-C7CD-491C-B1A8-571854406932}" dt="2025-09-15T14:41:40.422" v="14284" actId="1036"/>
          <ac:spMkLst>
            <pc:docMk/>
            <pc:sldMk cId="2014471804" sldId="256"/>
            <ac:spMk id="65" creationId="{9858F03E-135F-7A6A-579C-0DE96B621F7C}"/>
          </ac:spMkLst>
        </pc:spChg>
        <pc:spChg chg="mod">
          <ac:chgData name="Kathryn Clark (Astrea Central)" userId="d0e16b62-87cd-4242-828a-2f5e276be710" providerId="ADAL" clId="{574625C2-C7CD-491C-B1A8-571854406932}" dt="2025-09-15T14:41:40.422" v="14284" actId="1036"/>
          <ac:spMkLst>
            <pc:docMk/>
            <pc:sldMk cId="2014471804" sldId="256"/>
            <ac:spMk id="77" creationId="{5628C56F-47C6-986B-850F-C1A887DC9A0A}"/>
          </ac:spMkLst>
        </pc:spChg>
        <pc:spChg chg="mod">
          <ac:chgData name="Kathryn Clark (Astrea Central)" userId="d0e16b62-87cd-4242-828a-2f5e276be710" providerId="ADAL" clId="{574625C2-C7CD-491C-B1A8-571854406932}" dt="2025-09-15T14:41:40.422" v="14284" actId="1036"/>
          <ac:spMkLst>
            <pc:docMk/>
            <pc:sldMk cId="2014471804" sldId="256"/>
            <ac:spMk id="78" creationId="{BDE24D71-B43A-9820-9228-513A63A68B7E}"/>
          </ac:spMkLst>
        </pc:spChg>
        <pc:spChg chg="mod">
          <ac:chgData name="Kathryn Clark (Astrea Central)" userId="d0e16b62-87cd-4242-828a-2f5e276be710" providerId="ADAL" clId="{574625C2-C7CD-491C-B1A8-571854406932}" dt="2025-09-15T14:41:40.422" v="14284" actId="1036"/>
          <ac:spMkLst>
            <pc:docMk/>
            <pc:sldMk cId="2014471804" sldId="256"/>
            <ac:spMk id="80" creationId="{0CFB3069-AC00-6EC3-A972-A5FEEB7C366E}"/>
          </ac:spMkLst>
        </pc:spChg>
        <pc:spChg chg="mod">
          <ac:chgData name="Kathryn Clark (Astrea Central)" userId="d0e16b62-87cd-4242-828a-2f5e276be710" providerId="ADAL" clId="{574625C2-C7CD-491C-B1A8-571854406932}" dt="2025-09-15T14:41:40.422" v="14284" actId="1036"/>
          <ac:spMkLst>
            <pc:docMk/>
            <pc:sldMk cId="2014471804" sldId="256"/>
            <ac:spMk id="81" creationId="{A5648FA4-BE93-4C1D-DECF-535D151417BA}"/>
          </ac:spMkLst>
        </pc:spChg>
        <pc:spChg chg="mod">
          <ac:chgData name="Kathryn Clark (Astrea Central)" userId="d0e16b62-87cd-4242-828a-2f5e276be710" providerId="ADAL" clId="{574625C2-C7CD-491C-B1A8-571854406932}" dt="2025-09-15T14:41:40.422" v="14284" actId="1036"/>
          <ac:spMkLst>
            <pc:docMk/>
            <pc:sldMk cId="2014471804" sldId="256"/>
            <ac:spMk id="91" creationId="{483BCAB1-8465-D390-C3B0-26D6477B4F28}"/>
          </ac:spMkLst>
        </pc:spChg>
        <pc:spChg chg="mod">
          <ac:chgData name="Kathryn Clark (Astrea Central)" userId="d0e16b62-87cd-4242-828a-2f5e276be710" providerId="ADAL" clId="{574625C2-C7CD-491C-B1A8-571854406932}" dt="2025-09-08T17:14:02.018" v="416" actId="1036"/>
          <ac:spMkLst>
            <pc:docMk/>
            <pc:sldMk cId="2014471804" sldId="256"/>
            <ac:spMk id="92" creationId="{5A1A97B4-4A71-3BFB-A67A-63A286B719B7}"/>
          </ac:spMkLst>
        </pc:spChg>
        <pc:spChg chg="mod">
          <ac:chgData name="Kathryn Clark (Astrea Central)" userId="d0e16b62-87cd-4242-828a-2f5e276be710" providerId="ADAL" clId="{574625C2-C7CD-491C-B1A8-571854406932}" dt="2025-09-08T17:15:32.162" v="499" actId="1036"/>
          <ac:spMkLst>
            <pc:docMk/>
            <pc:sldMk cId="2014471804" sldId="256"/>
            <ac:spMk id="205" creationId="{F15B50AA-4BF8-C8FA-8335-779D547DC348}"/>
          </ac:spMkLst>
        </pc:spChg>
        <pc:graphicFrameChg chg="mod modGraphic">
          <ac:chgData name="Kathryn Clark (Astrea Central)" userId="d0e16b62-87cd-4242-828a-2f5e276be710" providerId="ADAL" clId="{574625C2-C7CD-491C-B1A8-571854406932}" dt="2025-09-08T17:15:58.597" v="505" actId="14100"/>
          <ac:graphicFrameMkLst>
            <pc:docMk/>
            <pc:sldMk cId="2014471804" sldId="256"/>
            <ac:graphicFrameMk id="10" creationId="{DB154907-73BA-F20C-C59A-150A86CCFBA6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5:51:21.115" v="6499" actId="403"/>
          <ac:graphicFrameMkLst>
            <pc:docMk/>
            <pc:sldMk cId="2014471804" sldId="256"/>
            <ac:graphicFrameMk id="25" creationId="{42DC7FAA-0616-7333-EFDE-521E91CA6393}"/>
          </ac:graphicFrameMkLst>
        </pc:graphicFrameChg>
        <pc:graphicFrameChg chg="mod modGraphic">
          <ac:chgData name="Kathryn Clark (Astrea Central)" userId="d0e16b62-87cd-4242-828a-2f5e276be710" providerId="ADAL" clId="{574625C2-C7CD-491C-B1A8-571854406932}" dt="2025-09-09T15:48:39.948" v="6440" actId="20577"/>
          <ac:graphicFrameMkLst>
            <pc:docMk/>
            <pc:sldMk cId="2014471804" sldId="256"/>
            <ac:graphicFrameMk id="96" creationId="{C07C3C8F-1490-40A1-7865-219760D9B6AE}"/>
          </ac:graphicFrameMkLst>
        </pc:graphicFrameChg>
      </pc:sldChg>
      <pc:sldChg chg="addSp delSp modSp mod">
        <pc:chgData name="Kathryn Clark (Astrea Central)" userId="d0e16b62-87cd-4242-828a-2f5e276be710" providerId="ADAL" clId="{574625C2-C7CD-491C-B1A8-571854406932}" dt="2025-09-15T14:42:09.678" v="14296" actId="478"/>
        <pc:sldMkLst>
          <pc:docMk/>
          <pc:sldMk cId="2957864002" sldId="257"/>
        </pc:sldMkLst>
        <pc:spChg chg="add mod">
          <ac:chgData name="Kathryn Clark (Astrea Central)" userId="d0e16b62-87cd-4242-828a-2f5e276be710" providerId="ADAL" clId="{574625C2-C7CD-491C-B1A8-571854406932}" dt="2025-09-08T17:26:10.484" v="910"/>
          <ac:spMkLst>
            <pc:docMk/>
            <pc:sldMk cId="2957864002" sldId="257"/>
            <ac:spMk id="16" creationId="{CD8ACD3E-CD5A-A61D-F1D7-3D420DD587E4}"/>
          </ac:spMkLst>
        </pc:spChg>
        <pc:spChg chg="add mod">
          <ac:chgData name="Kathryn Clark (Astrea Central)" userId="d0e16b62-87cd-4242-828a-2f5e276be710" providerId="ADAL" clId="{574625C2-C7CD-491C-B1A8-571854406932}" dt="2025-09-09T15:47:57.978" v="6430" actId="1035"/>
          <ac:spMkLst>
            <pc:docMk/>
            <pc:sldMk cId="2957864002" sldId="257"/>
            <ac:spMk id="30" creationId="{F9E5EDDC-1DBA-BC02-4B24-4F70445ACFF1}"/>
          </ac:spMkLst>
        </pc:spChg>
        <pc:spChg chg="add del mod">
          <ac:chgData name="Kathryn Clark (Astrea Central)" userId="d0e16b62-87cd-4242-828a-2f5e276be710" providerId="ADAL" clId="{574625C2-C7CD-491C-B1A8-571854406932}" dt="2025-09-09T15:47:57.978" v="6430" actId="1035"/>
          <ac:spMkLst>
            <pc:docMk/>
            <pc:sldMk cId="2957864002" sldId="257"/>
            <ac:spMk id="31" creationId="{B225ECCC-1AE9-EB21-AA1D-65BBD1F5B4E5}"/>
          </ac:spMkLst>
        </pc:spChg>
        <pc:spChg chg="add mod">
          <ac:chgData name="Kathryn Clark (Astrea Central)" userId="d0e16b62-87cd-4242-828a-2f5e276be710" providerId="ADAL" clId="{574625C2-C7CD-491C-B1A8-571854406932}" dt="2025-09-09T15:46:25.087" v="6389" actId="1076"/>
          <ac:spMkLst>
            <pc:docMk/>
            <pc:sldMk cId="2957864002" sldId="257"/>
            <ac:spMk id="102" creationId="{8E8F099E-D190-FAD0-74B3-2A4825C37DAC}"/>
          </ac:spMkLst>
        </pc:spChg>
        <pc:spChg chg="add mod">
          <ac:chgData name="Kathryn Clark (Astrea Central)" userId="d0e16b62-87cd-4242-828a-2f5e276be710" providerId="ADAL" clId="{574625C2-C7CD-491C-B1A8-571854406932}" dt="2025-09-09T15:46:25.087" v="6389" actId="1076"/>
          <ac:spMkLst>
            <pc:docMk/>
            <pc:sldMk cId="2957864002" sldId="257"/>
            <ac:spMk id="103" creationId="{3D824193-59F1-226C-4D8E-2E07F980D8DB}"/>
          </ac:spMkLst>
        </pc:spChg>
        <pc:spChg chg="add mod">
          <ac:chgData name="Kathryn Clark (Astrea Central)" userId="d0e16b62-87cd-4242-828a-2f5e276be710" providerId="ADAL" clId="{574625C2-C7CD-491C-B1A8-571854406932}" dt="2025-09-09T14:12:22.001" v="6378" actId="1076"/>
          <ac:spMkLst>
            <pc:docMk/>
            <pc:sldMk cId="2957864002" sldId="257"/>
            <ac:spMk id="110" creationId="{5A3778AA-CC91-E731-BE82-F9CEB352CE55}"/>
          </ac:spMkLst>
        </pc:spChg>
        <pc:spChg chg="add mod">
          <ac:chgData name="Kathryn Clark (Astrea Central)" userId="d0e16b62-87cd-4242-828a-2f5e276be710" providerId="ADAL" clId="{574625C2-C7CD-491C-B1A8-571854406932}" dt="2025-09-09T15:46:25.087" v="6389" actId="1076"/>
          <ac:spMkLst>
            <pc:docMk/>
            <pc:sldMk cId="2957864002" sldId="257"/>
            <ac:spMk id="124" creationId="{ECC0395A-7B9E-17CE-11D8-421DA35B8B55}"/>
          </ac:spMkLst>
        </pc:spChg>
        <pc:spChg chg="add mod">
          <ac:chgData name="Kathryn Clark (Astrea Central)" userId="d0e16b62-87cd-4242-828a-2f5e276be710" providerId="ADAL" clId="{574625C2-C7CD-491C-B1A8-571854406932}" dt="2025-09-09T15:46:25.087" v="6389" actId="1076"/>
          <ac:spMkLst>
            <pc:docMk/>
            <pc:sldMk cId="2957864002" sldId="257"/>
            <ac:spMk id="125" creationId="{06A0A9B5-934B-59B8-3E60-FA7F121CA93D}"/>
          </ac:spMkLst>
        </pc:spChg>
        <pc:spChg chg="add mod">
          <ac:chgData name="Kathryn Clark (Astrea Central)" userId="d0e16b62-87cd-4242-828a-2f5e276be710" providerId="ADAL" clId="{574625C2-C7CD-491C-B1A8-571854406932}" dt="2025-09-09T15:46:25.087" v="6389" actId="1076"/>
          <ac:spMkLst>
            <pc:docMk/>
            <pc:sldMk cId="2957864002" sldId="257"/>
            <ac:spMk id="137" creationId="{B8CA3E44-7159-C6DE-5EA8-4E254201D80D}"/>
          </ac:spMkLst>
        </pc:spChg>
        <pc:spChg chg="add mod">
          <ac:chgData name="Kathryn Clark (Astrea Central)" userId="d0e16b62-87cd-4242-828a-2f5e276be710" providerId="ADAL" clId="{574625C2-C7CD-491C-B1A8-571854406932}" dt="2025-09-09T15:46:25.087" v="6389" actId="1076"/>
          <ac:spMkLst>
            <pc:docMk/>
            <pc:sldMk cId="2957864002" sldId="257"/>
            <ac:spMk id="164" creationId="{EBDBF17B-B398-E080-8FF0-FD5DC8146D46}"/>
          </ac:spMkLst>
        </pc:spChg>
        <pc:spChg chg="add mod">
          <ac:chgData name="Kathryn Clark (Astrea Central)" userId="d0e16b62-87cd-4242-828a-2f5e276be710" providerId="ADAL" clId="{574625C2-C7CD-491C-B1A8-571854406932}" dt="2025-09-09T15:46:25.087" v="6389" actId="1076"/>
          <ac:spMkLst>
            <pc:docMk/>
            <pc:sldMk cId="2957864002" sldId="257"/>
            <ac:spMk id="166" creationId="{B5D1A0A2-E6AC-9C34-6A92-7557BE11CBA0}"/>
          </ac:spMkLst>
        </pc:spChg>
        <pc:spChg chg="add mod">
          <ac:chgData name="Kathryn Clark (Astrea Central)" userId="d0e16b62-87cd-4242-828a-2f5e276be710" providerId="ADAL" clId="{574625C2-C7CD-491C-B1A8-571854406932}" dt="2025-09-09T15:46:25.087" v="6389" actId="1076"/>
          <ac:spMkLst>
            <pc:docMk/>
            <pc:sldMk cId="2957864002" sldId="257"/>
            <ac:spMk id="167" creationId="{557DD18D-BEB0-B576-EE47-4D0E172DEE67}"/>
          </ac:spMkLst>
        </pc:spChg>
        <pc:graphicFrameChg chg="mod">
          <ac:chgData name="Kathryn Clark (Astrea Central)" userId="d0e16b62-87cd-4242-828a-2f5e276be710" providerId="ADAL" clId="{574625C2-C7CD-491C-B1A8-571854406932}" dt="2025-09-09T14:12:02.934" v="6375"/>
          <ac:graphicFrameMkLst>
            <pc:docMk/>
            <pc:sldMk cId="2957864002" sldId="257"/>
            <ac:graphicFrameMk id="14" creationId="{4A2F62E7-2B39-062B-8525-4F4884B7DF9A}"/>
          </ac:graphicFrameMkLst>
        </pc:graphicFrameChg>
        <pc:graphicFrameChg chg="mod modGraphic">
          <ac:chgData name="Kathryn Clark (Astrea Central)" userId="d0e16b62-87cd-4242-828a-2f5e276be710" providerId="ADAL" clId="{574625C2-C7CD-491C-B1A8-571854406932}" dt="2025-09-09T15:59:44.254" v="6554" actId="14100"/>
          <ac:graphicFrameMkLst>
            <pc:docMk/>
            <pc:sldMk cId="2957864002" sldId="257"/>
            <ac:graphicFrameMk id="48" creationId="{FE309E7B-55D4-7E1E-E5D1-E7D6DE152744}"/>
          </ac:graphicFrameMkLst>
        </pc:graphicFrameChg>
        <pc:picChg chg="add mod">
          <ac:chgData name="Kathryn Clark (Astrea Central)" userId="d0e16b62-87cd-4242-828a-2f5e276be710" providerId="ADAL" clId="{574625C2-C7CD-491C-B1A8-571854406932}" dt="2025-09-08T17:27:23.708" v="921" actId="1076"/>
          <ac:picMkLst>
            <pc:docMk/>
            <pc:sldMk cId="2957864002" sldId="257"/>
            <ac:picMk id="15" creationId="{9D91311D-607C-AEED-9D06-F7E1F0BD3080}"/>
          </ac:picMkLst>
        </pc:picChg>
        <pc:picChg chg="add mod">
          <ac:chgData name="Kathryn Clark (Astrea Central)" userId="d0e16b62-87cd-4242-828a-2f5e276be710" providerId="ADAL" clId="{574625C2-C7CD-491C-B1A8-571854406932}" dt="2025-09-09T15:47:57.978" v="6430" actId="1035"/>
          <ac:picMkLst>
            <pc:docMk/>
            <pc:sldMk cId="2957864002" sldId="257"/>
            <ac:picMk id="29" creationId="{5E8B495C-FE97-C2A7-D910-F4ACE143EC5C}"/>
          </ac:picMkLst>
        </pc:picChg>
        <pc:picChg chg="mod">
          <ac:chgData name="Kathryn Clark (Astrea Central)" userId="d0e16b62-87cd-4242-828a-2f5e276be710" providerId="ADAL" clId="{574625C2-C7CD-491C-B1A8-571854406932}" dt="2025-09-09T14:12:22.001" v="6378" actId="1076"/>
          <ac:picMkLst>
            <pc:docMk/>
            <pc:sldMk cId="2957864002" sldId="257"/>
            <ac:picMk id="99" creationId="{8875D2E9-8ED6-6D43-7552-AD46D033045B}"/>
          </ac:picMkLst>
        </pc:picChg>
      </pc:sldChg>
      <pc:sldChg chg="delSp add del mod">
        <pc:chgData name="Kathryn Clark (Astrea Central)" userId="d0e16b62-87cd-4242-828a-2f5e276be710" providerId="ADAL" clId="{574625C2-C7CD-491C-B1A8-571854406932}" dt="2025-09-15T14:38:55.434" v="14273" actId="47"/>
        <pc:sldMkLst>
          <pc:docMk/>
          <pc:sldMk cId="3405770585" sldId="258"/>
        </pc:sldMkLst>
      </pc:sldChg>
      <pc:sldChg chg="addSp delSp modSp mod">
        <pc:chgData name="Kathryn Clark (Astrea Central)" userId="d0e16b62-87cd-4242-828a-2f5e276be710" providerId="ADAL" clId="{574625C2-C7CD-491C-B1A8-571854406932}" dt="2025-09-15T14:48:33.387" v="14314"/>
        <pc:sldMkLst>
          <pc:docMk/>
          <pc:sldMk cId="2860954429" sldId="259"/>
        </pc:sldMkLst>
        <pc:spChg chg="add mod">
          <ac:chgData name="Kathryn Clark (Astrea Central)" userId="d0e16b62-87cd-4242-828a-2f5e276be710" providerId="ADAL" clId="{574625C2-C7CD-491C-B1A8-571854406932}" dt="2025-09-09T10:45:36.404" v="3404" actId="1037"/>
          <ac:spMkLst>
            <pc:docMk/>
            <pc:sldMk cId="2860954429" sldId="259"/>
            <ac:spMk id="5" creationId="{890943ED-AEFB-59A7-C32C-5A63A75466A9}"/>
          </ac:spMkLst>
        </pc:spChg>
        <pc:spChg chg="add mod">
          <ac:chgData name="Kathryn Clark (Astrea Central)" userId="d0e16b62-87cd-4242-828a-2f5e276be710" providerId="ADAL" clId="{574625C2-C7CD-491C-B1A8-571854406932}" dt="2025-09-15T09:24:21.430" v="7165" actId="1035"/>
          <ac:spMkLst>
            <pc:docMk/>
            <pc:sldMk cId="2860954429" sldId="259"/>
            <ac:spMk id="7" creationId="{1F28B7AB-CDC4-3622-CB5F-E2CD34EEA943}"/>
          </ac:spMkLst>
        </pc:spChg>
        <pc:spChg chg="add mod">
          <ac:chgData name="Kathryn Clark (Astrea Central)" userId="d0e16b62-87cd-4242-828a-2f5e276be710" providerId="ADAL" clId="{574625C2-C7CD-491C-B1A8-571854406932}" dt="2025-09-15T09:46:57.409" v="7541" actId="1076"/>
          <ac:spMkLst>
            <pc:docMk/>
            <pc:sldMk cId="2860954429" sldId="259"/>
            <ac:spMk id="8" creationId="{9796564B-D1DA-524B-0CFF-2FDE96478115}"/>
          </ac:spMkLst>
        </pc:spChg>
        <pc:graphicFrameChg chg="add mod modGraphic">
          <ac:chgData name="Kathryn Clark (Astrea Central)" userId="d0e16b62-87cd-4242-828a-2f5e276be710" providerId="ADAL" clId="{574625C2-C7CD-491C-B1A8-571854406932}" dt="2025-09-15T09:53:31.684" v="7779"/>
          <ac:graphicFrameMkLst>
            <pc:docMk/>
            <pc:sldMk cId="2860954429" sldId="259"/>
            <ac:graphicFrameMk id="2" creationId="{AA5489B4-1F70-DFAB-82A8-051796B74FAD}"/>
          </ac:graphicFrameMkLst>
        </pc:graphicFrameChg>
        <pc:graphicFrameChg chg="mod modGraphic">
          <ac:chgData name="Kathryn Clark (Astrea Central)" userId="d0e16b62-87cd-4242-828a-2f5e276be710" providerId="ADAL" clId="{574625C2-C7CD-491C-B1A8-571854406932}" dt="2025-09-15T09:46:23.529" v="7532" actId="1036"/>
          <ac:graphicFrameMkLst>
            <pc:docMk/>
            <pc:sldMk cId="2860954429" sldId="259"/>
            <ac:graphicFrameMk id="3" creationId="{F5A54E5A-C1D1-8614-010A-D07D010EF645}"/>
          </ac:graphicFrameMkLst>
        </pc:graphicFrameChg>
        <pc:graphicFrameChg chg="mod modGraphic">
          <ac:chgData name="Kathryn Clark (Astrea Central)" userId="d0e16b62-87cd-4242-828a-2f5e276be710" providerId="ADAL" clId="{574625C2-C7CD-491C-B1A8-571854406932}" dt="2025-09-15T09:24:21.430" v="7165" actId="1035"/>
          <ac:graphicFrameMkLst>
            <pc:docMk/>
            <pc:sldMk cId="2860954429" sldId="259"/>
            <ac:graphicFrameMk id="4" creationId="{8574BC62-8945-0604-70D3-59759DAF9BE3}"/>
          </ac:graphicFrameMkLst>
        </pc:graphicFrameChg>
        <pc:graphicFrameChg chg="mod modGraphic">
          <ac:chgData name="Kathryn Clark (Astrea Central)" userId="d0e16b62-87cd-4242-828a-2f5e276be710" providerId="ADAL" clId="{574625C2-C7CD-491C-B1A8-571854406932}" dt="2025-09-15T09:46:17.783" v="7515"/>
          <ac:graphicFrameMkLst>
            <pc:docMk/>
            <pc:sldMk cId="2860954429" sldId="259"/>
            <ac:graphicFrameMk id="12" creationId="{D77252E3-1988-63AF-BBD3-F86708728E08}"/>
          </ac:graphicFrameMkLst>
        </pc:graphicFrameChg>
        <pc:picChg chg="mod">
          <ac:chgData name="Kathryn Clark (Astrea Central)" userId="d0e16b62-87cd-4242-828a-2f5e276be710" providerId="ADAL" clId="{574625C2-C7CD-491C-B1A8-571854406932}" dt="2025-09-15T09:24:21.430" v="7165" actId="1035"/>
          <ac:picMkLst>
            <pc:docMk/>
            <pc:sldMk cId="2860954429" sldId="259"/>
            <ac:picMk id="6" creationId="{3D458891-F1AE-1F0B-2213-568E76552E3E}"/>
          </ac:picMkLst>
        </pc:picChg>
        <pc:picChg chg="add mod">
          <ac:chgData name="Kathryn Clark (Astrea Central)" userId="d0e16b62-87cd-4242-828a-2f5e276be710" providerId="ADAL" clId="{574625C2-C7CD-491C-B1A8-571854406932}" dt="2025-09-15T09:53:18.713" v="7757" actId="1076"/>
          <ac:picMkLst>
            <pc:docMk/>
            <pc:sldMk cId="2860954429" sldId="259"/>
            <ac:picMk id="9" creationId="{0F0334CD-A7C7-6E40-4067-C758CE232891}"/>
          </ac:picMkLst>
        </pc:picChg>
        <pc:picChg chg="add mod">
          <ac:chgData name="Kathryn Clark (Astrea Central)" userId="d0e16b62-87cd-4242-828a-2f5e276be710" providerId="ADAL" clId="{574625C2-C7CD-491C-B1A8-571854406932}" dt="2025-09-15T09:48:22.415" v="7566" actId="1076"/>
          <ac:picMkLst>
            <pc:docMk/>
            <pc:sldMk cId="2860954429" sldId="259"/>
            <ac:picMk id="10" creationId="{89C19E51-3A19-F66C-56C5-39839C1ED4E4}"/>
          </ac:picMkLst>
        </pc:picChg>
        <pc:picChg chg="mod">
          <ac:chgData name="Kathryn Clark (Astrea Central)" userId="d0e16b62-87cd-4242-828a-2f5e276be710" providerId="ADAL" clId="{574625C2-C7CD-491C-B1A8-571854406932}" dt="2025-09-15T09:46:23.529" v="7532" actId="1036"/>
          <ac:picMkLst>
            <pc:docMk/>
            <pc:sldMk cId="2860954429" sldId="259"/>
            <ac:picMk id="11" creationId="{BC4FA615-DD68-CC13-8C36-B9C13BE17C02}"/>
          </ac:picMkLst>
        </pc:picChg>
        <pc:picChg chg="add mod">
          <ac:chgData name="Kathryn Clark (Astrea Central)" userId="d0e16b62-87cd-4242-828a-2f5e276be710" providerId="ADAL" clId="{574625C2-C7CD-491C-B1A8-571854406932}" dt="2025-09-15T09:53:16.826" v="7756" actId="1035"/>
          <ac:picMkLst>
            <pc:docMk/>
            <pc:sldMk cId="2860954429" sldId="259"/>
            <ac:picMk id="13" creationId="{7CD10145-CD2C-99C9-0802-D342FA1D9E2B}"/>
          </ac:picMkLst>
        </pc:picChg>
        <pc:picChg chg="add mod">
          <ac:chgData name="Kathryn Clark (Astrea Central)" userId="d0e16b62-87cd-4242-828a-2f5e276be710" providerId="ADAL" clId="{574625C2-C7CD-491C-B1A8-571854406932}" dt="2025-09-15T09:48:26.510" v="7567" actId="1076"/>
          <ac:picMkLst>
            <pc:docMk/>
            <pc:sldMk cId="2860954429" sldId="259"/>
            <ac:picMk id="14" creationId="{9E7B235F-E81E-C940-702B-0DF6CAB7F94B}"/>
          </ac:picMkLst>
        </pc:picChg>
        <pc:picChg chg="add mod">
          <ac:chgData name="Kathryn Clark (Astrea Central)" userId="d0e16b62-87cd-4242-828a-2f5e276be710" providerId="ADAL" clId="{574625C2-C7CD-491C-B1A8-571854406932}" dt="2025-09-15T09:53:16.826" v="7756" actId="1035"/>
          <ac:picMkLst>
            <pc:docMk/>
            <pc:sldMk cId="2860954429" sldId="259"/>
            <ac:picMk id="15" creationId="{D957E124-4BF7-261A-B319-66C9E2713B82}"/>
          </ac:picMkLst>
        </pc:picChg>
        <pc:picChg chg="add mod">
          <ac:chgData name="Kathryn Clark (Astrea Central)" userId="d0e16b62-87cd-4242-828a-2f5e276be710" providerId="ADAL" clId="{574625C2-C7CD-491C-B1A8-571854406932}" dt="2025-09-15T09:48:22.415" v="7566" actId="1076"/>
          <ac:picMkLst>
            <pc:docMk/>
            <pc:sldMk cId="2860954429" sldId="259"/>
            <ac:picMk id="16" creationId="{F7A922EE-0E60-5272-8BAC-0232626C3179}"/>
          </ac:picMkLst>
        </pc:picChg>
        <pc:picChg chg="add mod">
          <ac:chgData name="Kathryn Clark (Astrea Central)" userId="d0e16b62-87cd-4242-828a-2f5e276be710" providerId="ADAL" clId="{574625C2-C7CD-491C-B1A8-571854406932}" dt="2025-09-15T09:48:26.510" v="7567" actId="1076"/>
          <ac:picMkLst>
            <pc:docMk/>
            <pc:sldMk cId="2860954429" sldId="259"/>
            <ac:picMk id="17" creationId="{C5BF7173-7558-82D8-4B76-BE09D425B0BB}"/>
          </ac:picMkLst>
        </pc:picChg>
        <pc:picChg chg="add mod">
          <ac:chgData name="Kathryn Clark (Astrea Central)" userId="d0e16b62-87cd-4242-828a-2f5e276be710" providerId="ADAL" clId="{574625C2-C7CD-491C-B1A8-571854406932}" dt="2025-09-15T09:53:16.826" v="7756" actId="1035"/>
          <ac:picMkLst>
            <pc:docMk/>
            <pc:sldMk cId="2860954429" sldId="259"/>
            <ac:picMk id="18" creationId="{EB8766D9-AAAC-A6C2-BF6B-20FBAF10EA79}"/>
          </ac:picMkLst>
        </pc:picChg>
        <pc:picChg chg="add mod">
          <ac:chgData name="Kathryn Clark (Astrea Central)" userId="d0e16b62-87cd-4242-828a-2f5e276be710" providerId="ADAL" clId="{574625C2-C7CD-491C-B1A8-571854406932}" dt="2025-09-15T09:53:16.826" v="7756" actId="1035"/>
          <ac:picMkLst>
            <pc:docMk/>
            <pc:sldMk cId="2860954429" sldId="259"/>
            <ac:picMk id="19" creationId="{56B09E8E-46E1-BB67-CF6E-A6B558EA774E}"/>
          </ac:picMkLst>
        </pc:picChg>
        <pc:picChg chg="add mod">
          <ac:chgData name="Kathryn Clark (Astrea Central)" userId="d0e16b62-87cd-4242-828a-2f5e276be710" providerId="ADAL" clId="{574625C2-C7CD-491C-B1A8-571854406932}" dt="2025-09-15T09:53:21.656" v="7761" actId="1035"/>
          <ac:picMkLst>
            <pc:docMk/>
            <pc:sldMk cId="2860954429" sldId="259"/>
            <ac:picMk id="21" creationId="{70BE4C69-0A77-50B0-9B3A-6B24115059BD}"/>
          </ac:picMkLst>
        </pc:picChg>
        <pc:picChg chg="add mod">
          <ac:chgData name="Kathryn Clark (Astrea Central)" userId="d0e16b62-87cd-4242-828a-2f5e276be710" providerId="ADAL" clId="{574625C2-C7CD-491C-B1A8-571854406932}" dt="2025-09-15T09:53:21.656" v="7761" actId="1035"/>
          <ac:picMkLst>
            <pc:docMk/>
            <pc:sldMk cId="2860954429" sldId="259"/>
            <ac:picMk id="22" creationId="{1C3F761E-8F8A-0148-0F0B-1A27A9A6AC46}"/>
          </ac:picMkLst>
        </pc:picChg>
        <pc:picChg chg="add mod">
          <ac:chgData name="Kathryn Clark (Astrea Central)" userId="d0e16b62-87cd-4242-828a-2f5e276be710" providerId="ADAL" clId="{574625C2-C7CD-491C-B1A8-571854406932}" dt="2025-09-15T09:53:21.656" v="7761" actId="1035"/>
          <ac:picMkLst>
            <pc:docMk/>
            <pc:sldMk cId="2860954429" sldId="259"/>
            <ac:picMk id="23" creationId="{71325460-CAA2-FCF3-53A7-FBF3C5B58EDD}"/>
          </ac:picMkLst>
        </pc:picChg>
        <pc:picChg chg="add mod">
          <ac:chgData name="Kathryn Clark (Astrea Central)" userId="d0e16b62-87cd-4242-828a-2f5e276be710" providerId="ADAL" clId="{574625C2-C7CD-491C-B1A8-571854406932}" dt="2025-09-15T09:53:21.656" v="7761" actId="1035"/>
          <ac:picMkLst>
            <pc:docMk/>
            <pc:sldMk cId="2860954429" sldId="259"/>
            <ac:picMk id="24" creationId="{ADF84009-F4AA-C317-5A9A-45D9FEAE45DC}"/>
          </ac:picMkLst>
        </pc:picChg>
        <pc:picChg chg="add mod">
          <ac:chgData name="Kathryn Clark (Astrea Central)" userId="d0e16b62-87cd-4242-828a-2f5e276be710" providerId="ADAL" clId="{574625C2-C7CD-491C-B1A8-571854406932}" dt="2025-09-15T09:53:21.656" v="7761" actId="1035"/>
          <ac:picMkLst>
            <pc:docMk/>
            <pc:sldMk cId="2860954429" sldId="259"/>
            <ac:picMk id="25" creationId="{6B6D6047-F883-9944-C500-E2B32557B182}"/>
          </ac:picMkLst>
        </pc:picChg>
        <pc:picChg chg="add mod">
          <ac:chgData name="Kathryn Clark (Astrea Central)" userId="d0e16b62-87cd-4242-828a-2f5e276be710" providerId="ADAL" clId="{574625C2-C7CD-491C-B1A8-571854406932}" dt="2025-09-15T09:53:21.656" v="7761" actId="1035"/>
          <ac:picMkLst>
            <pc:docMk/>
            <pc:sldMk cId="2860954429" sldId="259"/>
            <ac:picMk id="26" creationId="{EE9CB3E4-CD38-86D9-2AEB-CBBD5C15AC0F}"/>
          </ac:picMkLst>
        </pc:picChg>
        <pc:picChg chg="add mod">
          <ac:chgData name="Kathryn Clark (Astrea Central)" userId="d0e16b62-87cd-4242-828a-2f5e276be710" providerId="ADAL" clId="{574625C2-C7CD-491C-B1A8-571854406932}" dt="2025-09-15T09:53:21.656" v="7761" actId="1035"/>
          <ac:picMkLst>
            <pc:docMk/>
            <pc:sldMk cId="2860954429" sldId="259"/>
            <ac:picMk id="27" creationId="{D7BC7110-70DF-F187-7E52-9C8D73A47FEA}"/>
          </ac:picMkLst>
        </pc:picChg>
        <pc:picChg chg="add mod">
          <ac:chgData name="Kathryn Clark (Astrea Central)" userId="d0e16b62-87cd-4242-828a-2f5e276be710" providerId="ADAL" clId="{574625C2-C7CD-491C-B1A8-571854406932}" dt="2025-09-15T09:53:21.656" v="7761" actId="1035"/>
          <ac:picMkLst>
            <pc:docMk/>
            <pc:sldMk cId="2860954429" sldId="259"/>
            <ac:picMk id="28" creationId="{EF75CDB4-C27C-5D93-A78D-23B0D10075B9}"/>
          </ac:picMkLst>
        </pc:picChg>
        <pc:picChg chg="add mod">
          <ac:chgData name="Kathryn Clark (Astrea Central)" userId="d0e16b62-87cd-4242-828a-2f5e276be710" providerId="ADAL" clId="{574625C2-C7CD-491C-B1A8-571854406932}" dt="2025-09-15T09:50:10.043" v="7603" actId="1076"/>
          <ac:picMkLst>
            <pc:docMk/>
            <pc:sldMk cId="2860954429" sldId="259"/>
            <ac:picMk id="29" creationId="{B0E4C5D2-F583-5720-15CA-40789985C7D0}"/>
          </ac:picMkLst>
        </pc:picChg>
        <pc:picChg chg="add mod">
          <ac:chgData name="Kathryn Clark (Astrea Central)" userId="d0e16b62-87cd-4242-828a-2f5e276be710" providerId="ADAL" clId="{574625C2-C7CD-491C-B1A8-571854406932}" dt="2025-09-15T09:50:23.294" v="7606" actId="1076"/>
          <ac:picMkLst>
            <pc:docMk/>
            <pc:sldMk cId="2860954429" sldId="259"/>
            <ac:picMk id="30" creationId="{E00AD33A-8335-5AE3-E5A5-0CE8B3942300}"/>
          </ac:picMkLst>
        </pc:picChg>
        <pc:picChg chg="add mod">
          <ac:chgData name="Kathryn Clark (Astrea Central)" userId="d0e16b62-87cd-4242-828a-2f5e276be710" providerId="ADAL" clId="{574625C2-C7CD-491C-B1A8-571854406932}" dt="2025-09-15T09:51:05.810" v="7627" actId="1076"/>
          <ac:picMkLst>
            <pc:docMk/>
            <pc:sldMk cId="2860954429" sldId="259"/>
            <ac:picMk id="31" creationId="{F9D81CCB-3896-36B4-3C0E-DD9CF0925EDC}"/>
          </ac:picMkLst>
        </pc:picChg>
        <pc:picChg chg="add mod">
          <ac:chgData name="Kathryn Clark (Astrea Central)" userId="d0e16b62-87cd-4242-828a-2f5e276be710" providerId="ADAL" clId="{574625C2-C7CD-491C-B1A8-571854406932}" dt="2025-09-15T09:50:23.294" v="7606" actId="1076"/>
          <ac:picMkLst>
            <pc:docMk/>
            <pc:sldMk cId="2860954429" sldId="259"/>
            <ac:picMk id="32" creationId="{9D04DF66-9244-54DC-DD39-1E5CF5AD7762}"/>
          </ac:picMkLst>
        </pc:picChg>
        <pc:picChg chg="add mod">
          <ac:chgData name="Kathryn Clark (Astrea Central)" userId="d0e16b62-87cd-4242-828a-2f5e276be710" providerId="ADAL" clId="{574625C2-C7CD-491C-B1A8-571854406932}" dt="2025-09-15T09:51:03.239" v="7625" actId="1076"/>
          <ac:picMkLst>
            <pc:docMk/>
            <pc:sldMk cId="2860954429" sldId="259"/>
            <ac:picMk id="33" creationId="{302637DA-74EE-E417-7CEF-DF5E50B5954A}"/>
          </ac:picMkLst>
        </pc:picChg>
        <pc:picChg chg="add mod">
          <ac:chgData name="Kathryn Clark (Astrea Central)" userId="d0e16b62-87cd-4242-828a-2f5e276be710" providerId="ADAL" clId="{574625C2-C7CD-491C-B1A8-571854406932}" dt="2025-09-15T09:50:40.955" v="7615" actId="1076"/>
          <ac:picMkLst>
            <pc:docMk/>
            <pc:sldMk cId="2860954429" sldId="259"/>
            <ac:picMk id="34" creationId="{76AA413A-3D93-FB3D-9160-D00FE6FD1933}"/>
          </ac:picMkLst>
        </pc:picChg>
        <pc:picChg chg="add mod">
          <ac:chgData name="Kathryn Clark (Astrea Central)" userId="d0e16b62-87cd-4242-828a-2f5e276be710" providerId="ADAL" clId="{574625C2-C7CD-491C-B1A8-571854406932}" dt="2025-09-15T09:50:47.728" v="7618" actId="1076"/>
          <ac:picMkLst>
            <pc:docMk/>
            <pc:sldMk cId="2860954429" sldId="259"/>
            <ac:picMk id="35" creationId="{52AFBA9D-8217-755F-3CAF-38E4657627D2}"/>
          </ac:picMkLst>
        </pc:picChg>
        <pc:picChg chg="add mod">
          <ac:chgData name="Kathryn Clark (Astrea Central)" userId="d0e16b62-87cd-4242-828a-2f5e276be710" providerId="ADAL" clId="{574625C2-C7CD-491C-B1A8-571854406932}" dt="2025-09-15T09:51:10.192" v="7628" actId="1076"/>
          <ac:picMkLst>
            <pc:docMk/>
            <pc:sldMk cId="2860954429" sldId="259"/>
            <ac:picMk id="36" creationId="{8CD6D892-AA48-ECDC-DB42-B09F0B77C037}"/>
          </ac:picMkLst>
        </pc:picChg>
        <pc:picChg chg="add mod">
          <ac:chgData name="Kathryn Clark (Astrea Central)" userId="d0e16b62-87cd-4242-828a-2f5e276be710" providerId="ADAL" clId="{574625C2-C7CD-491C-B1A8-571854406932}" dt="2025-09-15T09:51:04.297" v="7626" actId="1076"/>
          <ac:picMkLst>
            <pc:docMk/>
            <pc:sldMk cId="2860954429" sldId="259"/>
            <ac:picMk id="37" creationId="{7F40EEEA-1E3D-AF6E-9B7B-CFF66DEE8A43}"/>
          </ac:picMkLst>
        </pc:picChg>
        <pc:picChg chg="add mod">
          <ac:chgData name="Kathryn Clark (Astrea Central)" userId="d0e16b62-87cd-4242-828a-2f5e276be710" providerId="ADAL" clId="{574625C2-C7CD-491C-B1A8-571854406932}" dt="2025-09-15T14:48:20.929" v="14311"/>
          <ac:picMkLst>
            <pc:docMk/>
            <pc:sldMk cId="2860954429" sldId="259"/>
            <ac:picMk id="38" creationId="{D8A0B561-B9E6-6661-D7B5-E67CD18F1A2F}"/>
          </ac:picMkLst>
        </pc:picChg>
        <pc:picChg chg="add mod">
          <ac:chgData name="Kathryn Clark (Astrea Central)" userId="d0e16b62-87cd-4242-828a-2f5e276be710" providerId="ADAL" clId="{574625C2-C7CD-491C-B1A8-571854406932}" dt="2025-09-15T14:48:25.864" v="14312"/>
          <ac:picMkLst>
            <pc:docMk/>
            <pc:sldMk cId="2860954429" sldId="259"/>
            <ac:picMk id="39" creationId="{436D0538-6FA1-CD16-7F51-C1E101DEE5DB}"/>
          </ac:picMkLst>
        </pc:picChg>
        <pc:picChg chg="add mod">
          <ac:chgData name="Kathryn Clark (Astrea Central)" userId="d0e16b62-87cd-4242-828a-2f5e276be710" providerId="ADAL" clId="{574625C2-C7CD-491C-B1A8-571854406932}" dt="2025-09-15T09:55:59.238" v="7820" actId="1076"/>
          <ac:picMkLst>
            <pc:docMk/>
            <pc:sldMk cId="2860954429" sldId="259"/>
            <ac:picMk id="40" creationId="{224C9AA6-CD8E-7196-2DFE-BAD394A213C4}"/>
          </ac:picMkLst>
        </pc:picChg>
        <pc:picChg chg="add mod">
          <ac:chgData name="Kathryn Clark (Astrea Central)" userId="d0e16b62-87cd-4242-828a-2f5e276be710" providerId="ADAL" clId="{574625C2-C7CD-491C-B1A8-571854406932}" dt="2025-09-15T09:56:17.913" v="7827" actId="1076"/>
          <ac:picMkLst>
            <pc:docMk/>
            <pc:sldMk cId="2860954429" sldId="259"/>
            <ac:picMk id="41" creationId="{A78A1B0A-3D0A-02F0-9760-41E1B2D93166}"/>
          </ac:picMkLst>
        </pc:picChg>
        <pc:picChg chg="add mod">
          <ac:chgData name="Kathryn Clark (Astrea Central)" userId="d0e16b62-87cd-4242-828a-2f5e276be710" providerId="ADAL" clId="{574625C2-C7CD-491C-B1A8-571854406932}" dt="2025-09-15T09:56:12.234" v="7825" actId="1076"/>
          <ac:picMkLst>
            <pc:docMk/>
            <pc:sldMk cId="2860954429" sldId="259"/>
            <ac:picMk id="42" creationId="{58CDC007-D8E1-3192-5E7E-14DDCF8A9EF1}"/>
          </ac:picMkLst>
        </pc:picChg>
        <pc:picChg chg="add mod">
          <ac:chgData name="Kathryn Clark (Astrea Central)" userId="d0e16b62-87cd-4242-828a-2f5e276be710" providerId="ADAL" clId="{574625C2-C7CD-491C-B1A8-571854406932}" dt="2025-09-15T14:48:10.431" v="14308"/>
          <ac:picMkLst>
            <pc:docMk/>
            <pc:sldMk cId="2860954429" sldId="259"/>
            <ac:picMk id="44" creationId="{1886F709-93D0-2A1A-0794-93AD74C0BFC3}"/>
          </ac:picMkLst>
        </pc:picChg>
        <pc:picChg chg="add mod">
          <ac:chgData name="Kathryn Clark (Astrea Central)" userId="d0e16b62-87cd-4242-828a-2f5e276be710" providerId="ADAL" clId="{574625C2-C7CD-491C-B1A8-571854406932}" dt="2025-09-15T14:48:33.387" v="14314"/>
          <ac:picMkLst>
            <pc:docMk/>
            <pc:sldMk cId="2860954429" sldId="259"/>
            <ac:picMk id="45" creationId="{EADD4CE5-B6AB-E7F1-6DC1-3EC896BE891C}"/>
          </ac:picMkLst>
        </pc:picChg>
        <pc:picChg chg="add mod">
          <ac:chgData name="Kathryn Clark (Astrea Central)" userId="d0e16b62-87cd-4242-828a-2f5e276be710" providerId="ADAL" clId="{574625C2-C7CD-491C-B1A8-571854406932}" dt="2025-09-15T14:48:28.108" v="14313"/>
          <ac:picMkLst>
            <pc:docMk/>
            <pc:sldMk cId="2860954429" sldId="259"/>
            <ac:picMk id="46" creationId="{10C1BF04-596E-4E97-75F7-4DAA45E6460F}"/>
          </ac:picMkLst>
        </pc:picChg>
        <pc:picChg chg="add mod">
          <ac:chgData name="Kathryn Clark (Astrea Central)" userId="d0e16b62-87cd-4242-828a-2f5e276be710" providerId="ADAL" clId="{574625C2-C7CD-491C-B1A8-571854406932}" dt="2025-09-15T09:55:56.500" v="7819" actId="1076"/>
          <ac:picMkLst>
            <pc:docMk/>
            <pc:sldMk cId="2860954429" sldId="259"/>
            <ac:picMk id="47" creationId="{7E785A20-2DB9-665A-6BCB-A1FB226C4B7A}"/>
          </ac:picMkLst>
        </pc:picChg>
        <pc:picChg chg="add mod">
          <ac:chgData name="Kathryn Clark (Astrea Central)" userId="d0e16b62-87cd-4242-828a-2f5e276be710" providerId="ADAL" clId="{574625C2-C7CD-491C-B1A8-571854406932}" dt="2025-09-15T09:53:19.928" v="7758" actId="1076"/>
          <ac:picMkLst>
            <pc:docMk/>
            <pc:sldMk cId="2860954429" sldId="259"/>
            <ac:picMk id="2054" creationId="{5B0E0884-9D37-FF3A-8D14-21B53C92A4D1}"/>
          </ac:picMkLst>
        </pc:picChg>
      </pc:sldChg>
      <pc:sldChg chg="addSp delSp modSp mod">
        <pc:chgData name="Kathryn Clark (Astrea Central)" userId="d0e16b62-87cd-4242-828a-2f5e276be710" providerId="ADAL" clId="{574625C2-C7CD-491C-B1A8-571854406932}" dt="2025-09-15T14:46:59.853" v="14299" actId="478"/>
        <pc:sldMkLst>
          <pc:docMk/>
          <pc:sldMk cId="705895978" sldId="260"/>
        </pc:sldMkLst>
        <pc:spChg chg="add mod">
          <ac:chgData name="Kathryn Clark (Astrea Central)" userId="d0e16b62-87cd-4242-828a-2f5e276be710" providerId="ADAL" clId="{574625C2-C7CD-491C-B1A8-571854406932}" dt="2025-09-08T17:32:23.534" v="1046"/>
          <ac:spMkLst>
            <pc:docMk/>
            <pc:sldMk cId="705895978" sldId="260"/>
            <ac:spMk id="5" creationId="{04AFDD27-19B5-4CBA-E3CD-31F9D25C029B}"/>
          </ac:spMkLst>
        </pc:spChg>
        <pc:spChg chg="add mod">
          <ac:chgData name="Kathryn Clark (Astrea Central)" userId="d0e16b62-87cd-4242-828a-2f5e276be710" providerId="ADAL" clId="{574625C2-C7CD-491C-B1A8-571854406932}" dt="2025-09-09T16:12:14.243" v="7002" actId="1076"/>
          <ac:spMkLst>
            <pc:docMk/>
            <pc:sldMk cId="705895978" sldId="260"/>
            <ac:spMk id="11" creationId="{E4EC645E-242C-1CE5-AC7A-DDD734AC8398}"/>
          </ac:spMkLst>
        </pc:spChg>
        <pc:graphicFrameChg chg="add mod modGraphic">
          <ac:chgData name="Kathryn Clark (Astrea Central)" userId="d0e16b62-87cd-4242-828a-2f5e276be710" providerId="ADAL" clId="{574625C2-C7CD-491C-B1A8-571854406932}" dt="2025-09-09T16:13:03.647" v="7017"/>
          <ac:graphicFrameMkLst>
            <pc:docMk/>
            <pc:sldMk cId="705895978" sldId="260"/>
            <ac:graphicFrameMk id="15" creationId="{A903F999-D438-FAF3-D801-D99E6D81502C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6:13:53.028" v="7047" actId="20577"/>
          <ac:graphicFrameMkLst>
            <pc:docMk/>
            <pc:sldMk cId="705895978" sldId="260"/>
            <ac:graphicFrameMk id="52" creationId="{BB60673B-227F-603C-1225-517D8978FA29}"/>
          </ac:graphicFrameMkLst>
        </pc:graphicFrameChg>
        <pc:picChg chg="add mod">
          <ac:chgData name="Kathryn Clark (Astrea Central)" userId="d0e16b62-87cd-4242-828a-2f5e276be710" providerId="ADAL" clId="{574625C2-C7CD-491C-B1A8-571854406932}" dt="2025-09-09T10:35:50.220" v="3099" actId="1076"/>
          <ac:picMkLst>
            <pc:docMk/>
            <pc:sldMk cId="705895978" sldId="260"/>
            <ac:picMk id="18" creationId="{07D8792C-EC23-50F2-B76C-F58082476514}"/>
          </ac:picMkLst>
        </pc:picChg>
        <pc:picChg chg="add mod">
          <ac:chgData name="Kathryn Clark (Astrea Central)" userId="d0e16b62-87cd-4242-828a-2f5e276be710" providerId="ADAL" clId="{574625C2-C7CD-491C-B1A8-571854406932}" dt="2025-09-09T10:36:59.650" v="3112" actId="1076"/>
          <ac:picMkLst>
            <pc:docMk/>
            <pc:sldMk cId="705895978" sldId="260"/>
            <ac:picMk id="19" creationId="{7FDE8214-D1BB-4A62-27C8-D9CAF921D910}"/>
          </ac:picMkLst>
        </pc:picChg>
        <pc:picChg chg="add mod">
          <ac:chgData name="Kathryn Clark (Astrea Central)" userId="d0e16b62-87cd-4242-828a-2f5e276be710" providerId="ADAL" clId="{574625C2-C7CD-491C-B1A8-571854406932}" dt="2025-09-09T10:37:23.890" v="3118" actId="1076"/>
          <ac:picMkLst>
            <pc:docMk/>
            <pc:sldMk cId="705895978" sldId="260"/>
            <ac:picMk id="20" creationId="{B0F22009-539D-2A50-E936-A7EDF4E06305}"/>
          </ac:picMkLst>
        </pc:picChg>
        <pc:picChg chg="add mod">
          <ac:chgData name="Kathryn Clark (Astrea Central)" userId="d0e16b62-87cd-4242-828a-2f5e276be710" providerId="ADAL" clId="{574625C2-C7CD-491C-B1A8-571854406932}" dt="2025-09-09T16:13:15.258" v="7036" actId="1035"/>
          <ac:picMkLst>
            <pc:docMk/>
            <pc:sldMk cId="705895978" sldId="260"/>
            <ac:picMk id="23" creationId="{02A54D65-1F5B-680B-8D3D-FC96BAE631AA}"/>
          </ac:picMkLst>
        </pc:picChg>
        <pc:picChg chg="add mod">
          <ac:chgData name="Kathryn Clark (Astrea Central)" userId="d0e16b62-87cd-4242-828a-2f5e276be710" providerId="ADAL" clId="{574625C2-C7CD-491C-B1A8-571854406932}" dt="2025-09-09T16:13:15.258" v="7036" actId="1035"/>
          <ac:picMkLst>
            <pc:docMk/>
            <pc:sldMk cId="705895978" sldId="260"/>
            <ac:picMk id="25" creationId="{C06CC9C4-1F2C-7B95-979A-1CC841A918AD}"/>
          </ac:picMkLst>
        </pc:picChg>
        <pc:picChg chg="add mod">
          <ac:chgData name="Kathryn Clark (Astrea Central)" userId="d0e16b62-87cd-4242-828a-2f5e276be710" providerId="ADAL" clId="{574625C2-C7CD-491C-B1A8-571854406932}" dt="2025-09-09T16:13:15.258" v="7036" actId="1035"/>
          <ac:picMkLst>
            <pc:docMk/>
            <pc:sldMk cId="705895978" sldId="260"/>
            <ac:picMk id="30" creationId="{D18B1000-5C8F-8E31-4FAB-6424C735ADF8}"/>
          </ac:picMkLst>
        </pc:picChg>
      </pc:sldChg>
      <pc:sldChg chg="addSp delSp modSp mod">
        <pc:chgData name="Kathryn Clark (Astrea Central)" userId="d0e16b62-87cd-4242-828a-2f5e276be710" providerId="ADAL" clId="{574625C2-C7CD-491C-B1A8-571854406932}" dt="2025-09-15T14:48:43.623" v="14319" actId="478"/>
        <pc:sldMkLst>
          <pc:docMk/>
          <pc:sldMk cId="2993549128" sldId="262"/>
        </pc:sldMkLst>
        <pc:spChg chg="mod">
          <ac:chgData name="Kathryn Clark (Astrea Central)" userId="d0e16b62-87cd-4242-828a-2f5e276be710" providerId="ADAL" clId="{574625C2-C7CD-491C-B1A8-571854406932}" dt="2025-09-09T11:28:58.223" v="4092" actId="20577"/>
          <ac:spMkLst>
            <pc:docMk/>
            <pc:sldMk cId="2993549128" sldId="262"/>
            <ac:spMk id="2" creationId="{51B1D81B-CED7-75B6-845E-65E108FF220F}"/>
          </ac:spMkLst>
        </pc:spChg>
        <pc:spChg chg="add mod">
          <ac:chgData name="Kathryn Clark (Astrea Central)" userId="d0e16b62-87cd-4242-828a-2f5e276be710" providerId="ADAL" clId="{574625C2-C7CD-491C-B1A8-571854406932}" dt="2025-09-09T09:38:48.285" v="2010" actId="1036"/>
          <ac:spMkLst>
            <pc:docMk/>
            <pc:sldMk cId="2993549128" sldId="262"/>
            <ac:spMk id="3" creationId="{80A6A9E6-A49C-699C-91AF-CB6C94552DE7}"/>
          </ac:spMkLst>
        </pc:spChg>
        <pc:spChg chg="add mod">
          <ac:chgData name="Kathryn Clark (Astrea Central)" userId="d0e16b62-87cd-4242-828a-2f5e276be710" providerId="ADAL" clId="{574625C2-C7CD-491C-B1A8-571854406932}" dt="2025-09-09T09:37:19.847" v="1952" actId="1035"/>
          <ac:spMkLst>
            <pc:docMk/>
            <pc:sldMk cId="2993549128" sldId="262"/>
            <ac:spMk id="5" creationId="{4C516F37-2065-7ED1-A4DD-B93331E35D1A}"/>
          </ac:spMkLst>
        </pc:spChg>
        <pc:spChg chg="add mod">
          <ac:chgData name="Kathryn Clark (Astrea Central)" userId="d0e16b62-87cd-4242-828a-2f5e276be710" providerId="ADAL" clId="{574625C2-C7CD-491C-B1A8-571854406932}" dt="2025-09-09T11:31:41.265" v="4117" actId="1076"/>
          <ac:spMkLst>
            <pc:docMk/>
            <pc:sldMk cId="2993549128" sldId="262"/>
            <ac:spMk id="36" creationId="{81FD3308-CAF3-466D-2486-9B6FC63D3397}"/>
          </ac:spMkLst>
        </pc:spChg>
        <pc:graphicFrameChg chg="add mod modGraphic">
          <ac:chgData name="Kathryn Clark (Astrea Central)" userId="d0e16b62-87cd-4242-828a-2f5e276be710" providerId="ADAL" clId="{574625C2-C7CD-491C-B1A8-571854406932}" dt="2025-09-09T11:33:49.843" v="4166" actId="1076"/>
          <ac:graphicFrameMkLst>
            <pc:docMk/>
            <pc:sldMk cId="2993549128" sldId="262"/>
            <ac:graphicFrameMk id="7" creationId="{7CE6C926-736C-4217-184D-513ACCFB1028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2:02:36.981" v="4227"/>
          <ac:graphicFrameMkLst>
            <pc:docMk/>
            <pc:sldMk cId="2993549128" sldId="262"/>
            <ac:graphicFrameMk id="23" creationId="{673CA43C-10B2-E686-9161-15B83F2672A1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6:00:51.997" v="6574" actId="20577"/>
          <ac:graphicFrameMkLst>
            <pc:docMk/>
            <pc:sldMk cId="2993549128" sldId="262"/>
            <ac:graphicFrameMk id="24" creationId="{104AE957-3C1F-EB54-D157-F0AB76CC48E8}"/>
          </ac:graphicFrameMkLst>
        </pc:graphicFrameChg>
        <pc:picChg chg="mod">
          <ac:chgData name="Kathryn Clark (Astrea Central)" userId="d0e16b62-87cd-4242-828a-2f5e276be710" providerId="ADAL" clId="{574625C2-C7CD-491C-B1A8-571854406932}" dt="2025-09-09T11:28:54.262" v="4091" actId="14100"/>
          <ac:picMkLst>
            <pc:docMk/>
            <pc:sldMk cId="2993549128" sldId="262"/>
            <ac:picMk id="6" creationId="{AE77598D-59F0-F61A-CE0F-E01EA66E3D50}"/>
          </ac:picMkLst>
        </pc:picChg>
        <pc:picChg chg="add mod">
          <ac:chgData name="Kathryn Clark (Astrea Central)" userId="d0e16b62-87cd-4242-828a-2f5e276be710" providerId="ADAL" clId="{574625C2-C7CD-491C-B1A8-571854406932}" dt="2025-09-09T11:31:23.374" v="4104" actId="1038"/>
          <ac:picMkLst>
            <pc:docMk/>
            <pc:sldMk cId="2993549128" sldId="262"/>
            <ac:picMk id="20" creationId="{36C34EDD-98C8-D789-55E4-C584A24577D3}"/>
          </ac:picMkLst>
        </pc:picChg>
        <pc:picChg chg="add mod">
          <ac:chgData name="Kathryn Clark (Astrea Central)" userId="d0e16b62-87cd-4242-828a-2f5e276be710" providerId="ADAL" clId="{574625C2-C7CD-491C-B1A8-571854406932}" dt="2025-09-09T11:31:23.374" v="4104" actId="1038"/>
          <ac:picMkLst>
            <pc:docMk/>
            <pc:sldMk cId="2993549128" sldId="262"/>
            <ac:picMk id="21" creationId="{7B0FCDA2-D22A-4D03-1E2A-0DA9D3EC2F18}"/>
          </ac:picMkLst>
        </pc:picChg>
        <pc:picChg chg="add mod">
          <ac:chgData name="Kathryn Clark (Astrea Central)" userId="d0e16b62-87cd-4242-828a-2f5e276be710" providerId="ADAL" clId="{574625C2-C7CD-491C-B1A8-571854406932}" dt="2025-09-09T11:31:23.374" v="4104" actId="1038"/>
          <ac:picMkLst>
            <pc:docMk/>
            <pc:sldMk cId="2993549128" sldId="262"/>
            <ac:picMk id="22" creationId="{A91EAD6C-982E-763E-CCE0-37C46C61C00C}"/>
          </ac:picMkLst>
        </pc:picChg>
        <pc:picChg chg="add mod">
          <ac:chgData name="Kathryn Clark (Astrea Central)" userId="d0e16b62-87cd-4242-828a-2f5e276be710" providerId="ADAL" clId="{574625C2-C7CD-491C-B1A8-571854406932}" dt="2025-09-09T12:05:21.575" v="4267" actId="1076"/>
          <ac:picMkLst>
            <pc:docMk/>
            <pc:sldMk cId="2993549128" sldId="262"/>
            <ac:picMk id="25" creationId="{A667C3A4-350D-AE5E-65D0-AE403B0566AA}"/>
          </ac:picMkLst>
        </pc:picChg>
        <pc:picChg chg="add mod">
          <ac:chgData name="Kathryn Clark (Astrea Central)" userId="d0e16b62-87cd-4242-828a-2f5e276be710" providerId="ADAL" clId="{574625C2-C7CD-491C-B1A8-571854406932}" dt="2025-09-09T11:32:27.736" v="4133" actId="1076"/>
          <ac:picMkLst>
            <pc:docMk/>
            <pc:sldMk cId="2993549128" sldId="262"/>
            <ac:picMk id="45" creationId="{1BFFC9FB-2A5F-7BBC-A7A3-4AFDCE0392CA}"/>
          </ac:picMkLst>
        </pc:picChg>
        <pc:picChg chg="add mod">
          <ac:chgData name="Kathryn Clark (Astrea Central)" userId="d0e16b62-87cd-4242-828a-2f5e276be710" providerId="ADAL" clId="{574625C2-C7CD-491C-B1A8-571854406932}" dt="2025-09-09T12:05:18.647" v="4266" actId="1076"/>
          <ac:picMkLst>
            <pc:docMk/>
            <pc:sldMk cId="2993549128" sldId="262"/>
            <ac:picMk id="61" creationId="{678DD9DD-637D-8ABD-82D5-247AD878E362}"/>
          </ac:picMkLst>
        </pc:picChg>
      </pc:sldChg>
      <pc:sldChg chg="addSp delSp modSp mod">
        <pc:chgData name="Kathryn Clark (Astrea Central)" userId="d0e16b62-87cd-4242-828a-2f5e276be710" providerId="ADAL" clId="{574625C2-C7CD-491C-B1A8-571854406932}" dt="2025-09-15T14:36:32.306" v="14270" actId="207"/>
        <pc:sldMkLst>
          <pc:docMk/>
          <pc:sldMk cId="2904353784" sldId="264"/>
        </pc:sldMkLst>
        <pc:spChg chg="add mod">
          <ac:chgData name="Kathryn Clark (Astrea Central)" userId="d0e16b62-87cd-4242-828a-2f5e276be710" providerId="ADAL" clId="{574625C2-C7CD-491C-B1A8-571854406932}" dt="2025-09-08T17:36:56.226" v="1131"/>
          <ac:spMkLst>
            <pc:docMk/>
            <pc:sldMk cId="2904353784" sldId="264"/>
            <ac:spMk id="2" creationId="{0986311C-2D9E-BCBE-FBD5-60A1F2C432F6}"/>
          </ac:spMkLst>
        </pc:spChg>
        <pc:spChg chg="add mod">
          <ac:chgData name="Kathryn Clark (Astrea Central)" userId="d0e16b62-87cd-4242-828a-2f5e276be710" providerId="ADAL" clId="{574625C2-C7CD-491C-B1A8-571854406932}" dt="2025-09-15T14:36:32.306" v="14270" actId="207"/>
          <ac:spMkLst>
            <pc:docMk/>
            <pc:sldMk cId="2904353784" sldId="264"/>
            <ac:spMk id="3" creationId="{92738763-3921-C3B9-0829-202ADB40F611}"/>
          </ac:spMkLst>
        </pc:spChg>
        <pc:spChg chg="mod">
          <ac:chgData name="Kathryn Clark (Astrea Central)" userId="d0e16b62-87cd-4242-828a-2f5e276be710" providerId="ADAL" clId="{574625C2-C7CD-491C-B1A8-571854406932}" dt="2025-09-15T10:54:46.308" v="9291" actId="1036"/>
          <ac:spMkLst>
            <pc:docMk/>
            <pc:sldMk cId="2904353784" sldId="264"/>
            <ac:spMk id="24" creationId="{B33AA167-EC19-8F4C-2D3F-CC355F6447F9}"/>
          </ac:spMkLst>
        </pc:spChg>
        <pc:graphicFrameChg chg="add mod modGraphic">
          <ac:chgData name="Kathryn Clark (Astrea Central)" userId="d0e16b62-87cd-4242-828a-2f5e276be710" providerId="ADAL" clId="{574625C2-C7CD-491C-B1A8-571854406932}" dt="2025-09-15T10:56:33.997" v="9376"/>
          <ac:graphicFrameMkLst>
            <pc:docMk/>
            <pc:sldMk cId="2904353784" sldId="264"/>
            <ac:graphicFrameMk id="4" creationId="{CC40D458-47AE-FB6B-2C55-23F98BCEAFCB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15T10:58:43.720" v="9474" actId="20577"/>
          <ac:graphicFrameMkLst>
            <pc:docMk/>
            <pc:sldMk cId="2904353784" sldId="264"/>
            <ac:graphicFrameMk id="5" creationId="{4FF75038-4871-AEE7-7A95-BCCB58151DF9}"/>
          </ac:graphicFrameMkLst>
        </pc:graphicFrameChg>
        <pc:graphicFrameChg chg="mod">
          <ac:chgData name="Kathryn Clark (Astrea Central)" userId="d0e16b62-87cd-4242-828a-2f5e276be710" providerId="ADAL" clId="{574625C2-C7CD-491C-B1A8-571854406932}" dt="2025-09-15T10:54:58.349" v="9300"/>
          <ac:graphicFrameMkLst>
            <pc:docMk/>
            <pc:sldMk cId="2904353784" sldId="264"/>
            <ac:graphicFrameMk id="17" creationId="{5DC95210-FD7F-0FE4-F1B5-0BA846290052}"/>
          </ac:graphicFrameMkLst>
        </pc:graphicFrameChg>
        <pc:picChg chg="mod">
          <ac:chgData name="Kathryn Clark (Astrea Central)" userId="d0e16b62-87cd-4242-828a-2f5e276be710" providerId="ADAL" clId="{574625C2-C7CD-491C-B1A8-571854406932}" dt="2025-09-15T10:54:46.308" v="9291" actId="1036"/>
          <ac:picMkLst>
            <pc:docMk/>
            <pc:sldMk cId="2904353784" sldId="264"/>
            <ac:picMk id="21" creationId="{BB6A542D-A93E-494D-90DE-4E79569075A8}"/>
          </ac:picMkLst>
        </pc:picChg>
        <pc:cxnChg chg="mod">
          <ac:chgData name="Kathryn Clark (Astrea Central)" userId="d0e16b62-87cd-4242-828a-2f5e276be710" providerId="ADAL" clId="{574625C2-C7CD-491C-B1A8-571854406932}" dt="2025-09-15T10:54:46.308" v="9291" actId="1036"/>
          <ac:cxnSpMkLst>
            <pc:docMk/>
            <pc:sldMk cId="2904353784" sldId="264"/>
            <ac:cxnSpMk id="22" creationId="{4E071A43-B527-3A86-366D-95098F46E917}"/>
          </ac:cxnSpMkLst>
        </pc:cxnChg>
        <pc:cxnChg chg="mod">
          <ac:chgData name="Kathryn Clark (Astrea Central)" userId="d0e16b62-87cd-4242-828a-2f5e276be710" providerId="ADAL" clId="{574625C2-C7CD-491C-B1A8-571854406932}" dt="2025-09-15T10:54:46.308" v="9291" actId="1036"/>
          <ac:cxnSpMkLst>
            <pc:docMk/>
            <pc:sldMk cId="2904353784" sldId="264"/>
            <ac:cxnSpMk id="23" creationId="{1C8AFB24-B659-8EE2-EADB-91B839C2FE46}"/>
          </ac:cxnSpMkLst>
        </pc:cxnChg>
        <pc:cxnChg chg="mod">
          <ac:chgData name="Kathryn Clark (Astrea Central)" userId="d0e16b62-87cd-4242-828a-2f5e276be710" providerId="ADAL" clId="{574625C2-C7CD-491C-B1A8-571854406932}" dt="2025-09-15T10:54:46.308" v="9291" actId="1036"/>
          <ac:cxnSpMkLst>
            <pc:docMk/>
            <pc:sldMk cId="2904353784" sldId="264"/>
            <ac:cxnSpMk id="31" creationId="{4F32B6B2-4E21-50DC-669A-5E303401F467}"/>
          </ac:cxnSpMkLst>
        </pc:cxnChg>
        <pc:cxnChg chg="mod">
          <ac:chgData name="Kathryn Clark (Astrea Central)" userId="d0e16b62-87cd-4242-828a-2f5e276be710" providerId="ADAL" clId="{574625C2-C7CD-491C-B1A8-571854406932}" dt="2025-09-15T10:54:46.308" v="9291" actId="1036"/>
          <ac:cxnSpMkLst>
            <pc:docMk/>
            <pc:sldMk cId="2904353784" sldId="264"/>
            <ac:cxnSpMk id="32" creationId="{2F69D3BF-45FB-250A-4D72-AC5E4C63B273}"/>
          </ac:cxnSpMkLst>
        </pc:cxnChg>
        <pc:cxnChg chg="mod">
          <ac:chgData name="Kathryn Clark (Astrea Central)" userId="d0e16b62-87cd-4242-828a-2f5e276be710" providerId="ADAL" clId="{574625C2-C7CD-491C-B1A8-571854406932}" dt="2025-09-15T10:54:46.308" v="9291" actId="1036"/>
          <ac:cxnSpMkLst>
            <pc:docMk/>
            <pc:sldMk cId="2904353784" sldId="264"/>
            <ac:cxnSpMk id="41" creationId="{1D6F23AE-DEE9-3B39-A46B-3BC96626182F}"/>
          </ac:cxnSpMkLst>
        </pc:cxnChg>
        <pc:cxnChg chg="mod">
          <ac:chgData name="Kathryn Clark (Astrea Central)" userId="d0e16b62-87cd-4242-828a-2f5e276be710" providerId="ADAL" clId="{574625C2-C7CD-491C-B1A8-571854406932}" dt="2025-09-15T10:54:46.308" v="9291" actId="1036"/>
          <ac:cxnSpMkLst>
            <pc:docMk/>
            <pc:sldMk cId="2904353784" sldId="264"/>
            <ac:cxnSpMk id="42" creationId="{681AC6B7-E90C-C1E5-0563-9313F7481E6A}"/>
          </ac:cxnSpMkLst>
        </pc:cxnChg>
        <pc:cxnChg chg="mod">
          <ac:chgData name="Kathryn Clark (Astrea Central)" userId="d0e16b62-87cd-4242-828a-2f5e276be710" providerId="ADAL" clId="{574625C2-C7CD-491C-B1A8-571854406932}" dt="2025-09-15T10:54:46.308" v="9291" actId="1036"/>
          <ac:cxnSpMkLst>
            <pc:docMk/>
            <pc:sldMk cId="2904353784" sldId="264"/>
            <ac:cxnSpMk id="64" creationId="{0BD70457-DFF5-15BB-668A-B90679D7051F}"/>
          </ac:cxnSpMkLst>
        </pc:cxnChg>
      </pc:sldChg>
      <pc:sldChg chg="addSp delSp modSp mod">
        <pc:chgData name="Kathryn Clark (Astrea Central)" userId="d0e16b62-87cd-4242-828a-2f5e276be710" providerId="ADAL" clId="{574625C2-C7CD-491C-B1A8-571854406932}" dt="2025-09-15T11:02:51.903" v="9631" actId="404"/>
        <pc:sldMkLst>
          <pc:docMk/>
          <pc:sldMk cId="790754226" sldId="265"/>
        </pc:sldMkLst>
        <pc:spChg chg="add mod">
          <ac:chgData name="Kathryn Clark (Astrea Central)" userId="d0e16b62-87cd-4242-828a-2f5e276be710" providerId="ADAL" clId="{574625C2-C7CD-491C-B1A8-571854406932}" dt="2025-09-08T17:37:01.201" v="1133"/>
          <ac:spMkLst>
            <pc:docMk/>
            <pc:sldMk cId="790754226" sldId="265"/>
            <ac:spMk id="2" creationId="{CF062CC4-E8EB-D433-5069-D6509BC6E9BC}"/>
          </ac:spMkLst>
        </pc:spChg>
        <pc:spChg chg="add mod">
          <ac:chgData name="Kathryn Clark (Astrea Central)" userId="d0e16b62-87cd-4242-828a-2f5e276be710" providerId="ADAL" clId="{574625C2-C7CD-491C-B1A8-571854406932}" dt="2025-09-09T09:40:03.010" v="2121" actId="1037"/>
          <ac:spMkLst>
            <pc:docMk/>
            <pc:sldMk cId="790754226" sldId="265"/>
            <ac:spMk id="3" creationId="{CC2FE5A7-EDA9-F719-2E73-3978AEBD4E6F}"/>
          </ac:spMkLst>
        </pc:spChg>
        <pc:spChg chg="mod">
          <ac:chgData name="Kathryn Clark (Astrea Central)" userId="d0e16b62-87cd-4242-828a-2f5e276be710" providerId="ADAL" clId="{574625C2-C7CD-491C-B1A8-571854406932}" dt="2025-09-15T11:01:23.296" v="9582" actId="1076"/>
          <ac:spMkLst>
            <pc:docMk/>
            <pc:sldMk cId="790754226" sldId="265"/>
            <ac:spMk id="32" creationId="{13EFE48A-B796-8E3D-5AC7-C3AA374DAEE8}"/>
          </ac:spMkLst>
        </pc:spChg>
        <pc:spChg chg="add del mod">
          <ac:chgData name="Kathryn Clark (Astrea Central)" userId="d0e16b62-87cd-4242-828a-2f5e276be710" providerId="ADAL" clId="{574625C2-C7CD-491C-B1A8-571854406932}" dt="2025-09-15T11:02:51.903" v="9631" actId="404"/>
          <ac:spMkLst>
            <pc:docMk/>
            <pc:sldMk cId="790754226" sldId="265"/>
            <ac:spMk id="33" creationId="{AC56DC20-DE51-A3A4-1500-D06178263402}"/>
          </ac:spMkLst>
        </pc:spChg>
        <pc:spChg chg="add del mod">
          <ac:chgData name="Kathryn Clark (Astrea Central)" userId="d0e16b62-87cd-4242-828a-2f5e276be710" providerId="ADAL" clId="{574625C2-C7CD-491C-B1A8-571854406932}" dt="2025-09-15T11:02:51.903" v="9631" actId="404"/>
          <ac:spMkLst>
            <pc:docMk/>
            <pc:sldMk cId="790754226" sldId="265"/>
            <ac:spMk id="34" creationId="{88BCAFA7-72F3-A01D-4781-FD2E1BA73CBF}"/>
          </ac:spMkLst>
        </pc:spChg>
        <pc:graphicFrameChg chg="add mod modGraphic">
          <ac:chgData name="Kathryn Clark (Astrea Central)" userId="d0e16b62-87cd-4242-828a-2f5e276be710" providerId="ADAL" clId="{574625C2-C7CD-491C-B1A8-571854406932}" dt="2025-09-15T10:58:28.507" v="9470" actId="1076"/>
          <ac:graphicFrameMkLst>
            <pc:docMk/>
            <pc:sldMk cId="790754226" sldId="265"/>
            <ac:graphicFrameMk id="4" creationId="{34F3D91B-6DBC-C22B-67F1-90D08A8BBD30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15T10:59:22.912" v="9501" actId="1076"/>
          <ac:graphicFrameMkLst>
            <pc:docMk/>
            <pc:sldMk cId="790754226" sldId="265"/>
            <ac:graphicFrameMk id="5" creationId="{07DD4B2D-9C79-93B5-94D9-F56FB2AEE925}"/>
          </ac:graphicFrameMkLst>
        </pc:graphicFrameChg>
        <pc:graphicFrameChg chg="mod modGraphic">
          <ac:chgData name="Kathryn Clark (Astrea Central)" userId="d0e16b62-87cd-4242-828a-2f5e276be710" providerId="ADAL" clId="{574625C2-C7CD-491C-B1A8-571854406932}" dt="2025-09-15T11:02:14.578" v="9616" actId="20577"/>
          <ac:graphicFrameMkLst>
            <pc:docMk/>
            <pc:sldMk cId="790754226" sldId="265"/>
            <ac:graphicFrameMk id="31" creationId="{1639A92E-6C2B-0FDD-8409-F776B2B1EDCD}"/>
          </ac:graphicFrameMkLst>
        </pc:graphicFrameChg>
      </pc:sldChg>
      <pc:sldChg chg="addSp delSp modSp mod">
        <pc:chgData name="Kathryn Clark (Astrea Central)" userId="d0e16b62-87cd-4242-828a-2f5e276be710" providerId="ADAL" clId="{574625C2-C7CD-491C-B1A8-571854406932}" dt="2025-09-15T14:48:53.587" v="14322" actId="478"/>
        <pc:sldMkLst>
          <pc:docMk/>
          <pc:sldMk cId="1883185192" sldId="266"/>
        </pc:sldMkLst>
        <pc:spChg chg="add mod">
          <ac:chgData name="Kathryn Clark (Astrea Central)" userId="d0e16b62-87cd-4242-828a-2f5e276be710" providerId="ADAL" clId="{574625C2-C7CD-491C-B1A8-571854406932}" dt="2025-09-09T12:25:08.187" v="4740" actId="1035"/>
          <ac:spMkLst>
            <pc:docMk/>
            <pc:sldMk cId="1883185192" sldId="266"/>
            <ac:spMk id="17" creationId="{B02A6952-DC52-90CE-6A6E-0C27581B804B}"/>
          </ac:spMkLst>
        </pc:spChg>
        <pc:spChg chg="add mod">
          <ac:chgData name="Kathryn Clark (Astrea Central)" userId="d0e16b62-87cd-4242-828a-2f5e276be710" providerId="ADAL" clId="{574625C2-C7CD-491C-B1A8-571854406932}" dt="2025-09-09T12:23:06.267" v="4703" actId="1076"/>
          <ac:spMkLst>
            <pc:docMk/>
            <pc:sldMk cId="1883185192" sldId="266"/>
            <ac:spMk id="91" creationId="{3961A815-C8B8-75B9-AFB0-8FC56B8CDB75}"/>
          </ac:spMkLst>
        </pc:spChg>
        <pc:graphicFrameChg chg="mod modGraphic">
          <ac:chgData name="Kathryn Clark (Astrea Central)" userId="d0e16b62-87cd-4242-828a-2f5e276be710" providerId="ADAL" clId="{574625C2-C7CD-491C-B1A8-571854406932}" dt="2025-09-09T13:19:00.751" v="6103" actId="1035"/>
          <ac:graphicFrameMkLst>
            <pc:docMk/>
            <pc:sldMk cId="1883185192" sldId="266"/>
            <ac:graphicFrameMk id="8" creationId="{6C596A25-A3C7-8397-03CA-A4FF6905E838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15T10:25:02.932" v="8476" actId="20577"/>
          <ac:graphicFrameMkLst>
            <pc:docMk/>
            <pc:sldMk cId="1883185192" sldId="266"/>
            <ac:graphicFrameMk id="30" creationId="{517CD1F6-E105-2BBC-3352-2B497F8C6E37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6:04:33.574" v="6675" actId="20577"/>
          <ac:graphicFrameMkLst>
            <pc:docMk/>
            <pc:sldMk cId="1883185192" sldId="266"/>
            <ac:graphicFrameMk id="35" creationId="{95D54DF3-FC91-2F92-661B-2CE8DFA0D30C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2:23:00.330" v="4702" actId="1076"/>
          <ac:graphicFrameMkLst>
            <pc:docMk/>
            <pc:sldMk cId="1883185192" sldId="266"/>
            <ac:graphicFrameMk id="89" creationId="{DFF8C4CE-ECF4-7C01-870A-27DAA7CCB0F7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6:01:11.842" v="6586" actId="20577"/>
          <ac:graphicFrameMkLst>
            <pc:docMk/>
            <pc:sldMk cId="1883185192" sldId="266"/>
            <ac:graphicFrameMk id="90" creationId="{04C6A4DC-34D3-FD51-753C-CE172A07A315}"/>
          </ac:graphicFrameMkLst>
        </pc:graphicFrameChg>
        <pc:picChg chg="add mod">
          <ac:chgData name="Kathryn Clark (Astrea Central)" userId="d0e16b62-87cd-4242-828a-2f5e276be710" providerId="ADAL" clId="{574625C2-C7CD-491C-B1A8-571854406932}" dt="2025-09-09T13:19:09.395" v="6108" actId="1035"/>
          <ac:picMkLst>
            <pc:docMk/>
            <pc:sldMk cId="1883185192" sldId="266"/>
            <ac:picMk id="36" creationId="{18A1BD54-0A02-6D44-D159-90422DD110E5}"/>
          </ac:picMkLst>
        </pc:picChg>
        <pc:picChg chg="add mod">
          <ac:chgData name="Kathryn Clark (Astrea Central)" userId="d0e16b62-87cd-4242-828a-2f5e276be710" providerId="ADAL" clId="{574625C2-C7CD-491C-B1A8-571854406932}" dt="2025-09-09T12:25:08.187" v="4740" actId="1035"/>
          <ac:picMkLst>
            <pc:docMk/>
            <pc:sldMk cId="1883185192" sldId="266"/>
            <ac:picMk id="37" creationId="{5DC7D6D6-E66B-B107-A8E8-AE5B9E194C3C}"/>
          </ac:picMkLst>
        </pc:picChg>
        <pc:picChg chg="add mod">
          <ac:chgData name="Kathryn Clark (Astrea Central)" userId="d0e16b62-87cd-4242-828a-2f5e276be710" providerId="ADAL" clId="{574625C2-C7CD-491C-B1A8-571854406932}" dt="2025-09-09T13:19:09.395" v="6108" actId="1035"/>
          <ac:picMkLst>
            <pc:docMk/>
            <pc:sldMk cId="1883185192" sldId="266"/>
            <ac:picMk id="38" creationId="{16018B1B-73C5-4876-6828-2C5B4D8710A7}"/>
          </ac:picMkLst>
        </pc:picChg>
        <pc:picChg chg="add mod">
          <ac:chgData name="Kathryn Clark (Astrea Central)" userId="d0e16b62-87cd-4242-828a-2f5e276be710" providerId="ADAL" clId="{574625C2-C7CD-491C-B1A8-571854406932}" dt="2025-09-09T13:19:09.395" v="6108" actId="1035"/>
          <ac:picMkLst>
            <pc:docMk/>
            <pc:sldMk cId="1883185192" sldId="266"/>
            <ac:picMk id="88" creationId="{4588383F-9C46-D130-55DD-C428E65EE127}"/>
          </ac:picMkLst>
        </pc:picChg>
        <pc:picChg chg="add mod">
          <ac:chgData name="Kathryn Clark (Astrea Central)" userId="d0e16b62-87cd-4242-828a-2f5e276be710" providerId="ADAL" clId="{574625C2-C7CD-491C-B1A8-571854406932}" dt="2025-09-09T12:25:08.187" v="4740" actId="1035"/>
          <ac:picMkLst>
            <pc:docMk/>
            <pc:sldMk cId="1883185192" sldId="266"/>
            <ac:picMk id="92" creationId="{3043E8E2-3D92-6E7D-5AB5-0700E3325588}"/>
          </ac:picMkLst>
        </pc:picChg>
      </pc:sldChg>
      <pc:sldChg chg="addSp delSp modSp mod">
        <pc:chgData name="Kathryn Clark (Astrea Central)" userId="d0e16b62-87cd-4242-828a-2f5e276be710" providerId="ADAL" clId="{574625C2-C7CD-491C-B1A8-571854406932}" dt="2025-09-15T14:49:39.630" v="14343" actId="478"/>
        <pc:sldMkLst>
          <pc:docMk/>
          <pc:sldMk cId="2395810971" sldId="267"/>
        </pc:sldMkLst>
        <pc:spChg chg="add mod">
          <ac:chgData name="Kathryn Clark (Astrea Central)" userId="d0e16b62-87cd-4242-828a-2f5e276be710" providerId="ADAL" clId="{574625C2-C7CD-491C-B1A8-571854406932}" dt="2025-09-08T17:36:52.895" v="1129"/>
          <ac:spMkLst>
            <pc:docMk/>
            <pc:sldMk cId="2395810971" sldId="267"/>
            <ac:spMk id="2" creationId="{2F4FDF15-60CF-95EA-5208-0D1E94F2CE18}"/>
          </ac:spMkLst>
        </pc:spChg>
        <pc:spChg chg="add mod">
          <ac:chgData name="Kathryn Clark (Astrea Central)" userId="d0e16b62-87cd-4242-828a-2f5e276be710" providerId="ADAL" clId="{574625C2-C7CD-491C-B1A8-571854406932}" dt="2025-09-09T16:14:36.684" v="7054" actId="1076"/>
          <ac:spMkLst>
            <pc:docMk/>
            <pc:sldMk cId="2395810971" sldId="267"/>
            <ac:spMk id="6" creationId="{B4867BC6-E7CB-174B-9566-4B20AC71828B}"/>
          </ac:spMkLst>
        </pc:spChg>
        <pc:graphicFrameChg chg="mod ord modGraphic">
          <ac:chgData name="Kathryn Clark (Astrea Central)" userId="d0e16b62-87cd-4242-828a-2f5e276be710" providerId="ADAL" clId="{574625C2-C7CD-491C-B1A8-571854406932}" dt="2025-09-15T10:11:14.652" v="8088" actId="20577"/>
          <ac:graphicFrameMkLst>
            <pc:docMk/>
            <pc:sldMk cId="2395810971" sldId="267"/>
            <ac:graphicFrameMk id="4" creationId="{1CF5A2F7-BD87-C5E0-DCF4-74BC630AACED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6:02:26.186" v="6658" actId="20577"/>
          <ac:graphicFrameMkLst>
            <pc:docMk/>
            <pc:sldMk cId="2395810971" sldId="267"/>
            <ac:graphicFrameMk id="5" creationId="{1CAEB019-8BC9-DA95-879F-DD38A873D8BA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15T10:42:49.592" v="9042" actId="20577"/>
          <ac:graphicFrameMkLst>
            <pc:docMk/>
            <pc:sldMk cId="2395810971" sldId="267"/>
            <ac:graphicFrameMk id="29" creationId="{7F46DF53-1589-E4A1-AF1E-4E783DE4A23E}"/>
          </ac:graphicFrameMkLst>
        </pc:graphicFrameChg>
        <pc:picChg chg="add mod modCrop">
          <ac:chgData name="Kathryn Clark (Astrea Central)" userId="d0e16b62-87cd-4242-828a-2f5e276be710" providerId="ADAL" clId="{574625C2-C7CD-491C-B1A8-571854406932}" dt="2025-09-15T10:01:42.885" v="7888" actId="1076"/>
          <ac:picMkLst>
            <pc:docMk/>
            <pc:sldMk cId="2395810971" sldId="267"/>
            <ac:picMk id="48" creationId="{60A01EA5-8500-B464-4B45-270E28161D6E}"/>
          </ac:picMkLst>
        </pc:picChg>
        <pc:picChg chg="add mod">
          <ac:chgData name="Kathryn Clark (Astrea Central)" userId="d0e16b62-87cd-4242-828a-2f5e276be710" providerId="ADAL" clId="{574625C2-C7CD-491C-B1A8-571854406932}" dt="2025-09-15T10:02:01.776" v="7890" actId="1076"/>
          <ac:picMkLst>
            <pc:docMk/>
            <pc:sldMk cId="2395810971" sldId="267"/>
            <ac:picMk id="49" creationId="{0A965FFA-3726-CDE5-0766-4E6D9F7C7ABA}"/>
          </ac:picMkLst>
        </pc:picChg>
        <pc:picChg chg="add mod">
          <ac:chgData name="Kathryn Clark (Astrea Central)" userId="d0e16b62-87cd-4242-828a-2f5e276be710" providerId="ADAL" clId="{574625C2-C7CD-491C-B1A8-571854406932}" dt="2025-09-15T10:02:01.776" v="7890" actId="1076"/>
          <ac:picMkLst>
            <pc:docMk/>
            <pc:sldMk cId="2395810971" sldId="267"/>
            <ac:picMk id="50" creationId="{84256E79-B820-4C7C-034D-799607A7853C}"/>
          </ac:picMkLst>
        </pc:picChg>
        <pc:picChg chg="add mod">
          <ac:chgData name="Kathryn Clark (Astrea Central)" userId="d0e16b62-87cd-4242-828a-2f5e276be710" providerId="ADAL" clId="{574625C2-C7CD-491C-B1A8-571854406932}" dt="2025-09-15T10:02:15.120" v="7891" actId="1076"/>
          <ac:picMkLst>
            <pc:docMk/>
            <pc:sldMk cId="2395810971" sldId="267"/>
            <ac:picMk id="51" creationId="{2D392317-927E-51A7-489E-9A03A8271D35}"/>
          </ac:picMkLst>
        </pc:picChg>
        <pc:picChg chg="add mod">
          <ac:chgData name="Kathryn Clark (Astrea Central)" userId="d0e16b62-87cd-4242-828a-2f5e276be710" providerId="ADAL" clId="{574625C2-C7CD-491C-B1A8-571854406932}" dt="2025-09-15T10:02:15.120" v="7891" actId="1076"/>
          <ac:picMkLst>
            <pc:docMk/>
            <pc:sldMk cId="2395810971" sldId="267"/>
            <ac:picMk id="52" creationId="{64D35692-D695-8AF0-1B23-61E0208E0C9D}"/>
          </ac:picMkLst>
        </pc:picChg>
        <pc:picChg chg="add mod modCrop">
          <ac:chgData name="Kathryn Clark (Astrea Central)" userId="d0e16b62-87cd-4242-828a-2f5e276be710" providerId="ADAL" clId="{574625C2-C7CD-491C-B1A8-571854406932}" dt="2025-09-15T10:02:32.101" v="7900" actId="1076"/>
          <ac:picMkLst>
            <pc:docMk/>
            <pc:sldMk cId="2395810971" sldId="267"/>
            <ac:picMk id="53" creationId="{2B952748-AB57-A9EC-B1F1-E12F70B367CA}"/>
          </ac:picMkLst>
        </pc:picChg>
        <pc:picChg chg="add mod modCrop">
          <ac:chgData name="Kathryn Clark (Astrea Central)" userId="d0e16b62-87cd-4242-828a-2f5e276be710" providerId="ADAL" clId="{574625C2-C7CD-491C-B1A8-571854406932}" dt="2025-09-15T10:02:40.778" v="7903" actId="1076"/>
          <ac:picMkLst>
            <pc:docMk/>
            <pc:sldMk cId="2395810971" sldId="267"/>
            <ac:picMk id="54" creationId="{2DFAE509-BBE8-FB44-57BA-485734B1AE61}"/>
          </ac:picMkLst>
        </pc:picChg>
        <pc:picChg chg="add mod modCrop">
          <ac:chgData name="Kathryn Clark (Astrea Central)" userId="d0e16b62-87cd-4242-828a-2f5e276be710" providerId="ADAL" clId="{574625C2-C7CD-491C-B1A8-571854406932}" dt="2025-09-15T10:02:47.911" v="7907" actId="1076"/>
          <ac:picMkLst>
            <pc:docMk/>
            <pc:sldMk cId="2395810971" sldId="267"/>
            <ac:picMk id="55" creationId="{7B6E4D7C-FC4F-0C59-DADD-92AE16B0671B}"/>
          </ac:picMkLst>
        </pc:picChg>
        <pc:picChg chg="add mod modCrop">
          <ac:chgData name="Kathryn Clark (Astrea Central)" userId="d0e16b62-87cd-4242-828a-2f5e276be710" providerId="ADAL" clId="{574625C2-C7CD-491C-B1A8-571854406932}" dt="2025-09-15T10:02:54.548" v="7910" actId="18131"/>
          <ac:picMkLst>
            <pc:docMk/>
            <pc:sldMk cId="2395810971" sldId="267"/>
            <ac:picMk id="56" creationId="{4FC76C64-586D-0B85-00C8-C1133A03CEA3}"/>
          </ac:picMkLst>
        </pc:picChg>
        <pc:picChg chg="add mod">
          <ac:chgData name="Kathryn Clark (Astrea Central)" userId="d0e16b62-87cd-4242-828a-2f5e276be710" providerId="ADAL" clId="{574625C2-C7CD-491C-B1A8-571854406932}" dt="2025-09-15T10:03:14.436" v="7916" actId="1076"/>
          <ac:picMkLst>
            <pc:docMk/>
            <pc:sldMk cId="2395810971" sldId="267"/>
            <ac:picMk id="57" creationId="{D21FB874-0A01-4A12-EA21-C3981A525D6A}"/>
          </ac:picMkLst>
        </pc:picChg>
        <pc:picChg chg="add mod">
          <ac:chgData name="Kathryn Clark (Astrea Central)" userId="d0e16b62-87cd-4242-828a-2f5e276be710" providerId="ADAL" clId="{574625C2-C7CD-491C-B1A8-571854406932}" dt="2025-09-15T10:03:14.436" v="7916" actId="1076"/>
          <ac:picMkLst>
            <pc:docMk/>
            <pc:sldMk cId="2395810971" sldId="267"/>
            <ac:picMk id="58" creationId="{7C7B7B05-1EEC-464B-0B16-7777735B1A38}"/>
          </ac:picMkLst>
        </pc:picChg>
        <pc:picChg chg="add mod">
          <ac:chgData name="Kathryn Clark (Astrea Central)" userId="d0e16b62-87cd-4242-828a-2f5e276be710" providerId="ADAL" clId="{574625C2-C7CD-491C-B1A8-571854406932}" dt="2025-09-15T10:03:14.436" v="7916" actId="1076"/>
          <ac:picMkLst>
            <pc:docMk/>
            <pc:sldMk cId="2395810971" sldId="267"/>
            <ac:picMk id="59" creationId="{FC7B1FE8-9F48-4EC8-9E05-60FE0421FE8E}"/>
          </ac:picMkLst>
        </pc:picChg>
        <pc:picChg chg="add mod">
          <ac:chgData name="Kathryn Clark (Astrea Central)" userId="d0e16b62-87cd-4242-828a-2f5e276be710" providerId="ADAL" clId="{574625C2-C7CD-491C-B1A8-571854406932}" dt="2025-09-15T10:03:14.436" v="7916" actId="1076"/>
          <ac:picMkLst>
            <pc:docMk/>
            <pc:sldMk cId="2395810971" sldId="267"/>
            <ac:picMk id="60" creationId="{0A2D80B5-C6B3-7C1E-CA94-3B27D6DCE4CF}"/>
          </ac:picMkLst>
        </pc:picChg>
        <pc:picChg chg="add mod">
          <ac:chgData name="Kathryn Clark (Astrea Central)" userId="d0e16b62-87cd-4242-828a-2f5e276be710" providerId="ADAL" clId="{574625C2-C7CD-491C-B1A8-571854406932}" dt="2025-09-15T10:03:54.965" v="7933" actId="1076"/>
          <ac:picMkLst>
            <pc:docMk/>
            <pc:sldMk cId="2395810971" sldId="267"/>
            <ac:picMk id="61" creationId="{FD889C56-28D6-DF10-4769-63BFFDC6D4F6}"/>
          </ac:picMkLst>
        </pc:picChg>
        <pc:picChg chg="add mod">
          <ac:chgData name="Kathryn Clark (Astrea Central)" userId="d0e16b62-87cd-4242-828a-2f5e276be710" providerId="ADAL" clId="{574625C2-C7CD-491C-B1A8-571854406932}" dt="2025-09-15T10:04:00.126" v="7936" actId="18131"/>
          <ac:picMkLst>
            <pc:docMk/>
            <pc:sldMk cId="2395810971" sldId="267"/>
            <ac:picMk id="62" creationId="{CB03BB75-B615-ECD8-6A8D-80E00E03D8DF}"/>
          </ac:picMkLst>
        </pc:picChg>
        <pc:picChg chg="add mod">
          <ac:chgData name="Kathryn Clark (Astrea Central)" userId="d0e16b62-87cd-4242-828a-2f5e276be710" providerId="ADAL" clId="{574625C2-C7CD-491C-B1A8-571854406932}" dt="2025-09-15T10:04:10.366" v="7941" actId="18131"/>
          <ac:picMkLst>
            <pc:docMk/>
            <pc:sldMk cId="2395810971" sldId="267"/>
            <ac:picMk id="63" creationId="{77104162-F9FB-365A-7B6F-86F3ED067283}"/>
          </ac:picMkLst>
        </pc:picChg>
        <pc:picChg chg="add mod">
          <ac:chgData name="Kathryn Clark (Astrea Central)" userId="d0e16b62-87cd-4242-828a-2f5e276be710" providerId="ADAL" clId="{574625C2-C7CD-491C-B1A8-571854406932}" dt="2025-09-15T10:04:35.175" v="7946" actId="1076"/>
          <ac:picMkLst>
            <pc:docMk/>
            <pc:sldMk cId="2395810971" sldId="267"/>
            <ac:picMk id="3072" creationId="{DF1A8CCB-A3FA-06A9-1F66-BBF03B2367BC}"/>
          </ac:picMkLst>
        </pc:picChg>
        <pc:picChg chg="add mod">
          <ac:chgData name="Kathryn Clark (Astrea Central)" userId="d0e16b62-87cd-4242-828a-2f5e276be710" providerId="ADAL" clId="{574625C2-C7CD-491C-B1A8-571854406932}" dt="2025-09-15T10:03:39.885" v="7927" actId="1076"/>
          <ac:picMkLst>
            <pc:docMk/>
            <pc:sldMk cId="2395810971" sldId="267"/>
            <ac:picMk id="3074" creationId="{0872DDAB-DD88-E453-5CED-5993F0CDB347}"/>
          </ac:picMkLst>
        </pc:picChg>
        <pc:picChg chg="add mod">
          <ac:chgData name="Kathryn Clark (Astrea Central)" userId="d0e16b62-87cd-4242-828a-2f5e276be710" providerId="ADAL" clId="{574625C2-C7CD-491C-B1A8-571854406932}" dt="2025-09-15T10:04:46.494" v="7949" actId="1076"/>
          <ac:picMkLst>
            <pc:docMk/>
            <pc:sldMk cId="2395810971" sldId="267"/>
            <ac:picMk id="3075" creationId="{D34F16B1-E8D0-A30E-AF5A-956DB611D2FC}"/>
          </ac:picMkLst>
        </pc:picChg>
        <pc:picChg chg="add mod">
          <ac:chgData name="Kathryn Clark (Astrea Central)" userId="d0e16b62-87cd-4242-828a-2f5e276be710" providerId="ADAL" clId="{574625C2-C7CD-491C-B1A8-571854406932}" dt="2025-09-15T10:06:10.884" v="7984" actId="1076"/>
          <ac:picMkLst>
            <pc:docMk/>
            <pc:sldMk cId="2395810971" sldId="267"/>
            <ac:picMk id="3076" creationId="{9220CF21-8C44-5807-2C30-FF15DBC0FEA5}"/>
          </ac:picMkLst>
        </pc:picChg>
        <pc:picChg chg="add mod">
          <ac:chgData name="Kathryn Clark (Astrea Central)" userId="d0e16b62-87cd-4242-828a-2f5e276be710" providerId="ADAL" clId="{574625C2-C7CD-491C-B1A8-571854406932}" dt="2025-09-15T10:04:46.494" v="7949" actId="1076"/>
          <ac:picMkLst>
            <pc:docMk/>
            <pc:sldMk cId="2395810971" sldId="267"/>
            <ac:picMk id="3077" creationId="{4056018C-CDBE-BD65-FF1E-AA7819D4659C}"/>
          </ac:picMkLst>
        </pc:picChg>
        <pc:picChg chg="add mod">
          <ac:chgData name="Kathryn Clark (Astrea Central)" userId="d0e16b62-87cd-4242-828a-2f5e276be710" providerId="ADAL" clId="{574625C2-C7CD-491C-B1A8-571854406932}" dt="2025-09-15T10:08:27.993" v="8034" actId="1076"/>
          <ac:picMkLst>
            <pc:docMk/>
            <pc:sldMk cId="2395810971" sldId="267"/>
            <ac:picMk id="3078" creationId="{0EAC84CD-9580-3473-11D4-4FEBA2212DA5}"/>
          </ac:picMkLst>
        </pc:picChg>
        <pc:picChg chg="add mod">
          <ac:chgData name="Kathryn Clark (Astrea Central)" userId="d0e16b62-87cd-4242-828a-2f5e276be710" providerId="ADAL" clId="{574625C2-C7CD-491C-B1A8-571854406932}" dt="2025-09-15T10:04:46.494" v="7949" actId="1076"/>
          <ac:picMkLst>
            <pc:docMk/>
            <pc:sldMk cId="2395810971" sldId="267"/>
            <ac:picMk id="3079" creationId="{4C59BC29-6905-1EAD-63D9-836F900B66F6}"/>
          </ac:picMkLst>
        </pc:picChg>
        <pc:picChg chg="add mod">
          <ac:chgData name="Kathryn Clark (Astrea Central)" userId="d0e16b62-87cd-4242-828a-2f5e276be710" providerId="ADAL" clId="{574625C2-C7CD-491C-B1A8-571854406932}" dt="2025-09-15T10:09:27.296" v="8047" actId="1076"/>
          <ac:picMkLst>
            <pc:docMk/>
            <pc:sldMk cId="2395810971" sldId="267"/>
            <ac:picMk id="3080" creationId="{78394972-1FEE-06C8-5C55-A92842ACE3BD}"/>
          </ac:picMkLst>
        </pc:picChg>
        <pc:picChg chg="add mod">
          <ac:chgData name="Kathryn Clark (Astrea Central)" userId="d0e16b62-87cd-4242-828a-2f5e276be710" providerId="ADAL" clId="{574625C2-C7CD-491C-B1A8-571854406932}" dt="2025-09-15T10:04:46.494" v="7949" actId="1076"/>
          <ac:picMkLst>
            <pc:docMk/>
            <pc:sldMk cId="2395810971" sldId="267"/>
            <ac:picMk id="3081" creationId="{0C58D58B-3960-BD15-9B78-63B47E73A1A0}"/>
          </ac:picMkLst>
        </pc:picChg>
        <pc:picChg chg="add mod">
          <ac:chgData name="Kathryn Clark (Astrea Central)" userId="d0e16b62-87cd-4242-828a-2f5e276be710" providerId="ADAL" clId="{574625C2-C7CD-491C-B1A8-571854406932}" dt="2025-09-15T10:13:01.828" v="8128" actId="1076"/>
          <ac:picMkLst>
            <pc:docMk/>
            <pc:sldMk cId="2395810971" sldId="267"/>
            <ac:picMk id="3082" creationId="{C9C3C88E-56B6-DBCE-B866-36BD109B0049}"/>
          </ac:picMkLst>
        </pc:picChg>
        <pc:picChg chg="add mod">
          <ac:chgData name="Kathryn Clark (Astrea Central)" userId="d0e16b62-87cd-4242-828a-2f5e276be710" providerId="ADAL" clId="{574625C2-C7CD-491C-B1A8-571854406932}" dt="2025-09-15T10:04:53.956" v="7951" actId="1076"/>
          <ac:picMkLst>
            <pc:docMk/>
            <pc:sldMk cId="2395810971" sldId="267"/>
            <ac:picMk id="3083" creationId="{477E9DCA-E3A1-D272-1DD5-18205D9935C0}"/>
          </ac:picMkLst>
        </pc:picChg>
        <pc:picChg chg="add mod">
          <ac:chgData name="Kathryn Clark (Astrea Central)" userId="d0e16b62-87cd-4242-828a-2f5e276be710" providerId="ADAL" clId="{574625C2-C7CD-491C-B1A8-571854406932}" dt="2025-09-15T10:04:53.956" v="7951" actId="1076"/>
          <ac:picMkLst>
            <pc:docMk/>
            <pc:sldMk cId="2395810971" sldId="267"/>
            <ac:picMk id="3084" creationId="{9EAC6444-E00F-ABDA-D26C-F066BDD93C38}"/>
          </ac:picMkLst>
        </pc:picChg>
        <pc:picChg chg="add mod">
          <ac:chgData name="Kathryn Clark (Astrea Central)" userId="d0e16b62-87cd-4242-828a-2f5e276be710" providerId="ADAL" clId="{574625C2-C7CD-491C-B1A8-571854406932}" dt="2025-09-15T10:04:53.956" v="7951" actId="1076"/>
          <ac:picMkLst>
            <pc:docMk/>
            <pc:sldMk cId="2395810971" sldId="267"/>
            <ac:picMk id="3085" creationId="{D0C60DBE-8D44-AA11-8AB1-418CDE0AE22D}"/>
          </ac:picMkLst>
        </pc:picChg>
        <pc:picChg chg="add mod">
          <ac:chgData name="Kathryn Clark (Astrea Central)" userId="d0e16b62-87cd-4242-828a-2f5e276be710" providerId="ADAL" clId="{574625C2-C7CD-491C-B1A8-571854406932}" dt="2025-09-15T10:04:53.956" v="7951" actId="1076"/>
          <ac:picMkLst>
            <pc:docMk/>
            <pc:sldMk cId="2395810971" sldId="267"/>
            <ac:picMk id="3086" creationId="{7E947B6F-0468-0C1F-3E2A-6206CEF15BB8}"/>
          </ac:picMkLst>
        </pc:picChg>
        <pc:picChg chg="add mod">
          <ac:chgData name="Kathryn Clark (Astrea Central)" userId="d0e16b62-87cd-4242-828a-2f5e276be710" providerId="ADAL" clId="{574625C2-C7CD-491C-B1A8-571854406932}" dt="2025-09-15T10:07:59.148" v="8028" actId="1076"/>
          <ac:picMkLst>
            <pc:docMk/>
            <pc:sldMk cId="2395810971" sldId="267"/>
            <ac:picMk id="3087" creationId="{9E003D13-EF47-3ED5-38A7-5AA03CB285F1}"/>
          </ac:picMkLst>
        </pc:picChg>
        <pc:picChg chg="add mod">
          <ac:chgData name="Kathryn Clark (Astrea Central)" userId="d0e16b62-87cd-4242-828a-2f5e276be710" providerId="ADAL" clId="{574625C2-C7CD-491C-B1A8-571854406932}" dt="2025-09-15T10:07:59.148" v="8028" actId="1076"/>
          <ac:picMkLst>
            <pc:docMk/>
            <pc:sldMk cId="2395810971" sldId="267"/>
            <ac:picMk id="3088" creationId="{2F8CCA54-4E88-3A23-77B8-4C82AD878557}"/>
          </ac:picMkLst>
        </pc:picChg>
        <pc:picChg chg="add mod">
          <ac:chgData name="Kathryn Clark (Astrea Central)" userId="d0e16b62-87cd-4242-828a-2f5e276be710" providerId="ADAL" clId="{574625C2-C7CD-491C-B1A8-571854406932}" dt="2025-09-15T10:07:59.148" v="8028" actId="1076"/>
          <ac:picMkLst>
            <pc:docMk/>
            <pc:sldMk cId="2395810971" sldId="267"/>
            <ac:picMk id="3089" creationId="{CF0D0A03-D78E-D317-2993-8B514D47A3F7}"/>
          </ac:picMkLst>
        </pc:picChg>
        <pc:picChg chg="add mod">
          <ac:chgData name="Kathryn Clark (Astrea Central)" userId="d0e16b62-87cd-4242-828a-2f5e276be710" providerId="ADAL" clId="{574625C2-C7CD-491C-B1A8-571854406932}" dt="2025-09-15T10:07:59.148" v="8028" actId="1076"/>
          <ac:picMkLst>
            <pc:docMk/>
            <pc:sldMk cId="2395810971" sldId="267"/>
            <ac:picMk id="3090" creationId="{939C6B38-9356-A2DA-8835-AF0FD3670335}"/>
          </ac:picMkLst>
        </pc:picChg>
        <pc:picChg chg="add mod">
          <ac:chgData name="Kathryn Clark (Astrea Central)" userId="d0e16b62-87cd-4242-828a-2f5e276be710" providerId="ADAL" clId="{574625C2-C7CD-491C-B1A8-571854406932}" dt="2025-09-15T10:11:34.377" v="8097" actId="1076"/>
          <ac:picMkLst>
            <pc:docMk/>
            <pc:sldMk cId="2395810971" sldId="267"/>
            <ac:picMk id="3091" creationId="{D048A94F-D144-C31E-589E-C040B5B18D81}"/>
          </ac:picMkLst>
        </pc:picChg>
        <pc:picChg chg="add mod">
          <ac:chgData name="Kathryn Clark (Astrea Central)" userId="d0e16b62-87cd-4242-828a-2f5e276be710" providerId="ADAL" clId="{574625C2-C7CD-491C-B1A8-571854406932}" dt="2025-09-15T10:11:35.189" v="8098" actId="1076"/>
          <ac:picMkLst>
            <pc:docMk/>
            <pc:sldMk cId="2395810971" sldId="267"/>
            <ac:picMk id="3092" creationId="{FBB20862-9368-896B-931D-D0CD70B13BC2}"/>
          </ac:picMkLst>
        </pc:picChg>
        <pc:picChg chg="add mod">
          <ac:chgData name="Kathryn Clark (Astrea Central)" userId="d0e16b62-87cd-4242-828a-2f5e276be710" providerId="ADAL" clId="{574625C2-C7CD-491C-B1A8-571854406932}" dt="2025-09-15T10:11:36.529" v="8099" actId="1076"/>
          <ac:picMkLst>
            <pc:docMk/>
            <pc:sldMk cId="2395810971" sldId="267"/>
            <ac:picMk id="3093" creationId="{C9483FC5-3AC4-398B-25CD-7887D831513D}"/>
          </ac:picMkLst>
        </pc:picChg>
        <pc:picChg chg="add mod">
          <ac:chgData name="Kathryn Clark (Astrea Central)" userId="d0e16b62-87cd-4242-828a-2f5e276be710" providerId="ADAL" clId="{574625C2-C7CD-491C-B1A8-571854406932}" dt="2025-09-15T10:11:37.324" v="8100" actId="1076"/>
          <ac:picMkLst>
            <pc:docMk/>
            <pc:sldMk cId="2395810971" sldId="267"/>
            <ac:picMk id="3094" creationId="{25B698FB-3532-2D9E-1C9F-03A2570112A0}"/>
          </ac:picMkLst>
        </pc:picChg>
        <pc:picChg chg="add mod">
          <ac:chgData name="Kathryn Clark (Astrea Central)" userId="d0e16b62-87cd-4242-828a-2f5e276be710" providerId="ADAL" clId="{574625C2-C7CD-491C-B1A8-571854406932}" dt="2025-09-15T10:05:47.163" v="7974" actId="1076"/>
          <ac:picMkLst>
            <pc:docMk/>
            <pc:sldMk cId="2395810971" sldId="267"/>
            <ac:picMk id="3095" creationId="{59ADC5E3-8F23-3B35-715E-C50DDC8CF5CA}"/>
          </ac:picMkLst>
        </pc:picChg>
        <pc:picChg chg="add mod">
          <ac:chgData name="Kathryn Clark (Astrea Central)" userId="d0e16b62-87cd-4242-828a-2f5e276be710" providerId="ADAL" clId="{574625C2-C7CD-491C-B1A8-571854406932}" dt="2025-09-15T10:06:01.930" v="7982" actId="18131"/>
          <ac:picMkLst>
            <pc:docMk/>
            <pc:sldMk cId="2395810971" sldId="267"/>
            <ac:picMk id="3096" creationId="{9D990FB6-DB46-290D-FB4A-BE4851002EB6}"/>
          </ac:picMkLst>
        </pc:picChg>
        <pc:picChg chg="add mod">
          <ac:chgData name="Kathryn Clark (Astrea Central)" userId="d0e16b62-87cd-4242-828a-2f5e276be710" providerId="ADAL" clId="{574625C2-C7CD-491C-B1A8-571854406932}" dt="2025-09-15T10:05:58.329" v="7981" actId="18131"/>
          <ac:picMkLst>
            <pc:docMk/>
            <pc:sldMk cId="2395810971" sldId="267"/>
            <ac:picMk id="3097" creationId="{F428C451-AD36-5240-F46B-8F5100567B2D}"/>
          </ac:picMkLst>
        </pc:picChg>
        <pc:picChg chg="add mod">
          <ac:chgData name="Kathryn Clark (Astrea Central)" userId="d0e16b62-87cd-4242-828a-2f5e276be710" providerId="ADAL" clId="{574625C2-C7CD-491C-B1A8-571854406932}" dt="2025-09-15T10:06:05.815" v="7983" actId="18131"/>
          <ac:picMkLst>
            <pc:docMk/>
            <pc:sldMk cId="2395810971" sldId="267"/>
            <ac:picMk id="3098" creationId="{34C06AE0-D6BC-C45B-6B09-16C05A10EC7F}"/>
          </ac:picMkLst>
        </pc:picChg>
        <pc:picChg chg="add mod">
          <ac:chgData name="Kathryn Clark (Astrea Central)" userId="d0e16b62-87cd-4242-828a-2f5e276be710" providerId="ADAL" clId="{574625C2-C7CD-491C-B1A8-571854406932}" dt="2025-09-15T10:08:27.993" v="8034" actId="1076"/>
          <ac:picMkLst>
            <pc:docMk/>
            <pc:sldMk cId="2395810971" sldId="267"/>
            <ac:picMk id="3100" creationId="{076879B9-2981-10D6-10D6-C6399DFE7365}"/>
          </ac:picMkLst>
        </pc:picChg>
        <pc:picChg chg="add mod">
          <ac:chgData name="Kathryn Clark (Astrea Central)" userId="d0e16b62-87cd-4242-828a-2f5e276be710" providerId="ADAL" clId="{574625C2-C7CD-491C-B1A8-571854406932}" dt="2025-09-15T10:08:27.993" v="8034" actId="1076"/>
          <ac:picMkLst>
            <pc:docMk/>
            <pc:sldMk cId="2395810971" sldId="267"/>
            <ac:picMk id="3101" creationId="{620070FA-C29F-33DF-6D15-F97CB3DB711B}"/>
          </ac:picMkLst>
        </pc:picChg>
        <pc:picChg chg="add mod">
          <ac:chgData name="Kathryn Clark (Astrea Central)" userId="d0e16b62-87cd-4242-828a-2f5e276be710" providerId="ADAL" clId="{574625C2-C7CD-491C-B1A8-571854406932}" dt="2025-09-15T10:08:27.993" v="8034" actId="1076"/>
          <ac:picMkLst>
            <pc:docMk/>
            <pc:sldMk cId="2395810971" sldId="267"/>
            <ac:picMk id="3102" creationId="{187D6579-6C81-AEA3-FCD0-FE07041BD227}"/>
          </ac:picMkLst>
        </pc:picChg>
        <pc:picChg chg="add mod">
          <ac:chgData name="Kathryn Clark (Astrea Central)" userId="d0e16b62-87cd-4242-828a-2f5e276be710" providerId="ADAL" clId="{574625C2-C7CD-491C-B1A8-571854406932}" dt="2025-09-15T10:08:27.993" v="8034" actId="1076"/>
          <ac:picMkLst>
            <pc:docMk/>
            <pc:sldMk cId="2395810971" sldId="267"/>
            <ac:picMk id="3103" creationId="{5D114EE1-9DF4-CC3F-3DF4-B346C58E53DA}"/>
          </ac:picMkLst>
        </pc:picChg>
        <pc:picChg chg="add mod">
          <ac:chgData name="Kathryn Clark (Astrea Central)" userId="d0e16b62-87cd-4242-828a-2f5e276be710" providerId="ADAL" clId="{574625C2-C7CD-491C-B1A8-571854406932}" dt="2025-09-15T10:08:27.993" v="8034" actId="1076"/>
          <ac:picMkLst>
            <pc:docMk/>
            <pc:sldMk cId="2395810971" sldId="267"/>
            <ac:picMk id="3104" creationId="{B6870592-C530-2C1B-3BF5-26401F7CD7C4}"/>
          </ac:picMkLst>
        </pc:picChg>
        <pc:picChg chg="add mod">
          <ac:chgData name="Kathryn Clark (Astrea Central)" userId="d0e16b62-87cd-4242-828a-2f5e276be710" providerId="ADAL" clId="{574625C2-C7CD-491C-B1A8-571854406932}" dt="2025-09-15T10:09:28.563" v="8048" actId="1076"/>
          <ac:picMkLst>
            <pc:docMk/>
            <pc:sldMk cId="2395810971" sldId="267"/>
            <ac:picMk id="3106" creationId="{24611B8D-9F85-3117-9E40-871E71282FE9}"/>
          </ac:picMkLst>
        </pc:picChg>
        <pc:picChg chg="add mod">
          <ac:chgData name="Kathryn Clark (Astrea Central)" userId="d0e16b62-87cd-4242-828a-2f5e276be710" providerId="ADAL" clId="{574625C2-C7CD-491C-B1A8-571854406932}" dt="2025-09-15T10:09:39.699" v="8053" actId="1076"/>
          <ac:picMkLst>
            <pc:docMk/>
            <pc:sldMk cId="2395810971" sldId="267"/>
            <ac:picMk id="3107" creationId="{6EB52482-6AEC-5187-575D-784721F2713A}"/>
          </ac:picMkLst>
        </pc:picChg>
        <pc:picChg chg="add mod">
          <ac:chgData name="Kathryn Clark (Astrea Central)" userId="d0e16b62-87cd-4242-828a-2f5e276be710" providerId="ADAL" clId="{574625C2-C7CD-491C-B1A8-571854406932}" dt="2025-09-15T10:09:48.025" v="8057" actId="1076"/>
          <ac:picMkLst>
            <pc:docMk/>
            <pc:sldMk cId="2395810971" sldId="267"/>
            <ac:picMk id="3108" creationId="{ACCFBBF2-7C16-B67E-733A-A416C0495E15}"/>
          </ac:picMkLst>
        </pc:picChg>
        <pc:picChg chg="add mod">
          <ac:chgData name="Kathryn Clark (Astrea Central)" userId="d0e16b62-87cd-4242-828a-2f5e276be710" providerId="ADAL" clId="{574625C2-C7CD-491C-B1A8-571854406932}" dt="2025-09-15T10:09:55.528" v="8061" actId="18131"/>
          <ac:picMkLst>
            <pc:docMk/>
            <pc:sldMk cId="2395810971" sldId="267"/>
            <ac:picMk id="3109" creationId="{E43B531A-0639-B716-EF4E-FB0E14C99114}"/>
          </ac:picMkLst>
        </pc:picChg>
        <pc:picChg chg="add mod">
          <ac:chgData name="Kathryn Clark (Astrea Central)" userId="d0e16b62-87cd-4242-828a-2f5e276be710" providerId="ADAL" clId="{574625C2-C7CD-491C-B1A8-571854406932}" dt="2025-09-15T10:10:07.976" v="8065" actId="1076"/>
          <ac:picMkLst>
            <pc:docMk/>
            <pc:sldMk cId="2395810971" sldId="267"/>
            <ac:picMk id="3110" creationId="{0038A109-664F-0B24-4CD4-82C6B2C302E6}"/>
          </ac:picMkLst>
        </pc:picChg>
        <pc:picChg chg="add mod">
          <ac:chgData name="Kathryn Clark (Astrea Central)" userId="d0e16b62-87cd-4242-828a-2f5e276be710" providerId="ADAL" clId="{574625C2-C7CD-491C-B1A8-571854406932}" dt="2025-09-15T10:13:09.943" v="8129" actId="1076"/>
          <ac:picMkLst>
            <pc:docMk/>
            <pc:sldMk cId="2395810971" sldId="267"/>
            <ac:picMk id="3112" creationId="{D0716EEC-D46B-6A8F-EC63-270A7A69DB57}"/>
          </ac:picMkLst>
        </pc:picChg>
        <pc:picChg chg="add mod">
          <ac:chgData name="Kathryn Clark (Astrea Central)" userId="d0e16b62-87cd-4242-828a-2f5e276be710" providerId="ADAL" clId="{574625C2-C7CD-491C-B1A8-571854406932}" dt="2025-09-15T10:12:00.156" v="8112" actId="1076"/>
          <ac:picMkLst>
            <pc:docMk/>
            <pc:sldMk cId="2395810971" sldId="267"/>
            <ac:picMk id="3113" creationId="{B954D42F-14D1-69E2-1E98-9967ACB4F552}"/>
          </ac:picMkLst>
        </pc:picChg>
        <pc:picChg chg="add mod">
          <ac:chgData name="Kathryn Clark (Astrea Central)" userId="d0e16b62-87cd-4242-828a-2f5e276be710" providerId="ADAL" clId="{574625C2-C7CD-491C-B1A8-571854406932}" dt="2025-09-15T10:12:10.993" v="8115" actId="1076"/>
          <ac:picMkLst>
            <pc:docMk/>
            <pc:sldMk cId="2395810971" sldId="267"/>
            <ac:picMk id="3114" creationId="{453047EB-4A6A-D5D8-2591-57EE9C659A9E}"/>
          </ac:picMkLst>
        </pc:picChg>
        <pc:picChg chg="add mod">
          <ac:chgData name="Kathryn Clark (Astrea Central)" userId="d0e16b62-87cd-4242-828a-2f5e276be710" providerId="ADAL" clId="{574625C2-C7CD-491C-B1A8-571854406932}" dt="2025-09-15T10:12:20.736" v="8118" actId="18131"/>
          <ac:picMkLst>
            <pc:docMk/>
            <pc:sldMk cId="2395810971" sldId="267"/>
            <ac:picMk id="3115" creationId="{E845EE61-1D36-D66A-14C4-E5EA64FB0572}"/>
          </ac:picMkLst>
        </pc:picChg>
        <pc:picChg chg="add mod">
          <ac:chgData name="Kathryn Clark (Astrea Central)" userId="d0e16b62-87cd-4242-828a-2f5e276be710" providerId="ADAL" clId="{574625C2-C7CD-491C-B1A8-571854406932}" dt="2025-09-15T10:12:28.724" v="8121" actId="18131"/>
          <ac:picMkLst>
            <pc:docMk/>
            <pc:sldMk cId="2395810971" sldId="267"/>
            <ac:picMk id="3116" creationId="{2D345AC4-B9E7-4645-769B-2E820062304F}"/>
          </ac:picMkLst>
        </pc:picChg>
      </pc:sldChg>
      <pc:sldChg chg="addSp delSp modSp mod">
        <pc:chgData name="Kathryn Clark (Astrea Central)" userId="d0e16b62-87cd-4242-828a-2f5e276be710" providerId="ADAL" clId="{574625C2-C7CD-491C-B1A8-571854406932}" dt="2025-09-15T14:49:51.127" v="14348" actId="478"/>
        <pc:sldMkLst>
          <pc:docMk/>
          <pc:sldMk cId="1837183326" sldId="269"/>
        </pc:sldMkLst>
        <pc:spChg chg="add mod">
          <ac:chgData name="Kathryn Clark (Astrea Central)" userId="d0e16b62-87cd-4242-828a-2f5e276be710" providerId="ADAL" clId="{574625C2-C7CD-491C-B1A8-571854406932}" dt="2025-09-08T17:37:05.556" v="1135"/>
          <ac:spMkLst>
            <pc:docMk/>
            <pc:sldMk cId="1837183326" sldId="269"/>
            <ac:spMk id="2" creationId="{7C8123D7-2092-A807-3061-8EA7C062DC09}"/>
          </ac:spMkLst>
        </pc:spChg>
        <pc:spChg chg="add mod">
          <ac:chgData name="Kathryn Clark (Astrea Central)" userId="d0e16b62-87cd-4242-828a-2f5e276be710" providerId="ADAL" clId="{574625C2-C7CD-491C-B1A8-571854406932}" dt="2025-09-09T09:40:34.018" v="2214" actId="14100"/>
          <ac:spMkLst>
            <pc:docMk/>
            <pc:sldMk cId="1837183326" sldId="269"/>
            <ac:spMk id="3" creationId="{62335B77-F84A-A66B-E415-85C0DBB26C00}"/>
          </ac:spMkLst>
        </pc:spChg>
        <pc:spChg chg="add mod">
          <ac:chgData name="Kathryn Clark (Astrea Central)" userId="d0e16b62-87cd-4242-828a-2f5e276be710" providerId="ADAL" clId="{574625C2-C7CD-491C-B1A8-571854406932}" dt="2025-09-15T11:20:44.210" v="10326" actId="207"/>
          <ac:spMkLst>
            <pc:docMk/>
            <pc:sldMk cId="1837183326" sldId="269"/>
            <ac:spMk id="30" creationId="{56ECF04D-2595-F14A-78EB-2B915AAC0942}"/>
          </ac:spMkLst>
        </pc:spChg>
        <pc:graphicFrameChg chg="mod">
          <ac:chgData name="Kathryn Clark (Astrea Central)" userId="d0e16b62-87cd-4242-828a-2f5e276be710" providerId="ADAL" clId="{574625C2-C7CD-491C-B1A8-571854406932}" dt="2025-09-15T11:08:20.397" v="9727" actId="20577"/>
          <ac:graphicFrameMkLst>
            <pc:docMk/>
            <pc:sldMk cId="1837183326" sldId="269"/>
            <ac:graphicFrameMk id="6" creationId="{5F0791AC-B869-1E24-B6E6-89D37D2F9FF4}"/>
          </ac:graphicFrameMkLst>
        </pc:graphicFrameChg>
        <pc:graphicFrameChg chg="mod">
          <ac:chgData name="Kathryn Clark (Astrea Central)" userId="d0e16b62-87cd-4242-828a-2f5e276be710" providerId="ADAL" clId="{574625C2-C7CD-491C-B1A8-571854406932}" dt="2025-09-15T11:19:57.223" v="10290" actId="121"/>
          <ac:graphicFrameMkLst>
            <pc:docMk/>
            <pc:sldMk cId="1837183326" sldId="269"/>
            <ac:graphicFrameMk id="8" creationId="{057C7D38-AA1D-E438-9564-B6738A9E75E9}"/>
          </ac:graphicFrameMkLst>
        </pc:graphicFrameChg>
      </pc:sldChg>
      <pc:sldChg chg="delSp modSp add del mod">
        <pc:chgData name="Kathryn Clark (Astrea Central)" userId="d0e16b62-87cd-4242-828a-2f5e276be710" providerId="ADAL" clId="{574625C2-C7CD-491C-B1A8-571854406932}" dt="2025-09-15T14:38:54.777" v="14272" actId="47"/>
        <pc:sldMkLst>
          <pc:docMk/>
          <pc:sldMk cId="3872383198" sldId="270"/>
        </pc:sldMkLst>
      </pc:sldChg>
      <pc:sldChg chg="addSp delSp modSp add mod">
        <pc:chgData name="Kathryn Clark (Astrea Central)" userId="d0e16b62-87cd-4242-828a-2f5e276be710" providerId="ADAL" clId="{574625C2-C7CD-491C-B1A8-571854406932}" dt="2025-09-15T14:47:21.376" v="14301" actId="478"/>
        <pc:sldMkLst>
          <pc:docMk/>
          <pc:sldMk cId="3444550335" sldId="271"/>
        </pc:sldMkLst>
        <pc:spChg chg="add mod">
          <ac:chgData name="Kathryn Clark (Astrea Central)" userId="d0e16b62-87cd-4242-828a-2f5e276be710" providerId="ADAL" clId="{574625C2-C7CD-491C-B1A8-571854406932}" dt="2025-09-08T17:27:46.855" v="926" actId="1076"/>
          <ac:spMkLst>
            <pc:docMk/>
            <pc:sldMk cId="3444550335" sldId="271"/>
            <ac:spMk id="2" creationId="{A7C6A486-93F7-ACB3-220D-40D3DAB95133}"/>
          </ac:spMkLst>
        </pc:spChg>
        <pc:spChg chg="mod">
          <ac:chgData name="Kathryn Clark (Astrea Central)" userId="d0e16b62-87cd-4242-828a-2f5e276be710" providerId="ADAL" clId="{574625C2-C7CD-491C-B1A8-571854406932}" dt="2025-09-15T09:34:07.260" v="7203" actId="1036"/>
          <ac:spMkLst>
            <pc:docMk/>
            <pc:sldMk cId="3444550335" sldId="271"/>
            <ac:spMk id="9" creationId="{7F091E19-2407-D379-98AD-5C5F128111CA}"/>
          </ac:spMkLst>
        </pc:spChg>
        <pc:spChg chg="add mod">
          <ac:chgData name="Kathryn Clark (Astrea Central)" userId="d0e16b62-87cd-4242-828a-2f5e276be710" providerId="ADAL" clId="{574625C2-C7CD-491C-B1A8-571854406932}" dt="2025-09-15T09:34:02.215" v="7199" actId="14100"/>
          <ac:spMkLst>
            <pc:docMk/>
            <pc:sldMk cId="3444550335" sldId="271"/>
            <ac:spMk id="28" creationId="{ECA0D8E2-6427-B1EC-F653-EEBD96DC72B2}"/>
          </ac:spMkLst>
        </pc:spChg>
        <pc:spChg chg="add mod">
          <ac:chgData name="Kathryn Clark (Astrea Central)" userId="d0e16b62-87cd-4242-828a-2f5e276be710" providerId="ADAL" clId="{574625C2-C7CD-491C-B1A8-571854406932}" dt="2025-09-15T09:39:55.530" v="7460" actId="1076"/>
          <ac:spMkLst>
            <pc:docMk/>
            <pc:sldMk cId="3444550335" sldId="271"/>
            <ac:spMk id="35" creationId="{6E26FC64-5FBF-6865-8CCC-6EDBE76DF7C8}"/>
          </ac:spMkLst>
        </pc:spChg>
        <pc:graphicFrameChg chg="mod modGraphic">
          <ac:chgData name="Kathryn Clark (Astrea Central)" userId="d0e16b62-87cd-4242-828a-2f5e276be710" providerId="ADAL" clId="{574625C2-C7CD-491C-B1A8-571854406932}" dt="2025-09-09T16:11:35.988" v="6995"/>
          <ac:graphicFrameMkLst>
            <pc:docMk/>
            <pc:sldMk cId="3444550335" sldId="271"/>
            <ac:graphicFrameMk id="3" creationId="{BECED85B-813B-9A5A-F165-7CC7D0F8814B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15T09:40:34.385" v="7478" actId="20577"/>
          <ac:graphicFrameMkLst>
            <pc:docMk/>
            <pc:sldMk cId="3444550335" sldId="271"/>
            <ac:graphicFrameMk id="11" creationId="{87F4C7BE-32D1-C4D0-2DED-48C191D4AA77}"/>
          </ac:graphicFrameMkLst>
        </pc:graphicFrameChg>
        <pc:picChg chg="add mod modCrop">
          <ac:chgData name="Kathryn Clark (Astrea Central)" userId="d0e16b62-87cd-4242-828a-2f5e276be710" providerId="ADAL" clId="{574625C2-C7CD-491C-B1A8-571854406932}" dt="2025-09-15T09:40:27.189" v="7474" actId="1076"/>
          <ac:picMkLst>
            <pc:docMk/>
            <pc:sldMk cId="3444550335" sldId="271"/>
            <ac:picMk id="12" creationId="{7FC81B30-1F68-03D7-D505-B64427BFA344}"/>
          </ac:picMkLst>
        </pc:picChg>
        <pc:picChg chg="add mod modCrop">
          <ac:chgData name="Kathryn Clark (Astrea Central)" userId="d0e16b62-87cd-4242-828a-2f5e276be710" providerId="ADAL" clId="{574625C2-C7CD-491C-B1A8-571854406932}" dt="2025-09-15T09:40:55.332" v="7486" actId="1076"/>
          <ac:picMkLst>
            <pc:docMk/>
            <pc:sldMk cId="3444550335" sldId="271"/>
            <ac:picMk id="13" creationId="{B70C3A1D-A033-181A-C2B2-D009D6FB4F14}"/>
          </ac:picMkLst>
        </pc:picChg>
        <pc:picChg chg="add mod modCrop">
          <ac:chgData name="Kathryn Clark (Astrea Central)" userId="d0e16b62-87cd-4242-828a-2f5e276be710" providerId="ADAL" clId="{574625C2-C7CD-491C-B1A8-571854406932}" dt="2025-09-15T09:40:29.227" v="7476" actId="1076"/>
          <ac:picMkLst>
            <pc:docMk/>
            <pc:sldMk cId="3444550335" sldId="271"/>
            <ac:picMk id="15" creationId="{288CCDB3-1C80-4619-B4FA-1815839A014F}"/>
          </ac:picMkLst>
        </pc:picChg>
        <pc:picChg chg="add mod modCrop">
          <ac:chgData name="Kathryn Clark (Astrea Central)" userId="d0e16b62-87cd-4242-828a-2f5e276be710" providerId="ADAL" clId="{574625C2-C7CD-491C-B1A8-571854406932}" dt="2025-09-15T09:40:32.296" v="7477" actId="1076"/>
          <ac:picMkLst>
            <pc:docMk/>
            <pc:sldMk cId="3444550335" sldId="271"/>
            <ac:picMk id="16" creationId="{E0EB9795-2898-70CB-FA0C-50923C518489}"/>
          </ac:picMkLst>
        </pc:picChg>
        <pc:picChg chg="add mod">
          <ac:chgData name="Kathryn Clark (Astrea Central)" userId="d0e16b62-87cd-4242-828a-2f5e276be710" providerId="ADAL" clId="{574625C2-C7CD-491C-B1A8-571854406932}" dt="2025-09-15T09:37:51.135" v="7370" actId="1076"/>
          <ac:picMkLst>
            <pc:docMk/>
            <pc:sldMk cId="3444550335" sldId="271"/>
            <ac:picMk id="19" creationId="{B022BE75-FA3D-4A6B-A044-60D959E2D34F}"/>
          </ac:picMkLst>
        </pc:picChg>
        <pc:picChg chg="add mod">
          <ac:chgData name="Kathryn Clark (Astrea Central)" userId="d0e16b62-87cd-4242-828a-2f5e276be710" providerId="ADAL" clId="{574625C2-C7CD-491C-B1A8-571854406932}" dt="2025-09-15T09:38:20.662" v="7378" actId="1076"/>
          <ac:picMkLst>
            <pc:docMk/>
            <pc:sldMk cId="3444550335" sldId="271"/>
            <ac:picMk id="21" creationId="{114A25C3-91AD-2E70-6188-ED687FE0CDED}"/>
          </ac:picMkLst>
        </pc:picChg>
        <pc:picChg chg="add mod">
          <ac:chgData name="Kathryn Clark (Astrea Central)" userId="d0e16b62-87cd-4242-828a-2f5e276be710" providerId="ADAL" clId="{574625C2-C7CD-491C-B1A8-571854406932}" dt="2025-09-15T09:38:10.336" v="7376" actId="18131"/>
          <ac:picMkLst>
            <pc:docMk/>
            <pc:sldMk cId="3444550335" sldId="271"/>
            <ac:picMk id="23" creationId="{0C1ABE61-F495-98EE-135B-9125B686DBDC}"/>
          </ac:picMkLst>
        </pc:picChg>
        <pc:picChg chg="add mod">
          <ac:chgData name="Kathryn Clark (Astrea Central)" userId="d0e16b62-87cd-4242-828a-2f5e276be710" providerId="ADAL" clId="{574625C2-C7CD-491C-B1A8-571854406932}" dt="2025-09-15T09:38:03.839" v="7375" actId="18131"/>
          <ac:picMkLst>
            <pc:docMk/>
            <pc:sldMk cId="3444550335" sldId="271"/>
            <ac:picMk id="24" creationId="{C47C35DC-37AB-29B3-8798-BE60FC958BD5}"/>
          </ac:picMkLst>
        </pc:picChg>
        <pc:picChg chg="add mod modCrop">
          <ac:chgData name="Kathryn Clark (Astrea Central)" userId="d0e16b62-87cd-4242-828a-2f5e276be710" providerId="ADAL" clId="{574625C2-C7CD-491C-B1A8-571854406932}" dt="2025-09-09T16:09:11.102" v="6817" actId="1076"/>
          <ac:picMkLst>
            <pc:docMk/>
            <pc:sldMk cId="3444550335" sldId="271"/>
            <ac:picMk id="25" creationId="{B68A1325-4854-2E95-DF72-11C6EB999F84}"/>
          </ac:picMkLst>
        </pc:picChg>
        <pc:picChg chg="add mod modCrop">
          <ac:chgData name="Kathryn Clark (Astrea Central)" userId="d0e16b62-87cd-4242-828a-2f5e276be710" providerId="ADAL" clId="{574625C2-C7CD-491C-B1A8-571854406932}" dt="2025-09-09T16:10:46.520" v="6966" actId="1076"/>
          <ac:picMkLst>
            <pc:docMk/>
            <pc:sldMk cId="3444550335" sldId="271"/>
            <ac:picMk id="26" creationId="{1B4BA98B-B9AA-BCBA-5EB7-1459680C98A1}"/>
          </ac:picMkLst>
        </pc:picChg>
        <pc:picChg chg="add mod">
          <ac:chgData name="Kathryn Clark (Astrea Central)" userId="d0e16b62-87cd-4242-828a-2f5e276be710" providerId="ADAL" clId="{574625C2-C7CD-491C-B1A8-571854406932}" dt="2025-09-15T09:38:55.283" v="7393" actId="1076"/>
          <ac:picMkLst>
            <pc:docMk/>
            <pc:sldMk cId="3444550335" sldId="271"/>
            <ac:picMk id="27" creationId="{7F5839B3-4C90-69F3-28F1-7017173D31D0}"/>
          </ac:picMkLst>
        </pc:picChg>
        <pc:picChg chg="add mod">
          <ac:chgData name="Kathryn Clark (Astrea Central)" userId="d0e16b62-87cd-4242-828a-2f5e276be710" providerId="ADAL" clId="{574625C2-C7CD-491C-B1A8-571854406932}" dt="2025-09-15T09:38:27.487" v="7381" actId="1076"/>
          <ac:picMkLst>
            <pc:docMk/>
            <pc:sldMk cId="3444550335" sldId="271"/>
            <ac:picMk id="29" creationId="{FD6693C1-3C34-702C-220C-15A3439F94CA}"/>
          </ac:picMkLst>
        </pc:picChg>
        <pc:picChg chg="add mod">
          <ac:chgData name="Kathryn Clark (Astrea Central)" userId="d0e16b62-87cd-4242-828a-2f5e276be710" providerId="ADAL" clId="{574625C2-C7CD-491C-B1A8-571854406932}" dt="2025-09-15T09:38:35.766" v="7385" actId="1076"/>
          <ac:picMkLst>
            <pc:docMk/>
            <pc:sldMk cId="3444550335" sldId="271"/>
            <ac:picMk id="30" creationId="{B10D3515-D6F1-9407-12C2-F2DBE433EA47}"/>
          </ac:picMkLst>
        </pc:picChg>
        <pc:picChg chg="add mod">
          <ac:chgData name="Kathryn Clark (Astrea Central)" userId="d0e16b62-87cd-4242-828a-2f5e276be710" providerId="ADAL" clId="{574625C2-C7CD-491C-B1A8-571854406932}" dt="2025-09-15T09:38:43.148" v="7388" actId="18131"/>
          <ac:picMkLst>
            <pc:docMk/>
            <pc:sldMk cId="3444550335" sldId="271"/>
            <ac:picMk id="31" creationId="{865EECB0-12A0-461C-8077-0D35B94CAA67}"/>
          </ac:picMkLst>
        </pc:picChg>
        <pc:picChg chg="add mod">
          <ac:chgData name="Kathryn Clark (Astrea Central)" userId="d0e16b62-87cd-4242-828a-2f5e276be710" providerId="ADAL" clId="{574625C2-C7CD-491C-B1A8-571854406932}" dt="2025-09-15T09:38:58.349" v="7394" actId="1076"/>
          <ac:picMkLst>
            <pc:docMk/>
            <pc:sldMk cId="3444550335" sldId="271"/>
            <ac:picMk id="32" creationId="{97083380-026D-C0FE-D771-1957DE6A7520}"/>
          </ac:picMkLst>
        </pc:picChg>
        <pc:picChg chg="add mod">
          <ac:chgData name="Kathryn Clark (Astrea Central)" userId="d0e16b62-87cd-4242-828a-2f5e276be710" providerId="ADAL" clId="{574625C2-C7CD-491C-B1A8-571854406932}" dt="2025-09-15T09:39:17.544" v="7402" actId="1076"/>
          <ac:picMkLst>
            <pc:docMk/>
            <pc:sldMk cId="3444550335" sldId="271"/>
            <ac:picMk id="33" creationId="{1B580D2D-2D35-4934-254F-0F9E4EE1E625}"/>
          </ac:picMkLst>
        </pc:picChg>
        <pc:picChg chg="add mod">
          <ac:chgData name="Kathryn Clark (Astrea Central)" userId="d0e16b62-87cd-4242-828a-2f5e276be710" providerId="ADAL" clId="{574625C2-C7CD-491C-B1A8-571854406932}" dt="2025-09-15T09:40:09.212" v="7466" actId="1076"/>
          <ac:picMkLst>
            <pc:docMk/>
            <pc:sldMk cId="3444550335" sldId="271"/>
            <ac:picMk id="36" creationId="{23636C41-662E-C54F-78A0-E45F5B553608}"/>
          </ac:picMkLst>
        </pc:picChg>
        <pc:picChg chg="mod">
          <ac:chgData name="Kathryn Clark (Astrea Central)" userId="d0e16b62-87cd-4242-828a-2f5e276be710" providerId="ADAL" clId="{574625C2-C7CD-491C-B1A8-571854406932}" dt="2025-09-08T17:27:37.695" v="924" actId="1076"/>
          <ac:picMkLst>
            <pc:docMk/>
            <pc:sldMk cId="3444550335" sldId="271"/>
            <ac:picMk id="49" creationId="{38B1ED28-8327-534E-FD7C-A6708AD86820}"/>
          </ac:picMkLst>
        </pc:picChg>
        <pc:picChg chg="mod">
          <ac:chgData name="Kathryn Clark (Astrea Central)" userId="d0e16b62-87cd-4242-828a-2f5e276be710" providerId="ADAL" clId="{574625C2-C7CD-491C-B1A8-571854406932}" dt="2025-09-08T17:27:37.695" v="924" actId="1076"/>
          <ac:picMkLst>
            <pc:docMk/>
            <pc:sldMk cId="3444550335" sldId="271"/>
            <ac:picMk id="51" creationId="{5A031750-B6E0-EEA1-1970-63AE3347549E}"/>
          </ac:picMkLst>
        </pc:picChg>
        <pc:picChg chg="mod">
          <ac:chgData name="Kathryn Clark (Astrea Central)" userId="d0e16b62-87cd-4242-828a-2f5e276be710" providerId="ADAL" clId="{574625C2-C7CD-491C-B1A8-571854406932}" dt="2025-09-08T17:27:37.695" v="924" actId="1076"/>
          <ac:picMkLst>
            <pc:docMk/>
            <pc:sldMk cId="3444550335" sldId="271"/>
            <ac:picMk id="53" creationId="{228EBFF6-ACBF-B13A-D5A9-86B69C343074}"/>
          </ac:picMkLst>
        </pc:picChg>
        <pc:picChg chg="mod">
          <ac:chgData name="Kathryn Clark (Astrea Central)" userId="d0e16b62-87cd-4242-828a-2f5e276be710" providerId="ADAL" clId="{574625C2-C7CD-491C-B1A8-571854406932}" dt="2025-09-08T17:27:37.695" v="924" actId="1076"/>
          <ac:picMkLst>
            <pc:docMk/>
            <pc:sldMk cId="3444550335" sldId="271"/>
            <ac:picMk id="55" creationId="{235B9387-2DEF-0F8E-F200-6A6316E04863}"/>
          </ac:picMkLst>
        </pc:picChg>
        <pc:picChg chg="mod">
          <ac:chgData name="Kathryn Clark (Astrea Central)" userId="d0e16b62-87cd-4242-828a-2f5e276be710" providerId="ADAL" clId="{574625C2-C7CD-491C-B1A8-571854406932}" dt="2025-09-08T17:27:37.695" v="924" actId="1076"/>
          <ac:picMkLst>
            <pc:docMk/>
            <pc:sldMk cId="3444550335" sldId="271"/>
            <ac:picMk id="66" creationId="{B206AEB0-12C0-9AA9-9766-338AD24DF8FF}"/>
          </ac:picMkLst>
        </pc:picChg>
        <pc:picChg chg="mod">
          <ac:chgData name="Kathryn Clark (Astrea Central)" userId="d0e16b62-87cd-4242-828a-2f5e276be710" providerId="ADAL" clId="{574625C2-C7CD-491C-B1A8-571854406932}" dt="2025-09-08T17:27:37.695" v="924" actId="1076"/>
          <ac:picMkLst>
            <pc:docMk/>
            <pc:sldMk cId="3444550335" sldId="271"/>
            <ac:picMk id="68" creationId="{0D6F7BAB-1E92-DA1A-B860-13C89C70FB91}"/>
          </ac:picMkLst>
        </pc:picChg>
      </pc:sldChg>
      <pc:sldChg chg="addSp delSp modSp add mod">
        <pc:chgData name="Kathryn Clark (Astrea Central)" userId="d0e16b62-87cd-4242-828a-2f5e276be710" providerId="ADAL" clId="{574625C2-C7CD-491C-B1A8-571854406932}" dt="2025-09-15T14:49:23.205" v="14333" actId="478"/>
        <pc:sldMkLst>
          <pc:docMk/>
          <pc:sldMk cId="4210988915" sldId="272"/>
        </pc:sldMkLst>
        <pc:spChg chg="mod">
          <ac:chgData name="Kathryn Clark (Astrea Central)" userId="d0e16b62-87cd-4242-828a-2f5e276be710" providerId="ADAL" clId="{574625C2-C7CD-491C-B1A8-571854406932}" dt="2025-09-15T10:33:09.880" v="8686" actId="20577"/>
          <ac:spMkLst>
            <pc:docMk/>
            <pc:sldMk cId="4210988915" sldId="272"/>
            <ac:spMk id="5" creationId="{CB89CA40-1326-663A-F519-BE35CEC5FBDA}"/>
          </ac:spMkLst>
        </pc:spChg>
        <pc:spChg chg="mod">
          <ac:chgData name="Kathryn Clark (Astrea Central)" userId="d0e16b62-87cd-4242-828a-2f5e276be710" providerId="ADAL" clId="{574625C2-C7CD-491C-B1A8-571854406932}" dt="2025-09-09T13:24:25.883" v="6155" actId="1076"/>
          <ac:spMkLst>
            <pc:docMk/>
            <pc:sldMk cId="4210988915" sldId="272"/>
            <ac:spMk id="55" creationId="{C5FCC493-DE22-1FFB-1B95-841D4ACB8F15}"/>
          </ac:spMkLst>
        </pc:spChg>
        <pc:spChg chg="mod">
          <ac:chgData name="Kathryn Clark (Astrea Central)" userId="d0e16b62-87cd-4242-828a-2f5e276be710" providerId="ADAL" clId="{574625C2-C7CD-491C-B1A8-571854406932}" dt="2025-09-09T13:24:25.883" v="6155" actId="1076"/>
          <ac:spMkLst>
            <pc:docMk/>
            <pc:sldMk cId="4210988915" sldId="272"/>
            <ac:spMk id="57" creationId="{19D9A4EF-8049-DBE6-6444-582217BC04FF}"/>
          </ac:spMkLst>
        </pc:spChg>
        <pc:graphicFrameChg chg="add mod modGraphic">
          <ac:chgData name="Kathryn Clark (Astrea Central)" userId="d0e16b62-87cd-4242-828a-2f5e276be710" providerId="ADAL" clId="{574625C2-C7CD-491C-B1A8-571854406932}" dt="2025-09-09T13:22:48.311" v="6139" actId="14734"/>
          <ac:graphicFrameMkLst>
            <pc:docMk/>
            <pc:sldMk cId="4210988915" sldId="272"/>
            <ac:graphicFrameMk id="32" creationId="{286EEC89-7B8F-22D6-8FAD-037ACED36D11}"/>
          </ac:graphicFrameMkLst>
        </pc:graphicFrameChg>
        <pc:graphicFrameChg chg="mod modGraphic">
          <ac:chgData name="Kathryn Clark (Astrea Central)" userId="d0e16b62-87cd-4242-828a-2f5e276be710" providerId="ADAL" clId="{574625C2-C7CD-491C-B1A8-571854406932}" dt="2025-09-09T16:01:52.735" v="6622" actId="20577"/>
          <ac:graphicFrameMkLst>
            <pc:docMk/>
            <pc:sldMk cId="4210988915" sldId="272"/>
            <ac:graphicFrameMk id="67" creationId="{468428FF-42C5-DD52-D434-36B51B0417D6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6:02:06.853" v="6636" actId="20577"/>
          <ac:graphicFrameMkLst>
            <pc:docMk/>
            <pc:sldMk cId="4210988915" sldId="272"/>
            <ac:graphicFrameMk id="74" creationId="{A7A8791D-917A-1F14-23B0-9C9FBF0B8474}"/>
          </ac:graphicFrameMkLst>
        </pc:graphicFrameChg>
        <pc:graphicFrameChg chg="mod modGraphic">
          <ac:chgData name="Kathryn Clark (Astrea Central)" userId="d0e16b62-87cd-4242-828a-2f5e276be710" providerId="ADAL" clId="{574625C2-C7CD-491C-B1A8-571854406932}" dt="2025-09-09T16:02:03.968" v="6634" actId="20577"/>
          <ac:graphicFrameMkLst>
            <pc:docMk/>
            <pc:sldMk cId="4210988915" sldId="272"/>
            <ac:graphicFrameMk id="76" creationId="{39E70295-AFDD-F458-6BF9-84112DB0540B}"/>
          </ac:graphicFrameMkLst>
        </pc:graphicFrameChg>
        <pc:picChg chg="mod">
          <ac:chgData name="Kathryn Clark (Astrea Central)" userId="d0e16b62-87cd-4242-828a-2f5e276be710" providerId="ADAL" clId="{574625C2-C7CD-491C-B1A8-571854406932}" dt="2025-09-09T13:24:25.883" v="6155" actId="1076"/>
          <ac:picMkLst>
            <pc:docMk/>
            <pc:sldMk cId="4210988915" sldId="272"/>
            <ac:picMk id="51" creationId="{4272DFD6-2008-0E6C-7621-73BC81753846}"/>
          </ac:picMkLst>
        </pc:picChg>
        <pc:picChg chg="mod">
          <ac:chgData name="Kathryn Clark (Astrea Central)" userId="d0e16b62-87cd-4242-828a-2f5e276be710" providerId="ADAL" clId="{574625C2-C7CD-491C-B1A8-571854406932}" dt="2025-09-09T13:30:10.319" v="6259" actId="1076"/>
          <ac:picMkLst>
            <pc:docMk/>
            <pc:sldMk cId="4210988915" sldId="272"/>
            <ac:picMk id="73" creationId="{F9434C66-9038-8477-B425-48F8D7E78203}"/>
          </ac:picMkLst>
        </pc:picChg>
        <pc:cxnChg chg="mod">
          <ac:chgData name="Kathryn Clark (Astrea Central)" userId="d0e16b62-87cd-4242-828a-2f5e276be710" providerId="ADAL" clId="{574625C2-C7CD-491C-B1A8-571854406932}" dt="2025-09-09T13:24:25.883" v="6155" actId="1076"/>
          <ac:cxnSpMkLst>
            <pc:docMk/>
            <pc:sldMk cId="4210988915" sldId="272"/>
            <ac:cxnSpMk id="52" creationId="{C804CFFF-A5F1-1B2B-FDC0-38BEC6D906C3}"/>
          </ac:cxnSpMkLst>
        </pc:cxnChg>
        <pc:cxnChg chg="mod">
          <ac:chgData name="Kathryn Clark (Astrea Central)" userId="d0e16b62-87cd-4242-828a-2f5e276be710" providerId="ADAL" clId="{574625C2-C7CD-491C-B1A8-571854406932}" dt="2025-09-09T13:24:25.883" v="6155" actId="1076"/>
          <ac:cxnSpMkLst>
            <pc:docMk/>
            <pc:sldMk cId="4210988915" sldId="272"/>
            <ac:cxnSpMk id="53" creationId="{0DAF2F8C-F786-DD1E-7187-7AABBD121799}"/>
          </ac:cxnSpMkLst>
        </pc:cxnChg>
        <pc:cxnChg chg="mod">
          <ac:chgData name="Kathryn Clark (Astrea Central)" userId="d0e16b62-87cd-4242-828a-2f5e276be710" providerId="ADAL" clId="{574625C2-C7CD-491C-B1A8-571854406932}" dt="2025-09-09T13:24:25.883" v="6155" actId="1076"/>
          <ac:cxnSpMkLst>
            <pc:docMk/>
            <pc:sldMk cId="4210988915" sldId="272"/>
            <ac:cxnSpMk id="54" creationId="{7B4F6B82-5E21-6F07-0E50-5CBF65F93922}"/>
          </ac:cxnSpMkLst>
        </pc:cxnChg>
        <pc:cxnChg chg="mod">
          <ac:chgData name="Kathryn Clark (Astrea Central)" userId="d0e16b62-87cd-4242-828a-2f5e276be710" providerId="ADAL" clId="{574625C2-C7CD-491C-B1A8-571854406932}" dt="2025-09-09T13:24:25.883" v="6155" actId="1076"/>
          <ac:cxnSpMkLst>
            <pc:docMk/>
            <pc:sldMk cId="4210988915" sldId="272"/>
            <ac:cxnSpMk id="56" creationId="{418745BC-E42F-F0A8-6662-DF0916BE6A78}"/>
          </ac:cxnSpMkLst>
        </pc:cxnChg>
      </pc:sldChg>
      <pc:sldChg chg="addSp delSp modSp add mod">
        <pc:chgData name="Kathryn Clark (Astrea Central)" userId="d0e16b62-87cd-4242-828a-2f5e276be710" providerId="ADAL" clId="{574625C2-C7CD-491C-B1A8-571854406932}" dt="2025-09-15T14:48:58.285" v="14323" actId="478"/>
        <pc:sldMkLst>
          <pc:docMk/>
          <pc:sldMk cId="928211044" sldId="273"/>
        </pc:sldMkLst>
        <pc:spChg chg="mod">
          <ac:chgData name="Kathryn Clark (Astrea Central)" userId="d0e16b62-87cd-4242-828a-2f5e276be710" providerId="ADAL" clId="{574625C2-C7CD-491C-B1A8-571854406932}" dt="2025-09-09T13:15:24.229" v="5972" actId="1036"/>
          <ac:spMkLst>
            <pc:docMk/>
            <pc:sldMk cId="928211044" sldId="273"/>
            <ac:spMk id="17" creationId="{8CDA00A6-E15A-792A-99D4-F499189B2CFC}"/>
          </ac:spMkLst>
        </pc:spChg>
        <pc:spChg chg="add mod">
          <ac:chgData name="Kathryn Clark (Astrea Central)" userId="d0e16b62-87cd-4242-828a-2f5e276be710" providerId="ADAL" clId="{574625C2-C7CD-491C-B1A8-571854406932}" dt="2025-09-09T13:15:54.510" v="6054" actId="113"/>
          <ac:spMkLst>
            <pc:docMk/>
            <pc:sldMk cId="928211044" sldId="273"/>
            <ac:spMk id="42" creationId="{F03B9598-86EB-A351-877E-525F905A4ABA}"/>
          </ac:spMkLst>
        </pc:spChg>
        <pc:spChg chg="mod">
          <ac:chgData name="Kathryn Clark (Astrea Central)" userId="d0e16b62-87cd-4242-828a-2f5e276be710" providerId="ADAL" clId="{574625C2-C7CD-491C-B1A8-571854406932}" dt="2025-09-09T13:15:24.229" v="5972" actId="1036"/>
          <ac:spMkLst>
            <pc:docMk/>
            <pc:sldMk cId="928211044" sldId="273"/>
            <ac:spMk id="70" creationId="{8AF2E762-C019-9768-3849-CE5AC91EC97B}"/>
          </ac:spMkLst>
        </pc:spChg>
        <pc:spChg chg="mod">
          <ac:chgData name="Kathryn Clark (Astrea Central)" userId="d0e16b62-87cd-4242-828a-2f5e276be710" providerId="ADAL" clId="{574625C2-C7CD-491C-B1A8-571854406932}" dt="2025-09-09T13:15:24.229" v="5972" actId="1036"/>
          <ac:spMkLst>
            <pc:docMk/>
            <pc:sldMk cId="928211044" sldId="273"/>
            <ac:spMk id="72" creationId="{535874F3-5784-4169-BDA5-D1C98C49E2C2}"/>
          </ac:spMkLst>
        </pc:spChg>
        <pc:spChg chg="mod">
          <ac:chgData name="Kathryn Clark (Astrea Central)" userId="d0e16b62-87cd-4242-828a-2f5e276be710" providerId="ADAL" clId="{574625C2-C7CD-491C-B1A8-571854406932}" dt="2025-09-09T13:15:24.229" v="5972" actId="1036"/>
          <ac:spMkLst>
            <pc:docMk/>
            <pc:sldMk cId="928211044" sldId="273"/>
            <ac:spMk id="77" creationId="{A6808574-EB5C-EC36-4C8F-26C3B0E5A8FD}"/>
          </ac:spMkLst>
        </pc:spChg>
        <pc:spChg chg="mod">
          <ac:chgData name="Kathryn Clark (Astrea Central)" userId="d0e16b62-87cd-4242-828a-2f5e276be710" providerId="ADAL" clId="{574625C2-C7CD-491C-B1A8-571854406932}" dt="2025-09-09T13:15:24.229" v="5972" actId="1036"/>
          <ac:spMkLst>
            <pc:docMk/>
            <pc:sldMk cId="928211044" sldId="273"/>
            <ac:spMk id="79" creationId="{3D96B341-FE92-8631-C104-E9F6586322C5}"/>
          </ac:spMkLst>
        </pc:spChg>
        <pc:spChg chg="mod">
          <ac:chgData name="Kathryn Clark (Astrea Central)" userId="d0e16b62-87cd-4242-828a-2f5e276be710" providerId="ADAL" clId="{574625C2-C7CD-491C-B1A8-571854406932}" dt="2025-09-09T13:15:24.229" v="5972" actId="1036"/>
          <ac:spMkLst>
            <pc:docMk/>
            <pc:sldMk cId="928211044" sldId="273"/>
            <ac:spMk id="84" creationId="{744A7A21-C795-CECF-C180-67E92010A5F4}"/>
          </ac:spMkLst>
        </pc:spChg>
        <pc:spChg chg="mod">
          <ac:chgData name="Kathryn Clark (Astrea Central)" userId="d0e16b62-87cd-4242-828a-2f5e276be710" providerId="ADAL" clId="{574625C2-C7CD-491C-B1A8-571854406932}" dt="2025-09-09T13:15:24.229" v="5972" actId="1036"/>
          <ac:spMkLst>
            <pc:docMk/>
            <pc:sldMk cId="928211044" sldId="273"/>
            <ac:spMk id="86" creationId="{9C49574A-A4EB-9B5B-E259-A9626353867E}"/>
          </ac:spMkLst>
        </pc:spChg>
        <pc:graphicFrameChg chg="mod modGraphic">
          <ac:chgData name="Kathryn Clark (Astrea Central)" userId="d0e16b62-87cd-4242-828a-2f5e276be710" providerId="ADAL" clId="{574625C2-C7CD-491C-B1A8-571854406932}" dt="2025-09-15T10:25:08.586" v="8480" actId="20577"/>
          <ac:graphicFrameMkLst>
            <pc:docMk/>
            <pc:sldMk cId="928211044" sldId="273"/>
            <ac:graphicFrameMk id="30" creationId="{E7082C3D-0ED8-9B55-75F7-4B8A5FAD0F32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3:15:11.049" v="5949" actId="1076"/>
          <ac:graphicFrameMkLst>
            <pc:docMk/>
            <pc:sldMk cId="928211044" sldId="273"/>
            <ac:graphicFrameMk id="31" creationId="{60FFCE3F-0DCE-DB75-CDFA-BA5901ECAE17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2:48:12.273" v="5868" actId="20577"/>
          <ac:graphicFrameMkLst>
            <pc:docMk/>
            <pc:sldMk cId="928211044" sldId="273"/>
            <ac:graphicFrameMk id="32" creationId="{DC883CA5-4FFB-363C-3FE9-9213400CCC98}"/>
          </ac:graphicFrameMkLst>
        </pc:graphicFrameChg>
        <pc:picChg chg="mod modCrop">
          <ac:chgData name="Kathryn Clark (Astrea Central)" userId="d0e16b62-87cd-4242-828a-2f5e276be710" providerId="ADAL" clId="{574625C2-C7CD-491C-B1A8-571854406932}" dt="2025-09-09T12:30:20.192" v="4809" actId="1076"/>
          <ac:picMkLst>
            <pc:docMk/>
            <pc:sldMk cId="928211044" sldId="273"/>
            <ac:picMk id="22" creationId="{63B12022-5B64-864B-E761-C8F7D8B2596D}"/>
          </ac:picMkLst>
        </pc:picChg>
        <pc:picChg chg="add mod modCrop">
          <ac:chgData name="Kathryn Clark (Astrea Central)" userId="d0e16b62-87cd-4242-828a-2f5e276be710" providerId="ADAL" clId="{574625C2-C7CD-491C-B1A8-571854406932}" dt="2025-09-09T13:15:24.229" v="5972" actId="1036"/>
          <ac:picMkLst>
            <pc:docMk/>
            <pc:sldMk cId="928211044" sldId="273"/>
            <ac:picMk id="33" creationId="{5ED2D2B1-568C-0D9C-5715-FA65FDA56D2F}"/>
          </ac:picMkLst>
        </pc:picChg>
        <pc:picChg chg="add mod">
          <ac:chgData name="Kathryn Clark (Astrea Central)" userId="d0e16b62-87cd-4242-828a-2f5e276be710" providerId="ADAL" clId="{574625C2-C7CD-491C-B1A8-571854406932}" dt="2025-09-09T12:39:22.205" v="5718" actId="1036"/>
          <ac:picMkLst>
            <pc:docMk/>
            <pc:sldMk cId="928211044" sldId="273"/>
            <ac:picMk id="39" creationId="{345F70AB-A0BE-EE8D-44F2-C85102DE2B6F}"/>
          </ac:picMkLst>
        </pc:picChg>
        <pc:picChg chg="add mod">
          <ac:chgData name="Kathryn Clark (Astrea Central)" userId="d0e16b62-87cd-4242-828a-2f5e276be710" providerId="ADAL" clId="{574625C2-C7CD-491C-B1A8-571854406932}" dt="2025-09-09T13:15:24.229" v="5972" actId="1036"/>
          <ac:picMkLst>
            <pc:docMk/>
            <pc:sldMk cId="928211044" sldId="273"/>
            <ac:picMk id="40" creationId="{45A98DBF-4DBA-F785-7477-1706FDA9E79F}"/>
          </ac:picMkLst>
        </pc:picChg>
        <pc:picChg chg="mod modCrop">
          <ac:chgData name="Kathryn Clark (Astrea Central)" userId="d0e16b62-87cd-4242-828a-2f5e276be710" providerId="ADAL" clId="{574625C2-C7CD-491C-B1A8-571854406932}" dt="2025-09-09T13:15:20.319" v="5964" actId="1036"/>
          <ac:picMkLst>
            <pc:docMk/>
            <pc:sldMk cId="928211044" sldId="273"/>
            <ac:picMk id="66" creationId="{E1E6AE0A-96AB-D1C6-2EB2-46B0EB7D73E6}"/>
          </ac:picMkLst>
        </pc:picChg>
        <pc:picChg chg="mod modCrop">
          <ac:chgData name="Kathryn Clark (Astrea Central)" userId="d0e16b62-87cd-4242-828a-2f5e276be710" providerId="ADAL" clId="{574625C2-C7CD-491C-B1A8-571854406932}" dt="2025-09-09T13:15:24.229" v="5972" actId="1036"/>
          <ac:picMkLst>
            <pc:docMk/>
            <pc:sldMk cId="928211044" sldId="273"/>
            <ac:picMk id="80" creationId="{5725259B-A104-3119-2922-CD1FCE24C37E}"/>
          </ac:picMkLst>
        </pc:picChg>
        <pc:cxnChg chg="mod">
          <ac:chgData name="Kathryn Clark (Astrea Central)" userId="d0e16b62-87cd-4242-828a-2f5e276be710" providerId="ADAL" clId="{574625C2-C7CD-491C-B1A8-571854406932}" dt="2025-09-09T12:30:07.843" v="4808" actId="1076"/>
          <ac:cxnSpMkLst>
            <pc:docMk/>
            <pc:sldMk cId="928211044" sldId="273"/>
            <ac:cxnSpMk id="14" creationId="{66598CE6-80AE-855D-568A-674AF27D8AFE}"/>
          </ac:cxnSpMkLst>
        </pc:cxnChg>
        <pc:cxnChg chg="mod">
          <ac:chgData name="Kathryn Clark (Astrea Central)" userId="d0e16b62-87cd-4242-828a-2f5e276be710" providerId="ADAL" clId="{574625C2-C7CD-491C-B1A8-571854406932}" dt="2025-09-09T12:30:20.192" v="4809" actId="1076"/>
          <ac:cxnSpMkLst>
            <pc:docMk/>
            <pc:sldMk cId="928211044" sldId="273"/>
            <ac:cxnSpMk id="29" creationId="{FCDD3861-B852-A361-95E7-CD4F15329C5A}"/>
          </ac:cxnSpMkLst>
        </pc:cxnChg>
        <pc:cxnChg chg="mod">
          <ac:chgData name="Kathryn Clark (Astrea Central)" userId="d0e16b62-87cd-4242-828a-2f5e276be710" providerId="ADAL" clId="{574625C2-C7CD-491C-B1A8-571854406932}" dt="2025-09-09T12:30:07.843" v="4808" actId="1076"/>
          <ac:cxnSpMkLst>
            <pc:docMk/>
            <pc:sldMk cId="928211044" sldId="273"/>
            <ac:cxnSpMk id="68" creationId="{CB30D1CE-2858-FDA5-71C6-CCF3F59E2EDB}"/>
          </ac:cxnSpMkLst>
        </pc:cxnChg>
        <pc:cxnChg chg="mod">
          <ac:chgData name="Kathryn Clark (Astrea Central)" userId="d0e16b62-87cd-4242-828a-2f5e276be710" providerId="ADAL" clId="{574625C2-C7CD-491C-B1A8-571854406932}" dt="2025-09-09T12:30:07.843" v="4808" actId="1076"/>
          <ac:cxnSpMkLst>
            <pc:docMk/>
            <pc:sldMk cId="928211044" sldId="273"/>
            <ac:cxnSpMk id="69" creationId="{D016458E-25FE-BED7-8FF3-A4708A9C77BD}"/>
          </ac:cxnSpMkLst>
        </pc:cxnChg>
        <pc:cxnChg chg="mod">
          <ac:chgData name="Kathryn Clark (Astrea Central)" userId="d0e16b62-87cd-4242-828a-2f5e276be710" providerId="ADAL" clId="{574625C2-C7CD-491C-B1A8-571854406932}" dt="2025-09-09T12:30:07.843" v="4808" actId="1076"/>
          <ac:cxnSpMkLst>
            <pc:docMk/>
            <pc:sldMk cId="928211044" sldId="273"/>
            <ac:cxnSpMk id="71" creationId="{BD7BBE8A-6808-927F-E5D2-B5A627DD14C9}"/>
          </ac:cxnSpMkLst>
        </pc:cxnChg>
        <pc:cxnChg chg="mod">
          <ac:chgData name="Kathryn Clark (Astrea Central)" userId="d0e16b62-87cd-4242-828a-2f5e276be710" providerId="ADAL" clId="{574625C2-C7CD-491C-B1A8-571854406932}" dt="2025-09-09T12:30:20.192" v="4809" actId="1076"/>
          <ac:cxnSpMkLst>
            <pc:docMk/>
            <pc:sldMk cId="928211044" sldId="273"/>
            <ac:cxnSpMk id="74" creationId="{FB84D44F-4793-7941-C49D-35A001E06DE8}"/>
          </ac:cxnSpMkLst>
        </pc:cxnChg>
        <pc:cxnChg chg="mod">
          <ac:chgData name="Kathryn Clark (Astrea Central)" userId="d0e16b62-87cd-4242-828a-2f5e276be710" providerId="ADAL" clId="{574625C2-C7CD-491C-B1A8-571854406932}" dt="2025-09-09T12:30:20.192" v="4809" actId="1076"/>
          <ac:cxnSpMkLst>
            <pc:docMk/>
            <pc:sldMk cId="928211044" sldId="273"/>
            <ac:cxnSpMk id="75" creationId="{6F042556-0F97-D5DB-171B-2A4690E6C676}"/>
          </ac:cxnSpMkLst>
        </pc:cxnChg>
        <pc:cxnChg chg="mod">
          <ac:chgData name="Kathryn Clark (Astrea Central)" userId="d0e16b62-87cd-4242-828a-2f5e276be710" providerId="ADAL" clId="{574625C2-C7CD-491C-B1A8-571854406932}" dt="2025-09-09T12:30:20.192" v="4809" actId="1076"/>
          <ac:cxnSpMkLst>
            <pc:docMk/>
            <pc:sldMk cId="928211044" sldId="273"/>
            <ac:cxnSpMk id="78" creationId="{DF83C8FE-469B-082B-D795-4707276E9AB8}"/>
          </ac:cxnSpMkLst>
        </pc:cxnChg>
        <pc:cxnChg chg="mod">
          <ac:chgData name="Kathryn Clark (Astrea Central)" userId="d0e16b62-87cd-4242-828a-2f5e276be710" providerId="ADAL" clId="{574625C2-C7CD-491C-B1A8-571854406932}" dt="2025-09-09T12:30:26.393" v="4810" actId="1076"/>
          <ac:cxnSpMkLst>
            <pc:docMk/>
            <pc:sldMk cId="928211044" sldId="273"/>
            <ac:cxnSpMk id="81" creationId="{157EBD97-1B97-8A98-7592-F5A26FF1076F}"/>
          </ac:cxnSpMkLst>
        </pc:cxnChg>
        <pc:cxnChg chg="mod">
          <ac:chgData name="Kathryn Clark (Astrea Central)" userId="d0e16b62-87cd-4242-828a-2f5e276be710" providerId="ADAL" clId="{574625C2-C7CD-491C-B1A8-571854406932}" dt="2025-09-09T12:30:26.393" v="4810" actId="1076"/>
          <ac:cxnSpMkLst>
            <pc:docMk/>
            <pc:sldMk cId="928211044" sldId="273"/>
            <ac:cxnSpMk id="82" creationId="{4E6EF0B7-D848-0C32-5AF0-D4808BAC6B8F}"/>
          </ac:cxnSpMkLst>
        </pc:cxnChg>
        <pc:cxnChg chg="mod">
          <ac:chgData name="Kathryn Clark (Astrea Central)" userId="d0e16b62-87cd-4242-828a-2f5e276be710" providerId="ADAL" clId="{574625C2-C7CD-491C-B1A8-571854406932}" dt="2025-09-09T12:30:26.393" v="4810" actId="1076"/>
          <ac:cxnSpMkLst>
            <pc:docMk/>
            <pc:sldMk cId="928211044" sldId="273"/>
            <ac:cxnSpMk id="83" creationId="{27D38C88-C667-96EB-C15E-D35E0FC64551}"/>
          </ac:cxnSpMkLst>
        </pc:cxnChg>
        <pc:cxnChg chg="mod">
          <ac:chgData name="Kathryn Clark (Astrea Central)" userId="d0e16b62-87cd-4242-828a-2f5e276be710" providerId="ADAL" clId="{574625C2-C7CD-491C-B1A8-571854406932}" dt="2025-09-09T12:30:26.393" v="4810" actId="1076"/>
          <ac:cxnSpMkLst>
            <pc:docMk/>
            <pc:sldMk cId="928211044" sldId="273"/>
            <ac:cxnSpMk id="85" creationId="{C3B2C60F-B691-FEE2-06CE-3F67BDA1BEBE}"/>
          </ac:cxnSpMkLst>
        </pc:cxnChg>
      </pc:sldChg>
      <pc:sldChg chg="addSp delSp modSp add mod">
        <pc:chgData name="Kathryn Clark (Astrea Central)" userId="d0e16b62-87cd-4242-828a-2f5e276be710" providerId="ADAL" clId="{574625C2-C7CD-491C-B1A8-571854406932}" dt="2025-09-15T14:49:06.550" v="14327" actId="478"/>
        <pc:sldMkLst>
          <pc:docMk/>
          <pc:sldMk cId="3291274094" sldId="274"/>
        </pc:sldMkLst>
        <pc:spChg chg="add mod">
          <ac:chgData name="Kathryn Clark (Astrea Central)" userId="d0e16b62-87cd-4242-828a-2f5e276be710" providerId="ADAL" clId="{574625C2-C7CD-491C-B1A8-571854406932}" dt="2025-09-09T13:14:54.101" v="5944" actId="1076"/>
          <ac:spMkLst>
            <pc:docMk/>
            <pc:sldMk cId="3291274094" sldId="274"/>
            <ac:spMk id="34" creationId="{3D9A775E-1163-69AC-F1AA-E14CBF8154BA}"/>
          </ac:spMkLst>
        </pc:spChg>
        <pc:spChg chg="add mod">
          <ac:chgData name="Kathryn Clark (Astrea Central)" userId="d0e16b62-87cd-4242-828a-2f5e276be710" providerId="ADAL" clId="{574625C2-C7CD-491C-B1A8-571854406932}" dt="2025-09-09T13:18:22.558" v="6093" actId="1035"/>
          <ac:spMkLst>
            <pc:docMk/>
            <pc:sldMk cId="3291274094" sldId="274"/>
            <ac:spMk id="35" creationId="{60838B2C-B2C0-D4A2-8BAD-8DAEF6D4BC1D}"/>
          </ac:spMkLst>
        </pc:spChg>
        <pc:spChg chg="add mod">
          <ac:chgData name="Kathryn Clark (Astrea Central)" userId="d0e16b62-87cd-4242-828a-2f5e276be710" providerId="ADAL" clId="{574625C2-C7CD-491C-B1A8-571854406932}" dt="2025-09-09T16:05:01.515" v="6676" actId="1076"/>
          <ac:spMkLst>
            <pc:docMk/>
            <pc:sldMk cId="3291274094" sldId="274"/>
            <ac:spMk id="44" creationId="{E563D03A-BDE6-FDFE-A0BF-47B840DC209C}"/>
          </ac:spMkLst>
        </pc:spChg>
        <pc:spChg chg="add mod">
          <ac:chgData name="Kathryn Clark (Astrea Central)" userId="d0e16b62-87cd-4242-828a-2f5e276be710" providerId="ADAL" clId="{574625C2-C7CD-491C-B1A8-571854406932}" dt="2025-09-09T16:05:01.515" v="6676" actId="1076"/>
          <ac:spMkLst>
            <pc:docMk/>
            <pc:sldMk cId="3291274094" sldId="274"/>
            <ac:spMk id="46" creationId="{7A9BE6B2-DC16-52B2-49D5-A61141F472BC}"/>
          </ac:spMkLst>
        </pc:spChg>
        <pc:spChg chg="mod">
          <ac:chgData name="Kathryn Clark (Astrea Central)" userId="d0e16b62-87cd-4242-828a-2f5e276be710" providerId="ADAL" clId="{574625C2-C7CD-491C-B1A8-571854406932}" dt="2025-09-09T13:18:22.558" v="6093" actId="1035"/>
          <ac:spMkLst>
            <pc:docMk/>
            <pc:sldMk cId="3291274094" sldId="274"/>
            <ac:spMk id="70" creationId="{4EFB45F7-D9B7-8760-670E-6DD50C8F943E}"/>
          </ac:spMkLst>
        </pc:spChg>
        <pc:spChg chg="mod">
          <ac:chgData name="Kathryn Clark (Astrea Central)" userId="d0e16b62-87cd-4242-828a-2f5e276be710" providerId="ADAL" clId="{574625C2-C7CD-491C-B1A8-571854406932}" dt="2025-09-09T13:18:22.558" v="6093" actId="1035"/>
          <ac:spMkLst>
            <pc:docMk/>
            <pc:sldMk cId="3291274094" sldId="274"/>
            <ac:spMk id="72" creationId="{B1081E98-8060-E1DA-0CB5-DC7963DB9985}"/>
          </ac:spMkLst>
        </pc:spChg>
        <pc:spChg chg="mod">
          <ac:chgData name="Kathryn Clark (Astrea Central)" userId="d0e16b62-87cd-4242-828a-2f5e276be710" providerId="ADAL" clId="{574625C2-C7CD-491C-B1A8-571854406932}" dt="2025-09-09T13:18:22.558" v="6093" actId="1035"/>
          <ac:spMkLst>
            <pc:docMk/>
            <pc:sldMk cId="3291274094" sldId="274"/>
            <ac:spMk id="77" creationId="{867D6573-C05D-377E-9600-C3C646C4E850}"/>
          </ac:spMkLst>
        </pc:spChg>
        <pc:spChg chg="mod">
          <ac:chgData name="Kathryn Clark (Astrea Central)" userId="d0e16b62-87cd-4242-828a-2f5e276be710" providerId="ADAL" clId="{574625C2-C7CD-491C-B1A8-571854406932}" dt="2025-09-09T13:18:22.558" v="6093" actId="1035"/>
          <ac:spMkLst>
            <pc:docMk/>
            <pc:sldMk cId="3291274094" sldId="274"/>
            <ac:spMk id="79" creationId="{4C280A6B-AE61-764B-6002-B496007B5217}"/>
          </ac:spMkLst>
        </pc:spChg>
        <pc:spChg chg="mod">
          <ac:chgData name="Kathryn Clark (Astrea Central)" userId="d0e16b62-87cd-4242-828a-2f5e276be710" providerId="ADAL" clId="{574625C2-C7CD-491C-B1A8-571854406932}" dt="2025-09-09T13:18:22.558" v="6093" actId="1035"/>
          <ac:spMkLst>
            <pc:docMk/>
            <pc:sldMk cId="3291274094" sldId="274"/>
            <ac:spMk id="84" creationId="{18AB4F92-633E-4574-1710-74684A0BB58B}"/>
          </ac:spMkLst>
        </pc:spChg>
        <pc:spChg chg="mod">
          <ac:chgData name="Kathryn Clark (Astrea Central)" userId="d0e16b62-87cd-4242-828a-2f5e276be710" providerId="ADAL" clId="{574625C2-C7CD-491C-B1A8-571854406932}" dt="2025-09-09T13:18:22.558" v="6093" actId="1035"/>
          <ac:spMkLst>
            <pc:docMk/>
            <pc:sldMk cId="3291274094" sldId="274"/>
            <ac:spMk id="86" creationId="{4C5EB64C-F982-F8FA-BA76-4ACAC4A002A2}"/>
          </ac:spMkLst>
        </pc:spChg>
        <pc:graphicFrameChg chg="mod modGraphic">
          <ac:chgData name="Kathryn Clark (Astrea Central)" userId="d0e16b62-87cd-4242-828a-2f5e276be710" providerId="ADAL" clId="{574625C2-C7CD-491C-B1A8-571854406932}" dt="2025-09-09T16:05:01.515" v="6676" actId="1076"/>
          <ac:graphicFrameMkLst>
            <pc:docMk/>
            <pc:sldMk cId="3291274094" sldId="274"/>
            <ac:graphicFrameMk id="30" creationId="{21674850-B943-8040-31F8-21956EA3687B}"/>
          </ac:graphicFrameMkLst>
        </pc:graphicFrameChg>
        <pc:graphicFrameChg chg="mod ord modGraphic">
          <ac:chgData name="Kathryn Clark (Astrea Central)" userId="d0e16b62-87cd-4242-828a-2f5e276be710" providerId="ADAL" clId="{574625C2-C7CD-491C-B1A8-571854406932}" dt="2025-09-09T13:22:12.360" v="6136" actId="20577"/>
          <ac:graphicFrameMkLst>
            <pc:docMk/>
            <pc:sldMk cId="3291274094" sldId="274"/>
            <ac:graphicFrameMk id="31" creationId="{D890A96F-15D9-8C79-5A4B-E47E8C3E5231}"/>
          </ac:graphicFrameMkLst>
        </pc:graphicFrameChg>
        <pc:graphicFrameChg chg="add mod modGraphic">
          <ac:chgData name="Kathryn Clark (Astrea Central)" userId="d0e16b62-87cd-4242-828a-2f5e276be710" providerId="ADAL" clId="{574625C2-C7CD-491C-B1A8-571854406932}" dt="2025-09-09T16:05:08.168" v="6678" actId="14100"/>
          <ac:graphicFrameMkLst>
            <pc:docMk/>
            <pc:sldMk cId="3291274094" sldId="274"/>
            <ac:graphicFrameMk id="36" creationId="{BAE4B7E9-2E39-BC37-6142-7673122CC4CA}"/>
          </ac:graphicFrameMkLst>
        </pc:graphicFrameChg>
        <pc:picChg chg="add mod ord">
          <ac:chgData name="Kathryn Clark (Astrea Central)" userId="d0e16b62-87cd-4242-828a-2f5e276be710" providerId="ADAL" clId="{574625C2-C7CD-491C-B1A8-571854406932}" dt="2025-09-15T14:35:27.519" v="14260" actId="167"/>
          <ac:picMkLst>
            <pc:docMk/>
            <pc:sldMk cId="3291274094" sldId="274"/>
            <ac:picMk id="4" creationId="{78FC5B07-60BB-A027-781A-A78FAC5CA715}"/>
          </ac:picMkLst>
        </pc:picChg>
        <pc:picChg chg="mod">
          <ac:chgData name="Kathryn Clark (Astrea Central)" userId="d0e16b62-87cd-4242-828a-2f5e276be710" providerId="ADAL" clId="{574625C2-C7CD-491C-B1A8-571854406932}" dt="2025-09-09T13:13:26.516" v="5932" actId="1036"/>
          <ac:picMkLst>
            <pc:docMk/>
            <pc:sldMk cId="3291274094" sldId="274"/>
            <ac:picMk id="22" creationId="{15A9A2B3-8230-ACCD-E0B1-DCD0AB525088}"/>
          </ac:picMkLst>
        </pc:picChg>
        <pc:picChg chg="mod">
          <ac:chgData name="Kathryn Clark (Astrea Central)" userId="d0e16b62-87cd-4242-828a-2f5e276be710" providerId="ADAL" clId="{574625C2-C7CD-491C-B1A8-571854406932}" dt="2025-09-09T13:18:22.558" v="6093" actId="1035"/>
          <ac:picMkLst>
            <pc:docMk/>
            <pc:sldMk cId="3291274094" sldId="274"/>
            <ac:picMk id="33" creationId="{A1ED6FD3-D06D-C12B-FC2A-5747450ED11C}"/>
          </ac:picMkLst>
        </pc:picChg>
        <pc:picChg chg="add mod">
          <ac:chgData name="Kathryn Clark (Astrea Central)" userId="d0e16b62-87cd-4242-828a-2f5e276be710" providerId="ADAL" clId="{574625C2-C7CD-491C-B1A8-571854406932}" dt="2025-09-09T16:05:01.515" v="6676" actId="1076"/>
          <ac:picMkLst>
            <pc:docMk/>
            <pc:sldMk cId="3291274094" sldId="274"/>
            <ac:picMk id="38" creationId="{EFAA2298-CACD-D1E9-6D92-0A24CD98F292}"/>
          </ac:picMkLst>
        </pc:picChg>
        <pc:picChg chg="mod">
          <ac:chgData name="Kathryn Clark (Astrea Central)" userId="d0e16b62-87cd-4242-828a-2f5e276be710" providerId="ADAL" clId="{574625C2-C7CD-491C-B1A8-571854406932}" dt="2025-09-09T13:18:22.558" v="6093" actId="1035"/>
          <ac:picMkLst>
            <pc:docMk/>
            <pc:sldMk cId="3291274094" sldId="274"/>
            <ac:picMk id="39" creationId="{954FF263-03B3-D961-58FD-8E313CB20140}"/>
          </ac:picMkLst>
        </pc:picChg>
        <pc:picChg chg="mod">
          <ac:chgData name="Kathryn Clark (Astrea Central)" userId="d0e16b62-87cd-4242-828a-2f5e276be710" providerId="ADAL" clId="{574625C2-C7CD-491C-B1A8-571854406932}" dt="2025-09-09T13:18:22.558" v="6093" actId="1035"/>
          <ac:picMkLst>
            <pc:docMk/>
            <pc:sldMk cId="3291274094" sldId="274"/>
            <ac:picMk id="66" creationId="{FF600516-3C0D-E54B-C7B1-C68E8B2A0B20}"/>
          </ac:picMkLst>
        </pc:picChg>
        <pc:cxnChg chg="mod">
          <ac:chgData name="Kathryn Clark (Astrea Central)" userId="d0e16b62-87cd-4242-828a-2f5e276be710" providerId="ADAL" clId="{574625C2-C7CD-491C-B1A8-571854406932}" dt="2025-09-09T12:45:51.187" v="5738" actId="1076"/>
          <ac:cxnSpMkLst>
            <pc:docMk/>
            <pc:sldMk cId="3291274094" sldId="274"/>
            <ac:cxnSpMk id="14" creationId="{9AC6E5AE-276A-74B3-FFFC-71B87F4C905F}"/>
          </ac:cxnSpMkLst>
        </pc:cxnChg>
        <pc:cxnChg chg="mod">
          <ac:chgData name="Kathryn Clark (Astrea Central)" userId="d0e16b62-87cd-4242-828a-2f5e276be710" providerId="ADAL" clId="{574625C2-C7CD-491C-B1A8-571854406932}" dt="2025-09-09T12:45:39.907" v="5737" actId="1076"/>
          <ac:cxnSpMkLst>
            <pc:docMk/>
            <pc:sldMk cId="3291274094" sldId="274"/>
            <ac:cxnSpMk id="29" creationId="{A8DC5A95-7155-45CA-D679-57D14284028F}"/>
          </ac:cxnSpMkLst>
        </pc:cxnChg>
        <pc:cxnChg chg="add mod">
          <ac:chgData name="Kathryn Clark (Astrea Central)" userId="d0e16b62-87cd-4242-828a-2f5e276be710" providerId="ADAL" clId="{574625C2-C7CD-491C-B1A8-571854406932}" dt="2025-09-09T16:05:01.515" v="6676" actId="1076"/>
          <ac:cxnSpMkLst>
            <pc:docMk/>
            <pc:sldMk cId="3291274094" sldId="274"/>
            <ac:cxnSpMk id="41" creationId="{C00E1EAD-C5CE-00F2-5C7D-1709F65F6361}"/>
          </ac:cxnSpMkLst>
        </pc:cxnChg>
        <pc:cxnChg chg="add mod">
          <ac:chgData name="Kathryn Clark (Astrea Central)" userId="d0e16b62-87cd-4242-828a-2f5e276be710" providerId="ADAL" clId="{574625C2-C7CD-491C-B1A8-571854406932}" dt="2025-09-09T16:05:01.515" v="6676" actId="1076"/>
          <ac:cxnSpMkLst>
            <pc:docMk/>
            <pc:sldMk cId="3291274094" sldId="274"/>
            <ac:cxnSpMk id="42" creationId="{1B25CDDD-B622-719B-EC72-C7121F08391A}"/>
          </ac:cxnSpMkLst>
        </pc:cxnChg>
        <pc:cxnChg chg="add mod">
          <ac:chgData name="Kathryn Clark (Astrea Central)" userId="d0e16b62-87cd-4242-828a-2f5e276be710" providerId="ADAL" clId="{574625C2-C7CD-491C-B1A8-571854406932}" dt="2025-09-09T16:05:01.515" v="6676" actId="1076"/>
          <ac:cxnSpMkLst>
            <pc:docMk/>
            <pc:sldMk cId="3291274094" sldId="274"/>
            <ac:cxnSpMk id="43" creationId="{B7D99F03-3EFB-44A7-74A6-F5F39CF375BD}"/>
          </ac:cxnSpMkLst>
        </pc:cxnChg>
        <pc:cxnChg chg="add mod">
          <ac:chgData name="Kathryn Clark (Astrea Central)" userId="d0e16b62-87cd-4242-828a-2f5e276be710" providerId="ADAL" clId="{574625C2-C7CD-491C-B1A8-571854406932}" dt="2025-09-09T16:05:01.515" v="6676" actId="1076"/>
          <ac:cxnSpMkLst>
            <pc:docMk/>
            <pc:sldMk cId="3291274094" sldId="274"/>
            <ac:cxnSpMk id="45" creationId="{DF5015C7-6EB8-F40C-EE75-AE421EC14C2F}"/>
          </ac:cxnSpMkLst>
        </pc:cxnChg>
        <pc:cxnChg chg="mod">
          <ac:chgData name="Kathryn Clark (Astrea Central)" userId="d0e16b62-87cd-4242-828a-2f5e276be710" providerId="ADAL" clId="{574625C2-C7CD-491C-B1A8-571854406932}" dt="2025-09-09T12:45:51.187" v="5738" actId="1076"/>
          <ac:cxnSpMkLst>
            <pc:docMk/>
            <pc:sldMk cId="3291274094" sldId="274"/>
            <ac:cxnSpMk id="68" creationId="{5355BF7E-7748-B023-A019-69F18439E587}"/>
          </ac:cxnSpMkLst>
        </pc:cxnChg>
        <pc:cxnChg chg="mod">
          <ac:chgData name="Kathryn Clark (Astrea Central)" userId="d0e16b62-87cd-4242-828a-2f5e276be710" providerId="ADAL" clId="{574625C2-C7CD-491C-B1A8-571854406932}" dt="2025-09-09T12:45:51.187" v="5738" actId="1076"/>
          <ac:cxnSpMkLst>
            <pc:docMk/>
            <pc:sldMk cId="3291274094" sldId="274"/>
            <ac:cxnSpMk id="69" creationId="{70A945E5-4D99-55E8-04CD-247DDD49091F}"/>
          </ac:cxnSpMkLst>
        </pc:cxnChg>
        <pc:cxnChg chg="mod">
          <ac:chgData name="Kathryn Clark (Astrea Central)" userId="d0e16b62-87cd-4242-828a-2f5e276be710" providerId="ADAL" clId="{574625C2-C7CD-491C-B1A8-571854406932}" dt="2025-09-09T12:45:51.187" v="5738" actId="1076"/>
          <ac:cxnSpMkLst>
            <pc:docMk/>
            <pc:sldMk cId="3291274094" sldId="274"/>
            <ac:cxnSpMk id="71" creationId="{3A9D9ACB-2B63-93BF-5975-6DFA2EA6BE4F}"/>
          </ac:cxnSpMkLst>
        </pc:cxnChg>
        <pc:cxnChg chg="mod">
          <ac:chgData name="Kathryn Clark (Astrea Central)" userId="d0e16b62-87cd-4242-828a-2f5e276be710" providerId="ADAL" clId="{574625C2-C7CD-491C-B1A8-571854406932}" dt="2025-09-09T12:45:39.907" v="5737" actId="1076"/>
          <ac:cxnSpMkLst>
            <pc:docMk/>
            <pc:sldMk cId="3291274094" sldId="274"/>
            <ac:cxnSpMk id="74" creationId="{4F9EB65E-C011-51F6-0363-474BAA27C339}"/>
          </ac:cxnSpMkLst>
        </pc:cxnChg>
        <pc:cxnChg chg="mod">
          <ac:chgData name="Kathryn Clark (Astrea Central)" userId="d0e16b62-87cd-4242-828a-2f5e276be710" providerId="ADAL" clId="{574625C2-C7CD-491C-B1A8-571854406932}" dt="2025-09-09T12:45:39.907" v="5737" actId="1076"/>
          <ac:cxnSpMkLst>
            <pc:docMk/>
            <pc:sldMk cId="3291274094" sldId="274"/>
            <ac:cxnSpMk id="75" creationId="{90AA3324-9049-9C1A-C00A-E76B66C4DF91}"/>
          </ac:cxnSpMkLst>
        </pc:cxnChg>
        <pc:cxnChg chg="mod">
          <ac:chgData name="Kathryn Clark (Astrea Central)" userId="d0e16b62-87cd-4242-828a-2f5e276be710" providerId="ADAL" clId="{574625C2-C7CD-491C-B1A8-571854406932}" dt="2025-09-09T12:45:39.907" v="5737" actId="1076"/>
          <ac:cxnSpMkLst>
            <pc:docMk/>
            <pc:sldMk cId="3291274094" sldId="274"/>
            <ac:cxnSpMk id="78" creationId="{9E60A3A3-5C13-0B63-CA77-0012D1D9ABD4}"/>
          </ac:cxnSpMkLst>
        </pc:cxnChg>
      </pc:sldChg>
      <pc:sldChg chg="delSp modSp add mod">
        <pc:chgData name="Kathryn Clark (Astrea Central)" userId="d0e16b62-87cd-4242-828a-2f5e276be710" providerId="ADAL" clId="{574625C2-C7CD-491C-B1A8-571854406932}" dt="2025-09-15T14:45:26.703" v="14297" actId="478"/>
        <pc:sldMkLst>
          <pc:docMk/>
          <pc:sldMk cId="387137949" sldId="275"/>
        </pc:sldMkLst>
        <pc:graphicFrameChg chg="modGraphic">
          <ac:chgData name="Kathryn Clark (Astrea Central)" userId="d0e16b62-87cd-4242-828a-2f5e276be710" providerId="ADAL" clId="{574625C2-C7CD-491C-B1A8-571854406932}" dt="2025-09-09T16:00:02.973" v="6556" actId="20577"/>
          <ac:graphicFrameMkLst>
            <pc:docMk/>
            <pc:sldMk cId="387137949" sldId="275"/>
            <ac:graphicFrameMk id="3" creationId="{67C9FB8E-B1E8-EED4-2338-EDEC5F019512}"/>
          </ac:graphicFrameMkLst>
        </pc:graphicFrameChg>
      </pc:sldChg>
      <pc:sldChg chg="addSp delSp modSp add mod">
        <pc:chgData name="Kathryn Clark (Astrea Central)" userId="d0e16b62-87cd-4242-828a-2f5e276be710" providerId="ADAL" clId="{574625C2-C7CD-491C-B1A8-571854406932}" dt="2025-09-09T16:12:06.657" v="7001" actId="1076"/>
        <pc:sldMkLst>
          <pc:docMk/>
          <pc:sldMk cId="2870700917" sldId="276"/>
        </pc:sldMkLst>
        <pc:spChg chg="mod">
          <ac:chgData name="Kathryn Clark (Astrea Central)" userId="d0e16b62-87cd-4242-828a-2f5e276be710" providerId="ADAL" clId="{574625C2-C7CD-491C-B1A8-571854406932}" dt="2025-09-09T16:11:51.817" v="6998" actId="1076"/>
          <ac:spMkLst>
            <pc:docMk/>
            <pc:sldMk cId="2870700917" sldId="276"/>
            <ac:spMk id="4" creationId="{19B23E2C-EB2E-D7F9-7605-4BC5D9FD211B}"/>
          </ac:spMkLst>
        </pc:spChg>
        <pc:spChg chg="mod">
          <ac:chgData name="Kathryn Clark (Astrea Central)" userId="d0e16b62-87cd-4242-828a-2f5e276be710" providerId="ADAL" clId="{574625C2-C7CD-491C-B1A8-571854406932}" dt="2025-09-09T16:11:51.817" v="6998" actId="1076"/>
          <ac:spMkLst>
            <pc:docMk/>
            <pc:sldMk cId="2870700917" sldId="276"/>
            <ac:spMk id="7" creationId="{035F291B-B895-9932-B7A2-B91308DAF8D5}"/>
          </ac:spMkLst>
        </pc:spChg>
        <pc:graphicFrameChg chg="add mod">
          <ac:chgData name="Kathryn Clark (Astrea Central)" userId="d0e16b62-87cd-4242-828a-2f5e276be710" providerId="ADAL" clId="{574625C2-C7CD-491C-B1A8-571854406932}" dt="2025-09-09T16:12:06.657" v="7001" actId="1076"/>
          <ac:graphicFrameMkLst>
            <pc:docMk/>
            <pc:sldMk cId="2870700917" sldId="276"/>
            <ac:graphicFrameMk id="5" creationId="{9385DF65-253D-49FB-762B-1C18308A6775}"/>
          </ac:graphicFrameMkLst>
        </pc:graphicFrameChg>
        <pc:graphicFrameChg chg="mod">
          <ac:chgData name="Kathryn Clark (Astrea Central)" userId="d0e16b62-87cd-4242-828a-2f5e276be710" providerId="ADAL" clId="{574625C2-C7CD-491C-B1A8-571854406932}" dt="2025-09-09T16:11:51.817" v="6998" actId="1076"/>
          <ac:graphicFrameMkLst>
            <pc:docMk/>
            <pc:sldMk cId="2870700917" sldId="276"/>
            <ac:graphicFrameMk id="46" creationId="{0CF8EE30-2DC2-5721-ECDD-CD722784057F}"/>
          </ac:graphicFrameMkLst>
        </pc:graphicFrameChg>
        <pc:picChg chg="add mod">
          <ac:chgData name="Kathryn Clark (Astrea Central)" userId="d0e16b62-87cd-4242-828a-2f5e276be710" providerId="ADAL" clId="{574625C2-C7CD-491C-B1A8-571854406932}" dt="2025-09-09T16:12:06.657" v="7001" actId="1076"/>
          <ac:picMkLst>
            <pc:docMk/>
            <pc:sldMk cId="2870700917" sldId="276"/>
            <ac:picMk id="10" creationId="{817E9CD5-4DAD-9470-BFC4-D0D2C23F98A9}"/>
          </ac:picMkLst>
        </pc:picChg>
        <pc:picChg chg="add mod">
          <ac:chgData name="Kathryn Clark (Astrea Central)" userId="d0e16b62-87cd-4242-828a-2f5e276be710" providerId="ADAL" clId="{574625C2-C7CD-491C-B1A8-571854406932}" dt="2025-09-09T16:12:06.657" v="7001" actId="1076"/>
          <ac:picMkLst>
            <pc:docMk/>
            <pc:sldMk cId="2870700917" sldId="276"/>
            <ac:picMk id="11" creationId="{D0EFB490-DE88-1B87-231B-27646CAD7ACF}"/>
          </ac:picMkLst>
        </pc:picChg>
        <pc:picChg chg="mod">
          <ac:chgData name="Kathryn Clark (Astrea Central)" userId="d0e16b62-87cd-4242-828a-2f5e276be710" providerId="ADAL" clId="{574625C2-C7CD-491C-B1A8-571854406932}" dt="2025-09-09T16:11:51.817" v="6998" actId="1076"/>
          <ac:picMkLst>
            <pc:docMk/>
            <pc:sldMk cId="2870700917" sldId="276"/>
            <ac:picMk id="12" creationId="{875FCEFD-D718-FB22-D0DC-DCD8858AA65A}"/>
          </ac:picMkLst>
        </pc:picChg>
        <pc:picChg chg="add mod">
          <ac:chgData name="Kathryn Clark (Astrea Central)" userId="d0e16b62-87cd-4242-828a-2f5e276be710" providerId="ADAL" clId="{574625C2-C7CD-491C-B1A8-571854406932}" dt="2025-09-09T16:12:06.657" v="7001" actId="1076"/>
          <ac:picMkLst>
            <pc:docMk/>
            <pc:sldMk cId="2870700917" sldId="276"/>
            <ac:picMk id="13" creationId="{41DCBF82-DFEC-E987-354C-847D9B4B487D}"/>
          </ac:picMkLst>
        </pc:picChg>
        <pc:picChg chg="mod">
          <ac:chgData name="Kathryn Clark (Astrea Central)" userId="d0e16b62-87cd-4242-828a-2f5e276be710" providerId="ADAL" clId="{574625C2-C7CD-491C-B1A8-571854406932}" dt="2025-09-09T16:11:51.817" v="6998" actId="1076"/>
          <ac:picMkLst>
            <pc:docMk/>
            <pc:sldMk cId="2870700917" sldId="276"/>
            <ac:picMk id="16" creationId="{C8FE9D63-FC35-B6B8-2673-1AED72AF6E4B}"/>
          </ac:picMkLst>
        </pc:picChg>
        <pc:picChg chg="mod">
          <ac:chgData name="Kathryn Clark (Astrea Central)" userId="d0e16b62-87cd-4242-828a-2f5e276be710" providerId="ADAL" clId="{574625C2-C7CD-491C-B1A8-571854406932}" dt="2025-09-09T16:11:51.817" v="6998" actId="1076"/>
          <ac:picMkLst>
            <pc:docMk/>
            <pc:sldMk cId="2870700917" sldId="276"/>
            <ac:picMk id="17" creationId="{16F0F225-92BD-B03F-3B38-4A326F19C29B}"/>
          </ac:picMkLst>
        </pc:picChg>
      </pc:sldChg>
      <pc:sldChg chg="addSp delSp modSp add mod ord">
        <pc:chgData name="Kathryn Clark (Astrea Central)" userId="d0e16b62-87cd-4242-828a-2f5e276be710" providerId="ADAL" clId="{574625C2-C7CD-491C-B1A8-571854406932}" dt="2025-09-15T14:53:16.817" v="14378" actId="1076"/>
        <pc:sldMkLst>
          <pc:docMk/>
          <pc:sldMk cId="512199683" sldId="277"/>
        </pc:sldMkLst>
        <pc:spChg chg="mod">
          <ac:chgData name="Kathryn Clark (Astrea Central)" userId="d0e16b62-87cd-4242-828a-2f5e276be710" providerId="ADAL" clId="{574625C2-C7CD-491C-B1A8-571854406932}" dt="2025-09-15T14:06:23.046" v="13643" actId="14100"/>
          <ac:spMkLst>
            <pc:docMk/>
            <pc:sldMk cId="512199683" sldId="277"/>
            <ac:spMk id="3" creationId="{83B9669E-F8CF-F91C-8BF3-DACFF2CEC4A5}"/>
          </ac:spMkLst>
        </pc:spChg>
        <pc:spChg chg="add mod">
          <ac:chgData name="Kathryn Clark (Astrea Central)" userId="d0e16b62-87cd-4242-828a-2f5e276be710" providerId="ADAL" clId="{574625C2-C7CD-491C-B1A8-571854406932}" dt="2025-09-15T14:13:53.055" v="13865" actId="113"/>
          <ac:spMkLst>
            <pc:docMk/>
            <pc:sldMk cId="512199683" sldId="277"/>
            <ac:spMk id="5" creationId="{2AFA4C11-8FAE-D952-E5FC-62D003B2C2CB}"/>
          </ac:spMkLst>
        </pc:spChg>
        <pc:spChg chg="add mod">
          <ac:chgData name="Kathryn Clark (Astrea Central)" userId="d0e16b62-87cd-4242-828a-2f5e276be710" providerId="ADAL" clId="{574625C2-C7CD-491C-B1A8-571854406932}" dt="2025-09-15T14:12:28.733" v="13844" actId="14100"/>
          <ac:spMkLst>
            <pc:docMk/>
            <pc:sldMk cId="512199683" sldId="277"/>
            <ac:spMk id="7" creationId="{B9D2D590-4261-E9A2-4257-F2E78ADF5288}"/>
          </ac:spMkLst>
        </pc:spChg>
        <pc:spChg chg="add mod">
          <ac:chgData name="Kathryn Clark (Astrea Central)" userId="d0e16b62-87cd-4242-828a-2f5e276be710" providerId="ADAL" clId="{574625C2-C7CD-491C-B1A8-571854406932}" dt="2025-09-15T14:12:49.768" v="13852"/>
          <ac:spMkLst>
            <pc:docMk/>
            <pc:sldMk cId="512199683" sldId="277"/>
            <ac:spMk id="9" creationId="{3E6EAA38-1B1F-E50B-76D0-4FB686E0209A}"/>
          </ac:spMkLst>
        </pc:spChg>
        <pc:spChg chg="mod">
          <ac:chgData name="Kathryn Clark (Astrea Central)" userId="d0e16b62-87cd-4242-828a-2f5e276be710" providerId="ADAL" clId="{574625C2-C7CD-491C-B1A8-571854406932}" dt="2025-09-15T14:08:43.686" v="13721" actId="1076"/>
          <ac:spMkLst>
            <pc:docMk/>
            <pc:sldMk cId="512199683" sldId="277"/>
            <ac:spMk id="16" creationId="{8E0D6D47-58F7-38F4-AB18-A7BA514EDDC7}"/>
          </ac:spMkLst>
        </pc:spChg>
        <pc:graphicFrameChg chg="mod modGraphic">
          <ac:chgData name="Kathryn Clark (Astrea Central)" userId="d0e16b62-87cd-4242-828a-2f5e276be710" providerId="ADAL" clId="{574625C2-C7CD-491C-B1A8-571854406932}" dt="2025-09-15T14:21:15.297" v="14253" actId="20577"/>
          <ac:graphicFrameMkLst>
            <pc:docMk/>
            <pc:sldMk cId="512199683" sldId="277"/>
            <ac:graphicFrameMk id="12" creationId="{DDF66575-3052-9C96-C1A0-597826208977}"/>
          </ac:graphicFrameMkLst>
        </pc:graphicFrameChg>
        <pc:picChg chg="add mod">
          <ac:chgData name="Kathryn Clark (Astrea Central)" userId="d0e16b62-87cd-4242-828a-2f5e276be710" providerId="ADAL" clId="{574625C2-C7CD-491C-B1A8-571854406932}" dt="2025-09-15T14:53:10.383" v="14375" actId="1076"/>
          <ac:picMkLst>
            <pc:docMk/>
            <pc:sldMk cId="512199683" sldId="277"/>
            <ac:picMk id="4" creationId="{3E9D7E28-FDF9-915B-DBDC-75224BB26035}"/>
          </ac:picMkLst>
        </pc:picChg>
        <pc:picChg chg="add mod">
          <ac:chgData name="Kathryn Clark (Astrea Central)" userId="d0e16b62-87cd-4242-828a-2f5e276be710" providerId="ADAL" clId="{574625C2-C7CD-491C-B1A8-571854406932}" dt="2025-09-15T14:53:16.817" v="14378" actId="1076"/>
          <ac:picMkLst>
            <pc:docMk/>
            <pc:sldMk cId="512199683" sldId="277"/>
            <ac:picMk id="6" creationId="{3ABCB1BA-4C5C-A92F-15D5-A7EEBDEA88D7}"/>
          </ac:picMkLst>
        </pc:picChg>
        <pc:picChg chg="mod">
          <ac:chgData name="Kathryn Clark (Astrea Central)" userId="d0e16b62-87cd-4242-828a-2f5e276be710" providerId="ADAL" clId="{574625C2-C7CD-491C-B1A8-571854406932}" dt="2025-09-15T14:09:14.356" v="13735" actId="1076"/>
          <ac:picMkLst>
            <pc:docMk/>
            <pc:sldMk cId="512199683" sldId="277"/>
            <ac:picMk id="14" creationId="{12FD2C99-3986-A31E-35E4-EF986CA0B2B0}"/>
          </ac:picMkLst>
        </pc:picChg>
        <pc:picChg chg="add mod">
          <ac:chgData name="Kathryn Clark (Astrea Central)" userId="d0e16b62-87cd-4242-828a-2f5e276be710" providerId="ADAL" clId="{574625C2-C7CD-491C-B1A8-571854406932}" dt="2025-09-15T14:12:32.378" v="13846" actId="14100"/>
          <ac:picMkLst>
            <pc:docMk/>
            <pc:sldMk cId="512199683" sldId="277"/>
            <ac:picMk id="5122" creationId="{1C3A992A-E6C8-C176-F658-11C819158DF4}"/>
          </ac:picMkLst>
        </pc:picChg>
        <pc:picChg chg="add del mod">
          <ac:chgData name="Kathryn Clark (Astrea Central)" userId="d0e16b62-87cd-4242-828a-2f5e276be710" providerId="ADAL" clId="{574625C2-C7CD-491C-B1A8-571854406932}" dt="2025-09-15T14:52:44.129" v="14361" actId="1076"/>
          <ac:picMkLst>
            <pc:docMk/>
            <pc:sldMk cId="512199683" sldId="277"/>
            <ac:picMk id="5123" creationId="{53306BB4-B6DC-0EB0-3771-4465F168E376}"/>
          </ac:picMkLst>
        </pc:picChg>
      </pc:sldChg>
      <pc:sldChg chg="addSp delSp modSp add mod">
        <pc:chgData name="Kathryn Clark (Astrea Central)" userId="d0e16b62-87cd-4242-828a-2f5e276be710" providerId="ADAL" clId="{574625C2-C7CD-491C-B1A8-571854406932}" dt="2025-09-15T14:49:54.391" v="14349" actId="478"/>
        <pc:sldMkLst>
          <pc:docMk/>
          <pc:sldMk cId="843170059" sldId="278"/>
        </pc:sldMkLst>
        <pc:spChg chg="add mod">
          <ac:chgData name="Kathryn Clark (Astrea Central)" userId="d0e16b62-87cd-4242-828a-2f5e276be710" providerId="ADAL" clId="{574625C2-C7CD-491C-B1A8-571854406932}" dt="2025-09-15T11:29:00.748" v="11052" actId="1076"/>
          <ac:spMkLst>
            <pc:docMk/>
            <pc:sldMk cId="843170059" sldId="278"/>
            <ac:spMk id="2" creationId="{43A4E213-1183-7AD1-E75B-D972C2AD123B}"/>
          </ac:spMkLst>
        </pc:spChg>
        <pc:spChg chg="mod">
          <ac:chgData name="Kathryn Clark (Astrea Central)" userId="d0e16b62-87cd-4242-828a-2f5e276be710" providerId="ADAL" clId="{574625C2-C7CD-491C-B1A8-571854406932}" dt="2025-09-15T14:36:23.392" v="14268" actId="403"/>
          <ac:spMkLst>
            <pc:docMk/>
            <pc:sldMk cId="843170059" sldId="278"/>
            <ac:spMk id="3" creationId="{E01B9767-9E2C-7BAB-3B33-71AFE05A8A69}"/>
          </ac:spMkLst>
        </pc:spChg>
        <pc:spChg chg="add mod">
          <ac:chgData name="Kathryn Clark (Astrea Central)" userId="d0e16b62-87cd-4242-828a-2f5e276be710" providerId="ADAL" clId="{574625C2-C7CD-491C-B1A8-571854406932}" dt="2025-09-15T11:37:54.477" v="11621"/>
          <ac:spMkLst>
            <pc:docMk/>
            <pc:sldMk cId="843170059" sldId="278"/>
            <ac:spMk id="7" creationId="{029D25A7-BA90-CF09-0256-939E7D3E84D4}"/>
          </ac:spMkLst>
        </pc:spChg>
        <pc:spChg chg="add del mod">
          <ac:chgData name="Kathryn Clark (Astrea Central)" userId="d0e16b62-87cd-4242-828a-2f5e276be710" providerId="ADAL" clId="{574625C2-C7CD-491C-B1A8-571854406932}" dt="2025-09-15T13:05:47.874" v="11773" actId="21"/>
          <ac:spMkLst>
            <pc:docMk/>
            <pc:sldMk cId="843170059" sldId="278"/>
            <ac:spMk id="15" creationId="{AC3A6A1F-E0C9-72CB-17FF-582207069585}"/>
          </ac:spMkLst>
        </pc:spChg>
        <pc:spChg chg="add mod">
          <ac:chgData name="Kathryn Clark (Astrea Central)" userId="d0e16b62-87cd-4242-828a-2f5e276be710" providerId="ADAL" clId="{574625C2-C7CD-491C-B1A8-571854406932}" dt="2025-09-15T13:43:21.101" v="12862" actId="1076"/>
          <ac:spMkLst>
            <pc:docMk/>
            <pc:sldMk cId="843170059" sldId="278"/>
            <ac:spMk id="39" creationId="{5904B3EF-359F-3885-0CF9-94A8AE47DEA9}"/>
          </ac:spMkLst>
        </pc:spChg>
        <pc:spChg chg="add mod">
          <ac:chgData name="Kathryn Clark (Astrea Central)" userId="d0e16b62-87cd-4242-828a-2f5e276be710" providerId="ADAL" clId="{574625C2-C7CD-491C-B1A8-571854406932}" dt="2025-09-15T13:43:30.138" v="12870" actId="1076"/>
          <ac:spMkLst>
            <pc:docMk/>
            <pc:sldMk cId="843170059" sldId="278"/>
            <ac:spMk id="43" creationId="{D31078BE-E9D9-2D82-9C29-2CC19281C9CF}"/>
          </ac:spMkLst>
        </pc:spChg>
        <pc:graphicFrameChg chg="add mod ord modGraphic">
          <ac:chgData name="Kathryn Clark (Astrea Central)" userId="d0e16b62-87cd-4242-828a-2f5e276be710" providerId="ADAL" clId="{574625C2-C7CD-491C-B1A8-571854406932}" dt="2025-09-15T11:37:01.343" v="11613" actId="20577"/>
          <ac:graphicFrameMkLst>
            <pc:docMk/>
            <pc:sldMk cId="843170059" sldId="278"/>
            <ac:graphicFrameMk id="5" creationId="{80346350-38F1-CCEB-04CE-0AC5902C4E12}"/>
          </ac:graphicFrameMkLst>
        </pc:graphicFrameChg>
        <pc:picChg chg="add mod modCrop">
          <ac:chgData name="Kathryn Clark (Astrea Central)" userId="d0e16b62-87cd-4242-828a-2f5e276be710" providerId="ADAL" clId="{574625C2-C7CD-491C-B1A8-571854406932}" dt="2025-09-15T11:37:37.442" v="11618" actId="1076"/>
          <ac:picMkLst>
            <pc:docMk/>
            <pc:sldMk cId="843170059" sldId="278"/>
            <ac:picMk id="4" creationId="{EB573368-B949-72A5-1C72-C2B342C3E2E3}"/>
          </ac:picMkLst>
        </pc:picChg>
        <pc:picChg chg="add del mod modCrop">
          <ac:chgData name="Kathryn Clark (Astrea Central)" userId="d0e16b62-87cd-4242-828a-2f5e276be710" providerId="ADAL" clId="{574625C2-C7CD-491C-B1A8-571854406932}" dt="2025-09-15T13:05:47.874" v="11773" actId="21"/>
          <ac:picMkLst>
            <pc:docMk/>
            <pc:sldMk cId="843170059" sldId="278"/>
            <ac:picMk id="21" creationId="{AEA1372E-7320-3075-5DAF-4DEE4E6F7D12}"/>
          </ac:picMkLst>
        </pc:picChg>
        <pc:cxnChg chg="add mod">
          <ac:chgData name="Kathryn Clark (Astrea Central)" userId="d0e16b62-87cd-4242-828a-2f5e276be710" providerId="ADAL" clId="{574625C2-C7CD-491C-B1A8-571854406932}" dt="2025-09-15T13:42:55.186" v="12852" actId="14100"/>
          <ac:cxnSpMkLst>
            <pc:docMk/>
            <pc:sldMk cId="843170059" sldId="278"/>
            <ac:cxnSpMk id="38" creationId="{BF44EA6B-51A7-6390-BCF6-5B2DCA1B95FD}"/>
          </ac:cxnSpMkLst>
        </pc:cxnChg>
        <pc:cxnChg chg="add mod">
          <ac:chgData name="Kathryn Clark (Astrea Central)" userId="d0e16b62-87cd-4242-828a-2f5e276be710" providerId="ADAL" clId="{574625C2-C7CD-491C-B1A8-571854406932}" dt="2025-09-15T13:43:17.539" v="12861" actId="14100"/>
          <ac:cxnSpMkLst>
            <pc:docMk/>
            <pc:sldMk cId="843170059" sldId="278"/>
            <ac:cxnSpMk id="41" creationId="{94B20C44-1B7A-10CE-8A60-9B2C5BE93764}"/>
          </ac:cxnSpMkLst>
        </pc:cxnChg>
      </pc:sldChg>
      <pc:sldChg chg="addSp delSp modSp new mod">
        <pc:chgData name="Kathryn Clark (Astrea Central)" userId="d0e16b62-87cd-4242-828a-2f5e276be710" providerId="ADAL" clId="{574625C2-C7CD-491C-B1A8-571854406932}" dt="2025-09-15T14:50:02.499" v="14353" actId="478"/>
        <pc:sldMkLst>
          <pc:docMk/>
          <pc:sldMk cId="1993984672" sldId="279"/>
        </pc:sldMkLst>
        <pc:spChg chg="add mod">
          <ac:chgData name="Kathryn Clark (Astrea Central)" userId="d0e16b62-87cd-4242-828a-2f5e276be710" providerId="ADAL" clId="{574625C2-C7CD-491C-B1A8-571854406932}" dt="2025-09-15T11:37:55.586" v="11622"/>
          <ac:spMkLst>
            <pc:docMk/>
            <pc:sldMk cId="1993984672" sldId="279"/>
            <ac:spMk id="3" creationId="{0CD010C9-C1B4-E053-9636-40068E312140}"/>
          </ac:spMkLst>
        </pc:spChg>
        <pc:spChg chg="add mod">
          <ac:chgData name="Kathryn Clark (Astrea Central)" userId="d0e16b62-87cd-4242-828a-2f5e276be710" providerId="ADAL" clId="{574625C2-C7CD-491C-B1A8-571854406932}" dt="2025-09-15T13:09:47.852" v="11786" actId="1076"/>
          <ac:spMkLst>
            <pc:docMk/>
            <pc:sldMk cId="1993984672" sldId="279"/>
            <ac:spMk id="36" creationId="{30616249-7851-7154-DBDC-0B3C90BEC8C0}"/>
          </ac:spMkLst>
        </pc:spChg>
        <pc:spChg chg="add mod">
          <ac:chgData name="Kathryn Clark (Astrea Central)" userId="d0e16b62-87cd-4242-828a-2f5e276be710" providerId="ADAL" clId="{574625C2-C7CD-491C-B1A8-571854406932}" dt="2025-09-15T13:14:20.883" v="12080" actId="20577"/>
          <ac:spMkLst>
            <pc:docMk/>
            <pc:sldMk cId="1993984672" sldId="279"/>
            <ac:spMk id="41" creationId="{03ED086F-3797-AEA6-7E8D-20B44A4C8FF9}"/>
          </ac:spMkLst>
        </pc:spChg>
        <pc:spChg chg="add mod">
          <ac:chgData name="Kathryn Clark (Astrea Central)" userId="d0e16b62-87cd-4242-828a-2f5e276be710" providerId="ADAL" clId="{574625C2-C7CD-491C-B1A8-571854406932}" dt="2025-09-15T13:48:14.048" v="12942" actId="1076"/>
          <ac:spMkLst>
            <pc:docMk/>
            <pc:sldMk cId="1993984672" sldId="279"/>
            <ac:spMk id="49" creationId="{5A0683F5-15CE-9973-F340-3A8EB1C10DEE}"/>
          </ac:spMkLst>
        </pc:spChg>
        <pc:spChg chg="add mod">
          <ac:chgData name="Kathryn Clark (Astrea Central)" userId="d0e16b62-87cd-4242-828a-2f5e276be710" providerId="ADAL" clId="{574625C2-C7CD-491C-B1A8-571854406932}" dt="2025-09-15T13:44:01.924" v="12873" actId="1076"/>
          <ac:spMkLst>
            <pc:docMk/>
            <pc:sldMk cId="1993984672" sldId="279"/>
            <ac:spMk id="54" creationId="{BBC060C4-30B2-BA7E-6A71-44731B6A8EF4}"/>
          </ac:spMkLst>
        </pc:spChg>
        <pc:grpChg chg="add mod">
          <ac:chgData name="Kathryn Clark (Astrea Central)" userId="d0e16b62-87cd-4242-828a-2f5e276be710" providerId="ADAL" clId="{574625C2-C7CD-491C-B1A8-571854406932}" dt="2025-09-15T13:48:20.153" v="12943" actId="1076"/>
          <ac:grpSpMkLst>
            <pc:docMk/>
            <pc:sldMk cId="1993984672" sldId="279"/>
            <ac:grpSpMk id="42" creationId="{6F3CFA43-913A-F7D1-B711-BF26A785CFD0}"/>
          </ac:grpSpMkLst>
        </pc:grpChg>
        <pc:graphicFrameChg chg="add mod ord modGraphic">
          <ac:chgData name="Kathryn Clark (Astrea Central)" userId="d0e16b62-87cd-4242-828a-2f5e276be710" providerId="ADAL" clId="{574625C2-C7CD-491C-B1A8-571854406932}" dt="2025-09-15T13:25:58.739" v="12336" actId="167"/>
          <ac:graphicFrameMkLst>
            <pc:docMk/>
            <pc:sldMk cId="1993984672" sldId="279"/>
            <ac:graphicFrameMk id="61" creationId="{8A01B2FB-847A-0518-5153-317086640928}"/>
          </ac:graphicFrameMkLst>
        </pc:graphicFrameChg>
        <pc:picChg chg="add mod modCrop">
          <ac:chgData name="Kathryn Clark (Astrea Central)" userId="d0e16b62-87cd-4242-828a-2f5e276be710" providerId="ADAL" clId="{574625C2-C7CD-491C-B1A8-571854406932}" dt="2025-09-15T13:48:23.038" v="12944" actId="14100"/>
          <ac:picMkLst>
            <pc:docMk/>
            <pc:sldMk cId="1993984672" sldId="279"/>
            <ac:picMk id="32" creationId="{A185A608-F5AC-D41B-9AA8-B7F6E64808ED}"/>
          </ac:picMkLst>
        </pc:picChg>
        <pc:picChg chg="add mod modCrop">
          <ac:chgData name="Kathryn Clark (Astrea Central)" userId="d0e16b62-87cd-4242-828a-2f5e276be710" providerId="ADAL" clId="{574625C2-C7CD-491C-B1A8-571854406932}" dt="2025-09-15T13:12:34.538" v="11958" actId="164"/>
          <ac:picMkLst>
            <pc:docMk/>
            <pc:sldMk cId="1993984672" sldId="279"/>
            <ac:picMk id="37" creationId="{F6B909A4-7634-4149-6C5D-540C018384C9}"/>
          </ac:picMkLst>
        </pc:picChg>
        <pc:picChg chg="add mod modCrop">
          <ac:chgData name="Kathryn Clark (Astrea Central)" userId="d0e16b62-87cd-4242-828a-2f5e276be710" providerId="ADAL" clId="{574625C2-C7CD-491C-B1A8-571854406932}" dt="2025-09-15T13:12:34.538" v="11958" actId="164"/>
          <ac:picMkLst>
            <pc:docMk/>
            <pc:sldMk cId="1993984672" sldId="279"/>
            <ac:picMk id="38" creationId="{59DF1FB5-B1C3-CCDA-EE9C-A45AD8FA6CA5}"/>
          </ac:picMkLst>
        </pc:picChg>
        <pc:picChg chg="add mod modCrop">
          <ac:chgData name="Kathryn Clark (Astrea Central)" userId="d0e16b62-87cd-4242-828a-2f5e276be710" providerId="ADAL" clId="{574625C2-C7CD-491C-B1A8-571854406932}" dt="2025-09-15T13:12:49.066" v="11963" actId="1076"/>
          <ac:picMkLst>
            <pc:docMk/>
            <pc:sldMk cId="1993984672" sldId="279"/>
            <ac:picMk id="39" creationId="{A5B226E0-ABB9-1692-CD3D-014987EC9741}"/>
          </ac:picMkLst>
        </pc:picChg>
        <pc:picChg chg="add mod modCrop">
          <ac:chgData name="Kathryn Clark (Astrea Central)" userId="d0e16b62-87cd-4242-828a-2f5e276be710" providerId="ADAL" clId="{574625C2-C7CD-491C-B1A8-571854406932}" dt="2025-09-15T13:12:49.066" v="11963" actId="1076"/>
          <ac:picMkLst>
            <pc:docMk/>
            <pc:sldMk cId="1993984672" sldId="279"/>
            <ac:picMk id="40" creationId="{E3EAF2B7-8B50-B9AC-ACA1-C1FDBF18B6A3}"/>
          </ac:picMkLst>
        </pc:picChg>
        <pc:picChg chg="add mod">
          <ac:chgData name="Kathryn Clark (Astrea Central)" userId="d0e16b62-87cd-4242-828a-2f5e276be710" providerId="ADAL" clId="{574625C2-C7CD-491C-B1A8-571854406932}" dt="2025-09-15T13:21:26.955" v="12218" actId="1076"/>
          <ac:picMkLst>
            <pc:docMk/>
            <pc:sldMk cId="1993984672" sldId="279"/>
            <ac:picMk id="47" creationId="{83A51D6A-CEAB-9BE0-C404-8F4D75AB0C61}"/>
          </ac:picMkLst>
        </pc:picChg>
        <pc:picChg chg="add mod">
          <ac:chgData name="Kathryn Clark (Astrea Central)" userId="d0e16b62-87cd-4242-828a-2f5e276be710" providerId="ADAL" clId="{574625C2-C7CD-491C-B1A8-571854406932}" dt="2025-09-15T13:21:01.695" v="12212" actId="1076"/>
          <ac:picMkLst>
            <pc:docMk/>
            <pc:sldMk cId="1993984672" sldId="279"/>
            <ac:picMk id="51" creationId="{D38187B0-F87C-30F8-E32E-BD622D538CC4}"/>
          </ac:picMkLst>
        </pc:picChg>
        <pc:picChg chg="add mod">
          <ac:chgData name="Kathryn Clark (Astrea Central)" userId="d0e16b62-87cd-4242-828a-2f5e276be710" providerId="ADAL" clId="{574625C2-C7CD-491C-B1A8-571854406932}" dt="2025-09-15T13:21:30.277" v="12219" actId="1076"/>
          <ac:picMkLst>
            <pc:docMk/>
            <pc:sldMk cId="1993984672" sldId="279"/>
            <ac:picMk id="53" creationId="{7EEB3C47-DF35-93E2-74F3-461974FAD62D}"/>
          </ac:picMkLst>
        </pc:picChg>
        <pc:picChg chg="add mod">
          <ac:chgData name="Kathryn Clark (Astrea Central)" userId="d0e16b62-87cd-4242-828a-2f5e276be710" providerId="ADAL" clId="{574625C2-C7CD-491C-B1A8-571854406932}" dt="2025-09-15T13:23:04.056" v="12280" actId="1076"/>
          <ac:picMkLst>
            <pc:docMk/>
            <pc:sldMk cId="1993984672" sldId="279"/>
            <ac:picMk id="56" creationId="{DBEAED66-7F40-F44D-B017-252033F798F0}"/>
          </ac:picMkLst>
        </pc:picChg>
        <pc:picChg chg="add mod">
          <ac:chgData name="Kathryn Clark (Astrea Central)" userId="d0e16b62-87cd-4242-828a-2f5e276be710" providerId="ADAL" clId="{574625C2-C7CD-491C-B1A8-571854406932}" dt="2025-09-15T13:44:03.227" v="12874" actId="1076"/>
          <ac:picMkLst>
            <pc:docMk/>
            <pc:sldMk cId="1993984672" sldId="279"/>
            <ac:picMk id="58" creationId="{4B0B2FC5-DE3B-AEEA-5903-F218EA9D7799}"/>
          </ac:picMkLst>
        </pc:picChg>
        <pc:picChg chg="add mod">
          <ac:chgData name="Kathryn Clark (Astrea Central)" userId="d0e16b62-87cd-4242-828a-2f5e276be710" providerId="ADAL" clId="{574625C2-C7CD-491C-B1A8-571854406932}" dt="2025-09-15T13:44:07.527" v="12875" actId="1076"/>
          <ac:picMkLst>
            <pc:docMk/>
            <pc:sldMk cId="1993984672" sldId="279"/>
            <ac:picMk id="60" creationId="{0079D1D7-F6D4-6D7C-4762-E2D2E0F5203C}"/>
          </ac:picMkLst>
        </pc:picChg>
      </pc:sldChg>
      <pc:sldChg chg="delSp add del mod">
        <pc:chgData name="Kathryn Clark (Astrea Central)" userId="d0e16b62-87cd-4242-828a-2f5e276be710" providerId="ADAL" clId="{574625C2-C7CD-491C-B1A8-571854406932}" dt="2025-09-15T13:24:27.025" v="12307" actId="47"/>
        <pc:sldMkLst>
          <pc:docMk/>
          <pc:sldMk cId="2305142377" sldId="280"/>
        </pc:sldMkLst>
      </pc:sldChg>
      <pc:sldChg chg="addSp delSp modSp add mod">
        <pc:chgData name="Kathryn Clark (Astrea Central)" userId="d0e16b62-87cd-4242-828a-2f5e276be710" providerId="ADAL" clId="{574625C2-C7CD-491C-B1A8-571854406932}" dt="2025-09-15T14:52:34.652" v="14358" actId="478"/>
        <pc:sldMkLst>
          <pc:docMk/>
          <pc:sldMk cId="3270097695" sldId="281"/>
        </pc:sldMkLst>
        <pc:spChg chg="mod">
          <ac:chgData name="Kathryn Clark (Astrea Central)" userId="d0e16b62-87cd-4242-828a-2f5e276be710" providerId="ADAL" clId="{574625C2-C7CD-491C-B1A8-571854406932}" dt="2025-09-15T13:24:16.900" v="12303" actId="1076"/>
          <ac:spMkLst>
            <pc:docMk/>
            <pc:sldMk cId="3270097695" sldId="281"/>
            <ac:spMk id="45" creationId="{A02ACC4A-A2BF-E4BA-E7F8-36D79DB7FE1F}"/>
          </ac:spMkLst>
        </pc:spChg>
        <pc:spChg chg="mod">
          <ac:chgData name="Kathryn Clark (Astrea Central)" userId="d0e16b62-87cd-4242-828a-2f5e276be710" providerId="ADAL" clId="{574625C2-C7CD-491C-B1A8-571854406932}" dt="2025-09-15T13:26:43.518" v="12366" actId="1076"/>
          <ac:spMkLst>
            <pc:docMk/>
            <pc:sldMk cId="3270097695" sldId="281"/>
            <ac:spMk id="49" creationId="{30B32371-3783-3A7B-1F64-351E766D4AC3}"/>
          </ac:spMkLst>
        </pc:spChg>
        <pc:grpChg chg="add mod">
          <ac:chgData name="Kathryn Clark (Astrea Central)" userId="d0e16b62-87cd-4242-828a-2f5e276be710" providerId="ADAL" clId="{574625C2-C7CD-491C-B1A8-571854406932}" dt="2025-09-15T13:25:09.954" v="12320" actId="14100"/>
          <ac:grpSpMkLst>
            <pc:docMk/>
            <pc:sldMk cId="3270097695" sldId="281"/>
            <ac:grpSpMk id="2" creationId="{7902B100-CA0C-1437-FCB8-A5FA8DAC8C18}"/>
          </ac:grpSpMkLst>
        </pc:grpChg>
        <pc:graphicFrameChg chg="add mod ord modGraphic">
          <ac:chgData name="Kathryn Clark (Astrea Central)" userId="d0e16b62-87cd-4242-828a-2f5e276be710" providerId="ADAL" clId="{574625C2-C7CD-491C-B1A8-571854406932}" dt="2025-09-15T13:52:10.556" v="13113" actId="1076"/>
          <ac:graphicFrameMkLst>
            <pc:docMk/>
            <pc:sldMk cId="3270097695" sldId="281"/>
            <ac:graphicFrameMk id="6" creationId="{2C0A41A9-3048-ED0E-8AE6-43BFFCCC51C2}"/>
          </ac:graphicFrameMkLst>
        </pc:graphicFrameChg>
        <pc:picChg chg="mod">
          <ac:chgData name="Kathryn Clark (Astrea Central)" userId="d0e16b62-87cd-4242-828a-2f5e276be710" providerId="ADAL" clId="{574625C2-C7CD-491C-B1A8-571854406932}" dt="2025-09-15T13:25:04.309" v="12317" actId="164"/>
          <ac:picMkLst>
            <pc:docMk/>
            <pc:sldMk cId="3270097695" sldId="281"/>
            <ac:picMk id="22" creationId="{ABA7FEBD-6C92-68FA-22B5-DB1FB08676EE}"/>
          </ac:picMkLst>
        </pc:picChg>
        <pc:picChg chg="mod">
          <ac:chgData name="Kathryn Clark (Astrea Central)" userId="d0e16b62-87cd-4242-828a-2f5e276be710" providerId="ADAL" clId="{574625C2-C7CD-491C-B1A8-571854406932}" dt="2025-09-15T13:25:29.687" v="12327" actId="1076"/>
          <ac:picMkLst>
            <pc:docMk/>
            <pc:sldMk cId="3270097695" sldId="281"/>
            <ac:picMk id="23" creationId="{6E7F9A0B-1E36-CDED-7C72-1DB9F5101707}"/>
          </ac:picMkLst>
        </pc:picChg>
        <pc:picChg chg="mod">
          <ac:chgData name="Kathryn Clark (Astrea Central)" userId="d0e16b62-87cd-4242-828a-2f5e276be710" providerId="ADAL" clId="{574625C2-C7CD-491C-B1A8-571854406932}" dt="2025-09-15T13:52:36.857" v="13120" actId="1076"/>
          <ac:picMkLst>
            <pc:docMk/>
            <pc:sldMk cId="3270097695" sldId="281"/>
            <ac:picMk id="24" creationId="{13B6603F-5140-D9EE-6F94-54AE3AB72CFB}"/>
          </ac:picMkLst>
        </pc:picChg>
        <pc:picChg chg="mod">
          <ac:chgData name="Kathryn Clark (Astrea Central)" userId="d0e16b62-87cd-4242-828a-2f5e276be710" providerId="ADAL" clId="{574625C2-C7CD-491C-B1A8-571854406932}" dt="2025-09-15T13:45:45.359" v="12909" actId="1076"/>
          <ac:picMkLst>
            <pc:docMk/>
            <pc:sldMk cId="3270097695" sldId="281"/>
            <ac:picMk id="43" creationId="{FED366AA-B0D3-E67E-D230-EA2D0A9B758F}"/>
          </ac:picMkLst>
        </pc:picChg>
        <pc:picChg chg="mod">
          <ac:chgData name="Kathryn Clark (Astrea Central)" userId="d0e16b62-87cd-4242-828a-2f5e276be710" providerId="ADAL" clId="{574625C2-C7CD-491C-B1A8-571854406932}" dt="2025-09-15T13:46:49.224" v="12928" actId="1076"/>
          <ac:picMkLst>
            <pc:docMk/>
            <pc:sldMk cId="3270097695" sldId="281"/>
            <ac:picMk id="44" creationId="{9C511295-A833-5CC3-5B00-26AA7B22B073}"/>
          </ac:picMkLst>
        </pc:picChg>
        <pc:cxnChg chg="mod">
          <ac:chgData name="Kathryn Clark (Astrea Central)" userId="d0e16b62-87cd-4242-828a-2f5e276be710" providerId="ADAL" clId="{574625C2-C7CD-491C-B1A8-571854406932}" dt="2025-09-15T13:25:04.309" v="12317" actId="164"/>
          <ac:cxnSpMkLst>
            <pc:docMk/>
            <pc:sldMk cId="3270097695" sldId="281"/>
            <ac:cxnSpMk id="26" creationId="{162568C6-9FAC-0EBB-C376-EBA97B64D5B0}"/>
          </ac:cxnSpMkLst>
        </pc:cxnChg>
        <pc:cxnChg chg="mod">
          <ac:chgData name="Kathryn Clark (Astrea Central)" userId="d0e16b62-87cd-4242-828a-2f5e276be710" providerId="ADAL" clId="{574625C2-C7CD-491C-B1A8-571854406932}" dt="2025-09-15T13:25:04.309" v="12317" actId="164"/>
          <ac:cxnSpMkLst>
            <pc:docMk/>
            <pc:sldMk cId="3270097695" sldId="281"/>
            <ac:cxnSpMk id="27" creationId="{04B79FD7-2DEF-3AE3-31DD-72EBC95531BF}"/>
          </ac:cxnSpMkLst>
        </pc:cxnChg>
        <pc:cxnChg chg="mod">
          <ac:chgData name="Kathryn Clark (Astrea Central)" userId="d0e16b62-87cd-4242-828a-2f5e276be710" providerId="ADAL" clId="{574625C2-C7CD-491C-B1A8-571854406932}" dt="2025-09-15T13:25:04.309" v="12317" actId="164"/>
          <ac:cxnSpMkLst>
            <pc:docMk/>
            <pc:sldMk cId="3270097695" sldId="281"/>
            <ac:cxnSpMk id="29" creationId="{999141FC-1BBF-94B1-3F72-3276CB0E7245}"/>
          </ac:cxnSpMkLst>
        </pc:cxnChg>
      </pc:sldChg>
      <pc:sldChg chg="addSp delSp modSp add mod ord">
        <pc:chgData name="Kathryn Clark (Astrea Central)" userId="d0e16b62-87cd-4242-828a-2f5e276be710" providerId="ADAL" clId="{574625C2-C7CD-491C-B1A8-571854406932}" dt="2025-09-15T14:53:03.167" v="14372" actId="1076"/>
        <pc:sldMkLst>
          <pc:docMk/>
          <pc:sldMk cId="2564106196" sldId="282"/>
        </pc:sldMkLst>
        <pc:spChg chg="add mod">
          <ac:chgData name="Kathryn Clark (Astrea Central)" userId="d0e16b62-87cd-4242-828a-2f5e276be710" providerId="ADAL" clId="{574625C2-C7CD-491C-B1A8-571854406932}" dt="2025-09-15T14:08:13.073" v="13692" actId="1036"/>
          <ac:spMkLst>
            <pc:docMk/>
            <pc:sldMk cId="2564106196" sldId="282"/>
            <ac:spMk id="7" creationId="{E9B6CD7F-D2DD-F016-1658-54C57F4469F6}"/>
          </ac:spMkLst>
        </pc:spChg>
        <pc:graphicFrameChg chg="mod modGraphic">
          <ac:chgData name="Kathryn Clark (Astrea Central)" userId="d0e16b62-87cd-4242-828a-2f5e276be710" providerId="ADAL" clId="{574625C2-C7CD-491C-B1A8-571854406932}" dt="2025-09-15T14:21:38.539" v="14257" actId="20577"/>
          <ac:graphicFrameMkLst>
            <pc:docMk/>
            <pc:sldMk cId="2564106196" sldId="282"/>
            <ac:graphicFrameMk id="12" creationId="{B9F105DF-A9EC-555C-2ACB-AA46D1419011}"/>
          </ac:graphicFrameMkLst>
        </pc:graphicFrameChg>
        <pc:picChg chg="add mod">
          <ac:chgData name="Kathryn Clark (Astrea Central)" userId="d0e16b62-87cd-4242-828a-2f5e276be710" providerId="ADAL" clId="{574625C2-C7CD-491C-B1A8-571854406932}" dt="2025-09-15T14:53:03.167" v="14372" actId="1076"/>
          <ac:picMkLst>
            <pc:docMk/>
            <pc:sldMk cId="2564106196" sldId="282"/>
            <ac:picMk id="4" creationId="{7ECA4791-E096-2262-09CA-21975C29FC83}"/>
          </ac:picMkLst>
        </pc:picChg>
        <pc:picChg chg="add mod">
          <ac:chgData name="Kathryn Clark (Astrea Central)" userId="d0e16b62-87cd-4242-828a-2f5e276be710" providerId="ADAL" clId="{574625C2-C7CD-491C-B1A8-571854406932}" dt="2025-09-15T14:08:13.073" v="13692" actId="1036"/>
          <ac:picMkLst>
            <pc:docMk/>
            <pc:sldMk cId="2564106196" sldId="282"/>
            <ac:picMk id="5" creationId="{0EF25321-8149-92A5-7A89-5B8446B272F0}"/>
          </ac:picMkLst>
        </pc:picChg>
        <pc:picChg chg="add mod">
          <ac:chgData name="Kathryn Clark (Astrea Central)" userId="d0e16b62-87cd-4242-828a-2f5e276be710" providerId="ADAL" clId="{574625C2-C7CD-491C-B1A8-571854406932}" dt="2025-09-15T14:08:13.073" v="13692" actId="1036"/>
          <ac:picMkLst>
            <pc:docMk/>
            <pc:sldMk cId="2564106196" sldId="282"/>
            <ac:picMk id="4098" creationId="{58618BE4-9A50-B302-4F38-D95F7C4FBE2A}"/>
          </ac:picMkLst>
        </pc:picChg>
        <pc:picChg chg="add mod">
          <ac:chgData name="Kathryn Clark (Astrea Central)" userId="d0e16b62-87cd-4242-828a-2f5e276be710" providerId="ADAL" clId="{574625C2-C7CD-491C-B1A8-571854406932}" dt="2025-09-15T14:52:48.249" v="14362" actId="1076"/>
          <ac:picMkLst>
            <pc:docMk/>
            <pc:sldMk cId="2564106196" sldId="282"/>
            <ac:picMk id="4099" creationId="{AB59CC16-92AA-0DC8-965C-4EFA0373B1A0}"/>
          </ac:picMkLst>
        </pc:picChg>
      </pc:sldChg>
      <pc:sldChg chg="add">
        <pc:chgData name="Kathryn Clark (Astrea Central)" userId="d0e16b62-87cd-4242-828a-2f5e276be710" providerId="ADAL" clId="{574625C2-C7CD-491C-B1A8-571854406932}" dt="2025-09-15T14:38:53.614" v="14271"/>
        <pc:sldMkLst>
          <pc:docMk/>
          <pc:sldMk cId="585432959" sldId="283"/>
        </pc:sldMkLst>
      </pc:sldChg>
      <pc:sldChg chg="add">
        <pc:chgData name="Kathryn Clark (Astrea Central)" userId="d0e16b62-87cd-4242-828a-2f5e276be710" providerId="ADAL" clId="{574625C2-C7CD-491C-B1A8-571854406932}" dt="2025-09-15T14:38:53.614" v="14271"/>
        <pc:sldMkLst>
          <pc:docMk/>
          <pc:sldMk cId="3043298584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5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9FCBF-CBBA-4CA4-BC68-56F5C74662DB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239838"/>
            <a:ext cx="2319337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76431"/>
            <a:ext cx="543433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5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70663-5B7F-44EC-94A1-BCC08BF16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34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728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1F5C-EB2B-AF5B-F907-7754B84F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60ED9-602D-3954-134C-69DD3C686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AACA9-4095-AC4D-649E-23526DDAA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AC9DD-EE6F-E867-EA69-936CFF2B9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00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9CCB1-56B5-597D-5F25-F93263F8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6508A-E3B5-65C0-EE73-E9FC16A12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557D5-46B0-CAA0-DC20-CC212FDA0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9BC23-0BF9-B30A-E97C-8FB328029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663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A3B1-687E-08FC-0219-DF125552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433ED-D8B5-D5B3-1A38-CB72B5191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422A8-6791-EF3D-B4C2-0C538E411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34908-93D8-BB6C-8D39-308386CFF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880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9FEE1-B1A5-3F93-1FBB-8A2E2A620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DB2B3-5D95-5A9B-30FD-A3DCDF659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DB2FE-C403-D0D1-69E6-EE352288F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B0B95-F2A4-FC3C-FF9B-228BBD662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261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C8EB4-1B25-B35B-F123-B6BBE2CE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7A325-CA15-C540-8953-A809780C2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D0033-5465-31D2-D64F-04883D7F6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25FD3-F466-55B2-22AD-EEA2F52E7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109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8598-D5B9-E010-1E81-C4A389117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B57EE-8225-C963-CC35-6D361C5DB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3955F-FE2C-E9CE-711F-14AEED340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D4AC5-ECDD-B0EB-3558-5EC890BBC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984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B61A-8831-83DD-199F-782EB849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F083B-FCF8-30B8-1959-BDDAD6BC1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7979F-F78D-F333-DBF0-9B589F336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31247-1D98-71A0-6764-E71898CB7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857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9795A-7436-47CB-1045-6984EA7B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4E2D6-311A-F51F-EC2E-A61592A27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1A6FA-8894-F72A-B7BF-67D37A9E2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4A171-CBF1-D1FA-3B8D-28044CA8B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31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4D0E-219D-4F43-8EE4-45066B45BF60}" type="datetime1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91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B8CF-5573-402B-B641-2F45C8D35214}" type="datetime1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85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58B0-CB66-45A4-A9A8-F4A6BB463C7B}" type="datetime1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000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92DC3-29DB-4499-9274-1D2B6E211E29}" type="datetime1">
              <a:rPr lang="en-GB" smtClean="0"/>
              <a:t>24/09/2025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88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E683-DFC5-41E3-8DA7-5211A84D425A}" type="datetime1">
              <a:rPr lang="en-GB" smtClean="0"/>
              <a:t>24/09/2025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95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0B54-C87A-4E36-A504-D7B4B92F7897}" type="datetime1">
              <a:rPr lang="en-GB" smtClean="0"/>
              <a:t>24/09/2025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79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10E2-06E2-49A1-950C-195BCE291EE8}" type="datetime1">
              <a:rPr lang="en-GB" smtClean="0"/>
              <a:t>24/09/2025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35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03D08-A0DE-4397-8E2E-A395920D1FBE}" type="datetime1">
              <a:rPr lang="en-GB" smtClean="0"/>
              <a:t>24/09/2025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19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CE04-11B2-43B0-A5AD-AFBFDCEEEA96}" type="datetime1">
              <a:rPr lang="en-GB" smtClean="0"/>
              <a:t>24/09/2025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6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119-D9CE-4B8D-A029-55CAA3ED59DE}" type="datetime1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875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DB89-0EAD-4561-880E-6FC135AA022E}" type="datetime1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38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C9CFC-E4E5-4213-87AC-BDC09B7F6803}" type="datetime1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62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0.png"/><Relationship Id="rId5" Type="http://schemas.openxmlformats.org/officeDocument/2006/relationships/image" Target="../media/image30.png"/><Relationship Id="rId15" Type="http://schemas.openxmlformats.org/officeDocument/2006/relationships/image" Target="../media/image36.png"/><Relationship Id="rId10" Type="http://schemas.openxmlformats.org/officeDocument/2006/relationships/image" Target="../media/image39.png"/><Relationship Id="rId4" Type="http://schemas.openxmlformats.org/officeDocument/2006/relationships/image" Target="../media/image29.png"/><Relationship Id="rId9" Type="http://schemas.openxmlformats.org/officeDocument/2006/relationships/image" Target="../media/image38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jpeg"/><Relationship Id="rId3" Type="http://schemas.openxmlformats.org/officeDocument/2006/relationships/image" Target="../media/image37.png"/><Relationship Id="rId7" Type="http://schemas.openxmlformats.org/officeDocument/2006/relationships/image" Target="../media/image44.png"/><Relationship Id="rId12" Type="http://schemas.openxmlformats.org/officeDocument/2006/relationships/image" Target="../media/image48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0" Type="http://schemas.openxmlformats.org/officeDocument/2006/relationships/image" Target="../media/image6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4.png"/><Relationship Id="rId4" Type="http://schemas.openxmlformats.org/officeDocument/2006/relationships/image" Target="../media/image57.png"/><Relationship Id="rId9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eg"/><Relationship Id="rId3" Type="http://schemas.openxmlformats.org/officeDocument/2006/relationships/image" Target="../media/image66.png"/><Relationship Id="rId7" Type="http://schemas.openxmlformats.org/officeDocument/2006/relationships/image" Target="../media/image69.jpeg"/><Relationship Id="rId12" Type="http://schemas.microsoft.com/office/2007/relationships/hdphoto" Target="../media/hdphoto1.wdp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72.png"/><Relationship Id="rId5" Type="http://schemas.openxmlformats.org/officeDocument/2006/relationships/image" Target="../media/image68.png"/><Relationship Id="rId10" Type="http://schemas.openxmlformats.org/officeDocument/2006/relationships/image" Target="../media/image71.jpeg"/><Relationship Id="rId4" Type="http://schemas.openxmlformats.org/officeDocument/2006/relationships/image" Target="../media/image67.png"/><Relationship Id="rId9" Type="http://schemas.openxmlformats.org/officeDocument/2006/relationships/image" Target="../media/image4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3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8.png"/><Relationship Id="rId5" Type="http://schemas.openxmlformats.org/officeDocument/2006/relationships/image" Target="../media/image84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0.png"/><Relationship Id="rId13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1110.png"/><Relationship Id="rId12" Type="http://schemas.openxmlformats.org/officeDocument/2006/relationships/image" Target="../media/image9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0.png"/><Relationship Id="rId11" Type="http://schemas.openxmlformats.org/officeDocument/2006/relationships/image" Target="../media/image92.png"/><Relationship Id="rId5" Type="http://schemas.openxmlformats.org/officeDocument/2006/relationships/image" Target="../media/image1090.png"/><Relationship Id="rId10" Type="http://schemas.openxmlformats.org/officeDocument/2006/relationships/image" Target="../media/image90.png"/><Relationship Id="rId4" Type="http://schemas.openxmlformats.org/officeDocument/2006/relationships/image" Target="../media/image1080.png"/><Relationship Id="rId9" Type="http://schemas.openxmlformats.org/officeDocument/2006/relationships/image" Target="../media/image1130.png"/><Relationship Id="rId1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0.png"/><Relationship Id="rId13" Type="http://schemas.openxmlformats.org/officeDocument/2006/relationships/image" Target="../media/image94.png"/><Relationship Id="rId3" Type="http://schemas.openxmlformats.org/officeDocument/2006/relationships/image" Target="../media/image88.png"/><Relationship Id="rId7" Type="http://schemas.openxmlformats.org/officeDocument/2006/relationships/image" Target="../media/image1190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0.png"/><Relationship Id="rId11" Type="http://schemas.openxmlformats.org/officeDocument/2006/relationships/image" Target="../media/image1230.png"/><Relationship Id="rId5" Type="http://schemas.openxmlformats.org/officeDocument/2006/relationships/image" Target="../media/image89.png"/><Relationship Id="rId15" Type="http://schemas.openxmlformats.org/officeDocument/2006/relationships/image" Target="../media/image97.png"/><Relationship Id="rId10" Type="http://schemas.openxmlformats.org/officeDocument/2006/relationships/image" Target="../media/image1220.png"/><Relationship Id="rId4" Type="http://schemas.openxmlformats.org/officeDocument/2006/relationships/image" Target="../media/image95.png"/><Relationship Id="rId9" Type="http://schemas.openxmlformats.org/officeDocument/2006/relationships/image" Target="../media/image1210.png"/><Relationship Id="rId1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0.png"/><Relationship Id="rId11" Type="http://schemas.openxmlformats.org/officeDocument/2006/relationships/image" Target="../media/image102.png"/><Relationship Id="rId5" Type="http://schemas.openxmlformats.org/officeDocument/2006/relationships/image" Target="../media/image1270.png"/><Relationship Id="rId10" Type="http://schemas.openxmlformats.org/officeDocument/2006/relationships/image" Target="../media/image101.png"/><Relationship Id="rId4" Type="http://schemas.microsoft.com/office/2007/relationships/hdphoto" Target="../media/hdphoto2.wdp"/><Relationship Id="rId9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eg"/><Relationship Id="rId3" Type="http://schemas.openxmlformats.org/officeDocument/2006/relationships/image" Target="../media/image103.png"/><Relationship Id="rId7" Type="http://schemas.openxmlformats.org/officeDocument/2006/relationships/image" Target="../media/image102.jpe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jpeg"/><Relationship Id="rId11" Type="http://schemas.openxmlformats.org/officeDocument/2006/relationships/image" Target="../media/image48.jpeg"/><Relationship Id="rId5" Type="http://schemas.openxmlformats.org/officeDocument/2006/relationships/image" Target="../media/image100.jpeg"/><Relationship Id="rId10" Type="http://schemas.openxmlformats.org/officeDocument/2006/relationships/image" Target="../media/image105.png"/><Relationship Id="rId4" Type="http://schemas.openxmlformats.org/officeDocument/2006/relationships/image" Target="../media/image104.png"/><Relationship Id="rId9" Type="http://schemas.openxmlformats.org/officeDocument/2006/relationships/image" Target="../media/image10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3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79.png"/><Relationship Id="rId4" Type="http://schemas.microsoft.com/office/2007/relationships/hdphoto" Target="../media/hdphoto3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212.png"/><Relationship Id="rId4" Type="http://schemas.openxmlformats.org/officeDocument/2006/relationships/image" Target="../media/image108.png"/><Relationship Id="rId14" Type="http://schemas.openxmlformats.org/officeDocument/2006/relationships/image" Target="../media/image2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214.png"/><Relationship Id="rId7" Type="http://schemas.openxmlformats.org/officeDocument/2006/relationships/image" Target="../media/image119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22.png"/><Relationship Id="rId5" Type="http://schemas.openxmlformats.org/officeDocument/2006/relationships/image" Target="../media/image216.png"/><Relationship Id="rId10" Type="http://schemas.openxmlformats.org/officeDocument/2006/relationships/image" Target="../media/image121.png"/><Relationship Id="rId4" Type="http://schemas.openxmlformats.org/officeDocument/2006/relationships/image" Target="../media/image110.png"/><Relationship Id="rId9" Type="http://schemas.openxmlformats.org/officeDocument/2006/relationships/image" Target="../media/image1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3" Type="http://schemas.openxmlformats.org/officeDocument/2006/relationships/image" Target="../media/image126.png"/><Relationship Id="rId7" Type="http://schemas.openxmlformats.org/officeDocument/2006/relationships/image" Target="../media/image250.png"/><Relationship Id="rId12" Type="http://schemas.openxmlformats.org/officeDocument/2006/relationships/image" Target="../media/image130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9.png"/><Relationship Id="rId11" Type="http://schemas.openxmlformats.org/officeDocument/2006/relationships/image" Target="../media/image129.png"/><Relationship Id="rId5" Type="http://schemas.openxmlformats.org/officeDocument/2006/relationships/image" Target="../media/image248.png"/><Relationship Id="rId10" Type="http://schemas.openxmlformats.org/officeDocument/2006/relationships/image" Target="../media/image128.jpeg"/><Relationship Id="rId4" Type="http://schemas.microsoft.com/office/2007/relationships/hdphoto" Target="../media/hdphoto4.wdp"/><Relationship Id="rId9" Type="http://schemas.openxmlformats.org/officeDocument/2006/relationships/image" Target="../media/image12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jpeg"/><Relationship Id="rId4" Type="http://schemas.openxmlformats.org/officeDocument/2006/relationships/image" Target="../media/image1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noProof="0"/>
          </a:p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33" name="AutoShape 6" descr="Image result for expression fun maths"/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noProof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9042" y="1608653"/>
          <a:ext cx="5862340" cy="1736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660862">
                <a:tc>
                  <a:txBody>
                    <a:bodyPr/>
                    <a:lstStyle/>
                    <a:p>
                      <a:pPr algn="ctr"/>
                      <a:r>
                        <a:rPr lang="en-GB" sz="3600" b="0" noProof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YEAR 11 CORE MATHEMATICS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615799"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Booklet</a:t>
                      </a:r>
                      <a:r>
                        <a:rPr lang="en-GB" sz="1800" b="1" i="0" baseline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 3A </a:t>
                      </a:r>
                      <a:r>
                        <a:rPr lang="en-GB" sz="1800" baseline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– Vectors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459573">
                <a:tc>
                  <a:txBody>
                    <a:bodyPr/>
                    <a:lstStyle/>
                    <a:p>
                      <a:pPr algn="ctr"/>
                      <a:endParaRPr lang="en-GB" sz="1800" noProof="0" dirty="0">
                        <a:solidFill>
                          <a:sysClr val="windowText" lastClr="000000"/>
                        </a:solidFill>
                        <a:latin typeface="Calibri (Body)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440212" y="393970"/>
          <a:ext cx="2972792" cy="1138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861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  <a:gridCol w="1971931">
                  <a:extLst>
                    <a:ext uri="{9D8B030D-6E8A-4147-A177-3AD203B41FA5}">
                      <a16:colId xmlns:a16="http://schemas.microsoft.com/office/drawing/2014/main" val="312534935"/>
                    </a:ext>
                  </a:extLst>
                </a:gridCol>
              </a:tblGrid>
              <a:tr h="310094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>
                          <a:solidFill>
                            <a:sysClr val="windowText" lastClr="000000"/>
                          </a:solidFill>
                          <a:latin typeface="+mn-lt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>
                          <a:solidFill>
                            <a:sysClr val="windowText" lastClr="000000"/>
                          </a:solidFill>
                          <a:latin typeface="+mn-lt"/>
                        </a:rPr>
                        <a:t>Class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83755"/>
                  </a:ext>
                </a:extLst>
              </a:tr>
              <a:tr h="440070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>
                          <a:solidFill>
                            <a:sysClr val="windowText" lastClr="000000"/>
                          </a:solidFill>
                          <a:latin typeface="+mn-lt"/>
                        </a:rPr>
                        <a:t>Tutor Group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8080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/>
              <p:cNvGraphicFramePr>
                <a:graphicFrameLocks noGrp="1"/>
              </p:cNvGraphicFramePr>
              <p:nvPr/>
            </p:nvGraphicFramePr>
            <p:xfrm>
              <a:off x="350715" y="4070717"/>
              <a:ext cx="6156570" cy="5109453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35185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5021385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409375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noProof="0" dirty="0">
                              <a:solidFill>
                                <a:schemeClr val="bg1"/>
                              </a:solidFill>
                              <a:latin typeface="+mn-lt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422281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Direction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Where something is pointing.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7817825"/>
                      </a:ext>
                    </a:extLst>
                  </a:tr>
                  <a:tr h="521023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Magnitude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size of something.</a:t>
                          </a:r>
                          <a:br>
                            <a:rPr lang="en-US" sz="120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magnitude of a number (also called its absolute value) is its distance from zero, so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• the magnitude of 6 is 6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• the magnitude of −6 is also 6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magnitude of a vector is its length (ignoring direction).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381565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Vector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vector quantity has both size and direction.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Vectors can be added, subtracted and multiplied by a scalar.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Geometrical problems can be solved using vectors.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381565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Column Vector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kern="12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Notation</a:t>
                          </a:r>
                          <a:r>
                            <a:rPr lang="en-GB" sz="1200" b="0" kern="1200" baseline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 showing </a:t>
                          </a:r>
                          <a:r>
                            <a:rPr lang="en-GB" sz="1200" b="0" kern="12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horizontal and vertical movement of a point: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9287082"/>
                      </a:ext>
                    </a:extLst>
                  </a:tr>
                  <a:tr h="521023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Resultant vector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resultant vector is the sum of two or more vectors. It is the result of adding two or more vectors together.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0310079"/>
                      </a:ext>
                    </a:extLst>
                  </a:tr>
                  <a:tr h="647814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Scalar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number on its own (used when dealing with vectors or matrices).</a:t>
                          </a:r>
                        </a:p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Example: we can multiply the vector (5,2) by the scalar 3 to get a new vector (15,6)</a:t>
                          </a:r>
                          <a:b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 × (5,2) = (3×5,3×2) = (15,6)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34030373"/>
                      </a:ext>
                    </a:extLst>
                  </a:tr>
                  <a:tr h="647814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Parallel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Two lines are parallel if they never meet, maintaining a constant distance between them.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3084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/>
              <p:cNvGraphicFramePr>
                <a:graphicFrameLocks noGrp="1"/>
              </p:cNvGraphicFramePr>
              <p:nvPr/>
            </p:nvGraphicFramePr>
            <p:xfrm>
              <a:off x="350715" y="4070717"/>
              <a:ext cx="6156570" cy="5109453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35185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5021385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409375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noProof="0" dirty="0">
                              <a:solidFill>
                                <a:schemeClr val="bg1"/>
                              </a:solidFill>
                              <a:latin typeface="+mn-lt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422281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Direction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Where something is pointing.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781782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Magnitude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size of something.</a:t>
                          </a:r>
                          <a:br>
                            <a:rPr lang="en-US" sz="120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magnitude of a number (also called its absolute value) is its distance from zero, so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• the magnitude of 6 is 6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• the magnitude of −6 is also 6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magnitude of a vector is its length (ignoring direction).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Vector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vector quantity has both size and direction.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Vectors can be added, subtracted and multiplied by a scalar.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Geometrical problems can be solved using vectors.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Column Vector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667" t="-584000" r="-242" b="-4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287082"/>
                      </a:ext>
                    </a:extLst>
                  </a:tr>
                  <a:tr h="521023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Resultant vector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resultant vector is the sum of two or more vectors. It is the result of adding two or more vectors together.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031007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Scalar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number on its own (used when dealing with vectors or matrices).</a:t>
                          </a:r>
                        </a:p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Example: we can multiply the vector (5,2) by the scalar 3 to get a new vector (15,6)</a:t>
                          </a:r>
                          <a:b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 × (5,2) = (3×5,3×2) = (15,6)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34030373"/>
                      </a:ext>
                    </a:extLst>
                  </a:tr>
                  <a:tr h="647814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Parallel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Two lines are parallel if they never meet, maintaining a constant distance between them.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30849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4" descr="Astrea Academy Trust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t="10183" r="18353" b="17160"/>
          <a:stretch/>
        </p:blipFill>
        <p:spPr bwMode="auto">
          <a:xfrm>
            <a:off x="411234" y="393186"/>
            <a:ext cx="1979272" cy="118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Vectors Questions | Worksheets and Revision | MME">
            <a:extLst>
              <a:ext uri="{FF2B5EF4-FFF2-40B4-BE49-F238E27FC236}">
                <a16:creationId xmlns:a16="http://schemas.microsoft.com/office/drawing/2014/main" id="{9FCC87D9-E531-C85C-C464-02DF64C23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532" y="3021246"/>
            <a:ext cx="1720850" cy="93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4.12 B) Same, Opposite &amp; Scalar – Vectors – Edexcel GCSE Maths Higher">
            <a:extLst>
              <a:ext uri="{FF2B5EF4-FFF2-40B4-BE49-F238E27FC236}">
                <a16:creationId xmlns:a16="http://schemas.microsoft.com/office/drawing/2014/main" id="{FC3BF0C8-8564-15F2-7435-E835191DAE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998"/>
          <a:stretch>
            <a:fillRect/>
          </a:stretch>
        </p:blipFill>
        <p:spPr bwMode="auto">
          <a:xfrm>
            <a:off x="614364" y="2948567"/>
            <a:ext cx="1830387" cy="94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6" descr="Vectors - GCSE Maths - Steps, Examples &amp; Worksheet">
            <a:extLst>
              <a:ext uri="{FF2B5EF4-FFF2-40B4-BE49-F238E27FC236}">
                <a16:creationId xmlns:a16="http://schemas.microsoft.com/office/drawing/2014/main" id="{D59FE4E8-17D2-2950-F02F-63044C5BCC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800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7DF67-C4A4-3E15-2731-440446E6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51" t="2246" r="17403" b="20685"/>
          <a:stretch>
            <a:fillRect/>
          </a:stretch>
        </p:blipFill>
        <p:spPr>
          <a:xfrm>
            <a:off x="2602161" y="3014952"/>
            <a:ext cx="1094532" cy="931639"/>
          </a:xfrm>
          <a:prstGeom prst="rect">
            <a:avLst/>
          </a:prstGeom>
        </p:spPr>
      </p:pic>
      <p:pic>
        <p:nvPicPr>
          <p:cNvPr id="6152" name="Picture 8" descr="IGCSE at Mathematics Realm : Vectors on Triangles (Part 1)">
            <a:extLst>
              <a:ext uri="{FF2B5EF4-FFF2-40B4-BE49-F238E27FC236}">
                <a16:creationId xmlns:a16="http://schemas.microsoft.com/office/drawing/2014/main" id="{95DE00D0-0F5F-EAA1-0E0C-F97DACE759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9" t="29409" r="62816" b="15548"/>
          <a:stretch>
            <a:fillRect/>
          </a:stretch>
        </p:blipFill>
        <p:spPr bwMode="auto">
          <a:xfrm>
            <a:off x="3951214" y="3008627"/>
            <a:ext cx="641300" cy="93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432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ame 3">
            <a:extLst>
              <a:ext uri="{FF2B5EF4-FFF2-40B4-BE49-F238E27FC236}">
                <a16:creationId xmlns:a16="http://schemas.microsoft.com/office/drawing/2014/main" id="{3117BEEC-0E58-1341-A11D-9DBDBB61BE29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noProof="0"/>
          </a:p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832" y="9643828"/>
            <a:ext cx="376738" cy="334742"/>
          </a:xfrm>
        </p:spPr>
        <p:txBody>
          <a:bodyPr/>
          <a:lstStyle/>
          <a:p>
            <a:pPr algn="ctr"/>
            <a:fld id="{19F1D9CC-7119-45EC-A96C-D8C0660F3AAB}" type="slidenum">
              <a:rPr lang="en-GB" noProof="0" smtClean="0">
                <a:solidFill>
                  <a:schemeClr val="bg1"/>
                </a:solidFill>
              </a:rPr>
              <a:pPr algn="ctr"/>
              <a:t>2</a:t>
            </a:fld>
            <a:endParaRPr lang="en-GB" sz="400" noProof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EC2E0D-B4F1-5A40-9012-916FCC3B7020}"/>
              </a:ext>
            </a:extLst>
          </p:cNvPr>
          <p:cNvSpPr txBox="1"/>
          <p:nvPr/>
        </p:nvSpPr>
        <p:spPr>
          <a:xfrm>
            <a:off x="1756849" y="4711916"/>
            <a:ext cx="3383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BOOKLET STRUCTURE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1C8A4C-2D19-6148-9355-4F5F2238BE5C}"/>
              </a:ext>
            </a:extLst>
          </p:cNvPr>
          <p:cNvSpPr/>
          <p:nvPr/>
        </p:nvSpPr>
        <p:spPr>
          <a:xfrm>
            <a:off x="427775" y="4711916"/>
            <a:ext cx="6041916" cy="316809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792D72-F304-604A-BEF9-8DCC40AB7F18}"/>
              </a:ext>
            </a:extLst>
          </p:cNvPr>
          <p:cNvSpPr txBox="1"/>
          <p:nvPr/>
        </p:nvSpPr>
        <p:spPr>
          <a:xfrm>
            <a:off x="510572" y="5074113"/>
            <a:ext cx="4505498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/>
            </a:pPr>
            <a:r>
              <a:rPr lang="en-GB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 of subtopic: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and annotate the information in the Frayer model or introduction text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do (teacher led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do (teacher and scholar led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do (independent scholar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Whiteboard check.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Independent practice and mixed practice.</a:t>
            </a:r>
          </a:p>
          <a:p>
            <a:pPr marL="171450" lvl="0" indent="-171450" defTabSz="914400">
              <a:buFont typeface="Arial" panose="020B0604020202020204" pitchFamily="34" charset="0"/>
              <a:buChar char="•"/>
              <a:defRPr/>
            </a:pPr>
            <a:endParaRPr lang="en-GB" sz="5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>
              <a:defRPr/>
            </a:pPr>
            <a:r>
              <a:rPr lang="en-GB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pPr lvl="0" defTabSz="914400">
              <a:defRPr/>
            </a:pPr>
            <a:r>
              <a:rPr lang="en-GB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End of subtopic: </a:t>
            </a:r>
            <a:endParaRPr lang="en-GB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 defTabSz="91440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Skills checks – key questions to help your teachers to pinpoint any issues.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GCSE questions – to ensure you are confident with the style you will encounter in your exams.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13D5D0-CBD9-24F8-70D3-BF6167EC0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30862"/>
              </p:ext>
            </p:extLst>
          </p:nvPr>
        </p:nvGraphicFramePr>
        <p:xfrm>
          <a:off x="427775" y="800889"/>
          <a:ext cx="6002449" cy="21107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64918">
                  <a:extLst>
                    <a:ext uri="{9D8B030D-6E8A-4147-A177-3AD203B41FA5}">
                      <a16:colId xmlns:a16="http://schemas.microsoft.com/office/drawing/2014/main" val="3563799444"/>
                    </a:ext>
                  </a:extLst>
                </a:gridCol>
                <a:gridCol w="4122307">
                  <a:extLst>
                    <a:ext uri="{9D8B030D-6E8A-4147-A177-3AD203B41FA5}">
                      <a16:colId xmlns:a16="http://schemas.microsoft.com/office/drawing/2014/main" val="2615165745"/>
                    </a:ext>
                  </a:extLst>
                </a:gridCol>
                <a:gridCol w="715224">
                  <a:extLst>
                    <a:ext uri="{9D8B030D-6E8A-4147-A177-3AD203B41FA5}">
                      <a16:colId xmlns:a16="http://schemas.microsoft.com/office/drawing/2014/main" val="215458127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>
                          <a:solidFill>
                            <a:schemeClr val="tx1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CONTENTS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noProof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>
                          <a:solidFill>
                            <a:schemeClr val="tx1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26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COLUMN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542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Definition &amp; Notation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noProof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0940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Multiplying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noProof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1483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Adding and Subtracting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noProof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9911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2</a:t>
                      </a:r>
                      <a:endParaRPr lang="en-GB" sz="1200" b="1" i="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PARALLEL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989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VECTOR GEOMETRY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211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0" i="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EXAM STYLE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noProof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8683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29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B154907-73BA-F20C-C59A-150A86CCF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6765977"/>
                  </p:ext>
                </p:extLst>
              </p:nvPr>
            </p:nvGraphicFramePr>
            <p:xfrm>
              <a:off x="64543" y="1409113"/>
              <a:ext cx="6713090" cy="28340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56545">
                      <a:extLst>
                        <a:ext uri="{9D8B030D-6E8A-4147-A177-3AD203B41FA5}">
                          <a16:colId xmlns:a16="http://schemas.microsoft.com/office/drawing/2014/main" val="3524495642"/>
                        </a:ext>
                      </a:extLst>
                    </a:gridCol>
                    <a:gridCol w="3356545">
                      <a:extLst>
                        <a:ext uri="{9D8B030D-6E8A-4147-A177-3AD203B41FA5}">
                          <a16:colId xmlns:a16="http://schemas.microsoft.com/office/drawing/2014/main" val="1179542824"/>
                        </a:ext>
                      </a:extLst>
                    </a:gridCol>
                  </a:tblGrid>
                  <a:tr h="889000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Definition:</a:t>
                          </a:r>
                        </a:p>
                        <a:p>
                          <a:r>
                            <a:rPr lang="en-GB" sz="1200" dirty="0"/>
                            <a:t>A quantity with both direction and magnitude. </a:t>
                          </a:r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It describes the movement from one 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position to another.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200" b="1" dirty="0"/>
                            <a:t>Characteristics:</a:t>
                          </a:r>
                        </a:p>
                        <a:p>
                          <a:pPr algn="r"/>
                          <a:r>
                            <a:rPr lang="en-GB" sz="1200" b="0" dirty="0"/>
                            <a:t>Represented graphically by a line of a given length with an arrow to show direction.</a:t>
                          </a:r>
                        </a:p>
                        <a:p>
                          <a:pPr algn="r"/>
                          <a:r>
                            <a:rPr lang="en-GB" sz="1200" b="0" dirty="0"/>
                            <a:t>Can be written using one letter notation,</a:t>
                          </a:r>
                          <a:r>
                            <a:rPr lang="en-GB" sz="1200" b="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b="0" baseline="0" dirty="0"/>
                            <a:t>, </a:t>
                          </a:r>
                          <a:br>
                            <a:rPr lang="en-GB" sz="1200" b="0" baseline="0" dirty="0"/>
                          </a:br>
                          <a:r>
                            <a:rPr lang="en-GB" sz="1200" b="0" baseline="0" dirty="0"/>
                            <a:t>two letter notation,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groupChr>
                            </m:oMath>
                          </a14:m>
                          <a:r>
                            <a:rPr lang="en-GB" sz="1200" b="0" baseline="0" dirty="0"/>
                            <a:t>, or </a:t>
                          </a:r>
                          <a:r>
                            <a:rPr lang="en-GB" sz="1200" b="0" dirty="0"/>
                            <a:t>a column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b="0" dirty="0"/>
                        </a:p>
                        <a:p>
                          <a:pPr algn="r"/>
                          <a:r>
                            <a:rPr lang="en-GB" sz="1200" b="0" dirty="0"/>
                            <a:t>Can be scaled, added and subtracted.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646717"/>
                      </a:ext>
                    </a:extLst>
                  </a:tr>
                  <a:tr h="889000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Examples:</a:t>
                          </a:r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200" b="1" dirty="0"/>
                            <a:t>Non-examples: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9851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B154907-73BA-F20C-C59A-150A86CCF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6765977"/>
                  </p:ext>
                </p:extLst>
              </p:nvPr>
            </p:nvGraphicFramePr>
            <p:xfrm>
              <a:off x="64543" y="1409113"/>
              <a:ext cx="6713090" cy="28340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56545">
                      <a:extLst>
                        <a:ext uri="{9D8B030D-6E8A-4147-A177-3AD203B41FA5}">
                          <a16:colId xmlns:a16="http://schemas.microsoft.com/office/drawing/2014/main" val="3524495642"/>
                        </a:ext>
                      </a:extLst>
                    </a:gridCol>
                    <a:gridCol w="3356545">
                      <a:extLst>
                        <a:ext uri="{9D8B030D-6E8A-4147-A177-3AD203B41FA5}">
                          <a16:colId xmlns:a16="http://schemas.microsoft.com/office/drawing/2014/main" val="1179542824"/>
                        </a:ext>
                      </a:extLst>
                    </a:gridCol>
                  </a:tblGrid>
                  <a:tr h="1279589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Definition:</a:t>
                          </a:r>
                        </a:p>
                        <a:p>
                          <a:r>
                            <a:rPr lang="en-GB" sz="1200" dirty="0"/>
                            <a:t>A quantity with both direction and magnitude. </a:t>
                          </a:r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It describes the movement from one 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position to another.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81" t="-476" r="-363" b="-12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0646717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Examples:</a:t>
                          </a:r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200" b="1" dirty="0"/>
                            <a:t>Non-examples: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98514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AAB9F67-8FAB-2755-529C-A079EAFE1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611" y="2897808"/>
            <a:ext cx="1226096" cy="1222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3E8E82-B929-F6FB-721A-D65FA3217689}"/>
              </a:ext>
            </a:extLst>
          </p:cNvPr>
          <p:cNvSpPr txBox="1"/>
          <p:nvPr/>
        </p:nvSpPr>
        <p:spPr>
          <a:xfrm>
            <a:off x="0" y="-15100"/>
            <a:ext cx="1873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Year 10: Vectors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D5233-8A44-89BB-588F-123A4ADFAFD1}"/>
              </a:ext>
            </a:extLst>
          </p:cNvPr>
          <p:cNvSpPr txBox="1"/>
          <p:nvPr/>
        </p:nvSpPr>
        <p:spPr>
          <a:xfrm>
            <a:off x="4533900" y="0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b="1" dirty="0">
                <a:solidFill>
                  <a:schemeClr val="bg1"/>
                </a:solidFill>
              </a:rPr>
              <a:t>A. Definition &amp; Notation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67E1DB-E9D6-6DF9-9704-A46EAF4810CE}"/>
              </a:ext>
            </a:extLst>
          </p:cNvPr>
          <p:cNvSpPr/>
          <p:nvPr/>
        </p:nvSpPr>
        <p:spPr>
          <a:xfrm>
            <a:off x="3025427" y="2523630"/>
            <a:ext cx="807147" cy="2987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ysClr val="windowText" lastClr="000000"/>
                </a:solidFill>
              </a:rPr>
              <a:t>Vector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7BBBA0-CA21-B857-19E4-CD3E4D349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06" y="2934937"/>
            <a:ext cx="1226096" cy="122250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74318F-11CE-474D-233A-2C1B7C0C6EA0}"/>
              </a:ext>
            </a:extLst>
          </p:cNvPr>
          <p:cNvCxnSpPr>
            <a:cxnSpLocks/>
          </p:cNvCxnSpPr>
          <p:nvPr/>
        </p:nvCxnSpPr>
        <p:spPr>
          <a:xfrm flipV="1">
            <a:off x="2499704" y="3653483"/>
            <a:ext cx="342900" cy="2032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84C999-B221-8AD2-7881-C1F63698756A}"/>
              </a:ext>
            </a:extLst>
          </p:cNvPr>
          <p:cNvCxnSpPr>
            <a:cxnSpLocks/>
          </p:cNvCxnSpPr>
          <p:nvPr/>
        </p:nvCxnSpPr>
        <p:spPr>
          <a:xfrm flipV="1">
            <a:off x="2798154" y="3473302"/>
            <a:ext cx="342900" cy="2032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0F9D22-CBCD-D4E8-EABF-B301DDA09156}"/>
              </a:ext>
            </a:extLst>
          </p:cNvPr>
          <p:cNvCxnSpPr>
            <a:cxnSpLocks/>
          </p:cNvCxnSpPr>
          <p:nvPr/>
        </p:nvCxnSpPr>
        <p:spPr>
          <a:xfrm flipV="1">
            <a:off x="354296" y="3225387"/>
            <a:ext cx="231912" cy="3407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BBD238-481A-44E8-ACF2-B4C47C34FD16}"/>
              </a:ext>
            </a:extLst>
          </p:cNvPr>
          <p:cNvCxnSpPr>
            <a:cxnSpLocks/>
          </p:cNvCxnSpPr>
          <p:nvPr/>
        </p:nvCxnSpPr>
        <p:spPr>
          <a:xfrm flipV="1">
            <a:off x="521189" y="2954908"/>
            <a:ext cx="242025" cy="36010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DBBF41-F95D-556D-4999-26026829714C}"/>
              </a:ext>
            </a:extLst>
          </p:cNvPr>
          <p:cNvCxnSpPr>
            <a:cxnSpLocks/>
          </p:cNvCxnSpPr>
          <p:nvPr/>
        </p:nvCxnSpPr>
        <p:spPr>
          <a:xfrm>
            <a:off x="556613" y="3939444"/>
            <a:ext cx="448606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1D83A16-E18D-A255-DF01-DA4D1F6DCF85}"/>
              </a:ext>
            </a:extLst>
          </p:cNvPr>
          <p:cNvCxnSpPr>
            <a:cxnSpLocks/>
          </p:cNvCxnSpPr>
          <p:nvPr/>
        </p:nvCxnSpPr>
        <p:spPr>
          <a:xfrm>
            <a:off x="917632" y="3939444"/>
            <a:ext cx="417786" cy="1842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E4B9B2E-846B-2193-5312-8819C632C745}"/>
              </a:ext>
            </a:extLst>
          </p:cNvPr>
          <p:cNvCxnSpPr>
            <a:cxnSpLocks/>
          </p:cNvCxnSpPr>
          <p:nvPr/>
        </p:nvCxnSpPr>
        <p:spPr>
          <a:xfrm>
            <a:off x="966154" y="3355394"/>
            <a:ext cx="225425" cy="963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8E9AB11-DC30-9153-0923-3FA970ECF92A}"/>
              </a:ext>
            </a:extLst>
          </p:cNvPr>
          <p:cNvCxnSpPr>
            <a:cxnSpLocks/>
          </p:cNvCxnSpPr>
          <p:nvPr/>
        </p:nvCxnSpPr>
        <p:spPr>
          <a:xfrm>
            <a:off x="1153479" y="3439572"/>
            <a:ext cx="222783" cy="10753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355559D-4F05-8738-FAB2-DB1E85C53EF6}"/>
              </a:ext>
            </a:extLst>
          </p:cNvPr>
          <p:cNvCxnSpPr>
            <a:cxnSpLocks/>
          </p:cNvCxnSpPr>
          <p:nvPr/>
        </p:nvCxnSpPr>
        <p:spPr>
          <a:xfrm flipV="1">
            <a:off x="2761917" y="3825293"/>
            <a:ext cx="205068" cy="1351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AE3202E-A201-C204-F823-F6E832A5938D}"/>
              </a:ext>
            </a:extLst>
          </p:cNvPr>
          <p:cNvCxnSpPr>
            <a:cxnSpLocks/>
          </p:cNvCxnSpPr>
          <p:nvPr/>
        </p:nvCxnSpPr>
        <p:spPr>
          <a:xfrm flipV="1">
            <a:off x="2828325" y="3779195"/>
            <a:ext cx="209028" cy="12729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F5D69C9-83EE-5EAF-350F-1FCC020367FE}"/>
                  </a:ext>
                </a:extLst>
              </p:cNvPr>
              <p:cNvSpPr txBox="1"/>
              <p:nvPr/>
            </p:nvSpPr>
            <p:spPr>
              <a:xfrm>
                <a:off x="1719580" y="2948885"/>
                <a:ext cx="791370" cy="507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F5D69C9-83EE-5EAF-350F-1FCC02036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580" y="2948885"/>
                <a:ext cx="791370" cy="5073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96DEEF2-CEA7-F805-B2B0-5CEBB063763B}"/>
                  </a:ext>
                </a:extLst>
              </p:cNvPr>
              <p:cNvSpPr txBox="1"/>
              <p:nvPr/>
            </p:nvSpPr>
            <p:spPr>
              <a:xfrm>
                <a:off x="1850710" y="3567780"/>
                <a:ext cx="308770" cy="507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96DEEF2-CEA7-F805-B2B0-5CEBB0637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710" y="3567780"/>
                <a:ext cx="308770" cy="507318"/>
              </a:xfrm>
              <a:prstGeom prst="rect">
                <a:avLst/>
              </a:prstGeom>
              <a:blipFill>
                <a:blip r:embed="rId6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4539251-3844-DD9B-08A0-04A8CDFD9B8C}"/>
                  </a:ext>
                </a:extLst>
              </p:cNvPr>
              <p:cNvSpPr txBox="1"/>
              <p:nvPr/>
            </p:nvSpPr>
            <p:spPr>
              <a:xfrm>
                <a:off x="2569157" y="3414892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4539251-3844-DD9B-08A0-04A8CDFD9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157" y="3414892"/>
                <a:ext cx="308769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6D1FCE1-556A-DBD0-86BD-765CFABE855C}"/>
                  </a:ext>
                </a:extLst>
              </p:cNvPr>
              <p:cNvSpPr txBox="1"/>
              <p:nvPr/>
            </p:nvSpPr>
            <p:spPr>
              <a:xfrm>
                <a:off x="2879002" y="3773916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6D1FCE1-556A-DBD0-86BD-765CFABE8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002" y="3773916"/>
                <a:ext cx="30876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CA07FC78-4FD7-0717-E830-E8CFD9A834D2}"/>
              </a:ext>
            </a:extLst>
          </p:cNvPr>
          <p:cNvSpPr txBox="1"/>
          <p:nvPr/>
        </p:nvSpPr>
        <p:spPr>
          <a:xfrm>
            <a:off x="285645" y="3527248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D979B9-EF04-CFD3-6555-BEEF7A2816FD}"/>
              </a:ext>
            </a:extLst>
          </p:cNvPr>
          <p:cNvSpPr txBox="1"/>
          <p:nvPr/>
        </p:nvSpPr>
        <p:spPr>
          <a:xfrm>
            <a:off x="683202" y="2894221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D5457E-0EB4-2A51-A8F4-524E40892C7B}"/>
              </a:ext>
            </a:extLst>
          </p:cNvPr>
          <p:cNvSpPr txBox="1"/>
          <p:nvPr/>
        </p:nvSpPr>
        <p:spPr>
          <a:xfrm>
            <a:off x="404800" y="3919955"/>
            <a:ext cx="2616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E7E279-AB6D-C253-2612-D4C9BEE8D435}"/>
              </a:ext>
            </a:extLst>
          </p:cNvPr>
          <p:cNvSpPr txBox="1"/>
          <p:nvPr/>
        </p:nvSpPr>
        <p:spPr>
          <a:xfrm>
            <a:off x="1251287" y="3911971"/>
            <a:ext cx="2840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858F03E-135F-7A6A-579C-0DE96B621F7C}"/>
                  </a:ext>
                </a:extLst>
              </p:cNvPr>
              <p:cNvSpPr txBox="1"/>
              <p:nvPr/>
            </p:nvSpPr>
            <p:spPr>
              <a:xfrm>
                <a:off x="1104655" y="318708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858F03E-135F-7A6A-579C-0DE96B621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655" y="3187083"/>
                <a:ext cx="308769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DC70096-C331-F9DB-921A-DE7661023C52}"/>
              </a:ext>
            </a:extLst>
          </p:cNvPr>
          <p:cNvCxnSpPr>
            <a:cxnSpLocks/>
          </p:cNvCxnSpPr>
          <p:nvPr/>
        </p:nvCxnSpPr>
        <p:spPr>
          <a:xfrm flipV="1">
            <a:off x="3687850" y="2910669"/>
            <a:ext cx="410108" cy="591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6DE4DFE-27F1-1DF8-2B58-0FA038A7D2F8}"/>
              </a:ext>
            </a:extLst>
          </p:cNvPr>
          <p:cNvCxnSpPr>
            <a:cxnSpLocks/>
          </p:cNvCxnSpPr>
          <p:nvPr/>
        </p:nvCxnSpPr>
        <p:spPr>
          <a:xfrm>
            <a:off x="3892904" y="3904721"/>
            <a:ext cx="818102" cy="725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74CD4C5-F75E-1350-F9AC-360BDA4C4F11}"/>
              </a:ext>
            </a:extLst>
          </p:cNvPr>
          <p:cNvCxnSpPr>
            <a:cxnSpLocks/>
          </p:cNvCxnSpPr>
          <p:nvPr/>
        </p:nvCxnSpPr>
        <p:spPr>
          <a:xfrm>
            <a:off x="4300898" y="3311155"/>
            <a:ext cx="225425" cy="9632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B47E26D-C7B9-CEC0-CFA1-F3C2F5D5AEA1}"/>
              </a:ext>
            </a:extLst>
          </p:cNvPr>
          <p:cNvCxnSpPr>
            <a:cxnSpLocks/>
          </p:cNvCxnSpPr>
          <p:nvPr/>
        </p:nvCxnSpPr>
        <p:spPr>
          <a:xfrm>
            <a:off x="4488223" y="3395333"/>
            <a:ext cx="222783" cy="10753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628C56F-47C6-986B-850F-C1A887DC9A0A}"/>
              </a:ext>
            </a:extLst>
          </p:cNvPr>
          <p:cNvSpPr txBox="1"/>
          <p:nvPr/>
        </p:nvSpPr>
        <p:spPr>
          <a:xfrm>
            <a:off x="3620389" y="3483009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DE24D71-B43A-9820-9228-513A63A68B7E}"/>
              </a:ext>
            </a:extLst>
          </p:cNvPr>
          <p:cNvSpPr txBox="1"/>
          <p:nvPr/>
        </p:nvSpPr>
        <p:spPr>
          <a:xfrm>
            <a:off x="4017946" y="2849982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25D5EE-BCA1-7F22-C078-3F5658C4A00B}"/>
              </a:ext>
            </a:extLst>
          </p:cNvPr>
          <p:cNvSpPr txBox="1"/>
          <p:nvPr/>
        </p:nvSpPr>
        <p:spPr>
          <a:xfrm>
            <a:off x="3721580" y="3843210"/>
            <a:ext cx="2616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P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FB3069-AC00-6EC3-A972-A5FEEB7C366E}"/>
              </a:ext>
            </a:extLst>
          </p:cNvPr>
          <p:cNvSpPr txBox="1"/>
          <p:nvPr/>
        </p:nvSpPr>
        <p:spPr>
          <a:xfrm>
            <a:off x="4598278" y="3843210"/>
            <a:ext cx="2840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5648FA4-BE93-4C1D-DECF-535D151417BA}"/>
                  </a:ext>
                </a:extLst>
              </p:cNvPr>
              <p:cNvSpPr txBox="1"/>
              <p:nvPr/>
            </p:nvSpPr>
            <p:spPr>
              <a:xfrm>
                <a:off x="4439399" y="3142844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5648FA4-BE93-4C1D-DECF-535D15141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399" y="3142844"/>
                <a:ext cx="308769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83BCAB1-8465-D390-C3B0-26D6477B4F28}"/>
                  </a:ext>
                </a:extLst>
              </p:cNvPr>
              <p:cNvSpPr txBox="1"/>
              <p:nvPr/>
            </p:nvSpPr>
            <p:spPr>
              <a:xfrm>
                <a:off x="5223154" y="3036048"/>
                <a:ext cx="41998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(2,3)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83BCAB1-8465-D390-C3B0-26D6477B4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154" y="3036048"/>
                <a:ext cx="419987" cy="215444"/>
              </a:xfrm>
              <a:prstGeom prst="rect">
                <a:avLst/>
              </a:prstGeom>
              <a:blipFill>
                <a:blip r:embed="rId11"/>
                <a:stretch>
                  <a:fillRect l="-15942" r="-14493" b="-3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A1A97B4-4A71-3BFB-A67A-63A286B719B7}"/>
                  </a:ext>
                </a:extLst>
              </p:cNvPr>
              <p:cNvSpPr txBox="1"/>
              <p:nvPr/>
            </p:nvSpPr>
            <p:spPr>
              <a:xfrm>
                <a:off x="5246594" y="3569098"/>
                <a:ext cx="342210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A1A97B4-4A71-3BFB-A67A-63A286B71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594" y="3569098"/>
                <a:ext cx="342210" cy="4840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6" name="Table 95">
                <a:extLst>
                  <a:ext uri="{FF2B5EF4-FFF2-40B4-BE49-F238E27FC236}">
                    <a16:creationId xmlns:a16="http://schemas.microsoft.com/office/drawing/2014/main" id="{C07C3C8F-1490-40A1-7865-219760D9B6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846891"/>
                  </p:ext>
                </p:extLst>
              </p:nvPr>
            </p:nvGraphicFramePr>
            <p:xfrm>
              <a:off x="64539" y="4592284"/>
              <a:ext cx="6713091" cy="31541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2956">
                      <a:extLst>
                        <a:ext uri="{9D8B030D-6E8A-4147-A177-3AD203B41FA5}">
                          <a16:colId xmlns:a16="http://schemas.microsoft.com/office/drawing/2014/main" val="1236930284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222286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endParaRPr lang="en-GB" sz="1000" baseline="0" dirty="0"/>
                        </a:p>
                        <a:p>
                          <a:pPr marL="0" indent="0">
                            <a:buNone/>
                          </a:pPr>
                          <a:endParaRPr lang="en-GB" sz="1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a column vector: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2 right, 5 up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2 left, 5 up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Write in words:</a:t>
                          </a: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a column vector: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4 left, 3 up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10 right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Write in words:</a:t>
                          </a: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a column vector: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7 left, 5 down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3 down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Write in words:</a:t>
                          </a: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6" name="Table 95">
                <a:extLst>
                  <a:ext uri="{FF2B5EF4-FFF2-40B4-BE49-F238E27FC236}">
                    <a16:creationId xmlns:a16="http://schemas.microsoft.com/office/drawing/2014/main" id="{C07C3C8F-1490-40A1-7865-219760D9B6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846891"/>
                  </p:ext>
                </p:extLst>
              </p:nvPr>
            </p:nvGraphicFramePr>
            <p:xfrm>
              <a:off x="64539" y="4592284"/>
              <a:ext cx="6713091" cy="31541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2956">
                      <a:extLst>
                        <a:ext uri="{9D8B030D-6E8A-4147-A177-3AD203B41FA5}">
                          <a16:colId xmlns:a16="http://schemas.microsoft.com/office/drawing/2014/main" val="1236930284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879852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endParaRPr lang="en-GB" sz="1000" baseline="0" dirty="0"/>
                        </a:p>
                        <a:p>
                          <a:pPr marL="0" indent="0">
                            <a:buNone/>
                          </a:pPr>
                          <a:endParaRPr lang="en-GB" sz="1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3"/>
                          <a:stretch>
                            <a:fillRect l="-83972" t="-9725" r="-201045" b="-4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3"/>
                          <a:stretch>
                            <a:fillRect l="-183333" t="-9725" r="-100347" b="-4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3"/>
                          <a:stretch>
                            <a:fillRect l="-284321" t="-9725" r="-697" b="-4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1CBB1E8F-0637-31C9-977B-D8DE30649DA0}"/>
              </a:ext>
            </a:extLst>
          </p:cNvPr>
          <p:cNvCxnSpPr>
            <a:cxnSpLocks/>
          </p:cNvCxnSpPr>
          <p:nvPr/>
        </p:nvCxnSpPr>
        <p:spPr>
          <a:xfrm flipV="1">
            <a:off x="5828121" y="3449786"/>
            <a:ext cx="716990" cy="27080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5533085D-B6CE-5883-BEA9-63004890BE29}"/>
              </a:ext>
            </a:extLst>
          </p:cNvPr>
          <p:cNvCxnSpPr>
            <a:cxnSpLocks/>
          </p:cNvCxnSpPr>
          <p:nvPr/>
        </p:nvCxnSpPr>
        <p:spPr>
          <a:xfrm flipV="1">
            <a:off x="6676507" y="3251492"/>
            <a:ext cx="0" cy="83219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F15B50AA-4BF8-C8FA-8335-779D547DC348}"/>
                  </a:ext>
                </a:extLst>
              </p:cNvPr>
              <p:cNvSpPr txBox="1"/>
              <p:nvPr/>
            </p:nvSpPr>
            <p:spPr>
              <a:xfrm>
                <a:off x="2589461" y="2790037"/>
                <a:ext cx="464219" cy="483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groupChr>
                      <m:groupChrPr>
                        <m:chr m:val="→"/>
                        <m:pos m:val="top"/>
                        <m:ctrlPr>
                          <a:rPr lang="en-GB" sz="2000" b="0" i="1" baseline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en-GB" sz="2000" b="0" i="1" baseline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2000" b="0" i="1" baseline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groupChr>
                  </m:oMath>
                </a14:m>
                <a:r>
                  <a:rPr lang="en-GB" sz="2000" b="0" baseline="0" dirty="0"/>
                  <a:t> </a:t>
                </a:r>
                <a:endParaRPr lang="en-GB" sz="20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F15B50AA-4BF8-C8FA-8335-779D547DC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461" y="2790037"/>
                <a:ext cx="464219" cy="483787"/>
              </a:xfrm>
              <a:prstGeom prst="rect">
                <a:avLst/>
              </a:prstGeom>
              <a:blipFill>
                <a:blip r:embed="rId14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FD1421EA-23F2-6FFF-6ABB-B85F14DE6A33}"/>
                  </a:ext>
                </a:extLst>
              </p:cNvPr>
              <p:cNvSpPr txBox="1"/>
              <p:nvPr/>
            </p:nvSpPr>
            <p:spPr>
              <a:xfrm>
                <a:off x="5927714" y="2971165"/>
                <a:ext cx="4642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baseline="0" smtClean="0"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FD1421EA-23F2-6FFF-6ABB-B85F14DE6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714" y="2971165"/>
                <a:ext cx="464219" cy="369332"/>
              </a:xfrm>
              <a:prstGeom prst="rect">
                <a:avLst/>
              </a:prstGeom>
              <a:blipFill>
                <a:blip r:embed="rId15"/>
                <a:stretch>
                  <a:fillRect r="-12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43B652-1D8D-46C5-116F-BFFFEEF3EA8E}"/>
                  </a:ext>
                </a:extLst>
              </p:cNvPr>
              <p:cNvSpPr txBox="1"/>
              <p:nvPr/>
            </p:nvSpPr>
            <p:spPr>
              <a:xfrm>
                <a:off x="-3" y="4870296"/>
                <a:ext cx="1535339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u="sng" dirty="0"/>
                  <a:t>Horizontal Movement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1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100" dirty="0"/>
                  <a:t>: Right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1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100" dirty="0"/>
                  <a:t>: Left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43B652-1D8D-46C5-116F-BFFFEEF3E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" y="4870296"/>
                <a:ext cx="1535339" cy="600164"/>
              </a:xfrm>
              <a:prstGeom prst="rect">
                <a:avLst/>
              </a:prstGeom>
              <a:blipFill>
                <a:blip r:embed="rId16"/>
                <a:stretch>
                  <a:fillRect t="-1020" b="-6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9439B6-C3EF-BA82-AF9D-98B198102858}"/>
                  </a:ext>
                </a:extLst>
              </p:cNvPr>
              <p:cNvSpPr txBox="1"/>
              <p:nvPr/>
            </p:nvSpPr>
            <p:spPr>
              <a:xfrm>
                <a:off x="-4" y="6424552"/>
                <a:ext cx="1601577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u="sng" dirty="0"/>
                  <a:t>Vertical Movement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1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100" dirty="0"/>
                  <a:t>: Up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1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100" dirty="0"/>
                  <a:t>: Down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9439B6-C3EF-BA82-AF9D-98B198102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6424552"/>
                <a:ext cx="1601577" cy="600164"/>
              </a:xfrm>
              <a:prstGeom prst="rect">
                <a:avLst/>
              </a:prstGeom>
              <a:blipFill>
                <a:blip r:embed="rId17"/>
                <a:stretch>
                  <a:fillRect t="-1020" b="-6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1B073A-A0AF-5890-3DC8-94DE085904E0}"/>
                  </a:ext>
                </a:extLst>
              </p:cNvPr>
              <p:cNvSpPr txBox="1"/>
              <p:nvPr/>
            </p:nvSpPr>
            <p:spPr>
              <a:xfrm>
                <a:off x="188907" y="5507743"/>
                <a:ext cx="542135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1B073A-A0AF-5890-3DC8-94DE08590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07" y="5507743"/>
                <a:ext cx="542135" cy="71468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F602F2-713B-D452-F1FB-0E3A2EBCAC25}"/>
                  </a:ext>
                </a:extLst>
              </p:cNvPr>
              <p:cNvSpPr txBox="1"/>
              <p:nvPr/>
            </p:nvSpPr>
            <p:spPr>
              <a:xfrm>
                <a:off x="625168" y="5584342"/>
                <a:ext cx="760095" cy="598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</m:num>
                            <m:den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↕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F602F2-713B-D452-F1FB-0E3A2EBCA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68" y="5584342"/>
                <a:ext cx="760095" cy="59881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AD287F2-DBA5-30D1-DE8C-1D722DABEF59}"/>
              </a:ext>
            </a:extLst>
          </p:cNvPr>
          <p:cNvSpPr/>
          <p:nvPr/>
        </p:nvSpPr>
        <p:spPr>
          <a:xfrm>
            <a:off x="0" y="0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/>
              <a:t>Subtopic 1: Column Vectors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4101D935-2E9C-85BF-3D98-979B070A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7375" y="9631528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3</a:t>
            </a:fld>
            <a:endParaRPr lang="en-GB" b="1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B032F-99B0-5DC8-D472-8EF62CE4E03B}"/>
              </a:ext>
            </a:extLst>
          </p:cNvPr>
          <p:cNvSpPr txBox="1"/>
          <p:nvPr/>
        </p:nvSpPr>
        <p:spPr>
          <a:xfrm>
            <a:off x="5578983" y="340327"/>
            <a:ext cx="1154309" cy="93871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u="sng" noProof="0" dirty="0"/>
              <a:t>Keywords:</a:t>
            </a:r>
            <a:endParaRPr lang="en-GB" sz="1100" noProof="0" dirty="0"/>
          </a:p>
          <a:p>
            <a:pPr marL="285750" indent="-285750">
              <a:buFont typeface=".AppleSystemUIFont" charset="-120"/>
              <a:buChar char="-"/>
            </a:pPr>
            <a:r>
              <a:rPr lang="en-GB" sz="1100" noProof="0" dirty="0"/>
              <a:t>Vector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100" dirty="0"/>
              <a:t>Scalar</a:t>
            </a:r>
            <a:endParaRPr lang="en-GB" sz="1100" noProof="0" dirty="0"/>
          </a:p>
          <a:p>
            <a:pPr marL="285750" indent="-285750">
              <a:buFont typeface=".AppleSystemUIFont" charset="-120"/>
              <a:buChar char="-"/>
            </a:pPr>
            <a:r>
              <a:rPr lang="en-GB" sz="1100" dirty="0"/>
              <a:t>Magnitude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100" noProof="0" dirty="0"/>
              <a:t>Direction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9E29E1-DD21-03B7-BF9B-BA7D64619231}"/>
              </a:ext>
            </a:extLst>
          </p:cNvPr>
          <p:cNvSpPr txBox="1"/>
          <p:nvPr/>
        </p:nvSpPr>
        <p:spPr>
          <a:xfrm>
            <a:off x="80368" y="603059"/>
            <a:ext cx="49177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 dirty="0"/>
              <a:t>Objectives: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Interpret vectors as a movement from one position to another.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Use column notation to identify, describe and draw vectors on a grid.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Use vector geometry to find pathways between points using vectors.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AD8AA4-9CC3-F15B-2245-D1C43F251B27}"/>
              </a:ext>
            </a:extLst>
          </p:cNvPr>
          <p:cNvSpPr txBox="1"/>
          <p:nvPr/>
        </p:nvSpPr>
        <p:spPr>
          <a:xfrm>
            <a:off x="271242" y="355081"/>
            <a:ext cx="518641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noProof="0" dirty="0"/>
              <a:t>LEARNING OUTCOME: To understand and use column vector notation.</a:t>
            </a:r>
            <a:endParaRPr lang="en-GB" sz="12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18DC6A-B42D-5E9F-F0E4-F350153B4F04}"/>
              </a:ext>
            </a:extLst>
          </p:cNvPr>
          <p:cNvSpPr/>
          <p:nvPr/>
        </p:nvSpPr>
        <p:spPr>
          <a:xfrm>
            <a:off x="64539" y="314990"/>
            <a:ext cx="6713093" cy="10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EDBE0F-C558-22BC-663D-F8AA84C0AF9D}"/>
              </a:ext>
            </a:extLst>
          </p:cNvPr>
          <p:cNvSpPr/>
          <p:nvPr/>
        </p:nvSpPr>
        <p:spPr>
          <a:xfrm>
            <a:off x="13619" y="4288388"/>
            <a:ext cx="6858000" cy="252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noProof="0" dirty="0"/>
              <a:t>Subtopic 1A: Definition &amp;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2DC7FAA-0616-7333-EFDE-521E91CA6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6363751"/>
                  </p:ext>
                </p:extLst>
              </p:nvPr>
            </p:nvGraphicFramePr>
            <p:xfrm>
              <a:off x="40585" y="8101342"/>
              <a:ext cx="6718473" cy="15648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9619">
                      <a:extLst>
                        <a:ext uri="{9D8B030D-6E8A-4147-A177-3AD203B41FA5}">
                          <a16:colId xmlns:a16="http://schemas.microsoft.com/office/drawing/2014/main" val="3079386415"/>
                        </a:ext>
                      </a:extLst>
                    </a:gridCol>
                    <a:gridCol w="1679619">
                      <a:extLst>
                        <a:ext uri="{9D8B030D-6E8A-4147-A177-3AD203B41FA5}">
                          <a16:colId xmlns:a16="http://schemas.microsoft.com/office/drawing/2014/main" val="2179669439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869636799"/>
                        </a:ext>
                      </a:extLst>
                    </a:gridCol>
                    <a:gridCol w="1679617">
                      <a:extLst>
                        <a:ext uri="{9D8B030D-6E8A-4147-A177-3AD203B41FA5}">
                          <a16:colId xmlns:a16="http://schemas.microsoft.com/office/drawing/2014/main" val="117580313"/>
                        </a:ext>
                      </a:extLst>
                    </a:gridCol>
                  </a:tblGrid>
                  <a:tr h="348116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1. </a:t>
                          </a:r>
                          <a:r>
                            <a:rPr lang="en-GB" sz="1200" dirty="0"/>
                            <a:t>Fill the gaps to give matching descriptions of the column vector &amp; worded directions: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2258453"/>
                      </a:ext>
                    </a:extLst>
                  </a:tr>
                  <a:tr h="6375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6  ________</a:t>
                          </a:r>
                        </a:p>
                        <a:p>
                          <a:r>
                            <a:rPr lang="en-GB" sz="1600" dirty="0"/>
                            <a:t>3  ________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/>
                                      <m:den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   3  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6 left </a:t>
                          </a:r>
                        </a:p>
                        <a:p>
                          <a:r>
                            <a:rPr lang="en-GB" sz="1400" dirty="0"/>
                            <a:t>3 _______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8828236"/>
                      </a:ext>
                    </a:extLst>
                  </a:tr>
                  <a:tr h="5789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40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</m:num>
                                      <m:den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8 right</a:t>
                          </a:r>
                        </a:p>
                        <a:p>
                          <a:r>
                            <a:rPr lang="en-GB" sz="1600" dirty="0"/>
                            <a:t>7 down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/>
                                      <m:den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  0  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3 left</a:t>
                          </a:r>
                        </a:p>
                        <a:p>
                          <a:r>
                            <a:rPr lang="en-GB" sz="1400" dirty="0"/>
                            <a:t>__  _______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640032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2DC7FAA-0616-7333-EFDE-521E91CA6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6363751"/>
                  </p:ext>
                </p:extLst>
              </p:nvPr>
            </p:nvGraphicFramePr>
            <p:xfrm>
              <a:off x="40585" y="8101342"/>
              <a:ext cx="6718473" cy="15648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9619">
                      <a:extLst>
                        <a:ext uri="{9D8B030D-6E8A-4147-A177-3AD203B41FA5}">
                          <a16:colId xmlns:a16="http://schemas.microsoft.com/office/drawing/2014/main" val="3079386415"/>
                        </a:ext>
                      </a:extLst>
                    </a:gridCol>
                    <a:gridCol w="1679619">
                      <a:extLst>
                        <a:ext uri="{9D8B030D-6E8A-4147-A177-3AD203B41FA5}">
                          <a16:colId xmlns:a16="http://schemas.microsoft.com/office/drawing/2014/main" val="2179669439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869636799"/>
                        </a:ext>
                      </a:extLst>
                    </a:gridCol>
                    <a:gridCol w="1679617">
                      <a:extLst>
                        <a:ext uri="{9D8B030D-6E8A-4147-A177-3AD203B41FA5}">
                          <a16:colId xmlns:a16="http://schemas.microsoft.com/office/drawing/2014/main" val="117580313"/>
                        </a:ext>
                      </a:extLst>
                    </a:gridCol>
                  </a:tblGrid>
                  <a:tr h="348116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1. </a:t>
                          </a:r>
                          <a:r>
                            <a:rPr lang="en-GB" sz="1200" dirty="0"/>
                            <a:t>Fill the gaps to give matching descriptions of the column vector &amp; worded directions: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2258453"/>
                      </a:ext>
                    </a:extLst>
                  </a:tr>
                  <a:tr h="6375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0"/>
                          <a:stretch>
                            <a:fillRect l="-362" t="-54717" r="-300362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6  ________</a:t>
                          </a:r>
                        </a:p>
                        <a:p>
                          <a:r>
                            <a:rPr lang="en-GB" sz="1600" dirty="0"/>
                            <a:t>3  ________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0"/>
                          <a:stretch>
                            <a:fillRect l="-201091" t="-54717" r="-101091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6 left </a:t>
                          </a:r>
                        </a:p>
                        <a:p>
                          <a:r>
                            <a:rPr lang="en-GB" sz="1400" dirty="0"/>
                            <a:t>3 _______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882823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362" t="-172632" r="-300362" b="-1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8 right</a:t>
                          </a:r>
                        </a:p>
                        <a:p>
                          <a:r>
                            <a:rPr lang="en-GB" sz="1600" dirty="0"/>
                            <a:t>7 down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201091" t="-172632" r="-101091" b="-1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3 left</a:t>
                          </a:r>
                        </a:p>
                        <a:p>
                          <a:r>
                            <a:rPr lang="en-GB" sz="1400" dirty="0"/>
                            <a:t>__  _______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640032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80257503-9DA5-875C-0351-F1BB145043AF}"/>
              </a:ext>
            </a:extLst>
          </p:cNvPr>
          <p:cNvSpPr/>
          <p:nvPr/>
        </p:nvSpPr>
        <p:spPr>
          <a:xfrm>
            <a:off x="4210811" y="8520096"/>
            <a:ext cx="301464" cy="1913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6C5FB1-C211-8361-0E65-E7F62FDC4A06}"/>
              </a:ext>
            </a:extLst>
          </p:cNvPr>
          <p:cNvSpPr/>
          <p:nvPr/>
        </p:nvSpPr>
        <p:spPr>
          <a:xfrm>
            <a:off x="841860" y="9166075"/>
            <a:ext cx="290979" cy="190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EFCBD5-EEA9-4F25-4CF5-FEC34874CA41}"/>
              </a:ext>
            </a:extLst>
          </p:cNvPr>
          <p:cNvSpPr/>
          <p:nvPr/>
        </p:nvSpPr>
        <p:spPr>
          <a:xfrm>
            <a:off x="841860" y="9389779"/>
            <a:ext cx="290979" cy="190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B1BE9E-7B96-7829-E597-70F6EBE64C71}"/>
              </a:ext>
            </a:extLst>
          </p:cNvPr>
          <p:cNvSpPr/>
          <p:nvPr/>
        </p:nvSpPr>
        <p:spPr>
          <a:xfrm>
            <a:off x="4254461" y="9153603"/>
            <a:ext cx="233762" cy="1904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825C26-49A3-754E-12D1-5B35913B116A}"/>
              </a:ext>
            </a:extLst>
          </p:cNvPr>
          <p:cNvSpPr/>
          <p:nvPr/>
        </p:nvSpPr>
        <p:spPr>
          <a:xfrm>
            <a:off x="-24227" y="7794289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201447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6B6A-8D85-342B-FF35-58AC16DA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A2F62E7-2B39-062B-8525-4F4884B7D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575368"/>
              </p:ext>
            </p:extLst>
          </p:nvPr>
        </p:nvGraphicFramePr>
        <p:xfrm>
          <a:off x="65503" y="6081727"/>
          <a:ext cx="6713093" cy="35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828">
                  <a:extLst>
                    <a:ext uri="{9D8B030D-6E8A-4147-A177-3AD203B41FA5}">
                      <a16:colId xmlns:a16="http://schemas.microsoft.com/office/drawing/2014/main" val="3674587478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4206326453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2812806648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65922799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rgbClr val="FF0000"/>
                          </a:solidFill>
                        </a:rPr>
                        <a:t>Example 2.   I do…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chemeClr val="accent2"/>
                          </a:solidFill>
                        </a:rPr>
                        <a:t>We do…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rgbClr val="00B050"/>
                          </a:solidFill>
                        </a:rPr>
                        <a:t>You do…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821366"/>
                  </a:ext>
                </a:extLst>
              </a:tr>
              <a:tr h="3240000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Use the arrow to determine the start point of the vector.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Count the number of horizontal and vertical squares between the start and end points.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Write as a column vector.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72027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D91311D-607C-AEED-9D06-F7E1F0BD3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567" y="6867072"/>
            <a:ext cx="1226096" cy="1222502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2A80725-D1EC-404D-FA8B-7FC10F18D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501" y="6867072"/>
            <a:ext cx="1226096" cy="1222502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8875D2E9-8ED6-6D43-7552-AD46D0330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338" y="6930294"/>
            <a:ext cx="1226096" cy="1222502"/>
          </a:xfrm>
          <a:prstGeom prst="rect">
            <a:avLst/>
          </a:prstGeom>
        </p:spPr>
      </p:pic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209E8C1-B836-17BC-25EC-CB5514495B60}"/>
              </a:ext>
            </a:extLst>
          </p:cNvPr>
          <p:cNvCxnSpPr>
            <a:cxnSpLocks/>
          </p:cNvCxnSpPr>
          <p:nvPr/>
        </p:nvCxnSpPr>
        <p:spPr>
          <a:xfrm flipV="1">
            <a:off x="1903962" y="7261380"/>
            <a:ext cx="328873" cy="22364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D9B8B14-B9E9-AAD9-64F3-D00F2F650F99}"/>
              </a:ext>
            </a:extLst>
          </p:cNvPr>
          <p:cNvCxnSpPr>
            <a:cxnSpLocks/>
          </p:cNvCxnSpPr>
          <p:nvPr/>
        </p:nvCxnSpPr>
        <p:spPr>
          <a:xfrm flipV="1">
            <a:off x="2199033" y="7068647"/>
            <a:ext cx="312594" cy="2209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E8F099E-D190-FAD0-74B3-2A4825C37DAC}"/>
              </a:ext>
            </a:extLst>
          </p:cNvPr>
          <p:cNvSpPr txBox="1"/>
          <p:nvPr/>
        </p:nvSpPr>
        <p:spPr>
          <a:xfrm>
            <a:off x="2430801" y="6917531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B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D824193-59F1-226C-4D8E-2E07F980D8DB}"/>
              </a:ext>
            </a:extLst>
          </p:cNvPr>
          <p:cNvSpPr txBox="1"/>
          <p:nvPr/>
        </p:nvSpPr>
        <p:spPr>
          <a:xfrm>
            <a:off x="1729870" y="7393401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A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088A493-4035-39A2-649E-BC91381760E6}"/>
              </a:ext>
            </a:extLst>
          </p:cNvPr>
          <p:cNvCxnSpPr>
            <a:cxnSpLocks/>
          </p:cNvCxnSpPr>
          <p:nvPr/>
        </p:nvCxnSpPr>
        <p:spPr>
          <a:xfrm flipV="1">
            <a:off x="2593198" y="7477946"/>
            <a:ext cx="127457" cy="37461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A3778AA-CC91-E731-BE82-F9CEB352CE55}"/>
                  </a:ext>
                </a:extLst>
              </p:cNvPr>
              <p:cNvSpPr txBox="1"/>
              <p:nvPr/>
            </p:nvSpPr>
            <p:spPr>
              <a:xfrm>
                <a:off x="2576911" y="7570870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A3778AA-CC91-E731-BE82-F9CEB352C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911" y="7570870"/>
                <a:ext cx="308769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C272940-C80A-6FD0-E622-3CEFE86D820E}"/>
              </a:ext>
            </a:extLst>
          </p:cNvPr>
          <p:cNvCxnSpPr>
            <a:cxnSpLocks/>
          </p:cNvCxnSpPr>
          <p:nvPr/>
        </p:nvCxnSpPr>
        <p:spPr>
          <a:xfrm flipV="1">
            <a:off x="2511627" y="7773029"/>
            <a:ext cx="108334" cy="3135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2FA3ED0-D987-0B70-75B4-4F35AFEEF78F}"/>
              </a:ext>
            </a:extLst>
          </p:cNvPr>
          <p:cNvCxnSpPr>
            <a:cxnSpLocks/>
          </p:cNvCxnSpPr>
          <p:nvPr/>
        </p:nvCxnSpPr>
        <p:spPr>
          <a:xfrm flipV="1">
            <a:off x="3950550" y="7871183"/>
            <a:ext cx="358705" cy="468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85AC1EA-5B87-B727-890C-A17DC741BD0C}"/>
              </a:ext>
            </a:extLst>
          </p:cNvPr>
          <p:cNvCxnSpPr>
            <a:cxnSpLocks/>
          </p:cNvCxnSpPr>
          <p:nvPr/>
        </p:nvCxnSpPr>
        <p:spPr>
          <a:xfrm flipH="1">
            <a:off x="4253693" y="7875864"/>
            <a:ext cx="293757" cy="166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ECC0395A-7B9E-17CE-11D8-421DA35B8B55}"/>
              </a:ext>
            </a:extLst>
          </p:cNvPr>
          <p:cNvSpPr txBox="1"/>
          <p:nvPr/>
        </p:nvSpPr>
        <p:spPr>
          <a:xfrm>
            <a:off x="4080118" y="6980055"/>
            <a:ext cx="2840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Q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6A0A9B5-934B-59B8-3E60-FA7F121CA93D}"/>
              </a:ext>
            </a:extLst>
          </p:cNvPr>
          <p:cNvSpPr txBox="1"/>
          <p:nvPr/>
        </p:nvSpPr>
        <p:spPr>
          <a:xfrm>
            <a:off x="3546814" y="7580693"/>
            <a:ext cx="268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P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2BA7B6A-2065-E444-3E20-DECB76519B3C}"/>
              </a:ext>
            </a:extLst>
          </p:cNvPr>
          <p:cNvCxnSpPr>
            <a:cxnSpLocks/>
          </p:cNvCxnSpPr>
          <p:nvPr/>
        </p:nvCxnSpPr>
        <p:spPr>
          <a:xfrm flipH="1">
            <a:off x="3748864" y="7292036"/>
            <a:ext cx="248066" cy="37770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229633A-BF27-D81D-AB84-96A87626F6DF}"/>
              </a:ext>
            </a:extLst>
          </p:cNvPr>
          <p:cNvCxnSpPr>
            <a:cxnSpLocks/>
          </p:cNvCxnSpPr>
          <p:nvPr/>
        </p:nvCxnSpPr>
        <p:spPr>
          <a:xfrm flipV="1">
            <a:off x="3915723" y="7067744"/>
            <a:ext cx="220454" cy="35318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8CA3E44-7159-C6DE-5EA8-4E254201D80D}"/>
                  </a:ext>
                </a:extLst>
              </p:cNvPr>
              <p:cNvSpPr txBox="1"/>
              <p:nvPr/>
            </p:nvSpPr>
            <p:spPr>
              <a:xfrm>
                <a:off x="4129902" y="7635522"/>
                <a:ext cx="1789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8CA3E44-7159-C6DE-5EA8-4E254201D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02" y="7635522"/>
                <a:ext cx="178991" cy="261610"/>
              </a:xfrm>
              <a:prstGeom prst="rect">
                <a:avLst/>
              </a:prstGeom>
              <a:blipFill>
                <a:blip r:embed="rId4"/>
                <a:stretch>
                  <a:fillRect r="-2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427B49A6-312A-A7F4-800A-1B7FF596D624}"/>
              </a:ext>
            </a:extLst>
          </p:cNvPr>
          <p:cNvCxnSpPr>
            <a:cxnSpLocks/>
          </p:cNvCxnSpPr>
          <p:nvPr/>
        </p:nvCxnSpPr>
        <p:spPr>
          <a:xfrm>
            <a:off x="5563410" y="7541545"/>
            <a:ext cx="0" cy="58801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B812F39-9708-2800-0E35-D27CE10226C0}"/>
              </a:ext>
            </a:extLst>
          </p:cNvPr>
          <p:cNvCxnSpPr>
            <a:cxnSpLocks/>
          </p:cNvCxnSpPr>
          <p:nvPr/>
        </p:nvCxnSpPr>
        <p:spPr>
          <a:xfrm flipV="1">
            <a:off x="5563410" y="7146083"/>
            <a:ext cx="6382" cy="56507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E9E14AAD-A966-BCB3-9895-CA03C78E7224}"/>
              </a:ext>
            </a:extLst>
          </p:cNvPr>
          <p:cNvCxnSpPr>
            <a:cxnSpLocks/>
          </p:cNvCxnSpPr>
          <p:nvPr/>
        </p:nvCxnSpPr>
        <p:spPr>
          <a:xfrm>
            <a:off x="5961568" y="7127732"/>
            <a:ext cx="350044" cy="49039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5E174AAE-939E-2E81-2E5B-5E876F34B4E4}"/>
              </a:ext>
            </a:extLst>
          </p:cNvPr>
          <p:cNvCxnSpPr>
            <a:cxnSpLocks/>
          </p:cNvCxnSpPr>
          <p:nvPr/>
        </p:nvCxnSpPr>
        <p:spPr>
          <a:xfrm flipH="1" flipV="1">
            <a:off x="6254462" y="7541545"/>
            <a:ext cx="309659" cy="4171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BDBF17B-B398-E080-8FF0-FD5DC8146D46}"/>
                  </a:ext>
                </a:extLst>
              </p:cNvPr>
              <p:cNvSpPr txBox="1"/>
              <p:nvPr/>
            </p:nvSpPr>
            <p:spPr>
              <a:xfrm>
                <a:off x="5540922" y="7488532"/>
                <a:ext cx="1789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BDBF17B-B398-E080-8FF0-FD5DC8146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922" y="7488532"/>
                <a:ext cx="178991" cy="261610"/>
              </a:xfrm>
              <a:prstGeom prst="rect">
                <a:avLst/>
              </a:prstGeom>
              <a:blipFill>
                <a:blip r:embed="rId5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B5D1A0A2-E6AC-9C34-6A92-7557BE11CBA0}"/>
              </a:ext>
            </a:extLst>
          </p:cNvPr>
          <p:cNvSpPr txBox="1"/>
          <p:nvPr/>
        </p:nvSpPr>
        <p:spPr>
          <a:xfrm>
            <a:off x="5757138" y="6942711"/>
            <a:ext cx="2840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X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57DD18D-BEB0-B576-EE47-4D0E172DEE67}"/>
              </a:ext>
            </a:extLst>
          </p:cNvPr>
          <p:cNvSpPr txBox="1"/>
          <p:nvPr/>
        </p:nvSpPr>
        <p:spPr>
          <a:xfrm>
            <a:off x="6365224" y="7867950"/>
            <a:ext cx="268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Y</a:t>
            </a:r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CD8ACD3E-CD5A-A61D-F1D7-3D420DD5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4</a:t>
            </a:fld>
            <a:endParaRPr lang="en-GB" b="1" noProof="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E8B495C-FE97-C2A7-D910-F4ACE143E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779" y="2091395"/>
            <a:ext cx="6472759" cy="373496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9E5EDDC-1DBA-BC02-4B24-4F70445ACFF1}"/>
              </a:ext>
            </a:extLst>
          </p:cNvPr>
          <p:cNvSpPr txBox="1"/>
          <p:nvPr/>
        </p:nvSpPr>
        <p:spPr>
          <a:xfrm>
            <a:off x="135192" y="1946868"/>
            <a:ext cx="4824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2250" marR="0" lvl="0" indent="-222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olidFill>
                  <a:prstClr val="black"/>
                </a:solidFill>
                <a:latin typeface="Calibri" panose="020F0502020204030204"/>
              </a:rPr>
              <a:t>Question 4.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Circle ‘true’ or ‘false’ for</a:t>
            </a: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each of the following;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25ECCC-1AE9-EB21-AA1D-65BBD1F5B4E5}"/>
              </a:ext>
            </a:extLst>
          </p:cNvPr>
          <p:cNvSpPr/>
          <p:nvPr/>
        </p:nvSpPr>
        <p:spPr>
          <a:xfrm>
            <a:off x="65503" y="1946868"/>
            <a:ext cx="6713093" cy="3964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FE309E7B-55D4-7E1E-E5D1-E7D6DE1527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0952283"/>
                  </p:ext>
                </p:extLst>
              </p:nvPr>
            </p:nvGraphicFramePr>
            <p:xfrm>
              <a:off x="65505" y="62521"/>
              <a:ext cx="6713093" cy="18813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8274">
                      <a:extLst>
                        <a:ext uri="{9D8B030D-6E8A-4147-A177-3AD203B41FA5}">
                          <a16:colId xmlns:a16="http://schemas.microsoft.com/office/drawing/2014/main" val="3079386415"/>
                        </a:ext>
                      </a:extLst>
                    </a:gridCol>
                    <a:gridCol w="1678274">
                      <a:extLst>
                        <a:ext uri="{9D8B030D-6E8A-4147-A177-3AD203B41FA5}">
                          <a16:colId xmlns:a16="http://schemas.microsoft.com/office/drawing/2014/main" val="2179669439"/>
                        </a:ext>
                      </a:extLst>
                    </a:gridCol>
                    <a:gridCol w="1678273">
                      <a:extLst>
                        <a:ext uri="{9D8B030D-6E8A-4147-A177-3AD203B41FA5}">
                          <a16:colId xmlns:a16="http://schemas.microsoft.com/office/drawing/2014/main" val="869636799"/>
                        </a:ext>
                      </a:extLst>
                    </a:gridCol>
                    <a:gridCol w="1678272">
                      <a:extLst>
                        <a:ext uri="{9D8B030D-6E8A-4147-A177-3AD203B41FA5}">
                          <a16:colId xmlns:a16="http://schemas.microsoft.com/office/drawing/2014/main" val="117580313"/>
                        </a:ext>
                      </a:extLst>
                    </a:gridCol>
                  </a:tblGrid>
                  <a:tr h="329278"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2. </a:t>
                          </a:r>
                          <a:r>
                            <a:rPr lang="en-GB" sz="1200" dirty="0"/>
                            <a:t>Write as a column vector: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Question 3. </a:t>
                          </a:r>
                          <a:r>
                            <a:rPr lang="en-GB" sz="1200" dirty="0"/>
                            <a:t>Write in words: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398487995"/>
                      </a:ext>
                    </a:extLst>
                  </a:tr>
                  <a:tr h="68742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8 right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3 down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9 left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     2 up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909437839"/>
                      </a:ext>
                    </a:extLst>
                  </a:tr>
                  <a:tr h="86468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6 down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     7 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4 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−10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04545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FE309E7B-55D4-7E1E-E5D1-E7D6DE1527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0952283"/>
                  </p:ext>
                </p:extLst>
              </p:nvPr>
            </p:nvGraphicFramePr>
            <p:xfrm>
              <a:off x="65505" y="62521"/>
              <a:ext cx="6713093" cy="18813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8274">
                      <a:extLst>
                        <a:ext uri="{9D8B030D-6E8A-4147-A177-3AD203B41FA5}">
                          <a16:colId xmlns:a16="http://schemas.microsoft.com/office/drawing/2014/main" val="3079386415"/>
                        </a:ext>
                      </a:extLst>
                    </a:gridCol>
                    <a:gridCol w="1678274">
                      <a:extLst>
                        <a:ext uri="{9D8B030D-6E8A-4147-A177-3AD203B41FA5}">
                          <a16:colId xmlns:a16="http://schemas.microsoft.com/office/drawing/2014/main" val="2179669439"/>
                        </a:ext>
                      </a:extLst>
                    </a:gridCol>
                    <a:gridCol w="1678273">
                      <a:extLst>
                        <a:ext uri="{9D8B030D-6E8A-4147-A177-3AD203B41FA5}">
                          <a16:colId xmlns:a16="http://schemas.microsoft.com/office/drawing/2014/main" val="869636799"/>
                        </a:ext>
                      </a:extLst>
                    </a:gridCol>
                    <a:gridCol w="1678272">
                      <a:extLst>
                        <a:ext uri="{9D8B030D-6E8A-4147-A177-3AD203B41FA5}">
                          <a16:colId xmlns:a16="http://schemas.microsoft.com/office/drawing/2014/main" val="117580313"/>
                        </a:ext>
                      </a:extLst>
                    </a:gridCol>
                  </a:tblGrid>
                  <a:tr h="329278"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2. </a:t>
                          </a:r>
                          <a:r>
                            <a:rPr lang="en-GB" sz="1200" dirty="0"/>
                            <a:t>Write as a column vector: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Question 3. </a:t>
                          </a:r>
                          <a:r>
                            <a:rPr lang="en-GB" sz="1200" dirty="0"/>
                            <a:t>Write in words: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398487995"/>
                      </a:ext>
                    </a:extLst>
                  </a:tr>
                  <a:tr h="68742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8 right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3 down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9 left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     2 up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7"/>
                          <a:stretch>
                            <a:fillRect l="-200000" t="-48673" r="-100725" b="-127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7"/>
                          <a:stretch>
                            <a:fillRect l="-301091" t="-48673" r="-1091" b="-127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9437839"/>
                      </a:ext>
                    </a:extLst>
                  </a:tr>
                  <a:tr h="86468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6 down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     7 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4 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118310" r="-100725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1091" t="-118310" r="-1091" b="-14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04545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786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B777-9283-9B4E-A79C-63116166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C9FB8E-B1E8-EED4-2338-EDEC5F019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787972"/>
              </p:ext>
            </p:extLst>
          </p:nvPr>
        </p:nvGraphicFramePr>
        <p:xfrm>
          <a:off x="111707" y="3361369"/>
          <a:ext cx="6718472" cy="340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9492">
                  <a:extLst>
                    <a:ext uri="{9D8B030D-6E8A-4147-A177-3AD203B41FA5}">
                      <a16:colId xmlns:a16="http://schemas.microsoft.com/office/drawing/2014/main" val="1469803516"/>
                    </a:ext>
                  </a:extLst>
                </a:gridCol>
                <a:gridCol w="2239490">
                  <a:extLst>
                    <a:ext uri="{9D8B030D-6E8A-4147-A177-3AD203B41FA5}">
                      <a16:colId xmlns:a16="http://schemas.microsoft.com/office/drawing/2014/main" val="2231274775"/>
                    </a:ext>
                  </a:extLst>
                </a:gridCol>
                <a:gridCol w="2239490">
                  <a:extLst>
                    <a:ext uri="{9D8B030D-6E8A-4147-A177-3AD203B41FA5}">
                      <a16:colId xmlns:a16="http://schemas.microsoft.com/office/drawing/2014/main" val="508602700"/>
                    </a:ext>
                  </a:extLst>
                </a:gridCol>
              </a:tblGrid>
              <a:tr h="266400">
                <a:tc gridSpan="3">
                  <a:txBody>
                    <a:bodyPr/>
                    <a:lstStyle/>
                    <a:p>
                      <a:r>
                        <a:rPr lang="en-GB" sz="1200" b="1" dirty="0"/>
                        <a:t>Question 5. </a:t>
                      </a:r>
                      <a:r>
                        <a:rPr lang="en-GB" sz="1200" dirty="0"/>
                        <a:t> Write as a column vector: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24421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r>
                        <a:rPr lang="en-GB" sz="1200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771117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r>
                        <a:rPr lang="en-GB" sz="1200" dirty="0"/>
                        <a:t>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34507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r>
                        <a:rPr lang="en-GB" sz="1200" dirty="0"/>
                        <a:t>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i</a:t>
                      </a:r>
                      <a:r>
                        <a:rPr lang="en-GB" dirty="0"/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5252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B6F30C4-6831-743D-A6ED-5E16BDED4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48" y="3656393"/>
            <a:ext cx="1435581" cy="947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B2E818-8146-5E43-3D21-FF54C5E9B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229" y="3663905"/>
            <a:ext cx="1485437" cy="1000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B2FBD6-0998-88E5-13DE-989016DFF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84" y="4707801"/>
            <a:ext cx="1439927" cy="95311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F67277D-C61A-CFF9-C223-0E093D7AD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2616" y="5770015"/>
            <a:ext cx="1479392" cy="96667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9A46C60-02F0-E0FA-4441-85E0B0A130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" b="419"/>
          <a:stretch/>
        </p:blipFill>
        <p:spPr>
          <a:xfrm>
            <a:off x="4836267" y="3660348"/>
            <a:ext cx="1477843" cy="97520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19E3864-9C4C-B25B-BA12-211B6C0AF8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8229" y="4712065"/>
            <a:ext cx="1468508" cy="966679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EDAB5BE-7E91-BFC2-25FE-6086A2147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755001"/>
              </p:ext>
            </p:extLst>
          </p:nvPr>
        </p:nvGraphicFramePr>
        <p:xfrm>
          <a:off x="111707" y="87940"/>
          <a:ext cx="6713093" cy="29466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828">
                  <a:extLst>
                    <a:ext uri="{9D8B030D-6E8A-4147-A177-3AD203B41FA5}">
                      <a16:colId xmlns:a16="http://schemas.microsoft.com/office/drawing/2014/main" val="3674587478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4206326453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2812806648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65922799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rgbClr val="FF0000"/>
                          </a:solidFill>
                        </a:rPr>
                        <a:t>Example 3.   I do…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chemeClr val="accent2"/>
                          </a:solidFill>
                        </a:rPr>
                        <a:t>We do…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rgbClr val="00B050"/>
                          </a:solidFill>
                        </a:rPr>
                        <a:t>You do…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821366"/>
                  </a:ext>
                </a:extLst>
              </a:tr>
              <a:tr h="2672283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Use the arrow to determine the start point of the vector.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Count the number of horizontal and vertical squares between the start and end points.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Write as a column vector.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72027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4F6614CA-8D93-A5EF-D596-3557F15B1C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771" y="873285"/>
            <a:ext cx="1226096" cy="1222502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BA3E95DC-7D7D-6881-9C34-DB21BD757C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705" y="873285"/>
            <a:ext cx="1226096" cy="1222502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C1FC34D8-CB89-6EEA-04A4-B60C217E31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42" y="936507"/>
            <a:ext cx="1226096" cy="1222502"/>
          </a:xfrm>
          <a:prstGeom prst="rect">
            <a:avLst/>
          </a:prstGeom>
        </p:spPr>
      </p:pic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A96A29D-ADF3-9557-7AFA-047417099F6A}"/>
              </a:ext>
            </a:extLst>
          </p:cNvPr>
          <p:cNvCxnSpPr>
            <a:cxnSpLocks/>
          </p:cNvCxnSpPr>
          <p:nvPr/>
        </p:nvCxnSpPr>
        <p:spPr>
          <a:xfrm flipV="1">
            <a:off x="1950166" y="1267593"/>
            <a:ext cx="328873" cy="22364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22535F6-12D2-69FE-69E1-7B05549DDB56}"/>
              </a:ext>
            </a:extLst>
          </p:cNvPr>
          <p:cNvCxnSpPr>
            <a:cxnSpLocks/>
          </p:cNvCxnSpPr>
          <p:nvPr/>
        </p:nvCxnSpPr>
        <p:spPr>
          <a:xfrm flipV="1">
            <a:off x="2245237" y="1074860"/>
            <a:ext cx="312594" cy="2209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CF8CEB2-E2EB-24B9-20B5-40EB3010903B}"/>
              </a:ext>
            </a:extLst>
          </p:cNvPr>
          <p:cNvSpPr txBox="1"/>
          <p:nvPr/>
        </p:nvSpPr>
        <p:spPr>
          <a:xfrm>
            <a:off x="2477005" y="923744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B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1D8F0DE-6C56-523E-0C2B-F6A709A70306}"/>
              </a:ext>
            </a:extLst>
          </p:cNvPr>
          <p:cNvSpPr txBox="1"/>
          <p:nvPr/>
        </p:nvSpPr>
        <p:spPr>
          <a:xfrm>
            <a:off x="1776074" y="1399614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A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B644551-2221-F5C1-1B5C-71AA63FE09A1}"/>
              </a:ext>
            </a:extLst>
          </p:cNvPr>
          <p:cNvCxnSpPr>
            <a:cxnSpLocks/>
          </p:cNvCxnSpPr>
          <p:nvPr/>
        </p:nvCxnSpPr>
        <p:spPr>
          <a:xfrm flipV="1">
            <a:off x="2639402" y="1484159"/>
            <a:ext cx="127457" cy="37461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3991C2C-574D-2F33-4407-68331D6EB3B1}"/>
                  </a:ext>
                </a:extLst>
              </p:cNvPr>
              <p:cNvSpPr txBox="1"/>
              <p:nvPr/>
            </p:nvSpPr>
            <p:spPr>
              <a:xfrm>
                <a:off x="2623115" y="157708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3991C2C-574D-2F33-4407-68331D6EB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115" y="1577083"/>
                <a:ext cx="308769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477FF00-3F07-0562-8F24-0EF4E296A4B1}"/>
              </a:ext>
            </a:extLst>
          </p:cNvPr>
          <p:cNvCxnSpPr>
            <a:cxnSpLocks/>
          </p:cNvCxnSpPr>
          <p:nvPr/>
        </p:nvCxnSpPr>
        <p:spPr>
          <a:xfrm flipV="1">
            <a:off x="2557831" y="1779242"/>
            <a:ext cx="108334" cy="3135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D9DDE05-569C-543E-3F5C-741A7B86E36C}"/>
              </a:ext>
            </a:extLst>
          </p:cNvPr>
          <p:cNvCxnSpPr>
            <a:cxnSpLocks/>
          </p:cNvCxnSpPr>
          <p:nvPr/>
        </p:nvCxnSpPr>
        <p:spPr>
          <a:xfrm flipV="1">
            <a:off x="3996754" y="1877396"/>
            <a:ext cx="358705" cy="468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ABEF9CD-6A94-5ABE-8C3B-BE2E9E219F29}"/>
              </a:ext>
            </a:extLst>
          </p:cNvPr>
          <p:cNvCxnSpPr>
            <a:cxnSpLocks/>
          </p:cNvCxnSpPr>
          <p:nvPr/>
        </p:nvCxnSpPr>
        <p:spPr>
          <a:xfrm flipH="1">
            <a:off x="4299897" y="1882077"/>
            <a:ext cx="293757" cy="166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17DED8FF-AC9E-5CD7-1249-D7E624BE6D23}"/>
              </a:ext>
            </a:extLst>
          </p:cNvPr>
          <p:cNvSpPr txBox="1"/>
          <p:nvPr/>
        </p:nvSpPr>
        <p:spPr>
          <a:xfrm>
            <a:off x="4126322" y="986268"/>
            <a:ext cx="2840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Q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70E453F-0872-C927-83D5-49C2757C33CE}"/>
              </a:ext>
            </a:extLst>
          </p:cNvPr>
          <p:cNvSpPr txBox="1"/>
          <p:nvPr/>
        </p:nvSpPr>
        <p:spPr>
          <a:xfrm>
            <a:off x="3593018" y="1586906"/>
            <a:ext cx="268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P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F61099D-2443-407F-5AE9-75801ACBBE4A}"/>
              </a:ext>
            </a:extLst>
          </p:cNvPr>
          <p:cNvCxnSpPr>
            <a:cxnSpLocks/>
          </p:cNvCxnSpPr>
          <p:nvPr/>
        </p:nvCxnSpPr>
        <p:spPr>
          <a:xfrm flipH="1">
            <a:off x="3795068" y="1298249"/>
            <a:ext cx="248066" cy="37770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0418514-25E4-800A-BF1E-8D2BAF78831C}"/>
              </a:ext>
            </a:extLst>
          </p:cNvPr>
          <p:cNvCxnSpPr>
            <a:cxnSpLocks/>
          </p:cNvCxnSpPr>
          <p:nvPr/>
        </p:nvCxnSpPr>
        <p:spPr>
          <a:xfrm flipV="1">
            <a:off x="3961927" y="1073957"/>
            <a:ext cx="220454" cy="35318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0939D9C-20B1-7494-C8E3-CF66A096E60A}"/>
                  </a:ext>
                </a:extLst>
              </p:cNvPr>
              <p:cNvSpPr txBox="1"/>
              <p:nvPr/>
            </p:nvSpPr>
            <p:spPr>
              <a:xfrm>
                <a:off x="4176106" y="1641735"/>
                <a:ext cx="1789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0939D9C-20B1-7494-C8E3-CF66A096E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106" y="1641735"/>
                <a:ext cx="178991" cy="261610"/>
              </a:xfrm>
              <a:prstGeom prst="rect">
                <a:avLst/>
              </a:prstGeom>
              <a:blipFill>
                <a:blip r:embed="rId10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4E1202E-E8B8-451A-0E1B-83BDC0B771E1}"/>
              </a:ext>
            </a:extLst>
          </p:cNvPr>
          <p:cNvCxnSpPr>
            <a:cxnSpLocks/>
          </p:cNvCxnSpPr>
          <p:nvPr/>
        </p:nvCxnSpPr>
        <p:spPr>
          <a:xfrm>
            <a:off x="5609614" y="1547758"/>
            <a:ext cx="0" cy="58801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8369E25-EC59-382E-EE17-793B1083919E}"/>
              </a:ext>
            </a:extLst>
          </p:cNvPr>
          <p:cNvCxnSpPr>
            <a:cxnSpLocks/>
          </p:cNvCxnSpPr>
          <p:nvPr/>
        </p:nvCxnSpPr>
        <p:spPr>
          <a:xfrm flipV="1">
            <a:off x="5609614" y="1152296"/>
            <a:ext cx="6382" cy="56507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FFE7E1D4-8C46-8369-4EF7-6CE9100F96C7}"/>
              </a:ext>
            </a:extLst>
          </p:cNvPr>
          <p:cNvCxnSpPr>
            <a:cxnSpLocks/>
          </p:cNvCxnSpPr>
          <p:nvPr/>
        </p:nvCxnSpPr>
        <p:spPr>
          <a:xfrm>
            <a:off x="6007772" y="1133945"/>
            <a:ext cx="350044" cy="49039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C6793B8-F652-2024-5790-EACAB82E4D6D}"/>
              </a:ext>
            </a:extLst>
          </p:cNvPr>
          <p:cNvCxnSpPr>
            <a:cxnSpLocks/>
          </p:cNvCxnSpPr>
          <p:nvPr/>
        </p:nvCxnSpPr>
        <p:spPr>
          <a:xfrm flipH="1" flipV="1">
            <a:off x="6300666" y="1547758"/>
            <a:ext cx="309659" cy="4171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4DD92FE4-B9B1-0BE9-BA5E-EEF6768BD1E1}"/>
                  </a:ext>
                </a:extLst>
              </p:cNvPr>
              <p:cNvSpPr txBox="1"/>
              <p:nvPr/>
            </p:nvSpPr>
            <p:spPr>
              <a:xfrm>
                <a:off x="5587126" y="1494745"/>
                <a:ext cx="1789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4DD92FE4-B9B1-0BE9-BA5E-EEF6768B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126" y="1494745"/>
                <a:ext cx="178991" cy="261610"/>
              </a:xfrm>
              <a:prstGeom prst="rect">
                <a:avLst/>
              </a:prstGeom>
              <a:blipFill>
                <a:blip r:embed="rId11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BF0BDD82-0C76-A589-BBA2-720987A864A6}"/>
              </a:ext>
            </a:extLst>
          </p:cNvPr>
          <p:cNvSpPr txBox="1"/>
          <p:nvPr/>
        </p:nvSpPr>
        <p:spPr>
          <a:xfrm>
            <a:off x="5803342" y="948924"/>
            <a:ext cx="2840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X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86C81F7-8BFC-A315-4AA2-372644CA6FF4}"/>
              </a:ext>
            </a:extLst>
          </p:cNvPr>
          <p:cNvSpPr txBox="1"/>
          <p:nvPr/>
        </p:nvSpPr>
        <p:spPr>
          <a:xfrm>
            <a:off x="6411428" y="1874163"/>
            <a:ext cx="268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Y</a:t>
            </a:r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A15BCFD4-D5C7-F7C5-F6A1-1170CFA0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5</a:t>
            </a:fld>
            <a:endParaRPr lang="en-GB" b="1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0BCCDB-1C67-0B8D-C915-3ED12EF4BA98}"/>
              </a:ext>
            </a:extLst>
          </p:cNvPr>
          <p:cNvSpPr/>
          <p:nvPr/>
        </p:nvSpPr>
        <p:spPr>
          <a:xfrm>
            <a:off x="41943" y="3073617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57A83451-F8BE-2BD0-23B0-8C3C470C4E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5167514"/>
                  </p:ext>
                </p:extLst>
              </p:nvPr>
            </p:nvGraphicFramePr>
            <p:xfrm>
              <a:off x="60124" y="6867514"/>
              <a:ext cx="6718472" cy="277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9618">
                      <a:extLst>
                        <a:ext uri="{9D8B030D-6E8A-4147-A177-3AD203B41FA5}">
                          <a16:colId xmlns:a16="http://schemas.microsoft.com/office/drawing/2014/main" val="323646051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8400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Choose the start point of the vector.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number of horizontal and vertical squares in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in the end point.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 start and end points and draw the arrow to show the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Draw the vectors: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Draw the vectors: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Draw the vectors: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57A83451-F8BE-2BD0-23B0-8C3C470C4E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5167514"/>
                  </p:ext>
                </p:extLst>
              </p:nvPr>
            </p:nvGraphicFramePr>
            <p:xfrm>
              <a:off x="60124" y="6867514"/>
              <a:ext cx="6718472" cy="277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9618">
                      <a:extLst>
                        <a:ext uri="{9D8B030D-6E8A-4147-A177-3AD203B41FA5}">
                          <a16:colId xmlns:a16="http://schemas.microsoft.com/office/drawing/2014/main" val="323646051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8400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Choose the start point of the vector.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number of horizontal and vertical squares in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in the end point.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 start and end points and draw the arrow to show the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362" t="-11736" r="-200725" b="-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01091" t="-11736" r="-101455" b="-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300000" t="-11736" r="-1087" b="-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85D67FEF-690D-2F4A-E626-20E25DB76A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92" y="8053626"/>
            <a:ext cx="1484819" cy="148046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42E129A-E4AA-6FDA-FAFC-404D3CF3CD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054" y="8053626"/>
            <a:ext cx="1484819" cy="14804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2D047CF-CCD4-CADB-CFF9-54894B3074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67" y="8053626"/>
            <a:ext cx="1484819" cy="14804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95B362-4C5C-CFC0-7EA2-A5BFA02FC2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67278" y="5761417"/>
            <a:ext cx="1471847" cy="966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77B867-94D5-DDD2-3E69-F1A6301D12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14052" y="4703285"/>
            <a:ext cx="1435581" cy="9754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B0DD5F-F9ED-E9B8-D874-54AB136508A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1251" y="5751625"/>
            <a:ext cx="1479392" cy="9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7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14DC9-91F7-EFF3-52FF-EF622AF5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ECED85B-813B-9A5A-F165-7CC7D0F881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763269"/>
                  </p:ext>
                </p:extLst>
              </p:nvPr>
            </p:nvGraphicFramePr>
            <p:xfrm>
              <a:off x="69764" y="336525"/>
              <a:ext cx="6718472" cy="549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9492">
                      <a:extLst>
                        <a:ext uri="{9D8B030D-6E8A-4147-A177-3AD203B41FA5}">
                          <a16:colId xmlns:a16="http://schemas.microsoft.com/office/drawing/2014/main" val="1469803516"/>
                        </a:ext>
                      </a:extLst>
                    </a:gridCol>
                    <a:gridCol w="1119744">
                      <a:extLst>
                        <a:ext uri="{9D8B030D-6E8A-4147-A177-3AD203B41FA5}">
                          <a16:colId xmlns:a16="http://schemas.microsoft.com/office/drawing/2014/main" val="2231274775"/>
                        </a:ext>
                      </a:extLst>
                    </a:gridCol>
                    <a:gridCol w="1119746">
                      <a:extLst>
                        <a:ext uri="{9D8B030D-6E8A-4147-A177-3AD203B41FA5}">
                          <a16:colId xmlns:a16="http://schemas.microsoft.com/office/drawing/2014/main" val="3892793321"/>
                        </a:ext>
                      </a:extLst>
                    </a:gridCol>
                    <a:gridCol w="2239490">
                      <a:extLst>
                        <a:ext uri="{9D8B030D-6E8A-4147-A177-3AD203B41FA5}">
                          <a16:colId xmlns:a16="http://schemas.microsoft.com/office/drawing/2014/main" val="508602700"/>
                        </a:ext>
                      </a:extLst>
                    </a:gridCol>
                  </a:tblGrid>
                  <a:tr h="266400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Question 6. </a:t>
                          </a: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Draw the following column vectors: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8136074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20630217"/>
                      </a:ext>
                    </a:extLst>
                  </a:tr>
                  <a:tr h="1692000"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937351"/>
                      </a:ext>
                    </a:extLst>
                  </a:tr>
                  <a:tr h="1908000"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Question 7.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Mark has been asked to draw the vector</a:t>
                          </a:r>
                          <a:r>
                            <a:rPr lang="en-GB" sz="120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. Explain his mistake.</a:t>
                          </a: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Question 8.</a:t>
                          </a:r>
                        </a:p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Abby has been asked to draw the vector  </a:t>
                          </a:r>
                          <a:endParaRPr lang="en-GB" sz="1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What mistake(s) has she</a:t>
                          </a:r>
                          <a:b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made?</a:t>
                          </a: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763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ECED85B-813B-9A5A-F165-7CC7D0F881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763269"/>
                  </p:ext>
                </p:extLst>
              </p:nvPr>
            </p:nvGraphicFramePr>
            <p:xfrm>
              <a:off x="69764" y="336525"/>
              <a:ext cx="6718472" cy="549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9492">
                      <a:extLst>
                        <a:ext uri="{9D8B030D-6E8A-4147-A177-3AD203B41FA5}">
                          <a16:colId xmlns:a16="http://schemas.microsoft.com/office/drawing/2014/main" val="1469803516"/>
                        </a:ext>
                      </a:extLst>
                    </a:gridCol>
                    <a:gridCol w="1119744">
                      <a:extLst>
                        <a:ext uri="{9D8B030D-6E8A-4147-A177-3AD203B41FA5}">
                          <a16:colId xmlns:a16="http://schemas.microsoft.com/office/drawing/2014/main" val="2231274775"/>
                        </a:ext>
                      </a:extLst>
                    </a:gridCol>
                    <a:gridCol w="1119746">
                      <a:extLst>
                        <a:ext uri="{9D8B030D-6E8A-4147-A177-3AD203B41FA5}">
                          <a16:colId xmlns:a16="http://schemas.microsoft.com/office/drawing/2014/main" val="3892793321"/>
                        </a:ext>
                      </a:extLst>
                    </a:gridCol>
                    <a:gridCol w="2239490">
                      <a:extLst>
                        <a:ext uri="{9D8B030D-6E8A-4147-A177-3AD203B41FA5}">
                          <a16:colId xmlns:a16="http://schemas.microsoft.com/office/drawing/2014/main" val="508602700"/>
                        </a:ext>
                      </a:extLst>
                    </a:gridCol>
                  </a:tblGrid>
                  <a:tr h="274320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Question 6. </a:t>
                          </a: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Draw the following column vectors: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8136074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20630217"/>
                      </a:ext>
                    </a:extLst>
                  </a:tr>
                  <a:tr h="1692000"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937351"/>
                      </a:ext>
                    </a:extLst>
                  </a:tr>
                  <a:tr h="1908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1" t="-188498" r="-100181" b="-63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63" t="-188498" r="-363" b="-63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76385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9" name="Picture 48">
            <a:extLst>
              <a:ext uri="{FF2B5EF4-FFF2-40B4-BE49-F238E27FC236}">
                <a16:creationId xmlns:a16="http://schemas.microsoft.com/office/drawing/2014/main" id="{38B1ED28-8327-534E-FD7C-A6708AD86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54" y="661428"/>
            <a:ext cx="1723995" cy="149412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A031750-B6E0-EEA1-1970-63AE33475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320" y="657022"/>
            <a:ext cx="1712532" cy="147981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28EBFF6-ACBF-B13A-D5A9-86B69C343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594" y="665833"/>
            <a:ext cx="1723995" cy="148972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35B9387-2DEF-0F8E-F200-6A6316E04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78" y="2251372"/>
            <a:ext cx="1773471" cy="1558121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206AEB0-12C0-9AA9-9766-338AD24DF8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38" y="2288612"/>
            <a:ext cx="1820506" cy="1562233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D6F7BAB-1E92-DA1A-B860-13C89C70FB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1516" y="2262262"/>
            <a:ext cx="1773471" cy="1530785"/>
          </a:xfrm>
          <a:prstGeom prst="rect">
            <a:avLst/>
          </a:prstGeom>
        </p:spPr>
      </p:pic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7F091E19-2407-D379-98AD-5C5F1281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635236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6</a:t>
            </a:fld>
            <a:endParaRPr lang="en-GB" b="1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6A486-93F7-ACB3-220D-40D3DAB95133}"/>
              </a:ext>
            </a:extLst>
          </p:cNvPr>
          <p:cNvSpPr/>
          <p:nvPr/>
        </p:nvSpPr>
        <p:spPr>
          <a:xfrm>
            <a:off x="0" y="-11291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68A1325-4854-2E95-DF72-11C6EB999F8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8748" r="2216" b="55280"/>
          <a:stretch>
            <a:fillRect/>
          </a:stretch>
        </p:blipFill>
        <p:spPr>
          <a:xfrm>
            <a:off x="1888550" y="4409398"/>
            <a:ext cx="1409701" cy="10872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4BA98B-B9AA-BCBA-5EB7-1459680C98A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8336" t="57252" r="2628" b="-1972"/>
          <a:stretch>
            <a:fillRect/>
          </a:stretch>
        </p:blipFill>
        <p:spPr>
          <a:xfrm>
            <a:off x="5269229" y="4409398"/>
            <a:ext cx="1409701" cy="108720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CA0D8E2-6427-B1EC-F653-EEBD96DC72B2}"/>
              </a:ext>
            </a:extLst>
          </p:cNvPr>
          <p:cNvSpPr txBox="1"/>
          <p:nvPr/>
        </p:nvSpPr>
        <p:spPr>
          <a:xfrm>
            <a:off x="-16325" y="5864188"/>
            <a:ext cx="6858000" cy="288000"/>
          </a:xfrm>
          <a:prstGeom prst="rect">
            <a:avLst/>
          </a:prstGeom>
          <a:solidFill>
            <a:srgbClr val="7E234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Skills 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7F4C7BE-32D1-C4D0-2DED-48C191D4AA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6044707"/>
                  </p:ext>
                </p:extLst>
              </p:nvPr>
            </p:nvGraphicFramePr>
            <p:xfrm>
              <a:off x="79404" y="6209714"/>
              <a:ext cx="6708832" cy="349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4416">
                      <a:extLst>
                        <a:ext uri="{9D8B030D-6E8A-4147-A177-3AD203B41FA5}">
                          <a16:colId xmlns:a16="http://schemas.microsoft.com/office/drawing/2014/main" val="1905374102"/>
                        </a:ext>
                      </a:extLst>
                    </a:gridCol>
                    <a:gridCol w="3354416">
                      <a:extLst>
                        <a:ext uri="{9D8B030D-6E8A-4147-A177-3AD203B41FA5}">
                          <a16:colId xmlns:a16="http://schemas.microsoft.com/office/drawing/2014/main" val="3914483406"/>
                        </a:ext>
                      </a:extLst>
                    </a:gridCol>
                  </a:tblGrid>
                  <a:tr h="2088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Which diagram shows the column vector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Which column vector matches the diagram?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9789782"/>
                      </a:ext>
                    </a:extLst>
                  </a:tr>
                  <a:tr h="1404000">
                    <a:tc gridSpan="2"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171051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7F4C7BE-32D1-C4D0-2DED-48C191D4AA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6044707"/>
                  </p:ext>
                </p:extLst>
              </p:nvPr>
            </p:nvGraphicFramePr>
            <p:xfrm>
              <a:off x="79404" y="6209714"/>
              <a:ext cx="6708832" cy="349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4416">
                      <a:extLst>
                        <a:ext uri="{9D8B030D-6E8A-4147-A177-3AD203B41FA5}">
                          <a16:colId xmlns:a16="http://schemas.microsoft.com/office/drawing/2014/main" val="1905374102"/>
                        </a:ext>
                      </a:extLst>
                    </a:gridCol>
                    <a:gridCol w="3354416">
                      <a:extLst>
                        <a:ext uri="{9D8B030D-6E8A-4147-A177-3AD203B41FA5}">
                          <a16:colId xmlns:a16="http://schemas.microsoft.com/office/drawing/2014/main" val="3914483406"/>
                        </a:ext>
                      </a:extLst>
                    </a:gridCol>
                  </a:tblGrid>
                  <a:tr h="208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363" t="-292" r="-100181" b="-679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Which column vector matches the diagram?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9789782"/>
                      </a:ext>
                    </a:extLst>
                  </a:tr>
                  <a:tr h="1404000">
                    <a:tc gridSpan="2"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1710515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FC81B30-1F68-03D7-D505-B64427BFA34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203" t="38495" r="60019" b="38572"/>
          <a:stretch>
            <a:fillRect/>
          </a:stretch>
        </p:blipFill>
        <p:spPr>
          <a:xfrm>
            <a:off x="179070" y="6520186"/>
            <a:ext cx="1495422" cy="7847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0C3A1D-A033-181A-C2B2-D009D6FB4F1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4690" t="40517" r="12532" b="36550"/>
          <a:stretch>
            <a:fillRect/>
          </a:stretch>
        </p:blipFill>
        <p:spPr>
          <a:xfrm>
            <a:off x="1802829" y="6557478"/>
            <a:ext cx="1495422" cy="7847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8CCDB3-1C80-4619-B4FA-1815839A014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6457" t="68187" r="60765" b="8880"/>
          <a:stretch>
            <a:fillRect/>
          </a:stretch>
        </p:blipFill>
        <p:spPr>
          <a:xfrm>
            <a:off x="168261" y="7460125"/>
            <a:ext cx="1495422" cy="7847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EB9795-2898-70CB-FA0C-50923C51848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5330" t="67990" r="11892" b="9077"/>
          <a:stretch>
            <a:fillRect/>
          </a:stretch>
        </p:blipFill>
        <p:spPr>
          <a:xfrm>
            <a:off x="1845689" y="7407367"/>
            <a:ext cx="1495422" cy="784703"/>
          </a:xfrm>
          <a:prstGeom prst="rect">
            <a:avLst/>
          </a:prstGeom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B022BE75-FA3D-4A6B-A044-60D959E2D3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3" t="13079" r="48783" b="48156"/>
          <a:stretch>
            <a:fillRect/>
          </a:stretch>
        </p:blipFill>
        <p:spPr bwMode="auto">
          <a:xfrm>
            <a:off x="3505200" y="6900170"/>
            <a:ext cx="1344991" cy="100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114A25C3-91AD-2E70-6188-ED687FE0CD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5100163" y="6823753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0C1ABE61-F495-98EE-135B-9125B686D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5100163" y="7569683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>
            <a:extLst>
              <a:ext uri="{FF2B5EF4-FFF2-40B4-BE49-F238E27FC236}">
                <a16:creationId xmlns:a16="http://schemas.microsoft.com/office/drawing/2014/main" id="{C47C35DC-37AB-29B3-8798-BE60FC958B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944199" y="6849152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7F5839B3-4C90-69F3-28F1-7017173D31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944199" y="7595367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>
            <a:extLst>
              <a:ext uri="{FF2B5EF4-FFF2-40B4-BE49-F238E27FC236}">
                <a16:creationId xmlns:a16="http://schemas.microsoft.com/office/drawing/2014/main" id="{FD6693C1-3C34-702C-220C-15A3439F94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8" t="70347" r="80578" b="15270"/>
          <a:stretch>
            <a:fillRect/>
          </a:stretch>
        </p:blipFill>
        <p:spPr bwMode="auto">
          <a:xfrm>
            <a:off x="5427525" y="684915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>
            <a:extLst>
              <a:ext uri="{FF2B5EF4-FFF2-40B4-BE49-F238E27FC236}">
                <a16:creationId xmlns:a16="http://schemas.microsoft.com/office/drawing/2014/main" id="{B10D3515-D6F1-9407-12C2-F2DBE433E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1" t="70328" r="56335" b="15289"/>
          <a:stretch>
            <a:fillRect/>
          </a:stretch>
        </p:blipFill>
        <p:spPr bwMode="auto">
          <a:xfrm>
            <a:off x="6340798" y="6849150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>
            <a:extLst>
              <a:ext uri="{FF2B5EF4-FFF2-40B4-BE49-F238E27FC236}">
                <a16:creationId xmlns:a16="http://schemas.microsoft.com/office/drawing/2014/main" id="{865EECB0-12A0-461C-8077-0D35B94CAA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06" t="71498" r="33090" b="14119"/>
          <a:stretch>
            <a:fillRect/>
          </a:stretch>
        </p:blipFill>
        <p:spPr bwMode="auto">
          <a:xfrm>
            <a:off x="5506000" y="7579759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>
            <a:extLst>
              <a:ext uri="{FF2B5EF4-FFF2-40B4-BE49-F238E27FC236}">
                <a16:creationId xmlns:a16="http://schemas.microsoft.com/office/drawing/2014/main" id="{97083380-026D-C0FE-D771-1957DE6A75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94" t="70722" r="10502" b="14895"/>
          <a:stretch>
            <a:fillRect/>
          </a:stretch>
        </p:blipFill>
        <p:spPr bwMode="auto">
          <a:xfrm>
            <a:off x="6326192" y="7589017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1B580D2D-2D35-4934-254F-0F9E4EE1E6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" t="20684" r="40628" b="45141"/>
          <a:stretch>
            <a:fillRect/>
          </a:stretch>
        </p:blipFill>
        <p:spPr bwMode="auto">
          <a:xfrm>
            <a:off x="508000" y="8400064"/>
            <a:ext cx="2415132" cy="1169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E26FC64-5FBF-6865-8CCC-6EDBE76DF7C8}"/>
              </a:ext>
            </a:extLst>
          </p:cNvPr>
          <p:cNvSpPr txBox="1"/>
          <p:nvPr/>
        </p:nvSpPr>
        <p:spPr>
          <a:xfrm>
            <a:off x="3145631" y="8400064"/>
            <a:ext cx="3533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dirty="0">
                <a:solidFill>
                  <a:schemeClr val="tx1"/>
                </a:solidFill>
              </a:rPr>
              <a:t> Which vectors in the diagram are the same?</a:t>
            </a:r>
          </a:p>
        </p:txBody>
      </p:sp>
      <p:pic>
        <p:nvPicPr>
          <p:cNvPr id="36" name="Picture 4">
            <a:extLst>
              <a:ext uri="{FF2B5EF4-FFF2-40B4-BE49-F238E27FC236}">
                <a16:creationId xmlns:a16="http://schemas.microsoft.com/office/drawing/2014/main" id="{23636C41-662E-C54F-78A0-E45F5B553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" t="60437" r="6080" b="15013"/>
          <a:stretch>
            <a:fillRect/>
          </a:stretch>
        </p:blipFill>
        <p:spPr bwMode="auto">
          <a:xfrm>
            <a:off x="3298251" y="8806163"/>
            <a:ext cx="3231911" cy="68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550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8A30-148E-757A-02AD-40253D2E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E32137-CD61-E885-1B78-1AED4CA3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7</a:t>
            </a:fld>
            <a:endParaRPr lang="en-GB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B23E2C-EB2E-D7F9-7605-4BC5D9FD211B}"/>
              </a:ext>
            </a:extLst>
          </p:cNvPr>
          <p:cNvSpPr/>
          <p:nvPr/>
        </p:nvSpPr>
        <p:spPr>
          <a:xfrm>
            <a:off x="0" y="0"/>
            <a:ext cx="6858000" cy="252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noProof="0" dirty="0"/>
              <a:t>Subtopic 1B: Multiplying Vectors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F291B-B895-9932-B7A2-B91308DAF8D5}"/>
              </a:ext>
            </a:extLst>
          </p:cNvPr>
          <p:cNvSpPr txBox="1"/>
          <p:nvPr/>
        </p:nvSpPr>
        <p:spPr>
          <a:xfrm>
            <a:off x="93159" y="365136"/>
            <a:ext cx="6708832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dirty="0"/>
              <a:t>A </a:t>
            </a:r>
            <a:r>
              <a:rPr lang="en-GB" sz="1200" b="1" dirty="0"/>
              <a:t>scalar</a:t>
            </a:r>
            <a:r>
              <a:rPr lang="en-GB" sz="1200" dirty="0"/>
              <a:t> is a quantity with </a:t>
            </a:r>
            <a:r>
              <a:rPr lang="en-GB" sz="1200" b="1" dirty="0"/>
              <a:t>only magnitude and no direction</a:t>
            </a:r>
            <a:r>
              <a:rPr lang="en-GB" sz="1200" dirty="0"/>
              <a:t>.  They are described by a </a:t>
            </a:r>
            <a:r>
              <a:rPr lang="en-GB" sz="1200" b="1" dirty="0"/>
              <a:t>single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1" dirty="0"/>
              <a:t>number</a:t>
            </a:r>
            <a:r>
              <a:rPr lang="en-GB" sz="1200" dirty="0"/>
              <a:t>, and they often represent something measurable such as a length or a time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e.g. a measurement of 5m or a time of 24 seconds.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We can also </a:t>
            </a:r>
            <a:r>
              <a:rPr lang="en-GB" sz="1200" b="1" dirty="0"/>
              <a:t>multiply vectors by a scalar</a:t>
            </a:r>
            <a:r>
              <a:rPr lang="en-GB" sz="1200" dirty="0"/>
              <a:t>, to change the </a:t>
            </a:r>
            <a:r>
              <a:rPr lang="en-GB" sz="1200" b="1" dirty="0"/>
              <a:t>magnitude;</a:t>
            </a:r>
            <a:r>
              <a:rPr lang="en-GB" sz="1200" dirty="0"/>
              <a:t> make it longer or shorter.</a:t>
            </a:r>
          </a:p>
          <a:p>
            <a:pPr marL="228600" indent="-228600">
              <a:buFont typeface="+mj-lt"/>
              <a:buAutoNum type="arabicPeriod"/>
            </a:pPr>
            <a:endParaRPr lang="en-GB" sz="700" dirty="0"/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If we multiply a vector by a </a:t>
            </a:r>
            <a:r>
              <a:rPr lang="en-GB" sz="1200" b="1" dirty="0"/>
              <a:t>positive</a:t>
            </a:r>
            <a:r>
              <a:rPr lang="en-GB" sz="1200" dirty="0"/>
              <a:t> scalar, the </a:t>
            </a:r>
            <a:r>
              <a:rPr lang="en-GB" sz="1200" b="1" dirty="0"/>
              <a:t>direction</a:t>
            </a:r>
            <a:r>
              <a:rPr lang="en-GB" sz="1200" dirty="0"/>
              <a:t> is </a:t>
            </a:r>
            <a:r>
              <a:rPr lang="en-GB" sz="1200" b="1" dirty="0"/>
              <a:t>unchanged.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If we multiply a vector by a </a:t>
            </a:r>
            <a:r>
              <a:rPr lang="en-GB" sz="1200" b="1" dirty="0"/>
              <a:t>negative</a:t>
            </a:r>
            <a:r>
              <a:rPr lang="en-GB" sz="1200" dirty="0"/>
              <a:t> scalar, the </a:t>
            </a:r>
            <a:r>
              <a:rPr lang="en-GB" sz="1200" b="1" dirty="0"/>
              <a:t>direction</a:t>
            </a:r>
            <a:r>
              <a:rPr lang="en-GB" sz="1200" dirty="0"/>
              <a:t> is </a:t>
            </a:r>
            <a:r>
              <a:rPr lang="en-GB" sz="1200" b="1" dirty="0"/>
              <a:t>reversed</a:t>
            </a:r>
            <a:r>
              <a:rPr lang="en-GB" sz="1200" dirty="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45">
                <a:extLst>
                  <a:ext uri="{FF2B5EF4-FFF2-40B4-BE49-F238E27FC236}">
                    <a16:creationId xmlns:a16="http://schemas.microsoft.com/office/drawing/2014/main" id="{0CF8EE30-2DC2-5721-ECDD-CD72278405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0579389"/>
                  </p:ext>
                </p:extLst>
              </p:nvPr>
            </p:nvGraphicFramePr>
            <p:xfrm>
              <a:off x="93159" y="1860058"/>
              <a:ext cx="6699192" cy="38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4096">
                      <a:extLst>
                        <a:ext uri="{9D8B030D-6E8A-4147-A177-3AD203B41FA5}">
                          <a16:colId xmlns:a16="http://schemas.microsoft.com/office/drawing/2014/main" val="1388572507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64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5.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12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horizontal and vertical movement for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Pick a new start point and repeat this the required number of times.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baseline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188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column vectors: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1240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45">
                <a:extLst>
                  <a:ext uri="{FF2B5EF4-FFF2-40B4-BE49-F238E27FC236}">
                    <a16:creationId xmlns:a16="http://schemas.microsoft.com/office/drawing/2014/main" id="{0CF8EE30-2DC2-5721-ECDD-CD72278405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0579389"/>
                  </p:ext>
                </p:extLst>
              </p:nvPr>
            </p:nvGraphicFramePr>
            <p:xfrm>
              <a:off x="93159" y="1860058"/>
              <a:ext cx="6699192" cy="38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4096">
                      <a:extLst>
                        <a:ext uri="{9D8B030D-6E8A-4147-A177-3AD203B41FA5}">
                          <a16:colId xmlns:a16="http://schemas.microsoft.com/office/drawing/2014/main" val="1388572507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5.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12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horizontal and vertical movement for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Pick a new start point and repeat this the required number of times.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63" t="-11616" r="-200671" b="-49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9463" t="-11616" r="-100671" b="-49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463" t="-11616" r="-671" b="-497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188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column vectors: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12409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875FCEFD-D718-FB22-D0DC-DCD8858AA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352" y="2830683"/>
            <a:ext cx="1645070" cy="1633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FE9D63-FC35-B6B8-2673-1AED72AF6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354" y="2830683"/>
            <a:ext cx="1645070" cy="16450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F0F225-92BD-B03F-3B38-4A326F19C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427" y="2830683"/>
            <a:ext cx="1645070" cy="16450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385DF65-253D-49FB-762B-1C18308A67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1955959"/>
                  </p:ext>
                </p:extLst>
              </p:nvPr>
            </p:nvGraphicFramePr>
            <p:xfrm>
              <a:off x="93159" y="5905861"/>
              <a:ext cx="6699192" cy="38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4096">
                      <a:extLst>
                        <a:ext uri="{9D8B030D-6E8A-4147-A177-3AD203B41FA5}">
                          <a16:colId xmlns:a16="http://schemas.microsoft.com/office/drawing/2014/main" val="1388572507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64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6.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12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horizontal and vertical movement for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Pick a new start point and repeat this the required number of times in the opposite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baseline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baseline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188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column vectors: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1240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385DF65-253D-49FB-762B-1C18308A67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1955959"/>
                  </p:ext>
                </p:extLst>
              </p:nvPr>
            </p:nvGraphicFramePr>
            <p:xfrm>
              <a:off x="93159" y="5905861"/>
              <a:ext cx="6699192" cy="38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4096">
                      <a:extLst>
                        <a:ext uri="{9D8B030D-6E8A-4147-A177-3AD203B41FA5}">
                          <a16:colId xmlns:a16="http://schemas.microsoft.com/office/drawing/2014/main" val="1388572507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6.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12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horizontal and vertical movement for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Pick a new start point and repeat this the required number of times in the opposite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69463" t="-11587" r="-200671" b="-49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69463" t="-11587" r="-100671" b="-49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69463" t="-11587" r="-671" b="-496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188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column vectors: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12409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1DCBF82-DFEC-E987-354C-847D9B4B4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199" y="6897762"/>
            <a:ext cx="1645070" cy="16339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7E9CD5-4DAD-9470-BFC4-D0D2C23F9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201" y="6897762"/>
            <a:ext cx="1645070" cy="16450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EFB490-DE88-1B87-231B-27646CAD7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274" y="6897762"/>
            <a:ext cx="1645070" cy="164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0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A1CE9-8F27-82BD-26A4-03B48EA0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4AFDD27-19B5-4CBA-E3CD-31F9D25C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8</a:t>
            </a:fld>
            <a:endParaRPr lang="en-GB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903F999-D438-FAF3-D801-D99E6D815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4730515"/>
                  </p:ext>
                </p:extLst>
              </p:nvPr>
            </p:nvGraphicFramePr>
            <p:xfrm>
              <a:off x="101601" y="373925"/>
              <a:ext cx="6630195" cy="562840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0065">
                      <a:extLst>
                        <a:ext uri="{9D8B030D-6E8A-4147-A177-3AD203B41FA5}">
                          <a16:colId xmlns:a16="http://schemas.microsoft.com/office/drawing/2014/main" val="3502267305"/>
                        </a:ext>
                      </a:extLst>
                    </a:gridCol>
                    <a:gridCol w="2210065">
                      <a:extLst>
                        <a:ext uri="{9D8B030D-6E8A-4147-A177-3AD203B41FA5}">
                          <a16:colId xmlns:a16="http://schemas.microsoft.com/office/drawing/2014/main" val="427517787"/>
                        </a:ext>
                      </a:extLst>
                    </a:gridCol>
                    <a:gridCol w="2210065">
                      <a:extLst>
                        <a:ext uri="{9D8B030D-6E8A-4147-A177-3AD203B41FA5}">
                          <a16:colId xmlns:a16="http://schemas.microsoft.com/office/drawing/2014/main" val="460461926"/>
                        </a:ext>
                      </a:extLst>
                    </a:gridCol>
                  </a:tblGrid>
                  <a:tr h="1896202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b="1" dirty="0"/>
                            <a:t>Q9.</a:t>
                          </a:r>
                          <a:r>
                            <a:rPr lang="en-GB" sz="1200" b="1" baseline="0" dirty="0"/>
                            <a:t>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Q10.</a:t>
                          </a:r>
                          <a:r>
                            <a:rPr lang="en-GB" sz="1200" b="1" baseline="0" dirty="0"/>
                            <a:t>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Q11.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018627"/>
                      </a:ext>
                    </a:extLst>
                  </a:tr>
                  <a:tr h="93600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342900" marR="0" lvl="0" indent="-3429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arenR" startAt="5"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342900" marR="0" lvl="0" indent="-3429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arenR" startAt="6"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3431752"/>
                      </a:ext>
                    </a:extLst>
                  </a:tr>
                  <a:tr h="1896202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b="1" dirty="0"/>
                            <a:t>Q12.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Q13.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342900" marR="0" lvl="0" indent="-3429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arenR" startAt="5"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Q14.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0124045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342900" indent="-342900">
                            <a:buFont typeface="+mj-lt"/>
                            <a:buAutoNum type="arabicParenR" startAt="4"/>
                          </a:pPr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342900" marR="0" lvl="0" indent="-3429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arenR" startAt="5"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342900" marR="0" lvl="0" indent="-3429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arenR" startAt="6"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5968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903F999-D438-FAF3-D801-D99E6D815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4730515"/>
                  </p:ext>
                </p:extLst>
              </p:nvPr>
            </p:nvGraphicFramePr>
            <p:xfrm>
              <a:off x="101601" y="373925"/>
              <a:ext cx="6630195" cy="562840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0065">
                      <a:extLst>
                        <a:ext uri="{9D8B030D-6E8A-4147-A177-3AD203B41FA5}">
                          <a16:colId xmlns:a16="http://schemas.microsoft.com/office/drawing/2014/main" val="3502267305"/>
                        </a:ext>
                      </a:extLst>
                    </a:gridCol>
                    <a:gridCol w="2210065">
                      <a:extLst>
                        <a:ext uri="{9D8B030D-6E8A-4147-A177-3AD203B41FA5}">
                          <a16:colId xmlns:a16="http://schemas.microsoft.com/office/drawing/2014/main" val="427517787"/>
                        </a:ext>
                      </a:extLst>
                    </a:gridCol>
                    <a:gridCol w="2210065">
                      <a:extLst>
                        <a:ext uri="{9D8B030D-6E8A-4147-A177-3AD203B41FA5}">
                          <a16:colId xmlns:a16="http://schemas.microsoft.com/office/drawing/2014/main" val="460461926"/>
                        </a:ext>
                      </a:extLst>
                    </a:gridCol>
                  </a:tblGrid>
                  <a:tr h="1896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5" t="-322" r="-200551" b="-1977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75" t="-322" r="-100551" b="-1977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75" t="-322" r="-551" b="-1977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018627"/>
                      </a:ext>
                    </a:extLst>
                  </a:tr>
                  <a:tr h="93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5" t="-202597" r="-200551" b="-299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75" t="-202597" r="-100551" b="-299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75" t="-202597" r="-551" b="-299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3431752"/>
                      </a:ext>
                    </a:extLst>
                  </a:tr>
                  <a:tr h="1896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5" t="-149839" r="-200551" b="-482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75" t="-149839" r="-100551" b="-482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75" t="-149839" r="-551" b="-48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0124045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5" t="-525000" r="-200551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75" t="-525000" r="-100551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75" t="-525000" r="-551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059689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07D8792C-EC23-50F2-B76C-F58082476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03" y="803877"/>
            <a:ext cx="1980341" cy="13247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0F22009-539D-2A50-E936-A7EDF4E06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926" y="850611"/>
            <a:ext cx="1968071" cy="12894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A54D65-1F5B-680B-8D3D-FC96BAE631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926" y="3724910"/>
            <a:ext cx="1968070" cy="12940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4EC645E-242C-1CE5-AC7A-DDD734AC8398}"/>
              </a:ext>
            </a:extLst>
          </p:cNvPr>
          <p:cNvSpPr/>
          <p:nvPr/>
        </p:nvSpPr>
        <p:spPr>
          <a:xfrm>
            <a:off x="0" y="0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DE8214-D1BB-4A62-27C8-D9CAF921D9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726" y="803877"/>
            <a:ext cx="1980342" cy="13524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06CC9C4-1F2C-7B95-979A-1CC841A918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797" y="3699424"/>
            <a:ext cx="1980342" cy="132022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18B1000-5C8F-8E31-4FAB-6424C735AD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1501" y="3662184"/>
            <a:ext cx="2057566" cy="1382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Table 51">
                <a:extLst>
                  <a:ext uri="{FF2B5EF4-FFF2-40B4-BE49-F238E27FC236}">
                    <a16:creationId xmlns:a16="http://schemas.microsoft.com/office/drawing/2014/main" id="{BB60673B-227F-603C-1225-517D8978F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5991218"/>
                  </p:ext>
                </p:extLst>
              </p:nvPr>
            </p:nvGraphicFramePr>
            <p:xfrm>
              <a:off x="61089" y="6176779"/>
              <a:ext cx="6686893" cy="34272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6719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7.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929043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1. Multiply both the horizontal and vertical components by the coefficient.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0" dirty="0"/>
                        </a:p>
                        <a:p>
                          <a:r>
                            <a:rPr lang="en-GB" sz="1200" dirty="0"/>
                            <a:t>Find:</a:t>
                          </a:r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200" dirty="0"/>
                            <a:t>Find:</a:t>
                          </a:r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200" dirty="0"/>
                            <a:t>Find:</a:t>
                          </a:r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Table 51">
                <a:extLst>
                  <a:ext uri="{FF2B5EF4-FFF2-40B4-BE49-F238E27FC236}">
                    <a16:creationId xmlns:a16="http://schemas.microsoft.com/office/drawing/2014/main" id="{BB60673B-227F-603C-1225-517D8978F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5991218"/>
                  </p:ext>
                </p:extLst>
              </p:nvPr>
            </p:nvGraphicFramePr>
            <p:xfrm>
              <a:off x="61089" y="6176779"/>
              <a:ext cx="6686893" cy="34272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6719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7.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313925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1. Multiply both the horizontal and vertical components by the coefficient.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70946" t="-9302" r="-201351" b="-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70370" t="-9302" r="-100673" b="-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271284" t="-9302" r="-1014" b="-3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0589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B1C6C-09D9-60ED-7B57-6CE54B2E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5A54E5A-C1D1-8614-010A-D07D010EF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012943"/>
                  </p:ext>
                </p:extLst>
              </p:nvPr>
            </p:nvGraphicFramePr>
            <p:xfrm>
              <a:off x="85553" y="3565625"/>
              <a:ext cx="6677886" cy="29709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23598">
                      <a:extLst>
                        <a:ext uri="{9D8B030D-6E8A-4147-A177-3AD203B41FA5}">
                          <a16:colId xmlns:a16="http://schemas.microsoft.com/office/drawing/2014/main" val="1469803516"/>
                        </a:ext>
                      </a:extLst>
                    </a:gridCol>
                    <a:gridCol w="1827144">
                      <a:extLst>
                        <a:ext uri="{9D8B030D-6E8A-4147-A177-3AD203B41FA5}">
                          <a16:colId xmlns:a16="http://schemas.microsoft.com/office/drawing/2014/main" val="508602700"/>
                        </a:ext>
                      </a:extLst>
                    </a:gridCol>
                    <a:gridCol w="1827144">
                      <a:extLst>
                        <a:ext uri="{9D8B030D-6E8A-4147-A177-3AD203B41FA5}">
                          <a16:colId xmlns:a16="http://schemas.microsoft.com/office/drawing/2014/main" val="3940761627"/>
                        </a:ext>
                      </a:extLst>
                    </a:gridCol>
                  </a:tblGrid>
                  <a:tr h="265669">
                    <a:tc gridSpan="3"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b="1" dirty="0"/>
                            <a:t>Q17. </a:t>
                          </a:r>
                          <a:r>
                            <a:rPr lang="en-GB" sz="1200" dirty="0"/>
                            <a:t>Work out the following, giving your answers as column vectors: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801549"/>
                      </a:ext>
                    </a:extLst>
                  </a:tr>
                  <a:tr h="2523057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endParaRPr lang="en-GB" sz="1200" b="1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Font typeface="+mj-lt"/>
                            <a:buAutoNum type="alphaLcParenR" startAt="5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Font typeface="+mj-lt"/>
                            <a:buAutoNum type="alphaLcParenR" startAt="5"/>
                          </a:pPr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 startAt="5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 startAt="5"/>
                          </a:pPr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 startAt="5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 startAt="5"/>
                          </a:pPr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 startAt="5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86771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5A54E5A-C1D1-8614-010A-D07D010EF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012943"/>
                  </p:ext>
                </p:extLst>
              </p:nvPr>
            </p:nvGraphicFramePr>
            <p:xfrm>
              <a:off x="85553" y="3565625"/>
              <a:ext cx="6677886" cy="29709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23598">
                      <a:extLst>
                        <a:ext uri="{9D8B030D-6E8A-4147-A177-3AD203B41FA5}">
                          <a16:colId xmlns:a16="http://schemas.microsoft.com/office/drawing/2014/main" val="1469803516"/>
                        </a:ext>
                      </a:extLst>
                    </a:gridCol>
                    <a:gridCol w="1827144">
                      <a:extLst>
                        <a:ext uri="{9D8B030D-6E8A-4147-A177-3AD203B41FA5}">
                          <a16:colId xmlns:a16="http://schemas.microsoft.com/office/drawing/2014/main" val="508602700"/>
                        </a:ext>
                      </a:extLst>
                    </a:gridCol>
                    <a:gridCol w="1827144">
                      <a:extLst>
                        <a:ext uri="{9D8B030D-6E8A-4147-A177-3AD203B41FA5}">
                          <a16:colId xmlns:a16="http://schemas.microsoft.com/office/drawing/2014/main" val="3940761627"/>
                        </a:ext>
                      </a:extLst>
                    </a:gridCol>
                  </a:tblGrid>
                  <a:tr h="274320">
                    <a:tc gridSpan="3"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b="1" dirty="0"/>
                            <a:t>Q17. </a:t>
                          </a:r>
                          <a:r>
                            <a:rPr lang="en-GB" sz="1200" dirty="0"/>
                            <a:t>Work out the following, giving your answers as column vectors: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801549"/>
                      </a:ext>
                    </a:extLst>
                  </a:tr>
                  <a:tr h="2696655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66000" t="-10360" r="-100667" b="-4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266000" t="-10360" r="-667" b="-4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77111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C4FA615-DD68-CC13-8C36-B9C13BE17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55" y="3972489"/>
            <a:ext cx="2408502" cy="24145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D77252E3-1988-63AF-BBD3-F86708728E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688237"/>
                  </p:ext>
                </p:extLst>
              </p:nvPr>
            </p:nvGraphicFramePr>
            <p:xfrm>
              <a:off x="85553" y="1414290"/>
              <a:ext cx="6677884" cy="21528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69471">
                      <a:extLst>
                        <a:ext uri="{9D8B030D-6E8A-4147-A177-3AD203B41FA5}">
                          <a16:colId xmlns:a16="http://schemas.microsoft.com/office/drawing/2014/main" val="2379076241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1208777574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3335756045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3937013542"/>
                        </a:ext>
                      </a:extLst>
                    </a:gridCol>
                  </a:tblGrid>
                  <a:tr h="540000">
                    <a:tc gridSpan="4"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b="1" dirty="0"/>
                            <a:t>Q16. </a:t>
                          </a:r>
                          <a:r>
                            <a:rPr lang="en-GB" sz="1200" dirty="0"/>
                            <a:t>Given that: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−8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 and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−6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br>
                            <a:rPr lang="en-GB" sz="1200" dirty="0"/>
                          </a:br>
                          <a:r>
                            <a:rPr lang="en-GB" sz="1200" dirty="0"/>
                            <a:t>Write the following as column vectors.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07213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42115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a:rPr lang="en-GB" sz="1200" b="1" i="0" smtClean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245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D77252E3-1988-63AF-BBD3-F86708728E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688237"/>
                  </p:ext>
                </p:extLst>
              </p:nvPr>
            </p:nvGraphicFramePr>
            <p:xfrm>
              <a:off x="85553" y="1414290"/>
              <a:ext cx="6677884" cy="21528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69471">
                      <a:extLst>
                        <a:ext uri="{9D8B030D-6E8A-4147-A177-3AD203B41FA5}">
                          <a16:colId xmlns:a16="http://schemas.microsoft.com/office/drawing/2014/main" val="2379076241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1208777574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3335756045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3937013542"/>
                        </a:ext>
                      </a:extLst>
                    </a:gridCol>
                  </a:tblGrid>
                  <a:tr h="568833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2" t="-2128" r="-182" b="-2787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07213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30" t="-73846" r="-300730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30" t="-73846" r="-200730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730" t="-73846" r="-100730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730" t="-73846" r="-730" b="-10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0542115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30" t="-173846" r="-30073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30" t="-173846" r="-20073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730" t="-173846" r="-10073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730" t="-173846" r="-730" b="-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245998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74BC62-8945-0604-70D3-59759DAF9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348140"/>
              </p:ext>
            </p:extLst>
          </p:nvPr>
        </p:nvGraphicFramePr>
        <p:xfrm>
          <a:off x="81861" y="343956"/>
          <a:ext cx="6677885" cy="10703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7885">
                  <a:extLst>
                    <a:ext uri="{9D8B030D-6E8A-4147-A177-3AD203B41FA5}">
                      <a16:colId xmlns:a16="http://schemas.microsoft.com/office/drawing/2014/main" val="1460949244"/>
                    </a:ext>
                  </a:extLst>
                </a:gridCol>
              </a:tblGrid>
              <a:tr h="1070333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GB" sz="1200" b="1" dirty="0"/>
                        <a:t>Q15. </a:t>
                      </a:r>
                      <a:r>
                        <a:rPr lang="en-GB" sz="1200" dirty="0"/>
                        <a:t>John writes:</a:t>
                      </a:r>
                    </a:p>
                    <a:p>
                      <a:pPr marL="266700" indent="-266700">
                        <a:buFont typeface="+mj-lt"/>
                        <a:buAutoNum type="arabicParenR" startAt="4"/>
                      </a:pPr>
                      <a:endParaRPr lang="en-GB" sz="12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GB" sz="11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200" dirty="0"/>
                        <a:t>He is incorrect.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200" dirty="0"/>
                        <a:t>Explain why &amp; give the correct answer.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76224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D458891-F1AE-1F0B-2213-568E76552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069" y="375381"/>
            <a:ext cx="1202644" cy="511532"/>
          </a:xfrm>
          <a:prstGeom prst="rect">
            <a:avLst/>
          </a:prstGeom>
        </p:spPr>
      </p:pic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90943ED-AEFB-59A7-C32C-5A63A7546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3367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9</a:t>
            </a:fld>
            <a:endParaRPr lang="en-GB" b="1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8B7AB-CDC4-3622-CB5F-E2CD34EEA943}"/>
              </a:ext>
            </a:extLst>
          </p:cNvPr>
          <p:cNvSpPr/>
          <p:nvPr/>
        </p:nvSpPr>
        <p:spPr>
          <a:xfrm>
            <a:off x="0" y="-2619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96564B-D1DA-524B-0CFF-2FDE96478115}"/>
              </a:ext>
            </a:extLst>
          </p:cNvPr>
          <p:cNvSpPr txBox="1"/>
          <p:nvPr/>
        </p:nvSpPr>
        <p:spPr>
          <a:xfrm>
            <a:off x="4503" y="6586745"/>
            <a:ext cx="6858000" cy="288000"/>
          </a:xfrm>
          <a:prstGeom prst="rect">
            <a:avLst/>
          </a:prstGeom>
          <a:solidFill>
            <a:srgbClr val="7E234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Skills 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A5489B4-1F70-DFAB-82A8-051796B74F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259869"/>
                  </p:ext>
                </p:extLst>
              </p:nvPr>
            </p:nvGraphicFramePr>
            <p:xfrm>
              <a:off x="85553" y="6924888"/>
              <a:ext cx="6677884" cy="2952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338942">
                      <a:extLst>
                        <a:ext uri="{9D8B030D-6E8A-4147-A177-3AD203B41FA5}">
                          <a16:colId xmlns:a16="http://schemas.microsoft.com/office/drawing/2014/main" val="932234254"/>
                        </a:ext>
                      </a:extLst>
                    </a:gridCol>
                    <a:gridCol w="3338942">
                      <a:extLst>
                        <a:ext uri="{9D8B030D-6E8A-4147-A177-3AD203B41FA5}">
                          <a16:colId xmlns:a16="http://schemas.microsoft.com/office/drawing/2014/main" val="131069060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5786391"/>
                      </a:ext>
                    </a:extLst>
                  </a:tr>
                  <a:tr h="1872000"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The grid shows vector </a:t>
                          </a:r>
                          <a14:m>
                            <m:oMath xmlns:m="http://schemas.openxmlformats.org/officeDocument/2006/math"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r>
                            <a:rPr lang="en-GB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  <a:p>
                          <a:r>
                            <a:rPr lang="en-GB" b="0" dirty="0">
                              <a:solidFill>
                                <a:sysClr val="windowText" lastClr="000000"/>
                              </a:solidFill>
                            </a:rPr>
                            <a:t>Which</a:t>
                          </a:r>
                          <a:r>
                            <a:rPr lang="en-GB" b="0" baseline="0" dirty="0">
                              <a:solidFill>
                                <a:sysClr val="windowText" lastClr="000000"/>
                              </a:solidFill>
                            </a:rPr>
                            <a:t> of the following is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b="0" i="1" baseline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baseline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baseline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b="1" i="1" baseline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b="0" dirty="0">
                              <a:solidFill>
                                <a:sysClr val="windowText" lastClr="000000"/>
                              </a:solidFill>
                            </a:rPr>
                            <a:t>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522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A5489B4-1F70-DFAB-82A8-051796B74F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259869"/>
                  </p:ext>
                </p:extLst>
              </p:nvPr>
            </p:nvGraphicFramePr>
            <p:xfrm>
              <a:off x="85553" y="6924888"/>
              <a:ext cx="6677884" cy="2952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338942">
                      <a:extLst>
                        <a:ext uri="{9D8B030D-6E8A-4147-A177-3AD203B41FA5}">
                          <a16:colId xmlns:a16="http://schemas.microsoft.com/office/drawing/2014/main" val="932234254"/>
                        </a:ext>
                      </a:extLst>
                    </a:gridCol>
                    <a:gridCol w="3338942">
                      <a:extLst>
                        <a:ext uri="{9D8B030D-6E8A-4147-A177-3AD203B41FA5}">
                          <a16:colId xmlns:a16="http://schemas.microsoft.com/office/drawing/2014/main" val="131069060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5786391"/>
                      </a:ext>
                    </a:extLst>
                  </a:tr>
                  <a:tr h="187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5" t="-58117" r="-100365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52296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54" name="Picture 6">
            <a:extLst>
              <a:ext uri="{FF2B5EF4-FFF2-40B4-BE49-F238E27FC236}">
                <a16:creationId xmlns:a16="http://schemas.microsoft.com/office/drawing/2014/main" id="{5B0E0884-9D37-FF3A-8D14-21B53C92A4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63" t="23027" r="41111" b="62839"/>
          <a:stretch>
            <a:fillRect/>
          </a:stretch>
        </p:blipFill>
        <p:spPr bwMode="auto">
          <a:xfrm>
            <a:off x="3510850" y="7234355"/>
            <a:ext cx="1027225" cy="52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F0334CD-A7C7-6E40-4067-C758CE2328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1" t="17936" r="39201" b="47524"/>
          <a:stretch>
            <a:fillRect/>
          </a:stretch>
        </p:blipFill>
        <p:spPr bwMode="auto">
          <a:xfrm>
            <a:off x="284160" y="6956302"/>
            <a:ext cx="913939" cy="101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89C19E51-3A19-F66C-56C5-39839C1ED4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1535389" y="7031718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7CD10145-CD2C-99C9-0802-D342FA1D9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1516358" y="754537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9E7B235F-E81E-C940-702B-0DF6CAB7F9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2443156" y="705128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D957E124-4BF7-261A-B319-66C9E2713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2443156" y="7567183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F7A922EE-0E60-5272-8BAC-0232626C31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0" t="70874" r="79722" b="15001"/>
          <a:stretch>
            <a:fillRect/>
          </a:stretch>
        </p:blipFill>
        <p:spPr bwMode="auto">
          <a:xfrm>
            <a:off x="1859493" y="7037550"/>
            <a:ext cx="428625" cy="41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C5BF7173-7558-82D8-4B76-BE09D425B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6" t="71818" r="55646" b="14057"/>
          <a:stretch>
            <a:fillRect/>
          </a:stretch>
        </p:blipFill>
        <p:spPr bwMode="auto">
          <a:xfrm>
            <a:off x="2784463" y="7031718"/>
            <a:ext cx="428625" cy="41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EB8766D9-AAAC-A6C2-BF6B-20FBAF10EA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95" t="71167" r="31717" b="14708"/>
          <a:stretch>
            <a:fillRect/>
          </a:stretch>
        </p:blipFill>
        <p:spPr bwMode="auto">
          <a:xfrm>
            <a:off x="1902820" y="7548286"/>
            <a:ext cx="428625" cy="41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56B09E8E-46E1-BB67-CF6E-A6B558EA77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04" t="70779" r="9708" b="15096"/>
          <a:stretch>
            <a:fillRect/>
          </a:stretch>
        </p:blipFill>
        <p:spPr bwMode="auto">
          <a:xfrm>
            <a:off x="2804885" y="7502965"/>
            <a:ext cx="428625" cy="41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70BE4C69-0A77-50B0-9B3A-6B2411505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4815415" y="6977148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1C3F761E-8F8A-0148-0F0B-1A27A9A6A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4815415" y="7542103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71325460-CAA2-FCF3-53A7-FBF3C5B58E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723182" y="699671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>
            <a:extLst>
              <a:ext uri="{FF2B5EF4-FFF2-40B4-BE49-F238E27FC236}">
                <a16:creationId xmlns:a16="http://schemas.microsoft.com/office/drawing/2014/main" id="{ADF84009-F4AA-C317-5A9A-45D9FEAE45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723182" y="756195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6B6D6047-F883-9944-C500-E2B32557B1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8" t="67468" r="77045" b="18398"/>
          <a:stretch>
            <a:fillRect/>
          </a:stretch>
        </p:blipFill>
        <p:spPr bwMode="auto">
          <a:xfrm>
            <a:off x="5153735" y="7022710"/>
            <a:ext cx="578257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EE9CB3E4-CD38-86D9-2AEB-CBBD5C15AC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37" t="68040" r="54136" b="17826"/>
          <a:stretch>
            <a:fillRect/>
          </a:stretch>
        </p:blipFill>
        <p:spPr bwMode="auto">
          <a:xfrm>
            <a:off x="6110928" y="7022710"/>
            <a:ext cx="578257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D7BC7110-70DF-F187-7E52-9C8D73A47F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85" t="67384" r="31088" b="18482"/>
          <a:stretch>
            <a:fillRect/>
          </a:stretch>
        </p:blipFill>
        <p:spPr bwMode="auto">
          <a:xfrm>
            <a:off x="5144925" y="7542102"/>
            <a:ext cx="578257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EF75CDB4-C27C-5D93-A78D-23B0D10075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21" t="67873" r="9552" b="17993"/>
          <a:stretch>
            <a:fillRect/>
          </a:stretch>
        </p:blipFill>
        <p:spPr bwMode="auto">
          <a:xfrm>
            <a:off x="6110927" y="7518513"/>
            <a:ext cx="578257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B0E4C5D2-F583-5720-15CA-40789985C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3" t="13993" r="39815" b="43044"/>
          <a:stretch>
            <a:fillRect/>
          </a:stretch>
        </p:blipFill>
        <p:spPr bwMode="auto">
          <a:xfrm>
            <a:off x="3637585" y="8443301"/>
            <a:ext cx="732038" cy="107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>
            <a:extLst>
              <a:ext uri="{FF2B5EF4-FFF2-40B4-BE49-F238E27FC236}">
                <a16:creationId xmlns:a16="http://schemas.microsoft.com/office/drawing/2014/main" id="{E00AD33A-8335-5AE3-E5A5-0CE8B39423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4856432" y="839027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>
            <a:extLst>
              <a:ext uri="{FF2B5EF4-FFF2-40B4-BE49-F238E27FC236}">
                <a16:creationId xmlns:a16="http://schemas.microsoft.com/office/drawing/2014/main" id="{F9D81CCB-3896-36B4-3C0E-DD9CF0925E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4856432" y="9072709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>
            <a:extLst>
              <a:ext uri="{FF2B5EF4-FFF2-40B4-BE49-F238E27FC236}">
                <a16:creationId xmlns:a16="http://schemas.microsoft.com/office/drawing/2014/main" id="{9D04DF66-9244-54DC-DD39-1E5CF5AD77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764199" y="8409842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>
            <a:extLst>
              <a:ext uri="{FF2B5EF4-FFF2-40B4-BE49-F238E27FC236}">
                <a16:creationId xmlns:a16="http://schemas.microsoft.com/office/drawing/2014/main" id="{302637DA-74EE-E417-7CEF-DF5E50B595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764199" y="907497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>
            <a:extLst>
              <a:ext uri="{FF2B5EF4-FFF2-40B4-BE49-F238E27FC236}">
                <a16:creationId xmlns:a16="http://schemas.microsoft.com/office/drawing/2014/main" id="{76AA413A-3D93-FB3D-9160-D00FE6FD19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0" t="71940" r="81592" b="15185"/>
          <a:stretch>
            <a:fillRect/>
          </a:stretch>
        </p:blipFill>
        <p:spPr bwMode="auto">
          <a:xfrm>
            <a:off x="5244177" y="8452019"/>
            <a:ext cx="338132" cy="42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52AFBA9D-8217-755F-3CAF-38E465762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47" t="71919" r="57445" b="15206"/>
          <a:stretch>
            <a:fillRect/>
          </a:stretch>
        </p:blipFill>
        <p:spPr bwMode="auto">
          <a:xfrm>
            <a:off x="6176670" y="8436613"/>
            <a:ext cx="338132" cy="42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>
            <a:extLst>
              <a:ext uri="{FF2B5EF4-FFF2-40B4-BE49-F238E27FC236}">
                <a16:creationId xmlns:a16="http://schemas.microsoft.com/office/drawing/2014/main" id="{8CD6D892-AA48-ECDC-DB42-B09F0B77C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27" t="72410" r="34765" b="14715"/>
          <a:stretch>
            <a:fillRect/>
          </a:stretch>
        </p:blipFill>
        <p:spPr bwMode="auto">
          <a:xfrm>
            <a:off x="5310315" y="9070448"/>
            <a:ext cx="338132" cy="42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>
            <a:extLst>
              <a:ext uri="{FF2B5EF4-FFF2-40B4-BE49-F238E27FC236}">
                <a16:creationId xmlns:a16="http://schemas.microsoft.com/office/drawing/2014/main" id="{7F40EEEA-1E3D-AF6E-9B7B-CFF66DEE8A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31" t="72087" r="11661" b="15038"/>
          <a:stretch>
            <a:fillRect/>
          </a:stretch>
        </p:blipFill>
        <p:spPr bwMode="auto">
          <a:xfrm>
            <a:off x="6143284" y="9070448"/>
            <a:ext cx="338132" cy="42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>
            <a:extLst>
              <a:ext uri="{FF2B5EF4-FFF2-40B4-BE49-F238E27FC236}">
                <a16:creationId xmlns:a16="http://schemas.microsoft.com/office/drawing/2014/main" id="{D8A0B561-B9E6-6661-D7B5-E67CD18F1A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528" t="2734" r="52764" b="69098"/>
          <a:stretch>
            <a:fillRect/>
          </a:stretch>
        </p:blipFill>
        <p:spPr bwMode="auto">
          <a:xfrm>
            <a:off x="2656911" y="8049776"/>
            <a:ext cx="732039" cy="68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>
            <a:extLst>
              <a:ext uri="{FF2B5EF4-FFF2-40B4-BE49-F238E27FC236}">
                <a16:creationId xmlns:a16="http://schemas.microsoft.com/office/drawing/2014/main" id="{436D0538-6FA1-CD16-7F51-C1E101DEE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84" t="33819" r="59379" b="37015"/>
          <a:stretch>
            <a:fillRect/>
          </a:stretch>
        </p:blipFill>
        <p:spPr bwMode="auto">
          <a:xfrm>
            <a:off x="1130291" y="9160526"/>
            <a:ext cx="745516" cy="69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>
            <a:extLst>
              <a:ext uri="{FF2B5EF4-FFF2-40B4-BE49-F238E27FC236}">
                <a16:creationId xmlns:a16="http://schemas.microsoft.com/office/drawing/2014/main" id="{224C9AA6-CD8E-7196-2DFE-BAD394A213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92248" y="8599806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>
            <a:extLst>
              <a:ext uri="{FF2B5EF4-FFF2-40B4-BE49-F238E27FC236}">
                <a16:creationId xmlns:a16="http://schemas.microsoft.com/office/drawing/2014/main" id="{A78A1B0A-3D0A-02F0-9760-41E1B2D931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821607" y="929890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6">
            <a:extLst>
              <a:ext uri="{FF2B5EF4-FFF2-40B4-BE49-F238E27FC236}">
                <a16:creationId xmlns:a16="http://schemas.microsoft.com/office/drawing/2014/main" id="{58CDC007-D8E1-3192-5E7E-14DDCF8A9E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1504086" y="8644470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>
            <a:extLst>
              <a:ext uri="{FF2B5EF4-FFF2-40B4-BE49-F238E27FC236}">
                <a16:creationId xmlns:a16="http://schemas.microsoft.com/office/drawing/2014/main" id="{1886F709-93D0-2A1A-0794-93AD74C0BF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0435" t="34069" r="16128" b="36765"/>
          <a:stretch>
            <a:fillRect/>
          </a:stretch>
        </p:blipFill>
        <p:spPr bwMode="auto">
          <a:xfrm>
            <a:off x="458556" y="8491710"/>
            <a:ext cx="745516" cy="69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8">
            <a:extLst>
              <a:ext uri="{FF2B5EF4-FFF2-40B4-BE49-F238E27FC236}">
                <a16:creationId xmlns:a16="http://schemas.microsoft.com/office/drawing/2014/main" id="{EADD4CE5-B6AB-E7F1-6DC1-3EC896BE89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37" t="65329" r="58826" b="5505"/>
          <a:stretch>
            <a:fillRect/>
          </a:stretch>
        </p:blipFill>
        <p:spPr bwMode="auto">
          <a:xfrm>
            <a:off x="1855042" y="8590671"/>
            <a:ext cx="745516" cy="69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8">
            <a:extLst>
              <a:ext uri="{FF2B5EF4-FFF2-40B4-BE49-F238E27FC236}">
                <a16:creationId xmlns:a16="http://schemas.microsoft.com/office/drawing/2014/main" id="{10C1BF04-596E-4E97-75F7-4DAA45E64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0326" t="65220" r="16237" b="5614"/>
          <a:stretch>
            <a:fillRect/>
          </a:stretch>
        </p:blipFill>
        <p:spPr bwMode="auto">
          <a:xfrm>
            <a:off x="2600558" y="9139818"/>
            <a:ext cx="745516" cy="69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>
            <a:extLst>
              <a:ext uri="{FF2B5EF4-FFF2-40B4-BE49-F238E27FC236}">
                <a16:creationId xmlns:a16="http://schemas.microsoft.com/office/drawing/2014/main" id="{7E785A20-2DB9-665A-6BCB-A1FB226C4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2212456" y="9321087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954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85C7-3B6C-34FA-B90B-B18CE682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ED83C7-FD1D-DC59-AE16-0F1203DCD58C}"/>
              </a:ext>
            </a:extLst>
          </p:cNvPr>
          <p:cNvSpPr txBox="1"/>
          <p:nvPr/>
        </p:nvSpPr>
        <p:spPr>
          <a:xfrm>
            <a:off x="0" y="-15100"/>
            <a:ext cx="1873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Year 10: Vectors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15A55-E3F3-D016-07CB-04551C863C42}"/>
              </a:ext>
            </a:extLst>
          </p:cNvPr>
          <p:cNvSpPr txBox="1"/>
          <p:nvPr/>
        </p:nvSpPr>
        <p:spPr>
          <a:xfrm>
            <a:off x="3819525" y="0"/>
            <a:ext cx="3038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b="1" dirty="0">
                <a:solidFill>
                  <a:schemeClr val="bg1"/>
                </a:solidFill>
              </a:rPr>
              <a:t>C. Adding and Subtracting Vectors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B1D81B-CED7-75B6-845E-65E108FF220F}"/>
              </a:ext>
            </a:extLst>
          </p:cNvPr>
          <p:cNvSpPr txBox="1"/>
          <p:nvPr/>
        </p:nvSpPr>
        <p:spPr>
          <a:xfrm>
            <a:off x="72413" y="359481"/>
            <a:ext cx="6713174" cy="1308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dirty="0"/>
              <a:t>We can add vectors together to create a combined movement, like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joining steps to form a path.</a:t>
            </a:r>
            <a:endParaRPr lang="en-GB" sz="700" dirty="0"/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This new path is called the </a:t>
            </a:r>
            <a:r>
              <a:rPr lang="en-GB" sz="1200" b="1" dirty="0"/>
              <a:t>resultant vector</a:t>
            </a:r>
            <a:r>
              <a:rPr lang="en-GB" sz="1200" dirty="0"/>
              <a:t> – it replaces all the joined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vectors with a single one.</a:t>
            </a:r>
          </a:p>
          <a:p>
            <a:pPr marL="228600" indent="-228600">
              <a:buFont typeface="+mj-lt"/>
              <a:buAutoNum type="arabicPeriod"/>
            </a:pPr>
            <a:endParaRPr lang="en-GB" sz="700" dirty="0"/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To add vectors, we combine their horizontal and vertical components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separately.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77598D-59F0-F61A-CE0F-E01EA66E3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473" y="428314"/>
            <a:ext cx="1566076" cy="1152671"/>
          </a:xfrm>
          <a:prstGeom prst="rect">
            <a:avLst/>
          </a:prstGeom>
        </p:spPr>
      </p:pic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80A6A9E6-A49C-699C-91AF-CB6C9455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609908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10</a:t>
            </a:fld>
            <a:endParaRPr lang="en-GB" b="1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516F37-2065-7ED1-A4DD-B93331E35D1A}"/>
              </a:ext>
            </a:extLst>
          </p:cNvPr>
          <p:cNvSpPr/>
          <p:nvPr/>
        </p:nvSpPr>
        <p:spPr>
          <a:xfrm>
            <a:off x="0" y="19505"/>
            <a:ext cx="6858000" cy="252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noProof="0" dirty="0"/>
              <a:t>Subtopic 1C: Adding and Subtracting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CE6C926-736C-4217-184D-513ACCFB1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0271370"/>
                  </p:ext>
                </p:extLst>
              </p:nvPr>
            </p:nvGraphicFramePr>
            <p:xfrm>
              <a:off x="85554" y="1719209"/>
              <a:ext cx="6686891" cy="3670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39547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8.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604505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Find the start point of the first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Follow the given pathway to the end point of the second vector.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these 2 points and draw an arrow in the correct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476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CE6C926-736C-4217-184D-513ACCFB1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0271370"/>
                  </p:ext>
                </p:extLst>
              </p:nvPr>
            </p:nvGraphicFramePr>
            <p:xfrm>
              <a:off x="85554" y="1719209"/>
              <a:ext cx="6686891" cy="3670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8.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92024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Find the start point of the first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Follow the given pathway to the end point of the second vector.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these 2 points and draw an arrow in the correct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6333" t="-14873" r="-201000" b="-772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6333" t="-14873" r="-101000" b="-772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6333" t="-14873" r="-1000" b="-772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476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36C34EDD-98C8-D789-55E4-C584A2457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62" y="2453815"/>
            <a:ext cx="1745526" cy="11229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0FCDA2-D22A-4D03-1E2A-0DA9D3EC2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1142" y="2453816"/>
            <a:ext cx="1745527" cy="11229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91EAD6C-982E-763E-CCE0-37C46C61C0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751" y="2495481"/>
            <a:ext cx="1745527" cy="1122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673CA43C-10B2-E686-9161-15B83F2672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7821945"/>
                  </p:ext>
                </p:extLst>
              </p:nvPr>
            </p:nvGraphicFramePr>
            <p:xfrm>
              <a:off x="98695" y="5441447"/>
              <a:ext cx="6686894" cy="20761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815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9.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801845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addition using column vectors.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Add the horizontal parts.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Add the vertical parts.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673CA43C-10B2-E686-9161-15B83F2672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7821945"/>
                  </p:ext>
                </p:extLst>
              </p:nvPr>
            </p:nvGraphicFramePr>
            <p:xfrm>
              <a:off x="98695" y="5441447"/>
              <a:ext cx="6686894" cy="20761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815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9.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801845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addition using column vectors.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Add the horizontal parts.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Add the vertical parts.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77663" t="-15488" r="-200687" b="-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77663" t="-15488" r="-100687" b="-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77663" t="-15488" r="-687" b="-6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104AE957-3C1F-EB54-D157-F0AB76CC48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5273117"/>
                  </p:ext>
                </p:extLst>
              </p:nvPr>
            </p:nvGraphicFramePr>
            <p:xfrm>
              <a:off x="98694" y="7903904"/>
              <a:ext cx="6639495" cy="190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3165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13165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13165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908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b="1" dirty="0"/>
                            <a:t>Q18.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b="1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Q19.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,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are shown. 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Q20.</a:t>
                          </a:r>
                          <a:r>
                            <a:rPr lang="en-GB" sz="1200" baseline="0" dirty="0"/>
                            <a:t>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shown. 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0" dirty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104AE957-3C1F-EB54-D157-F0AB76CC48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5273117"/>
                  </p:ext>
                </p:extLst>
              </p:nvPr>
            </p:nvGraphicFramePr>
            <p:xfrm>
              <a:off x="98694" y="7903904"/>
              <a:ext cx="6639495" cy="190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3165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13165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13165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9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75" t="-318" r="-200826" b="-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000" t="-318" r="-100275" b="-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00551" t="-318" r="-551" b="-6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5" name="Picture 44">
            <a:extLst>
              <a:ext uri="{FF2B5EF4-FFF2-40B4-BE49-F238E27FC236}">
                <a16:creationId xmlns:a16="http://schemas.microsoft.com/office/drawing/2014/main" id="{1BFFC9FB-2A5F-7BBC-A7A3-4AFDCE0392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328" y="8407519"/>
            <a:ext cx="1964186" cy="13051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667C3A4-350D-AE5E-65D0-AE403B0566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1823" y="8297508"/>
            <a:ext cx="1696733" cy="1449636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1FD3308-CAF3-466D-2486-9B6FC63D3397}"/>
              </a:ext>
            </a:extLst>
          </p:cNvPr>
          <p:cNvSpPr/>
          <p:nvPr/>
        </p:nvSpPr>
        <p:spPr>
          <a:xfrm>
            <a:off x="98694" y="7584758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78DD9DD-637D-8ABD-82D5-247AD878E3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70075" y="8338774"/>
            <a:ext cx="1696732" cy="144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49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E3500-248D-FC69-14FF-349C517F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C596A25-A3C7-8397-03CA-A4FF6905E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009740"/>
              </p:ext>
            </p:extLst>
          </p:nvPr>
        </p:nvGraphicFramePr>
        <p:xfrm>
          <a:off x="76482" y="1763987"/>
          <a:ext cx="6686891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6891">
                  <a:extLst>
                    <a:ext uri="{9D8B030D-6E8A-4147-A177-3AD203B41FA5}">
                      <a16:colId xmlns:a16="http://schemas.microsoft.com/office/drawing/2014/main" val="3047116006"/>
                    </a:ext>
                  </a:extLst>
                </a:gridCol>
              </a:tblGrid>
              <a:tr h="2664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We treat </a:t>
                      </a:r>
                      <a:r>
                        <a:rPr lang="en-GB" sz="1200" b="1" dirty="0"/>
                        <a:t>subtraction</a:t>
                      </a:r>
                      <a:r>
                        <a:rPr lang="en-GB" sz="1200" dirty="0"/>
                        <a:t> of a vector as adding the vector in the </a:t>
                      </a:r>
                      <a:r>
                        <a:rPr lang="en-GB" sz="1200" b="1" dirty="0"/>
                        <a:t>reverse direction</a:t>
                      </a:r>
                      <a:r>
                        <a:rPr lang="en-GB" sz="1200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5131784"/>
                  </a:ext>
                </a:extLst>
              </a:tr>
            </a:tbl>
          </a:graphicData>
        </a:graphic>
      </p:graphicFrame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B02A6952-DC52-90CE-6A6E-0C27581B8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38172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11</a:t>
            </a:fld>
            <a:endParaRPr lang="en-GB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517CD1F6-E105-2BBC-3352-2B497F8C6E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9046229"/>
                  </p:ext>
                </p:extLst>
              </p:nvPr>
            </p:nvGraphicFramePr>
            <p:xfrm>
              <a:off x="76482" y="80658"/>
              <a:ext cx="6714423" cy="162662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8141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38141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38141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626621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Q21.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Q22.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Q23.</a:t>
                          </a:r>
                          <a:r>
                            <a:rPr lang="en-GB" sz="1200" b="1" baseline="0" dirty="0"/>
                            <a:t>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517CD1F6-E105-2BBC-3352-2B497F8C6E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9046229"/>
                  </p:ext>
                </p:extLst>
              </p:nvPr>
            </p:nvGraphicFramePr>
            <p:xfrm>
              <a:off x="76482" y="80658"/>
              <a:ext cx="6714423" cy="162662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8141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38141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38141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6266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2" t="-373" r="-201090" b="-7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73" r="-100543" b="-7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5" t="-373" r="-817" b="-7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5DC7D6D6-E66B-B107-A8E8-AE5B9E194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702" y="8301973"/>
            <a:ext cx="1696733" cy="14496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95D54DF3-FC91-2F92-661B-2CE8DFA0D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0251202"/>
                  </p:ext>
                </p:extLst>
              </p:nvPr>
            </p:nvGraphicFramePr>
            <p:xfrm>
              <a:off x="76482" y="2049490"/>
              <a:ext cx="6686891" cy="3706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58589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10.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810123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in the negative (reverse) vector where required.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Follow the pathway as before.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 start and end  points, with an arrow in the correct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512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95D54DF3-FC91-2F92-661B-2CE8DFA0D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0251202"/>
                  </p:ext>
                </p:extLst>
              </p:nvPr>
            </p:nvGraphicFramePr>
            <p:xfrm>
              <a:off x="76482" y="2049490"/>
              <a:ext cx="6686891" cy="3706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10.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92024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in the negative (reverse) vector where required.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Follow the pathway as before.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 start and end  points, with an arrow in the correct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6333" t="-14557" r="-200667" b="-79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66333" t="-14557" r="-100667" b="-79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66333" t="-14557" r="-667" b="-791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512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6" name="Picture 35">
            <a:extLst>
              <a:ext uri="{FF2B5EF4-FFF2-40B4-BE49-F238E27FC236}">
                <a16:creationId xmlns:a16="http://schemas.microsoft.com/office/drawing/2014/main" id="{18A1BD54-0A02-6D44-D159-90422DD110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6023" y="2808096"/>
            <a:ext cx="1745526" cy="112295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6018B1B-73C5-4876-6828-2C5B4D8710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0673" y="2808096"/>
            <a:ext cx="1745527" cy="112295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4588383F-9C46-D130-55DD-C428E65EE1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4199" y="2784095"/>
            <a:ext cx="1745526" cy="1122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9" name="Table 88">
                <a:extLst>
                  <a:ext uri="{FF2B5EF4-FFF2-40B4-BE49-F238E27FC236}">
                    <a16:creationId xmlns:a16="http://schemas.microsoft.com/office/drawing/2014/main" id="{DFF8C4CE-ECF4-7C01-870A-27DAA7CCB0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693322"/>
                  </p:ext>
                </p:extLst>
              </p:nvPr>
            </p:nvGraphicFramePr>
            <p:xfrm>
              <a:off x="91702" y="5796117"/>
              <a:ext cx="6686894" cy="20761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815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801845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addition using column vectors.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Subtract the horizontal parts.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Subtract the vertical parts.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9" name="Table 88">
                <a:extLst>
                  <a:ext uri="{FF2B5EF4-FFF2-40B4-BE49-F238E27FC236}">
                    <a16:creationId xmlns:a16="http://schemas.microsoft.com/office/drawing/2014/main" id="{DFF8C4CE-ECF4-7C01-870A-27DAA7CCB0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693322"/>
                  </p:ext>
                </p:extLst>
              </p:nvPr>
            </p:nvGraphicFramePr>
            <p:xfrm>
              <a:off x="91702" y="5796117"/>
              <a:ext cx="6686894" cy="20761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815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801845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addition using column vectors.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Subtract the horizontal parts.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Subtract the vertical parts.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77320" t="-15488" r="-201031" b="-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77320" t="-15488" r="-101031" b="-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77320" t="-15488" r="-1031" b="-6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0" name="Table 89">
                <a:extLst>
                  <a:ext uri="{FF2B5EF4-FFF2-40B4-BE49-F238E27FC236}">
                    <a16:creationId xmlns:a16="http://schemas.microsoft.com/office/drawing/2014/main" id="{04C6A4DC-34D3-FD51-753C-CE172A07A3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834892"/>
                  </p:ext>
                </p:extLst>
              </p:nvPr>
            </p:nvGraphicFramePr>
            <p:xfrm>
              <a:off x="76705" y="8240938"/>
              <a:ext cx="6686668" cy="15717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43334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3343334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</a:tblGrid>
                  <a:tr h="1571706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b="1" dirty="0"/>
                            <a:t>Q24.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br>
                            <a:rPr lang="en-GB" sz="1200" b="1" dirty="0"/>
                          </a:br>
                          <a:r>
                            <a:rPr lang="en-GB" sz="1200" dirty="0"/>
                            <a:t>are shown. </a:t>
                          </a: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0" dirty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Q25.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are shown. 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0" name="Table 89">
                <a:extLst>
                  <a:ext uri="{FF2B5EF4-FFF2-40B4-BE49-F238E27FC236}">
                    <a16:creationId xmlns:a16="http://schemas.microsoft.com/office/drawing/2014/main" id="{04C6A4DC-34D3-FD51-753C-CE172A07A3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834892"/>
                  </p:ext>
                </p:extLst>
              </p:nvPr>
            </p:nvGraphicFramePr>
            <p:xfrm>
              <a:off x="76705" y="8240938"/>
              <a:ext cx="6686668" cy="15717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43334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3343334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</a:tblGrid>
                  <a:tr h="15717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2" t="-386" r="-100364" b="-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0182" t="-386" r="-364" b="-7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3961A815-C8B8-75B9-AFB0-8FC56B8CDB75}"/>
              </a:ext>
            </a:extLst>
          </p:cNvPr>
          <p:cNvSpPr/>
          <p:nvPr/>
        </p:nvSpPr>
        <p:spPr>
          <a:xfrm>
            <a:off x="91702" y="7928106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3043E8E2-3D92-6E7D-5AB5-0700E33255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31818" y="8492681"/>
            <a:ext cx="1828959" cy="11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85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D6828-5851-9F09-C681-D4F77610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8CDA00A6-E15A-792A-99D4-F499189B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77892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12</a:t>
            </a:fld>
            <a:endParaRPr lang="en-GB" b="1" noProof="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1E6AE0A-96AB-D1C6-2EB2-46B0EB7D73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73"/>
          <a:stretch>
            <a:fillRect/>
          </a:stretch>
        </p:blipFill>
        <p:spPr>
          <a:xfrm>
            <a:off x="1366245" y="2958474"/>
            <a:ext cx="1610964" cy="117941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598CE6-80AE-855D-568A-674AF27D8AFE}"/>
              </a:ext>
            </a:extLst>
          </p:cNvPr>
          <p:cNvCxnSpPr>
            <a:cxnSpLocks/>
          </p:cNvCxnSpPr>
          <p:nvPr/>
        </p:nvCxnSpPr>
        <p:spPr>
          <a:xfrm flipV="1">
            <a:off x="1400918" y="3202915"/>
            <a:ext cx="234523" cy="23651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B30D1CE-2858-FDA5-71C6-CCF3F59E2EDB}"/>
              </a:ext>
            </a:extLst>
          </p:cNvPr>
          <p:cNvCxnSpPr>
            <a:cxnSpLocks/>
          </p:cNvCxnSpPr>
          <p:nvPr/>
        </p:nvCxnSpPr>
        <p:spPr>
          <a:xfrm flipV="1">
            <a:off x="1627424" y="3000561"/>
            <a:ext cx="228092" cy="2128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016458E-25FE-BED7-8FF3-A4708A9C77BD}"/>
              </a:ext>
            </a:extLst>
          </p:cNvPr>
          <p:cNvCxnSpPr>
            <a:cxnSpLocks/>
          </p:cNvCxnSpPr>
          <p:nvPr/>
        </p:nvCxnSpPr>
        <p:spPr>
          <a:xfrm flipH="1" flipV="1">
            <a:off x="2420735" y="3164590"/>
            <a:ext cx="546212" cy="280436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AF2E762-C019-9768-3849-CE5AC91EC97B}"/>
                  </a:ext>
                </a:extLst>
              </p:cNvPr>
              <p:cNvSpPr txBox="1"/>
              <p:nvPr/>
            </p:nvSpPr>
            <p:spPr>
              <a:xfrm>
                <a:off x="1396491" y="2941305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AF2E762-C019-9768-3849-CE5AC91EC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491" y="2941305"/>
                <a:ext cx="308769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D7BBE8A-6808-927F-E5D2-B5A627DD14C9}"/>
              </a:ext>
            </a:extLst>
          </p:cNvPr>
          <p:cNvCxnSpPr>
            <a:cxnSpLocks/>
          </p:cNvCxnSpPr>
          <p:nvPr/>
        </p:nvCxnSpPr>
        <p:spPr>
          <a:xfrm flipH="1" flipV="1">
            <a:off x="2052588" y="2989513"/>
            <a:ext cx="442871" cy="2173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35874F3-5784-4169-BDA5-D1C98C49E2C2}"/>
                  </a:ext>
                </a:extLst>
              </p:cNvPr>
              <p:cNvSpPr txBox="1"/>
              <p:nvPr/>
            </p:nvSpPr>
            <p:spPr>
              <a:xfrm>
                <a:off x="2478333" y="3020271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35874F3-5784-4169-BDA5-D1C98C49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333" y="3020271"/>
                <a:ext cx="308769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63B12022-5B64-864B-E761-C8F7D8B259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773"/>
          <a:stretch>
            <a:fillRect/>
          </a:stretch>
        </p:blipFill>
        <p:spPr>
          <a:xfrm>
            <a:off x="3203715" y="2989513"/>
            <a:ext cx="1610964" cy="1179413"/>
          </a:xfrm>
          <a:prstGeom prst="rect">
            <a:avLst/>
          </a:prstGeom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B84D44F-4793-7941-C49D-35A001E06DE8}"/>
              </a:ext>
            </a:extLst>
          </p:cNvPr>
          <p:cNvCxnSpPr>
            <a:cxnSpLocks/>
          </p:cNvCxnSpPr>
          <p:nvPr/>
        </p:nvCxnSpPr>
        <p:spPr>
          <a:xfrm>
            <a:off x="3456822" y="3024167"/>
            <a:ext cx="133422" cy="2821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F042556-0F97-D5DB-171B-2A4690E6C676}"/>
              </a:ext>
            </a:extLst>
          </p:cNvPr>
          <p:cNvCxnSpPr>
            <a:cxnSpLocks/>
          </p:cNvCxnSpPr>
          <p:nvPr/>
        </p:nvCxnSpPr>
        <p:spPr>
          <a:xfrm>
            <a:off x="3540237" y="3196749"/>
            <a:ext cx="133350" cy="2714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DD3861-B852-A361-95E7-CD4F15329C5A}"/>
              </a:ext>
            </a:extLst>
          </p:cNvPr>
          <p:cNvCxnSpPr>
            <a:cxnSpLocks/>
          </p:cNvCxnSpPr>
          <p:nvPr/>
        </p:nvCxnSpPr>
        <p:spPr>
          <a:xfrm flipV="1">
            <a:off x="4421150" y="3020552"/>
            <a:ext cx="162764" cy="17507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6808574-EB5C-EC36-4C8F-26C3B0E5A8FD}"/>
                  </a:ext>
                </a:extLst>
              </p:cNvPr>
              <p:cNvSpPr txBox="1"/>
              <p:nvPr/>
            </p:nvSpPr>
            <p:spPr>
              <a:xfrm>
                <a:off x="4411889" y="3070870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6808574-EB5C-EC36-4C8F-26C3B0E5A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889" y="3070870"/>
                <a:ext cx="308769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F83C8FE-469B-082B-D795-4707276E9AB8}"/>
              </a:ext>
            </a:extLst>
          </p:cNvPr>
          <p:cNvCxnSpPr>
            <a:cxnSpLocks/>
          </p:cNvCxnSpPr>
          <p:nvPr/>
        </p:nvCxnSpPr>
        <p:spPr>
          <a:xfrm flipV="1">
            <a:off x="4363875" y="3123547"/>
            <a:ext cx="114897" cy="1185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D96B341-FE92-8631-C104-E9F6586322C5}"/>
                  </a:ext>
                </a:extLst>
              </p:cNvPr>
              <p:cNvSpPr txBox="1"/>
              <p:nvPr/>
            </p:nvSpPr>
            <p:spPr>
              <a:xfrm>
                <a:off x="3267103" y="311127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D96B341-FE92-8631-C104-E9F658632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103" y="3111273"/>
                <a:ext cx="308769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Picture 79">
            <a:extLst>
              <a:ext uri="{FF2B5EF4-FFF2-40B4-BE49-F238E27FC236}">
                <a16:creationId xmlns:a16="http://schemas.microsoft.com/office/drawing/2014/main" id="{5725259B-A104-3119-2922-CD1FCE24C3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773"/>
          <a:stretch>
            <a:fillRect/>
          </a:stretch>
        </p:blipFill>
        <p:spPr>
          <a:xfrm>
            <a:off x="5000035" y="2941305"/>
            <a:ext cx="1610964" cy="1179413"/>
          </a:xfrm>
          <a:prstGeom prst="rect">
            <a:avLst/>
          </a:prstGeo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7EBD97-1B97-8A98-7592-F5A26FF1076F}"/>
              </a:ext>
            </a:extLst>
          </p:cNvPr>
          <p:cNvCxnSpPr>
            <a:cxnSpLocks/>
          </p:cNvCxnSpPr>
          <p:nvPr/>
        </p:nvCxnSpPr>
        <p:spPr>
          <a:xfrm flipH="1" flipV="1">
            <a:off x="5277851" y="2946305"/>
            <a:ext cx="223066" cy="2484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E6EF0B7-D848-0C32-5AF0-D4808BAC6B8F}"/>
              </a:ext>
            </a:extLst>
          </p:cNvPr>
          <p:cNvCxnSpPr>
            <a:cxnSpLocks/>
          </p:cNvCxnSpPr>
          <p:nvPr/>
        </p:nvCxnSpPr>
        <p:spPr>
          <a:xfrm>
            <a:off x="5471545" y="3143222"/>
            <a:ext cx="245272" cy="267482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7D38C88-C667-96EB-C15E-D35E0FC64551}"/>
              </a:ext>
            </a:extLst>
          </p:cNvPr>
          <p:cNvCxnSpPr>
            <a:cxnSpLocks/>
          </p:cNvCxnSpPr>
          <p:nvPr/>
        </p:nvCxnSpPr>
        <p:spPr>
          <a:xfrm flipV="1">
            <a:off x="6154620" y="3203244"/>
            <a:ext cx="426243" cy="14763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44A7A21-C795-CECF-C180-67E92010A5F4}"/>
                  </a:ext>
                </a:extLst>
              </p:cNvPr>
              <p:cNvSpPr txBox="1"/>
              <p:nvPr/>
            </p:nvSpPr>
            <p:spPr>
              <a:xfrm>
                <a:off x="6202244" y="3241672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44A7A21-C795-CECF-C180-67E92010A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244" y="3241672"/>
                <a:ext cx="30876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3B2C60F-B691-FEE2-06CE-3F67BDA1BEBE}"/>
              </a:ext>
            </a:extLst>
          </p:cNvPr>
          <p:cNvCxnSpPr>
            <a:cxnSpLocks/>
          </p:cNvCxnSpPr>
          <p:nvPr/>
        </p:nvCxnSpPr>
        <p:spPr>
          <a:xfrm flipV="1">
            <a:off x="5916627" y="3276168"/>
            <a:ext cx="452438" cy="15478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C49574A-A4EB-9B5B-E259-A9626353867E}"/>
                  </a:ext>
                </a:extLst>
              </p:cNvPr>
              <p:cNvSpPr txBox="1"/>
              <p:nvPr/>
            </p:nvSpPr>
            <p:spPr>
              <a:xfrm>
                <a:off x="5424295" y="296170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C49574A-A4EB-9B5B-E259-A96263538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295" y="2961703"/>
                <a:ext cx="308769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E7082C3D-0ED8-9B55-75F7-4B8A5FAD0F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1913857"/>
                  </p:ext>
                </p:extLst>
              </p:nvPr>
            </p:nvGraphicFramePr>
            <p:xfrm>
              <a:off x="76482" y="83171"/>
              <a:ext cx="6659139" cy="184240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9713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19713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19713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842405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Q26.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Q27.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Q28.</a:t>
                          </a:r>
                          <a:r>
                            <a:rPr lang="en-GB" sz="1200" b="1" baseline="0" dirty="0"/>
                            <a:t>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E7082C3D-0ED8-9B55-75F7-4B8A5FAD0F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1913857"/>
                  </p:ext>
                </p:extLst>
              </p:nvPr>
            </p:nvGraphicFramePr>
            <p:xfrm>
              <a:off x="76482" y="83171"/>
              <a:ext cx="6659139" cy="184240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9713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19713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19713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8424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275" t="-330" r="-201099" b="-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0000" t="-330" r="-100548" b="-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200549" t="-330" r="-824" b="-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60FFCE3F-0DCE-DB75-CDFA-BA5901ECA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0267723"/>
                  </p:ext>
                </p:extLst>
              </p:nvPr>
            </p:nvGraphicFramePr>
            <p:xfrm>
              <a:off x="76482" y="2232058"/>
              <a:ext cx="6659138" cy="513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58589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12.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3240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column form for the vectors shown.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in column notation.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the relevant single vectors to create a pathway.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620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60FFCE3F-0DCE-DB75-CDFA-BA5901ECA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0267723"/>
                  </p:ext>
                </p:extLst>
              </p:nvPr>
            </p:nvGraphicFramePr>
            <p:xfrm>
              <a:off x="76482" y="2232058"/>
              <a:ext cx="6659138" cy="513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12.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3240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column form for the vectors shown.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in column notation.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the relevant single vectors to create a pathway.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67458" t="-8647" r="-204407" b="-50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64667" t="-8647" r="-101000" b="-50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264667" t="-8647" r="-1000" b="-50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620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DC883CA5-4FFB-363C-3FE9-9213400CCC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275747"/>
                  </p:ext>
                </p:extLst>
              </p:nvPr>
            </p:nvGraphicFramePr>
            <p:xfrm>
              <a:off x="91702" y="7430692"/>
              <a:ext cx="6643919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13.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94400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required in column notation.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Complete the calculation using the horizontal and vertical parts separately.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DC883CA5-4FFB-363C-3FE9-9213400CCC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275747"/>
                  </p:ext>
                </p:extLst>
              </p:nvPr>
            </p:nvGraphicFramePr>
            <p:xfrm>
              <a:off x="91702" y="7430692"/>
              <a:ext cx="6643919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13.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required in column notation.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Complete the calculation using the horizontal and vertical parts separately.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77509" t="-13295" r="-201038" b="-2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77509" t="-13295" r="-101038" b="-2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77509" t="-13295" r="-1038" b="-23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5ED2D2B1-568C-0D9C-5715-FA65FDA56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1361056" y="4527468"/>
            <a:ext cx="1616154" cy="117941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45F70AB-A0BE-EE8D-44F2-C85102DE2B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3203715" y="4527468"/>
            <a:ext cx="1616154" cy="117941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5A98DBF-4DBA-F785-7477-1706FDA9E79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5028709" y="4502068"/>
            <a:ext cx="1616154" cy="117941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03B9598-86EB-A351-877E-525F905A4ABA}"/>
              </a:ext>
            </a:extLst>
          </p:cNvPr>
          <p:cNvSpPr txBox="1"/>
          <p:nvPr/>
        </p:nvSpPr>
        <p:spPr>
          <a:xfrm>
            <a:off x="855835" y="1928412"/>
            <a:ext cx="5227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We can also add and subtract </a:t>
            </a:r>
            <a:r>
              <a:rPr lang="en-GB" sz="1200" b="1" dirty="0"/>
              <a:t>multiples of vectors </a:t>
            </a:r>
            <a:r>
              <a:rPr lang="en-GB" sz="1200" dirty="0"/>
              <a:t>to give resultant vectors.</a:t>
            </a:r>
          </a:p>
        </p:txBody>
      </p:sp>
    </p:spTree>
    <p:extLst>
      <p:ext uri="{BB962C8B-B14F-4D97-AF65-F5344CB8AC3E}">
        <p14:creationId xmlns:p14="http://schemas.microsoft.com/office/powerpoint/2010/main" val="928211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8427-C2E9-5334-52C6-C07A9BD74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FC5B07-60BB-A027-781A-A78FAC5CA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008" y="694850"/>
            <a:ext cx="1828959" cy="11827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D890A96F-15D9-8C79-5A4B-E47E8C3E52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1635968"/>
                  </p:ext>
                </p:extLst>
              </p:nvPr>
            </p:nvGraphicFramePr>
            <p:xfrm>
              <a:off x="104191" y="4654149"/>
              <a:ext cx="6659138" cy="513231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7885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3276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column form for the vectors shown.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in column notation. (Remember that subtraction can be written as the addition of the reverse vector.)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the relevant single vectors to create a pathway.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581995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D890A96F-15D9-8C79-5A4B-E47E8C3E52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1635968"/>
                  </p:ext>
                </p:extLst>
              </p:nvPr>
            </p:nvGraphicFramePr>
            <p:xfrm>
              <a:off x="104191" y="4654149"/>
              <a:ext cx="6659138" cy="513231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3276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column form for the vectors shown.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in column notation. (Remember that subtraction can be written as the addition of the reverse vector.)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the relevant single vectors to create a pathway.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458" t="-8550" r="-204068" b="-48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4667" t="-8550" r="-100667" b="-48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4667" t="-8550" r="-667" b="-486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581995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6" name="Picture 65">
            <a:extLst>
              <a:ext uri="{FF2B5EF4-FFF2-40B4-BE49-F238E27FC236}">
                <a16:creationId xmlns:a16="http://schemas.microsoft.com/office/drawing/2014/main" id="{FF600516-3C0D-E54B-C7B1-C68E8B2A0B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773"/>
          <a:stretch>
            <a:fillRect/>
          </a:stretch>
        </p:blipFill>
        <p:spPr>
          <a:xfrm>
            <a:off x="3202794" y="5363396"/>
            <a:ext cx="1610964" cy="117941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C6E5AE-276A-74B3-FFFC-71B87F4C905F}"/>
              </a:ext>
            </a:extLst>
          </p:cNvPr>
          <p:cNvCxnSpPr>
            <a:cxnSpLocks/>
          </p:cNvCxnSpPr>
          <p:nvPr/>
        </p:nvCxnSpPr>
        <p:spPr>
          <a:xfrm flipV="1">
            <a:off x="3237467" y="5607837"/>
            <a:ext cx="234523" cy="23651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355BF7E-7748-B023-A019-69F18439E587}"/>
              </a:ext>
            </a:extLst>
          </p:cNvPr>
          <p:cNvCxnSpPr>
            <a:cxnSpLocks/>
          </p:cNvCxnSpPr>
          <p:nvPr/>
        </p:nvCxnSpPr>
        <p:spPr>
          <a:xfrm flipV="1">
            <a:off x="3463973" y="5405483"/>
            <a:ext cx="228092" cy="2128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0A945E5-4D99-55E8-04CD-247DDD49091F}"/>
              </a:ext>
            </a:extLst>
          </p:cNvPr>
          <p:cNvCxnSpPr>
            <a:cxnSpLocks/>
          </p:cNvCxnSpPr>
          <p:nvPr/>
        </p:nvCxnSpPr>
        <p:spPr>
          <a:xfrm flipH="1" flipV="1">
            <a:off x="4257284" y="5569512"/>
            <a:ext cx="546212" cy="280436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EFB45F7-D9B7-8760-670E-6DD50C8F943E}"/>
                  </a:ext>
                </a:extLst>
              </p:cNvPr>
              <p:cNvSpPr txBox="1"/>
              <p:nvPr/>
            </p:nvSpPr>
            <p:spPr>
              <a:xfrm>
                <a:off x="3233040" y="5346227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EFB45F7-D9B7-8760-670E-6DD50C8F9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040" y="5346227"/>
                <a:ext cx="308769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A9D9ACB-2B63-93BF-5975-6DFA2EA6BE4F}"/>
              </a:ext>
            </a:extLst>
          </p:cNvPr>
          <p:cNvCxnSpPr>
            <a:cxnSpLocks/>
          </p:cNvCxnSpPr>
          <p:nvPr/>
        </p:nvCxnSpPr>
        <p:spPr>
          <a:xfrm flipH="1" flipV="1">
            <a:off x="3889137" y="5394435"/>
            <a:ext cx="442871" cy="2173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1081E98-8060-E1DA-0CB5-DC7963DB9985}"/>
                  </a:ext>
                </a:extLst>
              </p:cNvPr>
              <p:cNvSpPr txBox="1"/>
              <p:nvPr/>
            </p:nvSpPr>
            <p:spPr>
              <a:xfrm>
                <a:off x="4314882" y="542519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1081E98-8060-E1DA-0CB5-DC7963DB9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82" y="5425193"/>
                <a:ext cx="308769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15A9A2B3-8230-ACCD-E0B1-DCD0AB5250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773"/>
          <a:stretch>
            <a:fillRect/>
          </a:stretch>
        </p:blipFill>
        <p:spPr>
          <a:xfrm>
            <a:off x="1384792" y="5380565"/>
            <a:ext cx="1610964" cy="1179413"/>
          </a:xfrm>
          <a:prstGeom prst="rect">
            <a:avLst/>
          </a:prstGeom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F9EB65E-C011-51F6-0363-474BAA27C339}"/>
              </a:ext>
            </a:extLst>
          </p:cNvPr>
          <p:cNvCxnSpPr>
            <a:cxnSpLocks/>
          </p:cNvCxnSpPr>
          <p:nvPr/>
        </p:nvCxnSpPr>
        <p:spPr>
          <a:xfrm>
            <a:off x="1637899" y="5415219"/>
            <a:ext cx="133422" cy="2821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0AA3324-9049-9C1A-C00A-E76B66C4DF91}"/>
              </a:ext>
            </a:extLst>
          </p:cNvPr>
          <p:cNvCxnSpPr>
            <a:cxnSpLocks/>
          </p:cNvCxnSpPr>
          <p:nvPr/>
        </p:nvCxnSpPr>
        <p:spPr>
          <a:xfrm>
            <a:off x="1721314" y="5587801"/>
            <a:ext cx="133350" cy="2714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DC5A95-7155-45CA-D679-57D14284028F}"/>
              </a:ext>
            </a:extLst>
          </p:cNvPr>
          <p:cNvCxnSpPr>
            <a:cxnSpLocks/>
          </p:cNvCxnSpPr>
          <p:nvPr/>
        </p:nvCxnSpPr>
        <p:spPr>
          <a:xfrm flipV="1">
            <a:off x="2602227" y="5411604"/>
            <a:ext cx="162764" cy="17507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67D6573-C05D-377E-9600-C3C646C4E850}"/>
                  </a:ext>
                </a:extLst>
              </p:cNvPr>
              <p:cNvSpPr txBox="1"/>
              <p:nvPr/>
            </p:nvSpPr>
            <p:spPr>
              <a:xfrm>
                <a:off x="2592966" y="5461922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67D6573-C05D-377E-9600-C3C646C4E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966" y="5461922"/>
                <a:ext cx="30876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E60A3A3-5C13-0B63-CA77-0012D1D9ABD4}"/>
              </a:ext>
            </a:extLst>
          </p:cNvPr>
          <p:cNvCxnSpPr>
            <a:cxnSpLocks/>
          </p:cNvCxnSpPr>
          <p:nvPr/>
        </p:nvCxnSpPr>
        <p:spPr>
          <a:xfrm flipV="1">
            <a:off x="2544952" y="5514599"/>
            <a:ext cx="114897" cy="1185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C280A6B-AE61-764B-6002-B496007B5217}"/>
                  </a:ext>
                </a:extLst>
              </p:cNvPr>
              <p:cNvSpPr txBox="1"/>
              <p:nvPr/>
            </p:nvSpPr>
            <p:spPr>
              <a:xfrm>
                <a:off x="1448180" y="5502325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C280A6B-AE61-764B-6002-B496007B5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180" y="5502325"/>
                <a:ext cx="308769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Picture 79">
            <a:extLst>
              <a:ext uri="{FF2B5EF4-FFF2-40B4-BE49-F238E27FC236}">
                <a16:creationId xmlns:a16="http://schemas.microsoft.com/office/drawing/2014/main" id="{3AC1A8B0-43F2-7842-D5B9-9A77A277E1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773"/>
          <a:stretch>
            <a:fillRect/>
          </a:stretch>
        </p:blipFill>
        <p:spPr>
          <a:xfrm>
            <a:off x="5027744" y="5363396"/>
            <a:ext cx="1610964" cy="1179413"/>
          </a:xfrm>
          <a:prstGeom prst="rect">
            <a:avLst/>
          </a:prstGeo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D2F8135-072C-1647-6A1D-9AB10FD75BB0}"/>
              </a:ext>
            </a:extLst>
          </p:cNvPr>
          <p:cNvCxnSpPr>
            <a:cxnSpLocks/>
          </p:cNvCxnSpPr>
          <p:nvPr/>
        </p:nvCxnSpPr>
        <p:spPr>
          <a:xfrm flipH="1" flipV="1">
            <a:off x="5305560" y="5368396"/>
            <a:ext cx="223066" cy="2484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566B9E8-93CC-4E1F-45A2-CDAF7987E9B4}"/>
              </a:ext>
            </a:extLst>
          </p:cNvPr>
          <p:cNvCxnSpPr>
            <a:cxnSpLocks/>
          </p:cNvCxnSpPr>
          <p:nvPr/>
        </p:nvCxnSpPr>
        <p:spPr>
          <a:xfrm>
            <a:off x="5499254" y="5565313"/>
            <a:ext cx="245272" cy="267482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18BBAC2-28AE-397E-75BA-9658213361B9}"/>
              </a:ext>
            </a:extLst>
          </p:cNvPr>
          <p:cNvCxnSpPr>
            <a:cxnSpLocks/>
          </p:cNvCxnSpPr>
          <p:nvPr/>
        </p:nvCxnSpPr>
        <p:spPr>
          <a:xfrm flipV="1">
            <a:off x="6182329" y="5625335"/>
            <a:ext cx="426243" cy="14763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8AB4F92-633E-4574-1710-74684A0BB58B}"/>
                  </a:ext>
                </a:extLst>
              </p:cNvPr>
              <p:cNvSpPr txBox="1"/>
              <p:nvPr/>
            </p:nvSpPr>
            <p:spPr>
              <a:xfrm>
                <a:off x="6229953" y="566376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8AB4F92-633E-4574-1710-74684A0BB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953" y="5663763"/>
                <a:ext cx="308769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07D7BD1-B6E8-F987-2347-EA198EBE71F9}"/>
              </a:ext>
            </a:extLst>
          </p:cNvPr>
          <p:cNvCxnSpPr>
            <a:cxnSpLocks/>
          </p:cNvCxnSpPr>
          <p:nvPr/>
        </p:nvCxnSpPr>
        <p:spPr>
          <a:xfrm flipV="1">
            <a:off x="5944336" y="5698259"/>
            <a:ext cx="452438" cy="15478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C5EB64C-F982-F8FA-BA76-4ACAC4A002A2}"/>
                  </a:ext>
                </a:extLst>
              </p:cNvPr>
              <p:cNvSpPr txBox="1"/>
              <p:nvPr/>
            </p:nvSpPr>
            <p:spPr>
              <a:xfrm>
                <a:off x="5452004" y="5383794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C5EB64C-F982-F8FA-BA76-4ACAC4A00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004" y="5383794"/>
                <a:ext cx="308769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21674850-B943-8040-31F8-21956EA368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0083558"/>
                  </p:ext>
                </p:extLst>
              </p:nvPr>
            </p:nvGraphicFramePr>
            <p:xfrm>
              <a:off x="115767" y="2647143"/>
              <a:ext cx="6686667" cy="18778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28889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28889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28889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877866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Q31.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Q32.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Q33.</a:t>
                          </a:r>
                          <a:r>
                            <a:rPr lang="en-GB" sz="1200" b="1" baseline="0" dirty="0"/>
                            <a:t>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f>
                                <m:fPr>
                                  <m:ctrlPr>
                                    <a:rPr lang="en-GB" sz="12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2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21674850-B943-8040-31F8-21956EA368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0083558"/>
                  </p:ext>
                </p:extLst>
              </p:nvPr>
            </p:nvGraphicFramePr>
            <p:xfrm>
              <a:off x="115767" y="2647143"/>
              <a:ext cx="6686667" cy="18778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28889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28889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28889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8778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73" t="-324" r="-200546" b="-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273" t="-324" r="-100546" b="-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00273" t="-324" r="-546" b="-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A1ED6FD3-D06D-C12B-FC2A-5747450ED11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1388765" y="6949559"/>
            <a:ext cx="1616154" cy="117941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54FF263-03B3-D961-58FD-8E313CB201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3231424" y="6949559"/>
            <a:ext cx="1616154" cy="117941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D7FD8A5-65BB-8CD1-24EF-4131955FF5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5056418" y="6924159"/>
            <a:ext cx="1616154" cy="117941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D9A775E-1163-69AC-F1AA-E14CBF8154BA}"/>
              </a:ext>
            </a:extLst>
          </p:cNvPr>
          <p:cNvSpPr/>
          <p:nvPr/>
        </p:nvSpPr>
        <p:spPr>
          <a:xfrm>
            <a:off x="0" y="47670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35" name="Slide Number Placeholder 13">
            <a:extLst>
              <a:ext uri="{FF2B5EF4-FFF2-40B4-BE49-F238E27FC236}">
                <a16:creationId xmlns:a16="http://schemas.microsoft.com/office/drawing/2014/main" id="{60838B2C-B2C0-D4A2-8BAD-8DAEF6D4BC1D}"/>
              </a:ext>
            </a:extLst>
          </p:cNvPr>
          <p:cNvSpPr txBox="1">
            <a:spLocks/>
          </p:cNvSpPr>
          <p:nvPr/>
        </p:nvSpPr>
        <p:spPr>
          <a:xfrm>
            <a:off x="6510251" y="9464501"/>
            <a:ext cx="320040" cy="274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b="1" smtClean="0"/>
              <a:pPr/>
              <a:t>13</a:t>
            </a:fld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BAE4B7E9-2E39-BC37-6142-7673122CC4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0430146"/>
                  </p:ext>
                </p:extLst>
              </p:nvPr>
            </p:nvGraphicFramePr>
            <p:xfrm>
              <a:off x="120639" y="346189"/>
              <a:ext cx="6686668" cy="23130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43334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3343334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</a:tblGrid>
                  <a:tr h="231303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b="1" dirty="0"/>
                            <a:t>Q29.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shown. </a:t>
                          </a: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0" dirty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Q30.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are shown. 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BAE4B7E9-2E39-BC37-6142-7673122CC4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0430146"/>
                  </p:ext>
                </p:extLst>
              </p:nvPr>
            </p:nvGraphicFramePr>
            <p:xfrm>
              <a:off x="120639" y="346189"/>
              <a:ext cx="6686668" cy="23130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43334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3343334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</a:tblGrid>
                  <a:tr h="23130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182" t="-262" r="-100364" b="-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100182" t="-262" r="-364" b="-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8" name="Picture 37">
            <a:extLst>
              <a:ext uri="{FF2B5EF4-FFF2-40B4-BE49-F238E27FC236}">
                <a16:creationId xmlns:a16="http://schemas.microsoft.com/office/drawing/2014/main" id="{EFAA2298-CACD-D1E9-6D92-0A24CD98F29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8909" y="901286"/>
            <a:ext cx="1825935" cy="1179413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00E1EAD-C5CE-00F2-5C7D-1709F65F6361}"/>
              </a:ext>
            </a:extLst>
          </p:cNvPr>
          <p:cNvCxnSpPr>
            <a:cxnSpLocks/>
          </p:cNvCxnSpPr>
          <p:nvPr/>
        </p:nvCxnSpPr>
        <p:spPr>
          <a:xfrm flipV="1">
            <a:off x="800865" y="1028068"/>
            <a:ext cx="444588" cy="13427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25CDDD-B622-719B-EC72-C7121F08391A}"/>
              </a:ext>
            </a:extLst>
          </p:cNvPr>
          <p:cNvCxnSpPr>
            <a:cxnSpLocks/>
          </p:cNvCxnSpPr>
          <p:nvPr/>
        </p:nvCxnSpPr>
        <p:spPr>
          <a:xfrm flipV="1">
            <a:off x="1067653" y="949443"/>
            <a:ext cx="398167" cy="13577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7D99F03-3EFB-44A7-74A6-F5F39CF375BD}"/>
              </a:ext>
            </a:extLst>
          </p:cNvPr>
          <p:cNvCxnSpPr>
            <a:cxnSpLocks/>
          </p:cNvCxnSpPr>
          <p:nvPr/>
        </p:nvCxnSpPr>
        <p:spPr>
          <a:xfrm flipH="1" flipV="1">
            <a:off x="1692408" y="932566"/>
            <a:ext cx="146770" cy="317752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63D03A-BDE6-FDFE-A0BF-47B840DC209C}"/>
                  </a:ext>
                </a:extLst>
              </p:cNvPr>
              <p:cNvSpPr txBox="1"/>
              <p:nvPr/>
            </p:nvSpPr>
            <p:spPr>
              <a:xfrm>
                <a:off x="1054250" y="1024604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63D03A-BDE6-FDFE-A0BF-47B840DC2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50" y="1024604"/>
                <a:ext cx="308769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F5015C7-6EB8-F40C-EE75-AE421EC14C2F}"/>
              </a:ext>
            </a:extLst>
          </p:cNvPr>
          <p:cNvCxnSpPr>
            <a:cxnSpLocks/>
          </p:cNvCxnSpPr>
          <p:nvPr/>
        </p:nvCxnSpPr>
        <p:spPr>
          <a:xfrm flipH="1" flipV="1">
            <a:off x="1744037" y="1047643"/>
            <a:ext cx="161816" cy="33602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A9BE6B2-DC16-52B2-49D5-A61141F472BC}"/>
                  </a:ext>
                </a:extLst>
              </p:cNvPr>
              <p:cNvSpPr txBox="1"/>
              <p:nvPr/>
            </p:nvSpPr>
            <p:spPr>
              <a:xfrm>
                <a:off x="1751468" y="954045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A9BE6B2-DC16-52B2-49D5-A61141F47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468" y="954045"/>
                <a:ext cx="308769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274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6823-5F60-8CA0-D261-6167127D7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4272DFD6-2008-0E6C-7621-73BC817538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433" y="3600721"/>
            <a:ext cx="1825935" cy="1179413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804CFFF-A5F1-1B2B-FDC0-38BEC6D906C3}"/>
              </a:ext>
            </a:extLst>
          </p:cNvPr>
          <p:cNvCxnSpPr>
            <a:cxnSpLocks/>
          </p:cNvCxnSpPr>
          <p:nvPr/>
        </p:nvCxnSpPr>
        <p:spPr>
          <a:xfrm>
            <a:off x="2341424" y="3624203"/>
            <a:ext cx="268138" cy="14606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DAF2F8C-F786-DD1E-7187-7AABBD121799}"/>
              </a:ext>
            </a:extLst>
          </p:cNvPr>
          <p:cNvCxnSpPr>
            <a:cxnSpLocks/>
          </p:cNvCxnSpPr>
          <p:nvPr/>
        </p:nvCxnSpPr>
        <p:spPr>
          <a:xfrm>
            <a:off x="2332739" y="3624203"/>
            <a:ext cx="445892" cy="21988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B4F6B82-5E21-6F07-0E50-5CBF65F93922}"/>
              </a:ext>
            </a:extLst>
          </p:cNvPr>
          <p:cNvCxnSpPr>
            <a:cxnSpLocks/>
          </p:cNvCxnSpPr>
          <p:nvPr/>
        </p:nvCxnSpPr>
        <p:spPr>
          <a:xfrm flipV="1">
            <a:off x="1789513" y="3621708"/>
            <a:ext cx="357278" cy="341329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FCC493-DE22-1FFB-1B95-841D4ACB8F15}"/>
                  </a:ext>
                </a:extLst>
              </p:cNvPr>
              <p:cNvSpPr txBox="1"/>
              <p:nvPr/>
            </p:nvSpPr>
            <p:spPr>
              <a:xfrm>
                <a:off x="1567728" y="3734146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FCC493-DE22-1FFB-1B95-841D4ACB8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728" y="3734146"/>
                <a:ext cx="308769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18745BC-E42F-F0A8-6662-DF0916BE6A78}"/>
              </a:ext>
            </a:extLst>
          </p:cNvPr>
          <p:cNvCxnSpPr>
            <a:cxnSpLocks/>
          </p:cNvCxnSpPr>
          <p:nvPr/>
        </p:nvCxnSpPr>
        <p:spPr>
          <a:xfrm flipV="1">
            <a:off x="1458519" y="3621708"/>
            <a:ext cx="688272" cy="66041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9D9A4EF-8049-DBE6-6444-582217BC04FF}"/>
                  </a:ext>
                </a:extLst>
              </p:cNvPr>
              <p:cNvSpPr txBox="1"/>
              <p:nvPr/>
            </p:nvSpPr>
            <p:spPr>
              <a:xfrm>
                <a:off x="2532171" y="3566431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9D9A4EF-8049-DBE6-6444-582217BC0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171" y="3566431"/>
                <a:ext cx="308769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e 66">
                <a:extLst>
                  <a:ext uri="{FF2B5EF4-FFF2-40B4-BE49-F238E27FC236}">
                    <a16:creationId xmlns:a16="http://schemas.microsoft.com/office/drawing/2014/main" id="{468428FF-42C5-DD52-D434-36B51B0417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042437"/>
                  </p:ext>
                </p:extLst>
              </p:nvPr>
            </p:nvGraphicFramePr>
            <p:xfrm>
              <a:off x="58426" y="2931645"/>
              <a:ext cx="6643920" cy="22109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1113021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4064312526"/>
                        </a:ext>
                      </a:extLst>
                    </a:gridCol>
                  </a:tblGrid>
                  <a:tr h="221096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Q34.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0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sz="1200" b="1" i="0" dirty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Q35. </a:t>
                          </a:r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3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  <m:oMath xmlns:m="http://schemas.openxmlformats.org/officeDocument/2006/math">
                                <m:r>
                                  <a:rPr lang="en-GB" sz="13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br>
                            <a:rPr lang="en-GB" sz="1200" b="0" dirty="0"/>
                          </a:br>
                          <a:r>
                            <a:rPr lang="en-GB" sz="1200" b="0" dirty="0"/>
                            <a:t>Draw</a:t>
                          </a:r>
                          <a:r>
                            <a:rPr lang="en-GB" sz="1200" b="0" baseline="0" dirty="0"/>
                            <a:t> the vector</a:t>
                          </a:r>
                          <a:br>
                            <a:rPr lang="en-GB" sz="1200" b="0" baseline="0" dirty="0"/>
                          </a:br>
                          <a14:m>
                            <m:oMath xmlns:m="http://schemas.openxmlformats.org/officeDocument/2006/math"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b="0" baseline="0" dirty="0"/>
                            <a:t> and find</a:t>
                          </a:r>
                          <a:br>
                            <a:rPr lang="en-GB" sz="1200" b="0" baseline="0" dirty="0"/>
                          </a:br>
                          <a:r>
                            <a:rPr lang="en-GB" sz="1200" b="0" baseline="0" dirty="0"/>
                            <a:t>its column vector.</a:t>
                          </a:r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22439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e 66">
                <a:extLst>
                  <a:ext uri="{FF2B5EF4-FFF2-40B4-BE49-F238E27FC236}">
                    <a16:creationId xmlns:a16="http://schemas.microsoft.com/office/drawing/2014/main" id="{468428FF-42C5-DD52-D434-36B51B0417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042437"/>
                  </p:ext>
                </p:extLst>
              </p:nvPr>
            </p:nvGraphicFramePr>
            <p:xfrm>
              <a:off x="58426" y="2931645"/>
              <a:ext cx="6643920" cy="22109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1113021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4064312526"/>
                        </a:ext>
                      </a:extLst>
                    </a:gridCol>
                  </a:tblGrid>
                  <a:tr h="22109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83" t="-275" r="-100183" b="-5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367" t="-275" r="-367" b="-5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224399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F9434C66-9038-8477-B425-48F8D7E782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7780" y="3043076"/>
            <a:ext cx="1810796" cy="14543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6" name="Table 75">
                <a:extLst>
                  <a:ext uri="{FF2B5EF4-FFF2-40B4-BE49-F238E27FC236}">
                    <a16:creationId xmlns:a16="http://schemas.microsoft.com/office/drawing/2014/main" id="{39E70295-AFDD-F458-6BF9-84112DB054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319431"/>
                  </p:ext>
                </p:extLst>
              </p:nvPr>
            </p:nvGraphicFramePr>
            <p:xfrm>
              <a:off x="58426" y="5142612"/>
              <a:ext cx="6643920" cy="12545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4640">
                      <a:extLst>
                        <a:ext uri="{9D8B030D-6E8A-4147-A177-3AD203B41FA5}">
                          <a16:colId xmlns:a16="http://schemas.microsoft.com/office/drawing/2014/main" val="3384305025"/>
                        </a:ext>
                      </a:extLst>
                    </a:gridCol>
                    <a:gridCol w="2214640">
                      <a:extLst>
                        <a:ext uri="{9D8B030D-6E8A-4147-A177-3AD203B41FA5}">
                          <a16:colId xmlns:a16="http://schemas.microsoft.com/office/drawing/2014/main" val="1731670379"/>
                        </a:ext>
                      </a:extLst>
                    </a:gridCol>
                    <a:gridCol w="2214640">
                      <a:extLst>
                        <a:ext uri="{9D8B030D-6E8A-4147-A177-3AD203B41FA5}">
                          <a16:colId xmlns:a16="http://schemas.microsoft.com/office/drawing/2014/main" val="1987088372"/>
                        </a:ext>
                      </a:extLst>
                    </a:gridCol>
                  </a:tblGrid>
                  <a:tr h="1254500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Q36. </a:t>
                          </a:r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d>
                                <m:d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−7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Q37.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d>
                                <m:dPr>
                                  <m:ctrlPr>
                                    <a:rPr lang="en-GB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−6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−8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600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Q38.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GB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d>
                                <m:d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−8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600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6660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6" name="Table 75">
                <a:extLst>
                  <a:ext uri="{FF2B5EF4-FFF2-40B4-BE49-F238E27FC236}">
                    <a16:creationId xmlns:a16="http://schemas.microsoft.com/office/drawing/2014/main" id="{39E70295-AFDD-F458-6BF9-84112DB054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319431"/>
                  </p:ext>
                </p:extLst>
              </p:nvPr>
            </p:nvGraphicFramePr>
            <p:xfrm>
              <a:off x="58426" y="5142612"/>
              <a:ext cx="6643920" cy="12545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4640">
                      <a:extLst>
                        <a:ext uri="{9D8B030D-6E8A-4147-A177-3AD203B41FA5}">
                          <a16:colId xmlns:a16="http://schemas.microsoft.com/office/drawing/2014/main" val="3384305025"/>
                        </a:ext>
                      </a:extLst>
                    </a:gridCol>
                    <a:gridCol w="2214640">
                      <a:extLst>
                        <a:ext uri="{9D8B030D-6E8A-4147-A177-3AD203B41FA5}">
                          <a16:colId xmlns:a16="http://schemas.microsoft.com/office/drawing/2014/main" val="1731670379"/>
                        </a:ext>
                      </a:extLst>
                    </a:gridCol>
                    <a:gridCol w="2214640">
                      <a:extLst>
                        <a:ext uri="{9D8B030D-6E8A-4147-A177-3AD203B41FA5}">
                          <a16:colId xmlns:a16="http://schemas.microsoft.com/office/drawing/2014/main" val="1987088372"/>
                        </a:ext>
                      </a:extLst>
                    </a:gridCol>
                  </a:tblGrid>
                  <a:tr h="1254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75" t="-483" r="-200275" b="-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551" t="-483" r="-100826" b="-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00000" t="-483" r="-549" b="-9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6660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57144F61-C089-F3E7-9C93-A0CF9401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14</a:t>
            </a:fld>
            <a:endParaRPr lang="en-GB" b="1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89CA40-1326-663A-F519-BE35CEC5FBDA}"/>
              </a:ext>
            </a:extLst>
          </p:cNvPr>
          <p:cNvSpPr/>
          <p:nvPr/>
        </p:nvSpPr>
        <p:spPr>
          <a:xfrm>
            <a:off x="-10785" y="2617834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Mixed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286EEC89-7B8F-22D6-8FAD-037ACED36D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766357"/>
                  </p:ext>
                </p:extLst>
              </p:nvPr>
            </p:nvGraphicFramePr>
            <p:xfrm>
              <a:off x="58426" y="88359"/>
              <a:ext cx="6643919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15.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94400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required in column notation.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Complete the calculation using the horizontal and vertical parts separately.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286EEC89-7B8F-22D6-8FAD-037ACED36D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766357"/>
                  </p:ext>
                </p:extLst>
              </p:nvPr>
            </p:nvGraphicFramePr>
            <p:xfrm>
              <a:off x="58426" y="88359"/>
              <a:ext cx="6643919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15.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required in column notation.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Complete the calculation using the horizontal and vertical parts separately.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77509" t="-13295" r="-201038" b="-2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76897" t="-13295" r="-100345" b="-2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277855" t="-13295" r="-692" b="-20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4" name="Table 73">
                <a:extLst>
                  <a:ext uri="{FF2B5EF4-FFF2-40B4-BE49-F238E27FC236}">
                    <a16:creationId xmlns:a16="http://schemas.microsoft.com/office/drawing/2014/main" id="{A7A8791D-917A-1F14-23B0-9C9FBF0B84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6988145"/>
                  </p:ext>
                </p:extLst>
              </p:nvPr>
            </p:nvGraphicFramePr>
            <p:xfrm>
              <a:off x="58426" y="6397113"/>
              <a:ext cx="6643920" cy="31989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60980">
                      <a:extLst>
                        <a:ext uri="{9D8B030D-6E8A-4147-A177-3AD203B41FA5}">
                          <a16:colId xmlns:a16="http://schemas.microsoft.com/office/drawing/2014/main" val="861149943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4066935457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2816417453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3514288392"/>
                        </a:ext>
                      </a:extLst>
                    </a:gridCol>
                  </a:tblGrid>
                  <a:tr h="459240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Q39. </a:t>
                          </a:r>
                          <a:r>
                            <a:rPr lang="en-GB" sz="1200" dirty="0"/>
                            <a:t>Given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dirty="0"/>
                            <a:t>   </a:t>
                          </a:r>
                          <a:r>
                            <a:rPr lang="en-GB" sz="1200" dirty="0"/>
                            <a:t>and</a:t>
                          </a:r>
                          <a:r>
                            <a:rPr lang="en-GB" sz="140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dirty="0"/>
                            <a:t>, </a:t>
                          </a:r>
                          <a:r>
                            <a:rPr lang="en-GB" sz="1200" dirty="0"/>
                            <a:t>calculate:</a:t>
                          </a:r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970803"/>
                      </a:ext>
                    </a:extLst>
                  </a:tr>
                  <a:tr h="1198616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+0.5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8811370"/>
                      </a:ext>
                    </a:extLst>
                  </a:tr>
                  <a:tr h="1541078">
                    <a:tc>
                      <a:txBody>
                        <a:bodyPr/>
                        <a:lstStyle/>
                        <a:p>
                          <a:r>
                            <a:rPr lang="en-GB" sz="1200" b="0" dirty="0"/>
                            <a:t>e)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g)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h)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34650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4" name="Table 73">
                <a:extLst>
                  <a:ext uri="{FF2B5EF4-FFF2-40B4-BE49-F238E27FC236}">
                    <a16:creationId xmlns:a16="http://schemas.microsoft.com/office/drawing/2014/main" id="{A7A8791D-917A-1F14-23B0-9C9FBF0B84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6988145"/>
                  </p:ext>
                </p:extLst>
              </p:nvPr>
            </p:nvGraphicFramePr>
            <p:xfrm>
              <a:off x="58426" y="6397113"/>
              <a:ext cx="6643920" cy="31989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60980">
                      <a:extLst>
                        <a:ext uri="{9D8B030D-6E8A-4147-A177-3AD203B41FA5}">
                          <a16:colId xmlns:a16="http://schemas.microsoft.com/office/drawing/2014/main" val="861149943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4066935457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2816417453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3514288392"/>
                        </a:ext>
                      </a:extLst>
                    </a:gridCol>
                  </a:tblGrid>
                  <a:tr h="45924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92" t="-1316" r="-183" b="-59473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970803"/>
                      </a:ext>
                    </a:extLst>
                  </a:tr>
                  <a:tr h="11986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66" t="-39086" r="-300366" b="-1294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0366" t="-39086" r="-200366" b="-1294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201103" t="-39086" r="-101103" b="-1294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00000" t="-39086" r="-733" b="-1294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811370"/>
                      </a:ext>
                    </a:extLst>
                  </a:tr>
                  <a:tr h="1541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66" t="-108300" r="-300366" b="-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0366" t="-108300" r="-200366" b="-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201103" t="-108300" r="-101103" b="-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00000" t="-108300" r="-733" b="-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34650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0988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CF5A2F7-BD87-C5E0-DCF4-74BC630AAC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964813"/>
                  </p:ext>
                </p:extLst>
              </p:nvPr>
            </p:nvGraphicFramePr>
            <p:xfrm>
              <a:off x="90058" y="4436366"/>
              <a:ext cx="6677884" cy="5184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338942">
                      <a:extLst>
                        <a:ext uri="{9D8B030D-6E8A-4147-A177-3AD203B41FA5}">
                          <a16:colId xmlns:a16="http://schemas.microsoft.com/office/drawing/2014/main" val="932234254"/>
                        </a:ext>
                      </a:extLst>
                    </a:gridCol>
                    <a:gridCol w="3338942">
                      <a:extLst>
                        <a:ext uri="{9D8B030D-6E8A-4147-A177-3AD203B41FA5}">
                          <a16:colId xmlns:a16="http://schemas.microsoft.com/office/drawing/2014/main" val="131069060"/>
                        </a:ext>
                      </a:extLst>
                    </a:gridCol>
                  </a:tblGrid>
                  <a:tr h="172800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5786391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522960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The grid shows vectors </a:t>
                          </a:r>
                          <a14:m>
                            <m:oMath xmlns:m="http://schemas.openxmlformats.org/officeDocument/2006/math"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 &amp; </m:t>
                              </m:r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r>
                            <a:rPr lang="en-GB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  <a:p>
                          <a:r>
                            <a:rPr lang="en-GB" b="0" dirty="0">
                              <a:solidFill>
                                <a:sysClr val="windowText" lastClr="000000"/>
                              </a:solidFill>
                            </a:rPr>
                            <a:t>Which</a:t>
                          </a:r>
                          <a:r>
                            <a:rPr lang="en-GB" b="0" baseline="0" dirty="0">
                              <a:solidFill>
                                <a:sysClr val="windowText" lastClr="000000"/>
                              </a:solidFill>
                            </a:rPr>
                            <a:t> of the following is </a:t>
                          </a:r>
                        </a:p>
                        <a:p>
                          <a:r>
                            <a:rPr lang="en-GB" b="0" baseline="0" dirty="0">
                              <a:solidFill>
                                <a:sysClr val="windowText" lastClr="000000"/>
                              </a:solidFill>
                            </a:rPr>
                            <a:t>shown</a:t>
                          </a:r>
                          <a:r>
                            <a:rPr lang="en-GB" b="0" dirty="0">
                              <a:solidFill>
                                <a:sysClr val="windowText" lastClr="000000"/>
                              </a:solidFill>
                            </a:rPr>
                            <a:t>?</a:t>
                          </a:r>
                        </a:p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53530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CF5A2F7-BD87-C5E0-DCF4-74BC630AAC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964813"/>
                  </p:ext>
                </p:extLst>
              </p:nvPr>
            </p:nvGraphicFramePr>
            <p:xfrm>
              <a:off x="90058" y="4436366"/>
              <a:ext cx="6677884" cy="5184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338942">
                      <a:extLst>
                        <a:ext uri="{9D8B030D-6E8A-4147-A177-3AD203B41FA5}">
                          <a16:colId xmlns:a16="http://schemas.microsoft.com/office/drawing/2014/main" val="932234254"/>
                        </a:ext>
                      </a:extLst>
                    </a:gridCol>
                    <a:gridCol w="3338942">
                      <a:extLst>
                        <a:ext uri="{9D8B030D-6E8A-4147-A177-3AD203B41FA5}">
                          <a16:colId xmlns:a16="http://schemas.microsoft.com/office/drawing/2014/main" val="131069060"/>
                        </a:ext>
                      </a:extLst>
                    </a:gridCol>
                  </a:tblGrid>
                  <a:tr h="172800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5786391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522960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5" t="-200352" r="-365" b="-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53530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2F4FDF15-60CF-95EA-5208-0D1E94F2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15</a:t>
            </a:fld>
            <a:endParaRPr lang="en-GB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7F46DF53-1589-E4A1-AF1E-4E783DE4A2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9653183"/>
                  </p:ext>
                </p:extLst>
              </p:nvPr>
            </p:nvGraphicFramePr>
            <p:xfrm>
              <a:off x="134676" y="129233"/>
              <a:ext cx="6643920" cy="17579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340687663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84587397"/>
                        </a:ext>
                      </a:extLst>
                    </a:gridCol>
                  </a:tblGrid>
                  <a:tr h="1757963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Q40. </a:t>
                          </a:r>
                          <a:r>
                            <a:rPr lang="en-GB" sz="1200" dirty="0"/>
                            <a:t>Find the values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dirty="0"/>
                            <a:t> and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dirty="0"/>
                            <a:t> if: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Q41. </a:t>
                          </a:r>
                          <a:r>
                            <a:rPr lang="en-GB" sz="1200" dirty="0"/>
                            <a:t>Find the values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GB" sz="1200" dirty="0"/>
                            <a:t> if: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20343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7F46DF53-1589-E4A1-AF1E-4E783DE4A2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9653183"/>
                  </p:ext>
                </p:extLst>
              </p:nvPr>
            </p:nvGraphicFramePr>
            <p:xfrm>
              <a:off x="134676" y="129233"/>
              <a:ext cx="6643920" cy="17579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340687663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84587397"/>
                        </a:ext>
                      </a:extLst>
                    </a:gridCol>
                  </a:tblGrid>
                  <a:tr h="17579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3" t="-346" r="-100550" b="-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83" t="-346" r="-550" b="-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0343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CAEB019-8BC9-DA95-879F-DD38A873D8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251453"/>
                  </p:ext>
                </p:extLst>
              </p:nvPr>
            </p:nvGraphicFramePr>
            <p:xfrm>
              <a:off x="128586" y="1887196"/>
              <a:ext cx="6643920" cy="1881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340687663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84587397"/>
                        </a:ext>
                      </a:extLst>
                    </a:gridCol>
                  </a:tblGrid>
                  <a:tr h="1881240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Q42. </a:t>
                          </a:r>
                          <a:r>
                            <a:rPr lang="en-GB" sz="1200" dirty="0"/>
                            <a:t>Find the values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GB" sz="1200" dirty="0"/>
                            <a:t> and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r>
                            <a:rPr lang="en-GB" sz="1200" dirty="0"/>
                            <a:t> if: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Q43. </a:t>
                          </a:r>
                          <a:r>
                            <a:rPr lang="en-GB" sz="1200" dirty="0"/>
                            <a:t>Find the values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GB" sz="1200" dirty="0"/>
                            <a:t> if: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20343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CAEB019-8BC9-DA95-879F-DD38A873D8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251453"/>
                  </p:ext>
                </p:extLst>
              </p:nvPr>
            </p:nvGraphicFramePr>
            <p:xfrm>
              <a:off x="128586" y="1887196"/>
              <a:ext cx="6643920" cy="1881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340687663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84587397"/>
                        </a:ext>
                      </a:extLst>
                    </a:gridCol>
                  </a:tblGrid>
                  <a:tr h="1881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3" t="-323" r="-100550" b="-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183" t="-323" r="-550" b="-6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0343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4867BC6-E7CB-174B-9566-4B20AC71828B}"/>
              </a:ext>
            </a:extLst>
          </p:cNvPr>
          <p:cNvSpPr txBox="1"/>
          <p:nvPr/>
        </p:nvSpPr>
        <p:spPr>
          <a:xfrm>
            <a:off x="153744" y="3966966"/>
            <a:ext cx="6550512" cy="307777"/>
          </a:xfrm>
          <a:prstGeom prst="rect">
            <a:avLst/>
          </a:prstGeom>
          <a:solidFill>
            <a:srgbClr val="7E234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Skills Check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872DDAB-DD88-E453-5CED-5993F0CDB3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1" t="24232" r="29123" b="53860"/>
          <a:stretch>
            <a:fillRect/>
          </a:stretch>
        </p:blipFill>
        <p:spPr bwMode="auto">
          <a:xfrm>
            <a:off x="4434958" y="4480880"/>
            <a:ext cx="1433199" cy="58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220CF21-8C44-5807-2C30-FF15DBC0F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96" t="25412" r="29577" b="53353"/>
          <a:stretch>
            <a:fillRect/>
          </a:stretch>
        </p:blipFill>
        <p:spPr bwMode="auto">
          <a:xfrm>
            <a:off x="1097051" y="6219605"/>
            <a:ext cx="1427582" cy="55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EAC84CD-9580-3473-11D4-4FEBA2212D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2" t="19022" r="69356" b="68288"/>
          <a:stretch>
            <a:fillRect/>
          </a:stretch>
        </p:blipFill>
        <p:spPr bwMode="auto">
          <a:xfrm>
            <a:off x="3457228" y="6199625"/>
            <a:ext cx="1439973" cy="54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78394972-1FEE-06C8-5C55-A92842ACE3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4" t="19683" r="69275" b="70055"/>
          <a:stretch>
            <a:fillRect/>
          </a:stretch>
        </p:blipFill>
        <p:spPr bwMode="auto">
          <a:xfrm>
            <a:off x="162362" y="7986481"/>
            <a:ext cx="1427582" cy="4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C9C3C88E-56B6-DBCE-B866-36BD109B00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4" t="22231" r="60803" b="42080"/>
          <a:stretch>
            <a:fillRect/>
          </a:stretch>
        </p:blipFill>
        <p:spPr bwMode="auto">
          <a:xfrm>
            <a:off x="5722199" y="7911459"/>
            <a:ext cx="1010252" cy="77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0A01EA5-8500-B464-4B45-270E28161D6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0724" t="23090" r="30149" b="53679"/>
          <a:stretch>
            <a:fillRect/>
          </a:stretch>
        </p:blipFill>
        <p:spPr>
          <a:xfrm>
            <a:off x="1201113" y="4473884"/>
            <a:ext cx="1296233" cy="577209"/>
          </a:xfrm>
          <a:prstGeom prst="rect">
            <a:avLst/>
          </a:prstGeom>
        </p:spPr>
      </p:pic>
      <p:pic>
        <p:nvPicPr>
          <p:cNvPr id="49" name="Picture 6">
            <a:extLst>
              <a:ext uri="{FF2B5EF4-FFF2-40B4-BE49-F238E27FC236}">
                <a16:creationId xmlns:a16="http://schemas.microsoft.com/office/drawing/2014/main" id="{0A965FFA-3726-CDE5-0766-4E6D9F7C7A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403616" y="508861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>
            <a:extLst>
              <a:ext uri="{FF2B5EF4-FFF2-40B4-BE49-F238E27FC236}">
                <a16:creationId xmlns:a16="http://schemas.microsoft.com/office/drawing/2014/main" id="{84256E79-B820-4C7C-034D-799607A78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403616" y="5653566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6">
            <a:extLst>
              <a:ext uri="{FF2B5EF4-FFF2-40B4-BE49-F238E27FC236}">
                <a16:creationId xmlns:a16="http://schemas.microsoft.com/office/drawing/2014/main" id="{2D392317-927E-51A7-489E-9A03A8271D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1742457" y="5134304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6">
            <a:extLst>
              <a:ext uri="{FF2B5EF4-FFF2-40B4-BE49-F238E27FC236}">
                <a16:creationId xmlns:a16="http://schemas.microsoft.com/office/drawing/2014/main" id="{64D35692-D695-8AF0-1B23-61E0208E0C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1742457" y="5699544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B952748-AB57-A9EC-B1F1-E12F70B367C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717" t="70264" r="78542" b="15173"/>
          <a:stretch>
            <a:fillRect/>
          </a:stretch>
        </p:blipFill>
        <p:spPr>
          <a:xfrm>
            <a:off x="739190" y="5086403"/>
            <a:ext cx="501329" cy="46639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DFAE509-BBE8-FB44-57BA-485734B1AE6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3004" t="71238" r="55255" b="14199"/>
          <a:stretch>
            <a:fillRect/>
          </a:stretch>
        </p:blipFill>
        <p:spPr>
          <a:xfrm>
            <a:off x="2164041" y="5110636"/>
            <a:ext cx="501329" cy="46639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B6E4D7C-FC4F-0C59-DADD-92AE16B0671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5820" t="71785" r="32439" b="13652"/>
          <a:stretch>
            <a:fillRect/>
          </a:stretch>
        </p:blipFill>
        <p:spPr>
          <a:xfrm>
            <a:off x="739190" y="5652210"/>
            <a:ext cx="501329" cy="46639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FC76C64-586D-0B85-00C8-C1133A03CEA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9614" t="70992" r="8645" b="14445"/>
          <a:stretch>
            <a:fillRect/>
          </a:stretch>
        </p:blipFill>
        <p:spPr>
          <a:xfrm>
            <a:off x="2119773" y="5675876"/>
            <a:ext cx="501329" cy="466397"/>
          </a:xfrm>
          <a:prstGeom prst="rect">
            <a:avLst/>
          </a:prstGeom>
        </p:spPr>
      </p:pic>
      <p:pic>
        <p:nvPicPr>
          <p:cNvPr id="57" name="Picture 6">
            <a:extLst>
              <a:ext uri="{FF2B5EF4-FFF2-40B4-BE49-F238E27FC236}">
                <a16:creationId xmlns:a16="http://schemas.microsoft.com/office/drawing/2014/main" id="{D21FB874-0A01-4A12-EA21-C3981A525D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3806977" y="5074896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6">
            <a:extLst>
              <a:ext uri="{FF2B5EF4-FFF2-40B4-BE49-F238E27FC236}">
                <a16:creationId xmlns:a16="http://schemas.microsoft.com/office/drawing/2014/main" id="{7C7B7B05-1EEC-464B-0B16-7777735B1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3806977" y="563985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6">
            <a:extLst>
              <a:ext uri="{FF2B5EF4-FFF2-40B4-BE49-F238E27FC236}">
                <a16:creationId xmlns:a16="http://schemas.microsoft.com/office/drawing/2014/main" id="{FC7B1FE8-9F48-4EC8-9E05-60FE0421F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145818" y="5120589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>
            <a:extLst>
              <a:ext uri="{FF2B5EF4-FFF2-40B4-BE49-F238E27FC236}">
                <a16:creationId xmlns:a16="http://schemas.microsoft.com/office/drawing/2014/main" id="{0A2D80B5-C6B3-7C1E-CA94-3B27D6DCE4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145818" y="5685829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>
            <a:extLst>
              <a:ext uri="{FF2B5EF4-FFF2-40B4-BE49-F238E27FC236}">
                <a16:creationId xmlns:a16="http://schemas.microsoft.com/office/drawing/2014/main" id="{FD889C56-28D6-DF10-4769-63BFFDC6D4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0" t="72553" r="80390" b="14126"/>
          <a:stretch>
            <a:fillRect/>
          </a:stretch>
        </p:blipFill>
        <p:spPr bwMode="auto">
          <a:xfrm>
            <a:off x="4254043" y="5085718"/>
            <a:ext cx="365568" cy="4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>
            <a:extLst>
              <a:ext uri="{FF2B5EF4-FFF2-40B4-BE49-F238E27FC236}">
                <a16:creationId xmlns:a16="http://schemas.microsoft.com/office/drawing/2014/main" id="{CB03BB75-B615-ECD8-6A8D-80E00E03D8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83" t="72903" r="57287" b="13776"/>
          <a:stretch>
            <a:fillRect/>
          </a:stretch>
        </p:blipFill>
        <p:spPr bwMode="auto">
          <a:xfrm>
            <a:off x="5577594" y="5074896"/>
            <a:ext cx="365568" cy="4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77104162-F9FB-365A-7B6F-86F3ED0672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08" t="73008" r="34062" b="13671"/>
          <a:stretch>
            <a:fillRect/>
          </a:stretch>
        </p:blipFill>
        <p:spPr bwMode="auto">
          <a:xfrm>
            <a:off x="4285249" y="5629471"/>
            <a:ext cx="365568" cy="4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" name="Picture 2">
            <a:extLst>
              <a:ext uri="{FF2B5EF4-FFF2-40B4-BE49-F238E27FC236}">
                <a16:creationId xmlns:a16="http://schemas.microsoft.com/office/drawing/2014/main" id="{DF1A8CCB-A3FA-06A9-1F66-BBF03B236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35" t="74308" r="10335" b="12371"/>
          <a:stretch>
            <a:fillRect/>
          </a:stretch>
        </p:blipFill>
        <p:spPr bwMode="auto">
          <a:xfrm>
            <a:off x="5592884" y="5692905"/>
            <a:ext cx="365568" cy="4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6">
            <a:extLst>
              <a:ext uri="{FF2B5EF4-FFF2-40B4-BE49-F238E27FC236}">
                <a16:creationId xmlns:a16="http://schemas.microsoft.com/office/drawing/2014/main" id="{D34F16B1-E8D0-A30E-AF5A-956DB611D2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522957" y="682073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6">
            <a:extLst>
              <a:ext uri="{FF2B5EF4-FFF2-40B4-BE49-F238E27FC236}">
                <a16:creationId xmlns:a16="http://schemas.microsoft.com/office/drawing/2014/main" id="{4056018C-CDBE-BD65-FF1E-AA7819D46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522957" y="7385686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6">
            <a:extLst>
              <a:ext uri="{FF2B5EF4-FFF2-40B4-BE49-F238E27FC236}">
                <a16:creationId xmlns:a16="http://schemas.microsoft.com/office/drawing/2014/main" id="{4C59BC29-6905-1EAD-63D9-836F900B66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1861798" y="6866424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6">
            <a:extLst>
              <a:ext uri="{FF2B5EF4-FFF2-40B4-BE49-F238E27FC236}">
                <a16:creationId xmlns:a16="http://schemas.microsoft.com/office/drawing/2014/main" id="{0C58D58B-3960-BD15-9B78-63B47E73A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1861798" y="7431664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6">
            <a:extLst>
              <a:ext uri="{FF2B5EF4-FFF2-40B4-BE49-F238E27FC236}">
                <a16:creationId xmlns:a16="http://schemas.microsoft.com/office/drawing/2014/main" id="{477E9DCA-E3A1-D272-1DD5-18205D993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3806977" y="6795922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6">
            <a:extLst>
              <a:ext uri="{FF2B5EF4-FFF2-40B4-BE49-F238E27FC236}">
                <a16:creationId xmlns:a16="http://schemas.microsoft.com/office/drawing/2014/main" id="{9EAC6444-E00F-ABDA-D26C-F066BDD93C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3806977" y="7360877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5" name="Picture 6">
            <a:extLst>
              <a:ext uri="{FF2B5EF4-FFF2-40B4-BE49-F238E27FC236}">
                <a16:creationId xmlns:a16="http://schemas.microsoft.com/office/drawing/2014/main" id="{D0C60DBE-8D44-AA11-8AB1-418CDE0AE2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145818" y="684161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6">
            <a:extLst>
              <a:ext uri="{FF2B5EF4-FFF2-40B4-BE49-F238E27FC236}">
                <a16:creationId xmlns:a16="http://schemas.microsoft.com/office/drawing/2014/main" id="{7E947B6F-0468-0C1F-3E2A-6206CEF15B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145818" y="740685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7" name="Picture 6">
            <a:extLst>
              <a:ext uri="{FF2B5EF4-FFF2-40B4-BE49-F238E27FC236}">
                <a16:creationId xmlns:a16="http://schemas.microsoft.com/office/drawing/2014/main" id="{9E003D13-EF47-3ED5-38A7-5AA03CB285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514396" y="8482278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6">
            <a:extLst>
              <a:ext uri="{FF2B5EF4-FFF2-40B4-BE49-F238E27FC236}">
                <a16:creationId xmlns:a16="http://schemas.microsoft.com/office/drawing/2014/main" id="{2F8CCA54-4E88-3A23-77B8-4C82AD8785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514396" y="9047233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9" name="Picture 6">
            <a:extLst>
              <a:ext uri="{FF2B5EF4-FFF2-40B4-BE49-F238E27FC236}">
                <a16:creationId xmlns:a16="http://schemas.microsoft.com/office/drawing/2014/main" id="{CF0D0A03-D78E-D317-2993-8B514D47A3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1853237" y="852797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6">
            <a:extLst>
              <a:ext uri="{FF2B5EF4-FFF2-40B4-BE49-F238E27FC236}">
                <a16:creationId xmlns:a16="http://schemas.microsoft.com/office/drawing/2014/main" id="{939C6B38-9356-A2DA-8835-AF0FD36703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1853237" y="909321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1" name="Picture 6">
            <a:extLst>
              <a:ext uri="{FF2B5EF4-FFF2-40B4-BE49-F238E27FC236}">
                <a16:creationId xmlns:a16="http://schemas.microsoft.com/office/drawing/2014/main" id="{D048A94F-D144-C31E-589E-C040B5B18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3817443" y="8708998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6">
            <a:extLst>
              <a:ext uri="{FF2B5EF4-FFF2-40B4-BE49-F238E27FC236}">
                <a16:creationId xmlns:a16="http://schemas.microsoft.com/office/drawing/2014/main" id="{FBB20862-9368-896B-931D-D0CD70B13B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3801265" y="9176984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3" name="Picture 6">
            <a:extLst>
              <a:ext uri="{FF2B5EF4-FFF2-40B4-BE49-F238E27FC236}">
                <a16:creationId xmlns:a16="http://schemas.microsoft.com/office/drawing/2014/main" id="{C9483FC5-3AC4-398B-25CD-7887D8315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145818" y="8747797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6">
            <a:extLst>
              <a:ext uri="{FF2B5EF4-FFF2-40B4-BE49-F238E27FC236}">
                <a16:creationId xmlns:a16="http://schemas.microsoft.com/office/drawing/2014/main" id="{25B698FB-3532-2D9E-1C9F-03A2570112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145818" y="9186646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5" name="Picture 4">
            <a:extLst>
              <a:ext uri="{FF2B5EF4-FFF2-40B4-BE49-F238E27FC236}">
                <a16:creationId xmlns:a16="http://schemas.microsoft.com/office/drawing/2014/main" id="{59ADC5E3-8F23-3B35-715E-C50DDC8CF5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8" t="71189" r="79201" b="14361"/>
          <a:stretch>
            <a:fillRect/>
          </a:stretch>
        </p:blipFill>
        <p:spPr bwMode="auto">
          <a:xfrm>
            <a:off x="951654" y="6823913"/>
            <a:ext cx="392705" cy="4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4">
            <a:extLst>
              <a:ext uri="{FF2B5EF4-FFF2-40B4-BE49-F238E27FC236}">
                <a16:creationId xmlns:a16="http://schemas.microsoft.com/office/drawing/2014/main" id="{9D990FB6-DB46-290D-FB4A-BE4851002E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42" t="70713" r="33117" b="14837"/>
          <a:stretch>
            <a:fillRect/>
          </a:stretch>
        </p:blipFill>
        <p:spPr bwMode="auto">
          <a:xfrm>
            <a:off x="927568" y="7399079"/>
            <a:ext cx="392705" cy="4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7" name="Picture 4">
            <a:extLst>
              <a:ext uri="{FF2B5EF4-FFF2-40B4-BE49-F238E27FC236}">
                <a16:creationId xmlns:a16="http://schemas.microsoft.com/office/drawing/2014/main" id="{F428C451-AD36-5240-F46B-8F5100567B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70535" r="56570" b="15015"/>
          <a:stretch>
            <a:fillRect/>
          </a:stretch>
        </p:blipFill>
        <p:spPr bwMode="auto">
          <a:xfrm>
            <a:off x="2258651" y="6825904"/>
            <a:ext cx="392705" cy="4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4">
            <a:extLst>
              <a:ext uri="{FF2B5EF4-FFF2-40B4-BE49-F238E27FC236}">
                <a16:creationId xmlns:a16="http://schemas.microsoft.com/office/drawing/2014/main" id="{34C06AE0-D6BC-C45B-6B09-16C05A10EC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97" t="71019" r="10362" b="14531"/>
          <a:stretch>
            <a:fillRect/>
          </a:stretch>
        </p:blipFill>
        <p:spPr bwMode="auto">
          <a:xfrm>
            <a:off x="2252868" y="7387850"/>
            <a:ext cx="392705" cy="4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0" name="Picture 6">
            <a:extLst>
              <a:ext uri="{FF2B5EF4-FFF2-40B4-BE49-F238E27FC236}">
                <a16:creationId xmlns:a16="http://schemas.microsoft.com/office/drawing/2014/main" id="{076879B9-2981-10D6-10D6-C6399DFE73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3" t="36832" r="59230" b="54853"/>
          <a:stretch>
            <a:fillRect/>
          </a:stretch>
        </p:blipFill>
        <p:spPr bwMode="auto">
          <a:xfrm>
            <a:off x="5071099" y="6266783"/>
            <a:ext cx="1643102" cy="29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1" name="Picture 6">
            <a:extLst>
              <a:ext uri="{FF2B5EF4-FFF2-40B4-BE49-F238E27FC236}">
                <a16:creationId xmlns:a16="http://schemas.microsoft.com/office/drawing/2014/main" id="{620070FA-C29F-33DF-6D15-F97CB3DB7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1" t="68224" r="80869" b="23199"/>
          <a:stretch>
            <a:fillRect/>
          </a:stretch>
        </p:blipFill>
        <p:spPr bwMode="auto">
          <a:xfrm>
            <a:off x="4325172" y="6754146"/>
            <a:ext cx="338132" cy="43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" name="Picture 6">
            <a:extLst>
              <a:ext uri="{FF2B5EF4-FFF2-40B4-BE49-F238E27FC236}">
                <a16:creationId xmlns:a16="http://schemas.microsoft.com/office/drawing/2014/main" id="{187D6579-6C81-AEA3-FCD0-FE07041BD2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43" t="67817" r="60167" b="22707"/>
          <a:stretch>
            <a:fillRect/>
          </a:stretch>
        </p:blipFill>
        <p:spPr bwMode="auto">
          <a:xfrm>
            <a:off x="5581510" y="6755801"/>
            <a:ext cx="516958" cy="47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3" name="Picture 6">
            <a:extLst>
              <a:ext uri="{FF2B5EF4-FFF2-40B4-BE49-F238E27FC236}">
                <a16:creationId xmlns:a16="http://schemas.microsoft.com/office/drawing/2014/main" id="{5D114EE1-9DF4-CC3F-3DF4-B346C58E53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88" t="68240" r="39459" b="23183"/>
          <a:stretch>
            <a:fillRect/>
          </a:stretch>
        </p:blipFill>
        <p:spPr bwMode="auto">
          <a:xfrm>
            <a:off x="4226527" y="7312737"/>
            <a:ext cx="541353" cy="43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4" name="Picture 6">
            <a:extLst>
              <a:ext uri="{FF2B5EF4-FFF2-40B4-BE49-F238E27FC236}">
                <a16:creationId xmlns:a16="http://schemas.microsoft.com/office/drawing/2014/main" id="{B6870592-C530-2C1B-3BF5-26401F7CD7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99" t="67240" r="20086" b="22965"/>
          <a:stretch>
            <a:fillRect/>
          </a:stretch>
        </p:blipFill>
        <p:spPr bwMode="auto">
          <a:xfrm>
            <a:off x="5619150" y="7325823"/>
            <a:ext cx="424475" cy="493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6" name="Picture 8">
            <a:extLst>
              <a:ext uri="{FF2B5EF4-FFF2-40B4-BE49-F238E27FC236}">
                <a16:creationId xmlns:a16="http://schemas.microsoft.com/office/drawing/2014/main" id="{24611B8D-9F85-3117-9E40-871E71282F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t="30056" r="61547" b="63018"/>
          <a:stretch>
            <a:fillRect/>
          </a:stretch>
        </p:blipFill>
        <p:spPr bwMode="auto">
          <a:xfrm>
            <a:off x="1640297" y="8091585"/>
            <a:ext cx="1714098" cy="26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7" name="Picture 8">
            <a:extLst>
              <a:ext uri="{FF2B5EF4-FFF2-40B4-BE49-F238E27FC236}">
                <a16:creationId xmlns:a16="http://schemas.microsoft.com/office/drawing/2014/main" id="{6EB52482-6AEC-5187-575D-784721F271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9" t="59696" r="78370" b="30042"/>
          <a:stretch>
            <a:fillRect/>
          </a:stretch>
        </p:blipFill>
        <p:spPr bwMode="auto">
          <a:xfrm>
            <a:off x="893406" y="8500863"/>
            <a:ext cx="468297" cy="4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8" name="Picture 8">
            <a:extLst>
              <a:ext uri="{FF2B5EF4-FFF2-40B4-BE49-F238E27FC236}">
                <a16:creationId xmlns:a16="http://schemas.microsoft.com/office/drawing/2014/main" id="{ACCFBBF2-7C16-B67E-733A-A416C0495E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45" t="60252" r="59254" b="29486"/>
          <a:stretch>
            <a:fillRect/>
          </a:stretch>
        </p:blipFill>
        <p:spPr bwMode="auto">
          <a:xfrm>
            <a:off x="2334345" y="8507524"/>
            <a:ext cx="468297" cy="4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9" name="Picture 8">
            <a:extLst>
              <a:ext uri="{FF2B5EF4-FFF2-40B4-BE49-F238E27FC236}">
                <a16:creationId xmlns:a16="http://schemas.microsoft.com/office/drawing/2014/main" id="{E43B531A-0639-B716-EF4E-FB0E14C99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47" t="60139" r="38352" b="29599"/>
          <a:stretch>
            <a:fillRect/>
          </a:stretch>
        </p:blipFill>
        <p:spPr bwMode="auto">
          <a:xfrm>
            <a:off x="925776" y="9032973"/>
            <a:ext cx="468297" cy="4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0" name="Picture 8">
            <a:extLst>
              <a:ext uri="{FF2B5EF4-FFF2-40B4-BE49-F238E27FC236}">
                <a16:creationId xmlns:a16="http://schemas.microsoft.com/office/drawing/2014/main" id="{0038A109-664F-0B24-4CD4-82C6B2C302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29" t="60051" r="19570" b="29687"/>
          <a:stretch>
            <a:fillRect/>
          </a:stretch>
        </p:blipFill>
        <p:spPr bwMode="auto">
          <a:xfrm>
            <a:off x="2326547" y="9047460"/>
            <a:ext cx="468297" cy="4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2" name="Picture 10">
            <a:extLst>
              <a:ext uri="{FF2B5EF4-FFF2-40B4-BE49-F238E27FC236}">
                <a16:creationId xmlns:a16="http://schemas.microsoft.com/office/drawing/2014/main" id="{D0716EEC-D46B-6A8F-EC63-270A7A69D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97" t="28352" r="5649" b="40484"/>
          <a:stretch>
            <a:fillRect/>
          </a:stretch>
        </p:blipFill>
        <p:spPr bwMode="auto">
          <a:xfrm>
            <a:off x="4407358" y="8322824"/>
            <a:ext cx="924037" cy="48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3" name="Picture 10">
            <a:extLst>
              <a:ext uri="{FF2B5EF4-FFF2-40B4-BE49-F238E27FC236}">
                <a16:creationId xmlns:a16="http://schemas.microsoft.com/office/drawing/2014/main" id="{B954D42F-14D1-69E2-1E98-9967ACB4F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5" t="63770" r="58192" b="28685"/>
          <a:stretch>
            <a:fillRect/>
          </a:stretch>
        </p:blipFill>
        <p:spPr bwMode="auto">
          <a:xfrm>
            <a:off x="4190247" y="8831426"/>
            <a:ext cx="946114" cy="21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4" name="Picture 10">
            <a:extLst>
              <a:ext uri="{FF2B5EF4-FFF2-40B4-BE49-F238E27FC236}">
                <a16:creationId xmlns:a16="http://schemas.microsoft.com/office/drawing/2014/main" id="{453047EB-4A6A-D5D8-2591-57EE9C659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1" t="78456" r="57256" b="13999"/>
          <a:stretch>
            <a:fillRect/>
          </a:stretch>
        </p:blipFill>
        <p:spPr bwMode="auto">
          <a:xfrm>
            <a:off x="5592884" y="9288563"/>
            <a:ext cx="946114" cy="21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5" name="Picture 10">
            <a:extLst>
              <a:ext uri="{FF2B5EF4-FFF2-40B4-BE49-F238E27FC236}">
                <a16:creationId xmlns:a16="http://schemas.microsoft.com/office/drawing/2014/main" id="{E845EE61-1D36-D66A-14C4-E5EA64FB05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8" t="77350" r="8269" b="15105"/>
          <a:stretch>
            <a:fillRect/>
          </a:stretch>
        </p:blipFill>
        <p:spPr bwMode="auto">
          <a:xfrm>
            <a:off x="5579650" y="8839130"/>
            <a:ext cx="946114" cy="21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6" name="Picture 10">
            <a:extLst>
              <a:ext uri="{FF2B5EF4-FFF2-40B4-BE49-F238E27FC236}">
                <a16:creationId xmlns:a16="http://schemas.microsoft.com/office/drawing/2014/main" id="{2D345AC4-B9E7-4645-769B-2E82006230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92" t="62841" r="9005" b="29614"/>
          <a:stretch>
            <a:fillRect/>
          </a:stretch>
        </p:blipFill>
        <p:spPr bwMode="auto">
          <a:xfrm>
            <a:off x="4151689" y="9278611"/>
            <a:ext cx="946114" cy="21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81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9299274-F28E-5998-9ED1-910DF8271D9D}"/>
              </a:ext>
            </a:extLst>
          </p:cNvPr>
          <p:cNvSpPr txBox="1"/>
          <p:nvPr/>
        </p:nvSpPr>
        <p:spPr>
          <a:xfrm>
            <a:off x="0" y="-15100"/>
            <a:ext cx="1873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Year 10: Vectors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D80F3B-6459-A7F8-97E9-EFC2F7282520}"/>
              </a:ext>
            </a:extLst>
          </p:cNvPr>
          <p:cNvSpPr txBox="1"/>
          <p:nvPr/>
        </p:nvSpPr>
        <p:spPr>
          <a:xfrm>
            <a:off x="3819525" y="0"/>
            <a:ext cx="3038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b="1" dirty="0">
                <a:solidFill>
                  <a:schemeClr val="bg1"/>
                </a:solidFill>
              </a:rPr>
              <a:t>D. Parallel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5DC95210-FD7F-0FE4-F1B5-0BA8462900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2845633"/>
                  </p:ext>
                </p:extLst>
              </p:nvPr>
            </p:nvGraphicFramePr>
            <p:xfrm>
              <a:off x="0" y="337820"/>
              <a:ext cx="6851544" cy="37344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948714">
                      <a:extLst>
                        <a:ext uri="{9D8B030D-6E8A-4147-A177-3AD203B41FA5}">
                          <a16:colId xmlns:a16="http://schemas.microsoft.com/office/drawing/2014/main" val="2282200380"/>
                        </a:ext>
                      </a:extLst>
                    </a:gridCol>
                    <a:gridCol w="2902830">
                      <a:extLst>
                        <a:ext uri="{9D8B030D-6E8A-4147-A177-3AD203B41FA5}">
                          <a16:colId xmlns:a16="http://schemas.microsoft.com/office/drawing/2014/main" val="126370756"/>
                        </a:ext>
                      </a:extLst>
                    </a:gridCol>
                  </a:tblGrid>
                  <a:tr h="233045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What is the same?</a:t>
                          </a:r>
                        </a:p>
                        <a:p>
                          <a:pPr algn="ctr"/>
                          <a:endParaRPr lang="en-GB" sz="1200" b="1" dirty="0"/>
                        </a:p>
                        <a:p>
                          <a:pPr algn="ctr"/>
                          <a:endParaRPr lang="en-GB" sz="1200" b="1" dirty="0"/>
                        </a:p>
                        <a:p>
                          <a:pPr algn="ctr"/>
                          <a:br>
                            <a:rPr lang="en-GB" sz="1200" b="1" dirty="0"/>
                          </a:br>
                          <a:r>
                            <a:rPr lang="en-GB" sz="1200" b="1" dirty="0"/>
                            <a:t>What is different?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Write these vectors in terms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379082"/>
                      </a:ext>
                    </a:extLst>
                  </a:tr>
                  <a:tr h="936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each vector in column notation.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14822267"/>
                      </a:ext>
                    </a:extLst>
                  </a:tr>
                  <a:tr h="468000">
                    <a:tc gridSpan="2"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are parallel if ________________________________________________________________________.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347685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5DC95210-FD7F-0FE4-F1B5-0BA8462900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2845633"/>
                  </p:ext>
                </p:extLst>
              </p:nvPr>
            </p:nvGraphicFramePr>
            <p:xfrm>
              <a:off x="0" y="337820"/>
              <a:ext cx="6851544" cy="37344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948714">
                      <a:extLst>
                        <a:ext uri="{9D8B030D-6E8A-4147-A177-3AD203B41FA5}">
                          <a16:colId xmlns:a16="http://schemas.microsoft.com/office/drawing/2014/main" val="2282200380"/>
                        </a:ext>
                      </a:extLst>
                    </a:gridCol>
                    <a:gridCol w="2902830">
                      <a:extLst>
                        <a:ext uri="{9D8B030D-6E8A-4147-A177-3AD203B41FA5}">
                          <a16:colId xmlns:a16="http://schemas.microsoft.com/office/drawing/2014/main" val="126370756"/>
                        </a:ext>
                      </a:extLst>
                    </a:gridCol>
                  </a:tblGrid>
                  <a:tr h="233045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6555" t="-261" r="-630" b="-60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379082"/>
                      </a:ext>
                    </a:extLst>
                  </a:tr>
                  <a:tr h="936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each vector in column notation.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14822267"/>
                      </a:ext>
                    </a:extLst>
                  </a:tr>
                  <a:tr h="468000">
                    <a:tc gridSpan="2"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are parallel if ________________________________________________________________________.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3476855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BB6A542D-A93E-494D-90DE-4E7956907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b="39231"/>
          <a:stretch/>
        </p:blipFill>
        <p:spPr>
          <a:xfrm>
            <a:off x="299646" y="492460"/>
            <a:ext cx="3337920" cy="204246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071A43-B527-3A86-366D-95098F46E917}"/>
              </a:ext>
            </a:extLst>
          </p:cNvPr>
          <p:cNvCxnSpPr>
            <a:cxnSpLocks/>
          </p:cNvCxnSpPr>
          <p:nvPr/>
        </p:nvCxnSpPr>
        <p:spPr>
          <a:xfrm flipV="1">
            <a:off x="658919" y="750158"/>
            <a:ext cx="424055" cy="4266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8AFB24-B659-8EE2-EADB-91B839C2FE46}"/>
              </a:ext>
            </a:extLst>
          </p:cNvPr>
          <p:cNvCxnSpPr>
            <a:cxnSpLocks/>
          </p:cNvCxnSpPr>
          <p:nvPr/>
        </p:nvCxnSpPr>
        <p:spPr>
          <a:xfrm flipV="1">
            <a:off x="981186" y="529764"/>
            <a:ext cx="336547" cy="33212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3AA167-EC19-8F4C-2D3F-CC355F6447F9}"/>
                  </a:ext>
                </a:extLst>
              </p:cNvPr>
              <p:cNvSpPr txBox="1"/>
              <p:nvPr/>
            </p:nvSpPr>
            <p:spPr>
              <a:xfrm>
                <a:off x="737200" y="657431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3AA167-EC19-8F4C-2D3F-CC355F644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00" y="657431"/>
                <a:ext cx="308769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32B6B2-4E21-50DC-669A-5E303401F467}"/>
              </a:ext>
            </a:extLst>
          </p:cNvPr>
          <p:cNvCxnSpPr>
            <a:cxnSpLocks/>
          </p:cNvCxnSpPr>
          <p:nvPr/>
        </p:nvCxnSpPr>
        <p:spPr>
          <a:xfrm flipV="1">
            <a:off x="666861" y="1428687"/>
            <a:ext cx="704850" cy="70485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F69D3BF-45FB-250A-4D72-AC5E4C63B273}"/>
              </a:ext>
            </a:extLst>
          </p:cNvPr>
          <p:cNvCxnSpPr>
            <a:cxnSpLocks/>
          </p:cNvCxnSpPr>
          <p:nvPr/>
        </p:nvCxnSpPr>
        <p:spPr>
          <a:xfrm flipV="1">
            <a:off x="1314566" y="828612"/>
            <a:ext cx="666745" cy="65353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6F23AE-DEE9-3B39-A46B-3BC96626182F}"/>
              </a:ext>
            </a:extLst>
          </p:cNvPr>
          <p:cNvCxnSpPr>
            <a:cxnSpLocks/>
          </p:cNvCxnSpPr>
          <p:nvPr/>
        </p:nvCxnSpPr>
        <p:spPr>
          <a:xfrm flipV="1">
            <a:off x="2295636" y="1142937"/>
            <a:ext cx="363929" cy="33920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81AC6B7-E90C-C1E5-0563-9313F7481E6A}"/>
              </a:ext>
            </a:extLst>
          </p:cNvPr>
          <p:cNvCxnSpPr>
            <a:cxnSpLocks/>
          </p:cNvCxnSpPr>
          <p:nvPr/>
        </p:nvCxnSpPr>
        <p:spPr>
          <a:xfrm flipV="1">
            <a:off x="2571071" y="831787"/>
            <a:ext cx="402819" cy="38543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4A02E49-EFD7-5F20-84CF-A36416BFCD82}"/>
              </a:ext>
            </a:extLst>
          </p:cNvPr>
          <p:cNvCxnSpPr>
            <a:cxnSpLocks/>
          </p:cNvCxnSpPr>
          <p:nvPr/>
        </p:nvCxnSpPr>
        <p:spPr>
          <a:xfrm flipV="1">
            <a:off x="1797250" y="1831643"/>
            <a:ext cx="180975" cy="17145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1F0AEFE-C0FB-344E-F997-53C9A25DF70D}"/>
              </a:ext>
            </a:extLst>
          </p:cNvPr>
          <p:cNvCxnSpPr>
            <a:cxnSpLocks/>
          </p:cNvCxnSpPr>
          <p:nvPr/>
        </p:nvCxnSpPr>
        <p:spPr>
          <a:xfrm flipV="1">
            <a:off x="1643371" y="1937653"/>
            <a:ext cx="216694" cy="21669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A805D84-6C9A-27B6-6B75-CA0F0423A618}"/>
              </a:ext>
            </a:extLst>
          </p:cNvPr>
          <p:cNvCxnSpPr>
            <a:cxnSpLocks/>
          </p:cNvCxnSpPr>
          <p:nvPr/>
        </p:nvCxnSpPr>
        <p:spPr>
          <a:xfrm flipV="1">
            <a:off x="1940014" y="1594652"/>
            <a:ext cx="917486" cy="88061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BD70457-DFF5-15BB-668A-B90679D7051F}"/>
              </a:ext>
            </a:extLst>
          </p:cNvPr>
          <p:cNvCxnSpPr>
            <a:cxnSpLocks/>
          </p:cNvCxnSpPr>
          <p:nvPr/>
        </p:nvCxnSpPr>
        <p:spPr>
          <a:xfrm flipV="1">
            <a:off x="2777640" y="851169"/>
            <a:ext cx="839875" cy="83641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0986311C-2D9E-BCBE-FBD5-60A1F2C4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16</a:t>
            </a:fld>
            <a:endParaRPr lang="en-GB" b="1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738763-3921-C3B9-0829-202ADB40F611}"/>
              </a:ext>
            </a:extLst>
          </p:cNvPr>
          <p:cNvSpPr/>
          <p:nvPr/>
        </p:nvSpPr>
        <p:spPr>
          <a:xfrm>
            <a:off x="0" y="19505"/>
            <a:ext cx="6858000" cy="25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/>
              <a:t>Subtopic 2: Parallel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C40D458-47AE-FB6B-2C55-23F98BCEAF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9646109"/>
                  </p:ext>
                </p:extLst>
              </p:nvPr>
            </p:nvGraphicFramePr>
            <p:xfrm>
              <a:off x="103812" y="4230317"/>
              <a:ext cx="6643919" cy="261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Find a multiple, K, linking the two vectors such that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br>
                            <a:rPr lang="en-GB" sz="1200" b="0" i="1" dirty="0">
                              <a:latin typeface="Cambria Math" panose="020405030504060302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Write this as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r>
                            <a:rPr lang="en-GB" sz="1200" dirty="0"/>
                            <a:t>Show that the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</a:t>
                          </a:r>
                          <a:r>
                            <a:rPr lang="en-GB" sz="1200" dirty="0"/>
                            <a:t>is</a:t>
                          </a:r>
                          <a:r>
                            <a:rPr lang="en-GB" sz="1400" dirty="0"/>
                            <a:t> </a:t>
                          </a:r>
                          <a:r>
                            <a:rPr lang="en-GB" sz="1200" dirty="0"/>
                            <a:t>parallel</a:t>
                          </a:r>
                          <a:r>
                            <a:rPr lang="en-GB" sz="12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0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−20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r>
                            <a:rPr lang="en-GB" sz="1200" dirty="0"/>
                            <a:t>Show</a:t>
                          </a:r>
                          <a:r>
                            <a:rPr lang="en-GB" sz="1200" baseline="0" dirty="0"/>
                            <a:t> that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</a:t>
                          </a:r>
                          <a:r>
                            <a:rPr lang="en-GB" sz="1200" dirty="0"/>
                            <a:t>is parallel</a:t>
                          </a:r>
                          <a:r>
                            <a:rPr lang="en-GB" sz="12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0" baseline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−6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Show that the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−15 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is parallel to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𝒄</m:t>
                              </m:r>
                              <m:r>
                                <a:rPr kumimoji="0" lang="en-GB" sz="1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C40D458-47AE-FB6B-2C55-23F98BCEAF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9646109"/>
                  </p:ext>
                </p:extLst>
              </p:nvPr>
            </p:nvGraphicFramePr>
            <p:xfrm>
              <a:off x="103812" y="4230317"/>
              <a:ext cx="6643919" cy="261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897" t="-11948" r="-389686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7855" t="-11948" r="-200692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77855" t="-11948" r="-100692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77855" t="-11948" r="-692" b="-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FF75038-4871-AEE7-7A95-BCCB58151D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5075618"/>
                  </p:ext>
                </p:extLst>
              </p:nvPr>
            </p:nvGraphicFramePr>
            <p:xfrm>
              <a:off x="103811" y="6945727"/>
              <a:ext cx="6643919" cy="2650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2.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76000">
                    <a:tc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Find a multiple, K, linking the two vectors from the given components.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Write this as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Find the missing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r>
                            <a:rPr lang="en-GB" sz="1200" dirty="0"/>
                            <a:t>If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−21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</a:t>
                          </a:r>
                          <a:r>
                            <a:rPr lang="en-GB" sz="1200" dirty="0"/>
                            <a:t>is</a:t>
                          </a:r>
                          <a:r>
                            <a:rPr lang="en-GB" sz="1400" dirty="0"/>
                            <a:t> </a:t>
                          </a:r>
                          <a:r>
                            <a:rPr lang="en-GB" sz="1200" dirty="0"/>
                            <a:t>parallel</a:t>
                          </a:r>
                          <a:r>
                            <a:rPr lang="en-GB" sz="12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0" baseline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GB" sz="1200" dirty="0"/>
                            <a:t> find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𝒃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24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18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is</a:t>
                          </a:r>
                          <a:r>
                            <a:rPr kumimoji="0" lang="en-GB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parallel to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−12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𝒄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30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𝑧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FF75038-4871-AEE7-7A95-BCCB58151D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5075618"/>
                  </p:ext>
                </p:extLst>
              </p:nvPr>
            </p:nvGraphicFramePr>
            <p:xfrm>
              <a:off x="103811" y="6945727"/>
              <a:ext cx="6643919" cy="2650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2.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97" t="-11765" r="-389686" b="-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7855" t="-11765" r="-200692" b="-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77855" t="-11765" r="-100692" b="-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77855" t="-11765" r="-692" b="-5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4353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ECB37-2446-4DF4-D4B1-1292F540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1639A92E-6C2B-0FDD-8409-F776B2B1ED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3482824"/>
                  </p:ext>
                </p:extLst>
              </p:nvPr>
            </p:nvGraphicFramePr>
            <p:xfrm>
              <a:off x="15642" y="6177317"/>
              <a:ext cx="6826715" cy="36708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3571">
                      <a:extLst>
                        <a:ext uri="{9D8B030D-6E8A-4147-A177-3AD203B41FA5}">
                          <a16:colId xmlns:a16="http://schemas.microsoft.com/office/drawing/2014/main" val="2786502738"/>
                        </a:ext>
                      </a:extLst>
                    </a:gridCol>
                    <a:gridCol w="1250844">
                      <a:extLst>
                        <a:ext uri="{9D8B030D-6E8A-4147-A177-3AD203B41FA5}">
                          <a16:colId xmlns:a16="http://schemas.microsoft.com/office/drawing/2014/main" val="167968265"/>
                        </a:ext>
                      </a:extLst>
                    </a:gridCol>
                    <a:gridCol w="1073256">
                      <a:extLst>
                        <a:ext uri="{9D8B030D-6E8A-4147-A177-3AD203B41FA5}">
                          <a16:colId xmlns:a16="http://schemas.microsoft.com/office/drawing/2014/main" val="2188787348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2990935543"/>
                        </a:ext>
                      </a:extLst>
                    </a:gridCol>
                    <a:gridCol w="1581044">
                      <a:extLst>
                        <a:ext uri="{9D8B030D-6E8A-4147-A177-3AD203B41FA5}">
                          <a16:colId xmlns:a16="http://schemas.microsoft.com/office/drawing/2014/main" val="2118488667"/>
                        </a:ext>
                      </a:extLst>
                    </a:gridCol>
                  </a:tblGrid>
                  <a:tr h="252000">
                    <a:tc gridSpan="5">
                      <a:txBody>
                        <a:bodyPr/>
                        <a:lstStyle/>
                        <a:p>
                          <a:pPr algn="l"/>
                          <a:r>
                            <a:rPr lang="en-GB" sz="1200" b="1" dirty="0"/>
                            <a:t>Question 1.</a:t>
                          </a:r>
                          <a:r>
                            <a:rPr lang="en-GB" sz="1200" b="0" dirty="0"/>
                            <a:t> Complete the table: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1150463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Vector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Vector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Parallel?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Same direction?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/>
                            <a:t>Same length?</a:t>
                          </a:r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32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51648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07305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    −4    </m:t>
                                        </m:r>
                                      </m:num>
                                      <m:den/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8008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5962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15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−30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3437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/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446085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1639A92E-6C2B-0FDD-8409-F776B2B1ED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3482824"/>
                  </p:ext>
                </p:extLst>
              </p:nvPr>
            </p:nvGraphicFramePr>
            <p:xfrm>
              <a:off x="15642" y="6177317"/>
              <a:ext cx="6826715" cy="36708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3571">
                      <a:extLst>
                        <a:ext uri="{9D8B030D-6E8A-4147-A177-3AD203B41FA5}">
                          <a16:colId xmlns:a16="http://schemas.microsoft.com/office/drawing/2014/main" val="2786502738"/>
                        </a:ext>
                      </a:extLst>
                    </a:gridCol>
                    <a:gridCol w="1250844">
                      <a:extLst>
                        <a:ext uri="{9D8B030D-6E8A-4147-A177-3AD203B41FA5}">
                          <a16:colId xmlns:a16="http://schemas.microsoft.com/office/drawing/2014/main" val="167968265"/>
                        </a:ext>
                      </a:extLst>
                    </a:gridCol>
                    <a:gridCol w="1073256">
                      <a:extLst>
                        <a:ext uri="{9D8B030D-6E8A-4147-A177-3AD203B41FA5}">
                          <a16:colId xmlns:a16="http://schemas.microsoft.com/office/drawing/2014/main" val="2188787348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2990935543"/>
                        </a:ext>
                      </a:extLst>
                    </a:gridCol>
                    <a:gridCol w="1581044">
                      <a:extLst>
                        <a:ext uri="{9D8B030D-6E8A-4147-A177-3AD203B41FA5}">
                          <a16:colId xmlns:a16="http://schemas.microsoft.com/office/drawing/2014/main" val="2118488667"/>
                        </a:ext>
                      </a:extLst>
                    </a:gridCol>
                  </a:tblGrid>
                  <a:tr h="274320">
                    <a:tc gridSpan="5">
                      <a:txBody>
                        <a:bodyPr/>
                        <a:lstStyle/>
                        <a:p>
                          <a:pPr algn="l"/>
                          <a:r>
                            <a:rPr lang="en-GB" sz="1200" b="1" dirty="0"/>
                            <a:t>Question 1.</a:t>
                          </a:r>
                          <a:r>
                            <a:rPr lang="en-GB" sz="1200" b="0" dirty="0"/>
                            <a:t> Complete the table: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115046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Vector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Vector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Parallel?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Same direction?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/>
                            <a:t>Same length?</a:t>
                          </a:r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32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149180" r="-497340" b="-7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149180" r="-356098" b="-7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51648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249180" r="-497340" b="-6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249180" r="-356098" b="-6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349180" r="-497340" b="-5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0730528"/>
                      </a:ext>
                    </a:extLst>
                  </a:tr>
                  <a:tr h="5024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334146" r="-497340" b="-3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334146" r="-356098" b="-3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8008860"/>
                      </a:ext>
                    </a:extLst>
                  </a:tr>
                  <a:tr h="5024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428916" r="-497340" b="-20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428916" r="-356098" b="-20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5962773"/>
                      </a:ext>
                    </a:extLst>
                  </a:tr>
                  <a:tr h="5024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535366" r="-497340" b="-1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535366" r="-356098" b="-1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3437670"/>
                      </a:ext>
                    </a:extLst>
                  </a:tr>
                  <a:tr h="5024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627711" r="-497340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627711" r="-356098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446085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13EFE48A-B796-8E3D-5AC7-C3AA374DAEE8}"/>
              </a:ext>
            </a:extLst>
          </p:cNvPr>
          <p:cNvSpPr/>
          <p:nvPr/>
        </p:nvSpPr>
        <p:spPr>
          <a:xfrm>
            <a:off x="1550506" y="8075774"/>
            <a:ext cx="438150" cy="190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56DC20-DE51-A3A4-1500-D06178263402}"/>
              </a:ext>
            </a:extLst>
          </p:cNvPr>
          <p:cNvSpPr/>
          <p:nvPr/>
        </p:nvSpPr>
        <p:spPr>
          <a:xfrm>
            <a:off x="1578083" y="9395805"/>
            <a:ext cx="386279" cy="190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BCAFA7-72F3-A01D-4781-FD2E1BA73CBF}"/>
              </a:ext>
            </a:extLst>
          </p:cNvPr>
          <p:cNvSpPr/>
          <p:nvPr/>
        </p:nvSpPr>
        <p:spPr>
          <a:xfrm>
            <a:off x="1578083" y="9633422"/>
            <a:ext cx="386279" cy="190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CF062CC4-E8EB-D433-5069-D6509BC6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17</a:t>
            </a:fld>
            <a:endParaRPr lang="en-GB" b="1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FE5A7-EDA9-F719-2E73-3978AEBD4E6F}"/>
              </a:ext>
            </a:extLst>
          </p:cNvPr>
          <p:cNvSpPr/>
          <p:nvPr/>
        </p:nvSpPr>
        <p:spPr>
          <a:xfrm>
            <a:off x="12347" y="5812589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4F3D91B-6DBC-C22B-67F1-90D08A8BBD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8829570"/>
                  </p:ext>
                </p:extLst>
              </p:nvPr>
            </p:nvGraphicFramePr>
            <p:xfrm>
              <a:off x="134677" y="95279"/>
              <a:ext cx="6643919" cy="261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3.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Complete the required column vector arithmetic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Find a multiple, K, linking the resultant and given vector.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Write this as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100" dirty="0"/>
                        </a:p>
                        <a:p>
                          <a:r>
                            <a:rPr lang="en-GB" sz="1200" dirty="0"/>
                            <a:t>Show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parallel</a:t>
                          </a:r>
                          <a:r>
                            <a:rPr lang="en-GB" sz="1200" baseline="0" dirty="0"/>
                            <a:t> to the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baseline="0" smtClean="0">
                                          <a:latin typeface="Cambria Math" panose="02040503050406030204" pitchFamily="18" charset="0"/>
                                        </a:rPr>
                                        <m:t>15</m:t>
                                      </m:r>
                                    </m:num>
                                    <m:den>
                                      <m:r>
                                        <a:rPr lang="en-GB" sz="1600" b="0" i="1" baseline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−6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Show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parallel</a:t>
                          </a:r>
                          <a:r>
                            <a:rPr lang="en-GB" sz="1200" baseline="0" dirty="0"/>
                            <a:t> to the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6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Show that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the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−15 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4F3D91B-6DBC-C22B-67F1-90D08A8BBD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8829570"/>
                  </p:ext>
                </p:extLst>
              </p:nvPr>
            </p:nvGraphicFramePr>
            <p:xfrm>
              <a:off x="134677" y="95279"/>
              <a:ext cx="6643919" cy="261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3.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48" t="-11948" r="-390135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7509" t="-11948" r="-201038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7509" t="-11948" r="-101038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509" t="-11948" r="-1038" b="-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7DD4B2D-9C79-93B5-94D9-F56FB2AEE9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4506545"/>
                  </p:ext>
                </p:extLst>
              </p:nvPr>
            </p:nvGraphicFramePr>
            <p:xfrm>
              <a:off x="134677" y="2773781"/>
              <a:ext cx="6643919" cy="2926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Complete the required column vector arithmetic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Find a multiple, K, linking the resultant and given vector</a:t>
                          </a:r>
                          <a:r>
                            <a:rPr lang="en-GB" sz="1200" baseline="0" dirty="0"/>
                            <a:t> components.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Write this as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Find the missing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100" dirty="0"/>
                        </a:p>
                        <a:p>
                          <a:r>
                            <a:rPr lang="en-GB" sz="1200" dirty="0"/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parallel</a:t>
                          </a:r>
                          <a:r>
                            <a:rPr lang="en-GB" sz="12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baseline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600" b="0" i="1" baseline="0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dirty="0"/>
                            <a:t>, find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−1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−6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7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−5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, 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−8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, 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𝑧</m:t>
                              </m:r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7DD4B2D-9C79-93B5-94D9-F56FB2AEE9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4506545"/>
                  </p:ext>
                </p:extLst>
              </p:nvPr>
            </p:nvGraphicFramePr>
            <p:xfrm>
              <a:off x="134677" y="2773781"/>
              <a:ext cx="6643919" cy="2926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651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48" t="-10780" r="-390135" b="-1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7509" t="-10780" r="-201038" b="-1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77509" t="-10780" r="-101038" b="-1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509" t="-10780" r="-1038" b="-1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90754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C21C4-3304-D03E-9DF3-178A52444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F0791AC-B869-1E24-B6E6-89D37D2F9F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85812"/>
                  </p:ext>
                </p:extLst>
              </p:nvPr>
            </p:nvGraphicFramePr>
            <p:xfrm>
              <a:off x="0" y="0"/>
              <a:ext cx="6858000" cy="691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56460">
                      <a:extLst>
                        <a:ext uri="{9D8B030D-6E8A-4147-A177-3AD203B41FA5}">
                          <a16:colId xmlns:a16="http://schemas.microsoft.com/office/drawing/2014/main" val="2922096306"/>
                        </a:ext>
                      </a:extLst>
                    </a:gridCol>
                    <a:gridCol w="1272540">
                      <a:extLst>
                        <a:ext uri="{9D8B030D-6E8A-4147-A177-3AD203B41FA5}">
                          <a16:colId xmlns:a16="http://schemas.microsoft.com/office/drawing/2014/main" val="3442089070"/>
                        </a:ext>
                      </a:extLst>
                    </a:gridCol>
                    <a:gridCol w="967740">
                      <a:extLst>
                        <a:ext uri="{9D8B030D-6E8A-4147-A177-3AD203B41FA5}">
                          <a16:colId xmlns:a16="http://schemas.microsoft.com/office/drawing/2014/main" val="863830258"/>
                        </a:ext>
                      </a:extLst>
                    </a:gridCol>
                    <a:gridCol w="2461260">
                      <a:extLst>
                        <a:ext uri="{9D8B030D-6E8A-4147-A177-3AD203B41FA5}">
                          <a16:colId xmlns:a16="http://schemas.microsoft.com/office/drawing/2014/main" val="1638391245"/>
                        </a:ext>
                      </a:extLst>
                    </a:gridCol>
                  </a:tblGrid>
                  <a:tr h="360000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2. </a:t>
                          </a:r>
                          <a:r>
                            <a:rPr lang="en-GB" sz="1200" dirty="0"/>
                            <a:t>Circle the parallel vectors in each set: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9535007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−10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−12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−16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−20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15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−20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14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−21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−10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</a:t>
                          </a:r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6379529"/>
                      </a:ext>
                    </a:extLst>
                  </a:tr>
                  <a:tr h="1944000"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Question 3.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r>
                            <a:rPr lang="en-GB" sz="1200" dirty="0"/>
                            <a:t>Show</a:t>
                          </a:r>
                          <a:r>
                            <a:rPr lang="en-GB" sz="1200" baseline="0" dirty="0"/>
                            <a:t> that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36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27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</a:t>
                          </a:r>
                          <a:r>
                            <a:rPr lang="en-GB" sz="1200" dirty="0"/>
                            <a:t>is parallel</a:t>
                          </a:r>
                          <a:r>
                            <a:rPr lang="en-GB" sz="12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0" baseline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4.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𝒂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−6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kumimoji="0" lang="en-GB" sz="12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+mn-lt"/>
                                    <a:ea typeface="+mn-ea"/>
                                    <a:cs typeface="+mn-cs"/>
                                  </a:rPr>
                                  <m:t>      </m:t>
                                </m:r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𝒃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−5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200" dirty="0"/>
                            <a:t>Show</a:t>
                          </a:r>
                          <a:r>
                            <a:rPr lang="en-GB" sz="1200" baseline="0" dirty="0"/>
                            <a:t>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baseline="0" dirty="0"/>
                            <a:t> is parallel to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−21 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.</a:t>
                          </a:r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2339327"/>
                      </a:ext>
                    </a:extLst>
                  </a:tr>
                  <a:tr h="1620000"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Question 5.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𝒂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56</m:t>
                                      </m:r>
                                    </m:num>
                                    <m:den>
                                      <m: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32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6.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𝒑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−28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𝒑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29910"/>
                      </a:ext>
                    </a:extLst>
                  </a:tr>
                  <a:tr h="2088000"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GB" sz="1200" b="1" dirty="0"/>
                            <a:t>Question 7. 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050" dirty="0"/>
                        </a:p>
                        <a:p>
                          <a:r>
                            <a:rPr lang="en-GB" sz="1100" dirty="0"/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GB" sz="11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1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1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100" dirty="0"/>
                            <a:t> is parallel</a:t>
                          </a:r>
                          <a:r>
                            <a:rPr lang="en-GB" sz="11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baseline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400" b="0" i="1" baseline="0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100" dirty="0"/>
                            <a:t>, find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1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1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1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GB" sz="1200" b="1" dirty="0"/>
                            <a:t>Question 8. </a:t>
                          </a:r>
                        </a:p>
                        <a:p>
                          <a:pPr algn="l"/>
                          <a:r>
                            <a:rPr lang="en-GB" sz="1200" b="1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−7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−6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000" dirty="0"/>
                        </a:p>
                        <a:p>
                          <a:r>
                            <a:rPr lang="en-GB" sz="1050" dirty="0"/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05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05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05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050" dirty="0"/>
                            <a:t> is parallel</a:t>
                          </a:r>
                          <a:r>
                            <a:rPr lang="en-GB" sz="1050" baseline="0" dirty="0"/>
                            <a:t>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baseline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GB" sz="1400" b="0" i="1" baseline="0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050" dirty="0"/>
                            <a:t>, find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05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05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05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3664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F0791AC-B869-1E24-B6E6-89D37D2F9F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85812"/>
                  </p:ext>
                </p:extLst>
              </p:nvPr>
            </p:nvGraphicFramePr>
            <p:xfrm>
              <a:off x="0" y="0"/>
              <a:ext cx="6858000" cy="691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56460">
                      <a:extLst>
                        <a:ext uri="{9D8B030D-6E8A-4147-A177-3AD203B41FA5}">
                          <a16:colId xmlns:a16="http://schemas.microsoft.com/office/drawing/2014/main" val="2922096306"/>
                        </a:ext>
                      </a:extLst>
                    </a:gridCol>
                    <a:gridCol w="1272540">
                      <a:extLst>
                        <a:ext uri="{9D8B030D-6E8A-4147-A177-3AD203B41FA5}">
                          <a16:colId xmlns:a16="http://schemas.microsoft.com/office/drawing/2014/main" val="3442089070"/>
                        </a:ext>
                      </a:extLst>
                    </a:gridCol>
                    <a:gridCol w="967740">
                      <a:extLst>
                        <a:ext uri="{9D8B030D-6E8A-4147-A177-3AD203B41FA5}">
                          <a16:colId xmlns:a16="http://schemas.microsoft.com/office/drawing/2014/main" val="863830258"/>
                        </a:ext>
                      </a:extLst>
                    </a:gridCol>
                    <a:gridCol w="2461260">
                      <a:extLst>
                        <a:ext uri="{9D8B030D-6E8A-4147-A177-3AD203B41FA5}">
                          <a16:colId xmlns:a16="http://schemas.microsoft.com/office/drawing/2014/main" val="1638391245"/>
                        </a:ext>
                      </a:extLst>
                    </a:gridCol>
                  </a:tblGrid>
                  <a:tr h="360000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2. </a:t>
                          </a:r>
                          <a:r>
                            <a:rPr lang="en-GB" sz="1200" dirty="0"/>
                            <a:t>Circle the parallel vectors in each set: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9535007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5" t="-41216" r="-218644" b="-62770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003" t="-41216" r="-110899" b="-627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960" t="-41216" r="-743" b="-627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6379529"/>
                      </a:ext>
                    </a:extLst>
                  </a:tr>
                  <a:tr h="1944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5" t="-65517" r="-100355" b="-1912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34" t="-65517" r="-534" b="-1912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2339327"/>
                      </a:ext>
                    </a:extLst>
                  </a:tr>
                  <a:tr h="1620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5" t="-199245" r="-100355" b="-13018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34" t="-199245" r="-534" b="-13018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29910"/>
                      </a:ext>
                    </a:extLst>
                  </a:tr>
                  <a:tr h="2088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5" t="-231195" r="-100355" b="-58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34" t="-231195" r="-534" b="-58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3664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57C7D38-AA1D-E438-9564-B6738A9E75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8623709"/>
                  </p:ext>
                </p:extLst>
              </p:nvPr>
            </p:nvGraphicFramePr>
            <p:xfrm>
              <a:off x="0" y="7335094"/>
              <a:ext cx="6858000" cy="255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0">
                      <a:extLst>
                        <a:ext uri="{9D8B030D-6E8A-4147-A177-3AD203B41FA5}">
                          <a16:colId xmlns:a16="http://schemas.microsoft.com/office/drawing/2014/main" val="1381121491"/>
                        </a:ext>
                      </a:extLst>
                    </a:gridCol>
                  </a:tblGrid>
                  <a:tr h="255600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Given that: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6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0" i="0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16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</a:t>
                          </a:r>
                        </a:p>
                        <a:p>
                          <a:pPr algn="ctr"/>
                          <a:endParaRPr lang="en-GB" sz="16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Write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GB" sz="1200" dirty="0"/>
                            <a:t> as a column</a:t>
                          </a:r>
                          <a:r>
                            <a:rPr lang="en-GB" sz="1200" baseline="0" dirty="0"/>
                            <a:t> vector.</a:t>
                          </a:r>
                          <a:br>
                            <a:rPr lang="en-GB" sz="1200" baseline="0" dirty="0"/>
                          </a:br>
                          <a:endParaRPr lang="en-GB" sz="1200" baseline="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Find a</a:t>
                          </a:r>
                          <a:r>
                            <a:rPr lang="en-GB" sz="1200" baseline="0" dirty="0"/>
                            <a:t>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baseline="0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GB" sz="1200" dirty="0"/>
                            <a:t> such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parallel to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GB" sz="1200" b="1" dirty="0"/>
                            <a:t>.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b="0" dirty="0"/>
                            <a:t>Give the resultant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:r>
                            <a:rPr lang="en-GB" sz="1200" b="0" dirty="0"/>
                            <a:t>as a column vector.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1348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57C7D38-AA1D-E438-9564-B6738A9E75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8623709"/>
                  </p:ext>
                </p:extLst>
              </p:nvPr>
            </p:nvGraphicFramePr>
            <p:xfrm>
              <a:off x="0" y="7335094"/>
              <a:ext cx="6858000" cy="255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0">
                      <a:extLst>
                        <a:ext uri="{9D8B030D-6E8A-4147-A177-3AD203B41FA5}">
                          <a16:colId xmlns:a16="http://schemas.microsoft.com/office/drawing/2014/main" val="1381121491"/>
                        </a:ext>
                      </a:extLst>
                    </a:gridCol>
                  </a:tblGrid>
                  <a:tr h="25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78" t="-238" r="-267" b="-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1348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7C8123D7-2092-A807-3061-8EA7C062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18</a:t>
            </a:fld>
            <a:endParaRPr lang="en-GB" b="1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335B77-F84A-A66B-E415-85C0DBB26C00}"/>
              </a:ext>
            </a:extLst>
          </p:cNvPr>
          <p:cNvSpPr/>
          <p:nvPr/>
        </p:nvSpPr>
        <p:spPr>
          <a:xfrm>
            <a:off x="0" y="7000842"/>
            <a:ext cx="1939636" cy="252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bg1"/>
                </a:solidFill>
              </a:rPr>
              <a:t>Exam</a:t>
            </a:r>
            <a:r>
              <a:rPr lang="en-GB" sz="1400" dirty="0">
                <a:solidFill>
                  <a:schemeClr val="bg1"/>
                </a:solidFill>
              </a:rPr>
              <a:t>-Style </a:t>
            </a:r>
            <a:r>
              <a:rPr lang="en-GB" sz="1400" noProof="0" dirty="0">
                <a:solidFill>
                  <a:schemeClr val="bg1"/>
                </a:solidFill>
              </a:rPr>
              <a:t> Question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ECF04D-2595-F14A-78EB-2B915AAC0942}"/>
              </a:ext>
            </a:extLst>
          </p:cNvPr>
          <p:cNvSpPr txBox="1"/>
          <p:nvPr/>
        </p:nvSpPr>
        <p:spPr>
          <a:xfrm>
            <a:off x="6434784" y="8163623"/>
            <a:ext cx="4444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(1)</a:t>
            </a:r>
          </a:p>
          <a:p>
            <a:pPr algn="r"/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(3)</a:t>
            </a:r>
          </a:p>
          <a:p>
            <a:pPr algn="r"/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837183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6AD84-A2A2-1DF0-3801-6F0F4D44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0346350-38F1-CCEB-04CE-0AC5902C4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4688615"/>
                  </p:ext>
                </p:extLst>
              </p:nvPr>
            </p:nvGraphicFramePr>
            <p:xfrm>
              <a:off x="139497" y="1262267"/>
              <a:ext cx="6643921" cy="48727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7503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269320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2693209">
                      <a:extLst>
                        <a:ext uri="{9D8B030D-6E8A-4147-A177-3AD203B41FA5}">
                          <a16:colId xmlns:a16="http://schemas.microsoft.com/office/drawing/2014/main" val="3304825085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 rowSpan="3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Label the parallel vectors to those given in the diagram.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Follow a pathway between the given points.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Collect any like terms to simplify the final vector expression.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these vectors in terms of </a:t>
                          </a:r>
                          <a:br>
                            <a:rPr lang="en-GB" sz="1200" dirty="0"/>
                          </a:b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groupCh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and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groupCh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b="1" dirty="0"/>
                            <a:t>:</a:t>
                          </a:r>
                          <a:br>
                            <a:rPr lang="en-GB" sz="1200" b="1" dirty="0"/>
                          </a:br>
                          <a:endParaRPr lang="en-GB" sz="1200" b="1" dirty="0"/>
                        </a:p>
                        <a:p>
                          <a:pPr marL="342900" indent="-342900">
                            <a:buAutoNum type="alphaLcParenR"/>
                          </a:pP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groupChr>
                            </m:oMath>
                          </a14:m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600" b="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600" b="0" dirty="0"/>
                            <a:t>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groupChr>
                            </m:oMath>
                          </a14:m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600" b="0" dirty="0"/>
                            <a:t>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groupChr>
                            </m:oMath>
                          </a14:m>
                          <a:endParaRPr lang="en-GB" sz="1200" b="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314413">
                    <a:tc vMerge="1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7636437"/>
                      </a:ext>
                    </a:extLst>
                  </a:tr>
                  <a:tr h="1944000">
                    <a:tc vMerge="1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AutoNum type="alphaLcParenR"/>
                          </a:pP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groupChr>
                            </m:oMath>
                          </a14:m>
                          <a:endParaRPr lang="en-GB" sz="14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4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400" b="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800" b="0" dirty="0"/>
                            <a:t>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groupChr>
                            </m:oMath>
                          </a14:m>
                          <a:endParaRPr lang="en-GB" sz="1400" b="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AutoNum type="alphaLcParenR"/>
                          </a:pP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groupChr>
                            </m:oMath>
                          </a14:m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600" b="0" dirty="0"/>
                            <a:t>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groupChr>
                            </m:oMath>
                          </a14:m>
                          <a:endParaRPr lang="en-GB" sz="1200" b="0" dirty="0"/>
                        </a:p>
                        <a:p>
                          <a:endParaRPr lang="en-GB" sz="1050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61518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0346350-38F1-CCEB-04CE-0AC5902C4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4688615"/>
                  </p:ext>
                </p:extLst>
              </p:nvPr>
            </p:nvGraphicFramePr>
            <p:xfrm>
              <a:off x="139497" y="1262267"/>
              <a:ext cx="6643921" cy="48727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7503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269320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2693209">
                      <a:extLst>
                        <a:ext uri="{9D8B030D-6E8A-4147-A177-3AD203B41FA5}">
                          <a16:colId xmlns:a16="http://schemas.microsoft.com/office/drawing/2014/main" val="330482508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 rowSpan="3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Label the parallel vectors to those given in the diagram.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Follow a pathway between the given points.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Collect any like terms to simplify the final vector expression.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27" t="-11979" r="-100226" b="-9713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314413">
                    <a:tc vMerge="1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7636437"/>
                      </a:ext>
                    </a:extLst>
                  </a:tr>
                  <a:tr h="1944000">
                    <a:tc vMerge="1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27" t="-151097" r="-100226" b="-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059" t="-151097" r="-452" b="-6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61518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4744834-C16D-BB36-E53F-3393FCC153F9}"/>
              </a:ext>
            </a:extLst>
          </p:cNvPr>
          <p:cNvSpPr txBox="1"/>
          <p:nvPr/>
        </p:nvSpPr>
        <p:spPr>
          <a:xfrm>
            <a:off x="0" y="-15100"/>
            <a:ext cx="1873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Year 10: Vectors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9890B-53D1-5AD8-D126-C1C976E4CB02}"/>
              </a:ext>
            </a:extLst>
          </p:cNvPr>
          <p:cNvSpPr txBox="1"/>
          <p:nvPr/>
        </p:nvSpPr>
        <p:spPr>
          <a:xfrm>
            <a:off x="3819525" y="0"/>
            <a:ext cx="3038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b="1" dirty="0">
                <a:solidFill>
                  <a:schemeClr val="bg1"/>
                </a:solidFill>
              </a:rPr>
              <a:t>D. Parallel Vectors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1B9767-9E2C-7BAB-3B33-71AFE05A8A69}"/>
              </a:ext>
            </a:extLst>
          </p:cNvPr>
          <p:cNvSpPr/>
          <p:nvPr/>
        </p:nvSpPr>
        <p:spPr>
          <a:xfrm>
            <a:off x="0" y="-15100"/>
            <a:ext cx="6858000" cy="25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/>
              <a:t>Subtopic 3</a:t>
            </a:r>
            <a:r>
              <a:rPr lang="en-GB" sz="1600" b="1" dirty="0"/>
              <a:t>: Vector Geometry (Basic)</a:t>
            </a:r>
            <a:endParaRPr lang="en-GB" sz="1600" b="1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A4E213-1183-7AD1-E75B-D972C2AD123B}"/>
              </a:ext>
            </a:extLst>
          </p:cNvPr>
          <p:cNvSpPr txBox="1"/>
          <p:nvPr/>
        </p:nvSpPr>
        <p:spPr>
          <a:xfrm>
            <a:off x="74584" y="307777"/>
            <a:ext cx="670883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dirty="0"/>
              <a:t>Earlier on, we saw that adding and subtracting vectors can be seen as creating </a:t>
            </a:r>
            <a:r>
              <a:rPr lang="en-GB" sz="1200" b="1" dirty="0"/>
              <a:t>a pathway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1" dirty="0"/>
              <a:t>between two points</a:t>
            </a:r>
            <a:r>
              <a:rPr lang="en-GB" sz="1200" dirty="0"/>
              <a:t>, with the resultant showing the ‘direct’ route between them.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We can use this, along with our knowledge of parallel vectors and properties of shapes to find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pathways between points in more complex geometrical figures.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73368-B949-72A5-1C72-C2B342C3E2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32" t="57301"/>
          <a:stretch>
            <a:fillRect/>
          </a:stretch>
        </p:blipFill>
        <p:spPr>
          <a:xfrm>
            <a:off x="4240387" y="1736966"/>
            <a:ext cx="2478116" cy="1586800"/>
          </a:xfrm>
          <a:prstGeom prst="rect">
            <a:avLst/>
          </a:prstGeom>
        </p:spPr>
      </p:pic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029D25A7-BA90-CF09-0256-939E7D3E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19</a:t>
            </a:fld>
            <a:endParaRPr lang="en-GB" b="1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EA1372E-7320-3075-5DAF-4DEE4E6F7D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38"/>
          <a:stretch>
            <a:fillRect/>
          </a:stretch>
        </p:blipFill>
        <p:spPr>
          <a:xfrm>
            <a:off x="362556" y="6519164"/>
            <a:ext cx="6096000" cy="33868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3A6A1F-E0C9-72CB-17FF-582207069585}"/>
              </a:ext>
            </a:extLst>
          </p:cNvPr>
          <p:cNvSpPr txBox="1"/>
          <p:nvPr/>
        </p:nvSpPr>
        <p:spPr>
          <a:xfrm>
            <a:off x="74584" y="6210742"/>
            <a:ext cx="6095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Vector Match</a:t>
            </a:r>
            <a:r>
              <a:rPr lang="en-GB" sz="1400" dirty="0"/>
              <a:t>: Match each of the vector expressions to a pathway below.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44EA6B-51A7-6390-BCF6-5B2DCA1B95FD}"/>
              </a:ext>
            </a:extLst>
          </p:cNvPr>
          <p:cNvCxnSpPr>
            <a:cxnSpLocks/>
          </p:cNvCxnSpPr>
          <p:nvPr/>
        </p:nvCxnSpPr>
        <p:spPr>
          <a:xfrm>
            <a:off x="4391469" y="6970768"/>
            <a:ext cx="847832" cy="162713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904B3EF-359F-3885-0CF9-94A8AE47DEA9}"/>
                  </a:ext>
                </a:extLst>
              </p:cNvPr>
              <p:cNvSpPr txBox="1"/>
              <p:nvPr/>
            </p:nvSpPr>
            <p:spPr>
              <a:xfrm>
                <a:off x="4610492" y="7708552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904B3EF-359F-3885-0CF9-94A8AE47D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492" y="7708552"/>
                <a:ext cx="308769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4B20C44-1B7A-10CE-8A60-9B2C5BE93764}"/>
              </a:ext>
            </a:extLst>
          </p:cNvPr>
          <p:cNvCxnSpPr>
            <a:cxnSpLocks/>
          </p:cNvCxnSpPr>
          <p:nvPr/>
        </p:nvCxnSpPr>
        <p:spPr>
          <a:xfrm>
            <a:off x="5239301" y="6932510"/>
            <a:ext cx="431249" cy="85182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31078BE-E9D9-2D82-9C29-2CC19281C9CF}"/>
                  </a:ext>
                </a:extLst>
              </p:cNvPr>
              <p:cNvSpPr txBox="1"/>
              <p:nvPr/>
            </p:nvSpPr>
            <p:spPr>
              <a:xfrm>
                <a:off x="5170150" y="7254489"/>
                <a:ext cx="308769" cy="394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050" i="1" baseline="0" dirty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b="0" i="1" baseline="0" dirty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050" b="0" i="1" baseline="0" dirty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31078BE-E9D9-2D82-9C29-2CC19281C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50" y="7254489"/>
                <a:ext cx="308769" cy="394852"/>
              </a:xfrm>
              <a:prstGeom prst="rect">
                <a:avLst/>
              </a:prstGeom>
              <a:blipFill>
                <a:blip r:embed="rId15"/>
                <a:stretch>
                  <a:fillRect r="-3922" b="-1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170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8A01B2FB-847A-0518-5153-317086640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718175"/>
              </p:ext>
            </p:extLst>
          </p:nvPr>
        </p:nvGraphicFramePr>
        <p:xfrm>
          <a:off x="76200" y="293369"/>
          <a:ext cx="6702396" cy="9302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2396">
                  <a:extLst>
                    <a:ext uri="{9D8B030D-6E8A-4147-A177-3AD203B41FA5}">
                      <a16:colId xmlns:a16="http://schemas.microsoft.com/office/drawing/2014/main" val="4238746834"/>
                    </a:ext>
                  </a:extLst>
                </a:gridCol>
              </a:tblGrid>
              <a:tr h="310089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496261"/>
                  </a:ext>
                </a:extLst>
              </a:tr>
              <a:tr h="310089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99051"/>
                  </a:ext>
                </a:extLst>
              </a:tr>
              <a:tr h="310089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416867"/>
                  </a:ext>
                </a:extLst>
              </a:tr>
            </a:tbl>
          </a:graphicData>
        </a:graphic>
      </p:graphicFrame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0CD010C9-C1B4-E053-9636-40068E31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20</a:t>
            </a:fld>
            <a:endParaRPr lang="en-GB" b="1" noProof="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185A608-F5AC-D41B-9AA8-B7F6E64808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587" t="25184" b="10347"/>
          <a:stretch>
            <a:fillRect/>
          </a:stretch>
        </p:blipFill>
        <p:spPr>
          <a:xfrm>
            <a:off x="4642425" y="421648"/>
            <a:ext cx="1961807" cy="183750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0616249-7851-7154-DBDC-0B3C90BEC8C0}"/>
              </a:ext>
            </a:extLst>
          </p:cNvPr>
          <p:cNvSpPr/>
          <p:nvPr/>
        </p:nvSpPr>
        <p:spPr>
          <a:xfrm>
            <a:off x="0" y="0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F3CFA43-913A-F7D1-B711-BF26A785CFD0}"/>
              </a:ext>
            </a:extLst>
          </p:cNvPr>
          <p:cNvGrpSpPr/>
          <p:nvPr/>
        </p:nvGrpSpPr>
        <p:grpSpPr>
          <a:xfrm>
            <a:off x="165517" y="908346"/>
            <a:ext cx="2807335" cy="2357050"/>
            <a:chOff x="285115" y="946264"/>
            <a:chExt cx="3394043" cy="2849652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6B909A4-7634-4149-6C5D-540C01838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05" t="24644" r="86331" b="15491"/>
            <a:stretch>
              <a:fillRect/>
            </a:stretch>
          </p:blipFill>
          <p:spPr>
            <a:xfrm>
              <a:off x="285115" y="946264"/>
              <a:ext cx="687772" cy="190475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9DF1FB5-B1C3-CCDA-EE9C-A45AD8FA6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909" t="26754" r="65027" b="44265"/>
            <a:stretch>
              <a:fillRect/>
            </a:stretch>
          </p:blipFill>
          <p:spPr>
            <a:xfrm>
              <a:off x="328228" y="2873829"/>
              <a:ext cx="687772" cy="92208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5B226E0-ABB9-1692-CD3D-014987EC9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3212" t="23998" r="44724" b="16137"/>
            <a:stretch>
              <a:fillRect/>
            </a:stretch>
          </p:blipFill>
          <p:spPr>
            <a:xfrm>
              <a:off x="2991386" y="1787510"/>
              <a:ext cx="687772" cy="190475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3EAF2B7-8B50-B9AC-ACA1-C1FDBF18B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908" t="53343" r="65028" b="17676"/>
            <a:stretch>
              <a:fillRect/>
            </a:stretch>
          </p:blipFill>
          <p:spPr>
            <a:xfrm>
              <a:off x="2991386" y="946264"/>
              <a:ext cx="687772" cy="92208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3ED086F-3797-AEA6-7E8D-20B44A4C8FF9}"/>
                  </a:ext>
                </a:extLst>
              </p:cNvPr>
              <p:cNvSpPr txBox="1"/>
              <p:nvPr/>
            </p:nvSpPr>
            <p:spPr>
              <a:xfrm>
                <a:off x="22225" y="259374"/>
                <a:ext cx="31448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dirty="0"/>
                  <a:t>Question 1.</a:t>
                </a:r>
              </a:p>
              <a:p>
                <a:r>
                  <a:rPr lang="en-GB" sz="1200" dirty="0"/>
                  <a:t>ABCDEF is a regular hexagon. </a:t>
                </a:r>
              </a:p>
              <a:p>
                <a:r>
                  <a:rPr lang="en-GB" sz="1200" dirty="0"/>
                  <a:t>Find the vectors below in terms of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dirty="0"/>
                  <a:t>and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GB" sz="1200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3ED086F-3797-AEA6-7E8D-20B44A4C8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" y="259374"/>
                <a:ext cx="3144835" cy="646331"/>
              </a:xfrm>
              <a:prstGeom prst="rect">
                <a:avLst/>
              </a:prstGeom>
              <a:blipFill>
                <a:blip r:embed="rId3"/>
                <a:stretch>
                  <a:fillRect l="-194" t="-943" b="-6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Picture 46">
            <a:extLst>
              <a:ext uri="{FF2B5EF4-FFF2-40B4-BE49-F238E27FC236}">
                <a16:creationId xmlns:a16="http://schemas.microsoft.com/office/drawing/2014/main" id="{83A51D6A-CEAB-9BE0-C404-8F4D75AB0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921" y="3537786"/>
            <a:ext cx="3160569" cy="19369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0683F5-15CE-9973-F340-3A8EB1C10DEE}"/>
                  </a:ext>
                </a:extLst>
              </p:cNvPr>
              <p:cNvSpPr txBox="1"/>
              <p:nvPr/>
            </p:nvSpPr>
            <p:spPr>
              <a:xfrm>
                <a:off x="76200" y="3410115"/>
                <a:ext cx="4163889" cy="854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b="1" dirty="0"/>
                  <a:t>Question 2.</a:t>
                </a:r>
              </a:p>
              <a:p>
                <a:r>
                  <a:rPr lang="en-GB" sz="1200" dirty="0"/>
                  <a:t>The diagram is made up of twelve congruent parallelograms.</a:t>
                </a:r>
              </a:p>
              <a:p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  <m:r>
                      <a:rPr lang="en-GB" sz="12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1" i="1" dirty="0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𝑂𝐷</m:t>
                        </m:r>
                      </m:e>
                    </m:acc>
                    <m:r>
                      <a:rPr lang="en-GB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GB" sz="1200" dirty="0"/>
                  <a:t>. </a:t>
                </a:r>
              </a:p>
              <a:p>
                <a:r>
                  <a:rPr lang="en-GB" sz="1200" dirty="0"/>
                  <a:t>Define the following vectors in terms of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sz="1200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12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0683F5-15CE-9973-F340-3A8EB1C10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3410115"/>
                <a:ext cx="4163889" cy="854593"/>
              </a:xfrm>
              <a:prstGeom prst="rect">
                <a:avLst/>
              </a:prstGeom>
              <a:blipFill>
                <a:blip r:embed="rId5"/>
                <a:stretch>
                  <a:fillRect l="-146" b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D38187B0-F87C-30F8-E32E-BD622D538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17" y="4300885"/>
            <a:ext cx="544643" cy="193696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EEB3C47-DF35-93E2-74F3-461974FAD6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1005" y="4300885"/>
            <a:ext cx="526300" cy="20051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BC060C4-30B2-BA7E-6A71-44731B6A8EF4}"/>
                  </a:ext>
                </a:extLst>
              </p:cNvPr>
              <p:cNvSpPr txBox="1"/>
              <p:nvPr/>
            </p:nvSpPr>
            <p:spPr>
              <a:xfrm>
                <a:off x="76200" y="6506635"/>
                <a:ext cx="4579724" cy="854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b="1" dirty="0"/>
                  <a:t>Question 3.</a:t>
                </a:r>
              </a:p>
              <a:p>
                <a:r>
                  <a:rPr lang="en-GB" sz="1200" dirty="0"/>
                  <a:t>The diagram is made up of nine congruent equilateral triangles.</a:t>
                </a:r>
              </a:p>
              <a:p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𝑂𝐵</m:t>
                        </m:r>
                      </m:e>
                    </m:acc>
                    <m:r>
                      <a:rPr lang="en-GB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𝑂𝐷</m:t>
                        </m:r>
                      </m:e>
                    </m:acc>
                    <m:r>
                      <a:rPr lang="en-GB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200" dirty="0"/>
                  <a:t>. </a:t>
                </a:r>
              </a:p>
              <a:p>
                <a:r>
                  <a:rPr lang="en-GB" sz="1200" dirty="0"/>
                  <a:t>Define the following vectors in terms of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200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1200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BC060C4-30B2-BA7E-6A71-44731B6A8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6506635"/>
                <a:ext cx="4579724" cy="854593"/>
              </a:xfrm>
              <a:prstGeom prst="rect">
                <a:avLst/>
              </a:prstGeom>
              <a:blipFill>
                <a:blip r:embed="rId8"/>
                <a:stretch>
                  <a:fillRect l="-133" b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Picture 55">
            <a:extLst>
              <a:ext uri="{FF2B5EF4-FFF2-40B4-BE49-F238E27FC236}">
                <a16:creationId xmlns:a16="http://schemas.microsoft.com/office/drawing/2014/main" id="{DBEAED66-7F40-F44D-B017-252033F798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7905" y="6758636"/>
            <a:ext cx="2116327" cy="196743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4B0B2FC5-DE3B-AEEA-5903-F218EA9D77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114" y="7395223"/>
            <a:ext cx="537019" cy="198696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079D1D7-F6D4-6D7C-4762-E2D2E0F520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5033" y="7414751"/>
            <a:ext cx="600485" cy="196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84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BD025-EC37-47DC-E963-99AF2495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0A41A9-3048-ED0E-8AE6-43BFFCCC5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857862"/>
              </p:ext>
            </p:extLst>
          </p:nvPr>
        </p:nvGraphicFramePr>
        <p:xfrm>
          <a:off x="76200" y="135811"/>
          <a:ext cx="6702396" cy="93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2396">
                  <a:extLst>
                    <a:ext uri="{9D8B030D-6E8A-4147-A177-3AD203B41FA5}">
                      <a16:colId xmlns:a16="http://schemas.microsoft.com/office/drawing/2014/main" val="4238746834"/>
                    </a:ext>
                  </a:extLst>
                </a:gridCol>
              </a:tblGrid>
              <a:tr h="2556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496261"/>
                  </a:ext>
                </a:extLst>
              </a:tr>
              <a:tr h="68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99051"/>
                  </a:ext>
                </a:extLst>
              </a:tr>
            </a:tbl>
          </a:graphicData>
        </a:graphic>
      </p:graphicFrame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D25E4E87-B15D-9E8C-4D61-B0991842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21</a:t>
            </a:fld>
            <a:endParaRPr lang="en-GB" b="1" noProof="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E7F9A0B-1E36-CDED-7C72-1DB9F51017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948" b="33066"/>
          <a:stretch/>
        </p:blipFill>
        <p:spPr>
          <a:xfrm>
            <a:off x="161710" y="6055286"/>
            <a:ext cx="5692991" cy="7344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B6603F-5140-D9EE-6F94-54AE3AB72C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789" b="14324"/>
          <a:stretch/>
        </p:blipFill>
        <p:spPr>
          <a:xfrm>
            <a:off x="129222" y="7262857"/>
            <a:ext cx="5692991" cy="87662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902B100-CA0C-1437-FCB8-A5FA8DAC8C18}"/>
              </a:ext>
            </a:extLst>
          </p:cNvPr>
          <p:cNvGrpSpPr/>
          <p:nvPr/>
        </p:nvGrpSpPr>
        <p:grpSpPr>
          <a:xfrm>
            <a:off x="161711" y="3070304"/>
            <a:ext cx="5692990" cy="2548278"/>
            <a:chOff x="161710" y="3070304"/>
            <a:chExt cx="6354743" cy="284449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BA7FEBD-6C92-68FA-22B5-DB1FB08676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48003"/>
            <a:stretch/>
          </p:blipFill>
          <p:spPr>
            <a:xfrm>
              <a:off x="161710" y="3070304"/>
              <a:ext cx="6354743" cy="284449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62568C6-9FAC-0EBB-C376-EBA97B64D5B0}"/>
                </a:ext>
              </a:extLst>
            </p:cNvPr>
            <p:cNvCxnSpPr/>
            <p:nvPr/>
          </p:nvCxnSpPr>
          <p:spPr>
            <a:xfrm>
              <a:off x="887178" y="3558199"/>
              <a:ext cx="1009650" cy="1743075"/>
            </a:xfrm>
            <a:prstGeom prst="line">
              <a:avLst/>
            </a:prstGeom>
            <a:ln w="12700">
              <a:solidFill>
                <a:srgbClr val="00AABB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4B79FD7-2DEF-3AE3-31DD-72EBC95531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178" y="3558199"/>
              <a:ext cx="1009650" cy="1743075"/>
            </a:xfrm>
            <a:prstGeom prst="line">
              <a:avLst/>
            </a:prstGeom>
            <a:ln w="12700">
              <a:solidFill>
                <a:srgbClr val="00AABB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99141FC-1BBF-94B1-3F72-3276CB0E72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353" y="4429736"/>
              <a:ext cx="2019300" cy="0"/>
            </a:xfrm>
            <a:prstGeom prst="line">
              <a:avLst/>
            </a:prstGeom>
            <a:ln w="12700">
              <a:solidFill>
                <a:srgbClr val="00AABB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FED366AA-B0D3-E67E-D230-EA2D0A9B75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46" b="45019"/>
          <a:stretch>
            <a:fillRect/>
          </a:stretch>
        </p:blipFill>
        <p:spPr>
          <a:xfrm>
            <a:off x="207523" y="386275"/>
            <a:ext cx="5647178" cy="21858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C511295-A833-5CC3-5B00-26AA7B22B0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85" r="24484"/>
          <a:stretch/>
        </p:blipFill>
        <p:spPr>
          <a:xfrm>
            <a:off x="2540347" y="648422"/>
            <a:ext cx="4092874" cy="192365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02ACC4A-A2BF-E4BA-E7F8-36D79DB7FE1F}"/>
              </a:ext>
            </a:extLst>
          </p:cNvPr>
          <p:cNvSpPr txBox="1"/>
          <p:nvPr/>
        </p:nvSpPr>
        <p:spPr>
          <a:xfrm>
            <a:off x="68476" y="141122"/>
            <a:ext cx="4841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Question 4.  </a:t>
            </a:r>
            <a:r>
              <a:rPr lang="en-GB" sz="1200" dirty="0"/>
              <a:t>Use the information below to mark points C-K on the grid.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B32371-3783-3A7B-1F64-351E766D4AC3}"/>
              </a:ext>
            </a:extLst>
          </p:cNvPr>
          <p:cNvSpPr txBox="1"/>
          <p:nvPr/>
        </p:nvSpPr>
        <p:spPr>
          <a:xfrm>
            <a:off x="86452" y="2747849"/>
            <a:ext cx="41638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Question 5.</a:t>
            </a:r>
          </a:p>
        </p:txBody>
      </p:sp>
    </p:spTree>
    <p:extLst>
      <p:ext uri="{BB962C8B-B14F-4D97-AF65-F5344CB8AC3E}">
        <p14:creationId xmlns:p14="http://schemas.microsoft.com/office/powerpoint/2010/main" val="3270097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B137B-2043-0DFA-5983-79830BBA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DDF66575-3052-9C96-C1A0-5978262089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056639"/>
                  </p:ext>
                </p:extLst>
              </p:nvPr>
            </p:nvGraphicFramePr>
            <p:xfrm>
              <a:off x="128586" y="376741"/>
              <a:ext cx="6600828" cy="918928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00828">
                      <a:extLst>
                        <a:ext uri="{9D8B030D-6E8A-4147-A177-3AD203B41FA5}">
                          <a16:colId xmlns:a16="http://schemas.microsoft.com/office/drawing/2014/main" val="788000314"/>
                        </a:ext>
                      </a:extLst>
                    </a:gridCol>
                  </a:tblGrid>
                  <a:tr h="3780000">
                    <a:tc>
                      <a:txBody>
                        <a:bodyPr/>
                        <a:lstStyle/>
                        <a:p>
                          <a:r>
                            <a:rPr lang="en-GB" sz="1200" b="1" dirty="0">
                              <a:latin typeface="+mn-lt"/>
                            </a:rPr>
                            <a:t>Q1.  </a:t>
                          </a:r>
                        </a:p>
                        <a:p>
                          <a:endParaRPr lang="en-GB" sz="1200" b="1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7530572"/>
                      </a:ext>
                    </a:extLst>
                  </a:tr>
                  <a:tr h="303328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Q2.</a:t>
                          </a:r>
                          <a:r>
                            <a:rPr lang="en-GB" sz="1200" b="1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and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are shown on the grid.</a:t>
                          </a:r>
                        </a:p>
                        <a:p>
                          <a:endParaRPr lang="en-GB" sz="1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3916584"/>
                      </a:ext>
                    </a:extLst>
                  </a:tr>
                  <a:tr h="2376000">
                    <a:tc>
                      <a:txBody>
                        <a:bodyPr/>
                        <a:lstStyle/>
                        <a:p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Q3.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are vectors such that: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dirty="0">
                              <a:latin typeface="+mn-lt"/>
                            </a:rPr>
                            <a:t>   and</a:t>
                          </a:r>
                          <a:r>
                            <a:rPr lang="en-GB" sz="1200" baseline="0" dirty="0">
                              <a:latin typeface="+mn-lt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0" baseline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2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num>
                                    <m:den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−17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Find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as a column vector.</a:t>
                          </a: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 marks)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38156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DDF66575-3052-9C96-C1A0-5978262089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056639"/>
                  </p:ext>
                </p:extLst>
              </p:nvPr>
            </p:nvGraphicFramePr>
            <p:xfrm>
              <a:off x="128586" y="376741"/>
              <a:ext cx="6600828" cy="918928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00828">
                      <a:extLst>
                        <a:ext uri="{9D8B030D-6E8A-4147-A177-3AD203B41FA5}">
                          <a16:colId xmlns:a16="http://schemas.microsoft.com/office/drawing/2014/main" val="788000314"/>
                        </a:ext>
                      </a:extLst>
                    </a:gridCol>
                  </a:tblGrid>
                  <a:tr h="3780000">
                    <a:tc>
                      <a:txBody>
                        <a:bodyPr/>
                        <a:lstStyle/>
                        <a:p>
                          <a:r>
                            <a:rPr lang="en-GB" sz="1200" b="1" dirty="0">
                              <a:latin typeface="+mn-lt"/>
                            </a:rPr>
                            <a:t>Q1.  </a:t>
                          </a:r>
                        </a:p>
                        <a:p>
                          <a:endParaRPr lang="en-GB" sz="1200" b="1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7530572"/>
                      </a:ext>
                    </a:extLst>
                  </a:tr>
                  <a:tr h="3033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" t="-124900" r="-185" b="-787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3916584"/>
                      </a:ext>
                    </a:extLst>
                  </a:tr>
                  <a:tr h="23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" t="-287179" r="-185" b="-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81569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2FD2C99-3986-A31E-35E4-EF986CA0B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912" y="4505351"/>
            <a:ext cx="3126452" cy="25054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0D6D47-58F7-38F4-AB18-A7BA514EDDC7}"/>
                  </a:ext>
                </a:extLst>
              </p:cNvPr>
              <p:cNvSpPr txBox="1"/>
              <p:nvPr/>
            </p:nvSpPr>
            <p:spPr>
              <a:xfrm>
                <a:off x="3281364" y="4354740"/>
                <a:ext cx="3448050" cy="2806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a)  On the grid, draw and label vector </a:t>
                </a:r>
                <a14:m>
                  <m:oMath xmlns:m="http://schemas.openxmlformats.org/officeDocument/2006/math">
                    <m:r>
                      <a:rPr lang="en-GB" sz="1200" i="1" kern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–2</m:t>
                    </m:r>
                    <m:r>
                      <a:rPr lang="en-GB" sz="1200" b="1" i="1" kern="0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endParaRPr lang="en-GB" sz="1200" kern="1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12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(1 mark)</a:t>
                </a:r>
                <a:endParaRPr lang="en-GB" sz="1200" kern="1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(b)  Work out </a:t>
                </a:r>
                <a14:m>
                  <m:oMath xmlns:m="http://schemas.openxmlformats.org/officeDocument/2006/math">
                    <m:r>
                      <a:rPr lang="en-GB" sz="1200" b="1" i="1" kern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GB" sz="1200" i="1" kern="0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+ 2</m:t>
                    </m:r>
                    <m:r>
                      <a:rPr lang="en-GB" sz="1200" b="1" i="1" kern="0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GB" sz="1200" i="1" kern="0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12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as a column vector.</a:t>
                </a: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200" kern="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200" kern="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200" kern="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200" kern="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(2 marks)</a:t>
                </a:r>
                <a:endParaRPr lang="en-GB" sz="1200" kern="1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0D6D47-58F7-38F4-AB18-A7BA514ED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364" y="4354740"/>
                <a:ext cx="3448050" cy="2806666"/>
              </a:xfrm>
              <a:prstGeom prst="rect">
                <a:avLst/>
              </a:prstGeom>
              <a:blipFill>
                <a:blip r:embed="rId5"/>
                <a:stretch>
                  <a:fillRect b="-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00DDD804-990D-B482-F898-3AC20289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22</a:t>
            </a:fld>
            <a:endParaRPr lang="en-GB" b="1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B9669E-F8CF-F91C-8BF3-DACFF2CEC4A5}"/>
              </a:ext>
            </a:extLst>
          </p:cNvPr>
          <p:cNvSpPr/>
          <p:nvPr/>
        </p:nvSpPr>
        <p:spPr>
          <a:xfrm>
            <a:off x="-1" y="35481"/>
            <a:ext cx="1952625" cy="252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bg1"/>
                </a:solidFill>
              </a:rPr>
              <a:t>Exam Style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FA4C11-8FAE-D952-E5FC-62D003B2C2CB}"/>
                  </a:ext>
                </a:extLst>
              </p:cNvPr>
              <p:cNvSpPr txBox="1"/>
              <p:nvPr/>
            </p:nvSpPr>
            <p:spPr>
              <a:xfrm>
                <a:off x="154911" y="462045"/>
                <a:ext cx="2962939" cy="507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GB" sz="1200" b="0" i="0" dirty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GB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200" b="1" i="1" dirty="0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FA4C11-8FAE-D952-E5FC-62D003B2C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11" y="462045"/>
                <a:ext cx="2962939" cy="5073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D2D590-4261-E9A2-4257-F2E78ADF5288}"/>
                  </a:ext>
                </a:extLst>
              </p:cNvPr>
              <p:cNvSpPr txBox="1"/>
              <p:nvPr/>
            </p:nvSpPr>
            <p:spPr>
              <a:xfrm>
                <a:off x="154912" y="866315"/>
                <a:ext cx="2962938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GB" sz="1200" b="1" dirty="0">
                  <a:latin typeface="+mn-lt"/>
                </a:endParaRPr>
              </a:p>
              <a:p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(a)  Write down as a column vector</a:t>
                </a:r>
              </a:p>
              <a:p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GB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</a:t>
                </a:r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  </a:t>
                </a:r>
                <a14:m>
                  <m:oMath xmlns:m="http://schemas.openxmlformats.org/officeDocument/2006/math">
                    <m:r>
                      <a:rPr lang="en-GB" sz="12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𝒂</m:t>
                    </m:r>
                    <m:r>
                      <a:rPr lang="en-GB" sz="12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+ </m:t>
                    </m:r>
                    <m:r>
                      <a:rPr lang="en-GB" sz="12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𝒃</m:t>
                    </m:r>
                  </m:oMath>
                </a14:m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dirty="0"/>
              </a:p>
              <a:p>
                <a:pPr algn="r"/>
                <a:b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........................................................... </a:t>
                </a:r>
              </a:p>
              <a:p>
                <a:pPr algn="r"/>
                <a:r>
                  <a:rPr lang="en-GB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(1)</a:t>
                </a:r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(ii)  </a:t>
                </a:r>
                <a14:m>
                  <m:oMath xmlns:m="http://schemas.openxmlformats.org/officeDocument/2006/math">
                    <m:r>
                      <a:rPr lang="en-GB" sz="12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lang="en-GB" sz="12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𝒂</m:t>
                    </m:r>
                    <m:r>
                      <a:rPr lang="en-GB" sz="12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+ 3</m:t>
                    </m:r>
                    <m:r>
                      <a:rPr lang="en-GB" sz="12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𝒃</m:t>
                    </m:r>
                  </m:oMath>
                </a14:m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dirty="0"/>
              </a:p>
              <a:p>
                <a:pPr algn="r"/>
                <a:b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........................................................... </a:t>
                </a:r>
              </a:p>
              <a:p>
                <a:pPr algn="r"/>
                <a:r>
                  <a:rPr lang="en-GB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(2)</a:t>
                </a:r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D2D590-4261-E9A2-4257-F2E78ADF5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12" y="866315"/>
                <a:ext cx="2962938" cy="2862322"/>
              </a:xfrm>
              <a:prstGeom prst="rect">
                <a:avLst/>
              </a:prstGeom>
              <a:blipFill>
                <a:blip r:embed="rId7"/>
                <a:stretch>
                  <a:fillRect r="-1646" b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6EAA38-1B1F-E50B-76D0-4FB686E0209A}"/>
                  </a:ext>
                </a:extLst>
              </p:cNvPr>
              <p:cNvSpPr txBox="1"/>
              <p:nvPr/>
            </p:nvSpPr>
            <p:spPr>
              <a:xfrm>
                <a:off x="3281364" y="206642"/>
                <a:ext cx="3448050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GB" sz="1200" b="1" dirty="0">
                  <a:latin typeface="+mn-lt"/>
                </a:endParaRP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vector </a:t>
                </a:r>
                <a14:m>
                  <m:oMath xmlns:m="http://schemas.openxmlformats.org/officeDocument/2006/math">
                    <m:r>
                      <a:rPr lang="en-GB" sz="12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𝒄</m:t>
                    </m:r>
                  </m:oMath>
                </a14:m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is drawn on the grid.</a:t>
                </a:r>
              </a:p>
              <a:p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(b)  From the point </a:t>
                </a:r>
                <a:r>
                  <a:rPr lang="en-GB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draw the vector </a:t>
                </a:r>
                <a14:m>
                  <m:oMath xmlns:m="http://schemas.openxmlformats.org/officeDocument/2006/math">
                    <m:r>
                      <a:rPr lang="en-GB" sz="12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lang="en-GB" sz="1200" b="1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𝒄</m:t>
                    </m:r>
                  </m:oMath>
                </a14:m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r>
                  <a:rPr lang="en-GB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(1)</a:t>
                </a:r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</a:p>
              <a:p>
                <a:pPr algn="r"/>
                <a:r>
                  <a:rPr lang="en-GB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(Total for question = 4 marks)</a:t>
                </a:r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6EAA38-1B1F-E50B-76D0-4FB686E0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364" y="206642"/>
                <a:ext cx="3448050" cy="3970318"/>
              </a:xfrm>
              <a:prstGeom prst="rect">
                <a:avLst/>
              </a:prstGeom>
              <a:blipFill>
                <a:blip r:embed="rId8"/>
                <a:stretch>
                  <a:fillRect b="-3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1C3A992A-E6C8-C176-F658-11C819158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364" y="853333"/>
            <a:ext cx="3007385" cy="2776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53306BB4-B6DC-0EB0-3771-4465F168E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651" y="1216979"/>
            <a:ext cx="5749923" cy="1877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9D7E28-FDF9-915B-DBDC-75224BB260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0067" y="4739605"/>
            <a:ext cx="6474513" cy="11949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BCB1BA-4C5C-A92F-15D5-A7EEBDEA88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0067" y="7579709"/>
            <a:ext cx="6480610" cy="14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99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AFBA-45EB-9799-23F3-C10C5284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9F105DF-A9EC-555C-2ACB-AA46D14190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448775"/>
                  </p:ext>
                </p:extLst>
              </p:nvPr>
            </p:nvGraphicFramePr>
            <p:xfrm>
              <a:off x="79404" y="140418"/>
              <a:ext cx="6658725" cy="93520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58725">
                      <a:extLst>
                        <a:ext uri="{9D8B030D-6E8A-4147-A177-3AD203B41FA5}">
                          <a16:colId xmlns:a16="http://schemas.microsoft.com/office/drawing/2014/main" val="788000314"/>
                        </a:ext>
                      </a:extLst>
                    </a:gridCol>
                  </a:tblGrid>
                  <a:tr h="4727688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latin typeface="+mn-lt"/>
                            </a:rPr>
                            <a:t>Q4.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In the diagram OBDE and OAFG are parallelograms.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B is the midpoint of OG.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A is the midpoint of OE.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𝑂𝐴</m:t>
                                  </m:r>
                                </m:e>
                              </m:acc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>
                              <a:latin typeface="+mn-lt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𝑂𝐵</m:t>
                                  </m:r>
                                </m:e>
                              </m:acc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228600" marR="0" lvl="0" indent="-2286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lphaLcParenR"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Express in terms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="0" i="0" dirty="0">
                              <a:latin typeface="+mn-lt"/>
                            </a:rPr>
                            <a:t>and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GB" sz="1200" dirty="0">
                              <a:latin typeface="+mn-lt"/>
                            </a:rPr>
                            <a:t> the following vectors,</a:t>
                          </a:r>
                          <a:r>
                            <a:rPr lang="en-GB" sz="1200" baseline="0" dirty="0">
                              <a:latin typeface="+mn-lt"/>
                            </a:rPr>
                            <a:t> in their simplest form:</a:t>
                          </a: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𝑂𝐶</m:t>
                                  </m:r>
                                </m:e>
                              </m:acc>
                            </m:oMath>
                          </a14:m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𝐵𝐴</m:t>
                                  </m:r>
                                </m:e>
                              </m:acc>
                            </m:oMath>
                          </a14:m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</m:e>
                              </m:acc>
                            </m:oMath>
                          </a14:m>
                          <a:endParaRPr lang="en-GB" sz="1200" baseline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aseline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aseline="0" dirty="0">
                            <a:latin typeface="+mn-lt"/>
                          </a:endParaRPr>
                        </a:p>
                        <a:p>
                          <a:pPr marL="285750" marR="0" lvl="0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LcParenR"/>
                            <a:tabLst/>
                            <a:defRPr/>
                          </a:pPr>
                          <a:r>
                            <a:rPr lang="en-GB" sz="1200" baseline="0" dirty="0">
                              <a:latin typeface="+mn-lt"/>
                            </a:rPr>
                            <a:t>Show that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𝐸𝐺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200" baseline="0" dirty="0">
                              <a:latin typeface="+mn-lt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200" baseline="0" dirty="0">
                              <a:latin typeface="+mn-lt"/>
                            </a:rPr>
                            <a:t> are parallel.</a:t>
                          </a:r>
                        </a:p>
                        <a:p>
                          <a:pPr marL="285750" marR="0" lvl="0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LcParenR"/>
                            <a:tabLst/>
                            <a:defRPr/>
                          </a:pPr>
                          <a:endParaRPr lang="en-GB" sz="1200" baseline="0" dirty="0">
                            <a:latin typeface="+mn-lt"/>
                          </a:endParaRPr>
                        </a:p>
                        <a:p>
                          <a:pPr marL="285750" marR="0" lvl="0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LcParenR"/>
                            <a:tabLst/>
                            <a:defRPr/>
                          </a:pPr>
                          <a:endParaRPr lang="en-GB" sz="1200" baseline="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3916584"/>
                      </a:ext>
                    </a:extLst>
                  </a:tr>
                  <a:tr h="452474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Q5</a:t>
                          </a:r>
                          <a:r>
                            <a:rPr lang="en-GB" sz="1200" i="1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 </a:t>
                          </a:r>
                          <a:endParaRPr lang="en-GB" sz="1200" i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ABCD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is a parallelogram.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b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diagonals of the parallelogram intersect at </a:t>
                          </a:r>
                          <a:r>
                            <a:rPr lang="en-GB" sz="120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O.</a:t>
                          </a: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𝑂𝐴</m:t>
                                  </m:r>
                                </m:e>
                              </m:acc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>
                              <a:latin typeface="+mn-lt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𝑂𝐵</m:t>
                                  </m:r>
                                </m:e>
                              </m:acc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a)   Find, in terms of </a:t>
                          </a: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the vector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𝐷𝐵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 </a:t>
                          </a: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r"/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........................................................... </a:t>
                          </a:r>
                        </a:p>
                        <a:p>
                          <a:pPr algn="r"/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</a:t>
                          </a: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(b)  Find, in terms of </a:t>
                          </a: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the vector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.</a:t>
                          </a: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r"/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........................................................... </a:t>
                          </a:r>
                        </a:p>
                        <a:p>
                          <a:pPr algn="r"/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</a:t>
                          </a: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(c)   Find, in terms of </a:t>
                          </a: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the vector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𝐴𝐷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. </a:t>
                          </a: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r"/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........................................................... </a:t>
                          </a:r>
                        </a:p>
                        <a:p>
                          <a:pPr algn="r"/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</a:t>
                          </a: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(Total for question is 3 marks)</a:t>
                          </a: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38156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9F105DF-A9EC-555C-2ACB-AA46D14190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448775"/>
                  </p:ext>
                </p:extLst>
              </p:nvPr>
            </p:nvGraphicFramePr>
            <p:xfrm>
              <a:off x="79404" y="140418"/>
              <a:ext cx="6658725" cy="93520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58725">
                      <a:extLst>
                        <a:ext uri="{9D8B030D-6E8A-4147-A177-3AD203B41FA5}">
                          <a16:colId xmlns:a16="http://schemas.microsoft.com/office/drawing/2014/main" val="788000314"/>
                        </a:ext>
                      </a:extLst>
                    </a:gridCol>
                  </a:tblGrid>
                  <a:tr h="47791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3" t="-255" r="-183" b="-96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3916584"/>
                      </a:ext>
                    </a:extLst>
                  </a:tr>
                  <a:tr h="45728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3" t="-104660" r="-183" b="-9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8156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99586BC5-45C4-A544-B476-A076CCF4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23</a:t>
            </a:fld>
            <a:endParaRPr lang="en-GB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25321-8149-92A5-7A89-5B8446B272F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3548380" y="231246"/>
            <a:ext cx="2968596" cy="15319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B6CD7F-D2DD-F016-1658-54C57F4469F6}"/>
              </a:ext>
            </a:extLst>
          </p:cNvPr>
          <p:cNvSpPr txBox="1"/>
          <p:nvPr/>
        </p:nvSpPr>
        <p:spPr>
          <a:xfrm>
            <a:off x="3446780" y="2350251"/>
            <a:ext cx="317179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dirty="0"/>
              <a:t>(1)</a:t>
            </a: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dirty="0"/>
              <a:t>(1)</a:t>
            </a: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dirty="0"/>
              <a:t>(1)</a:t>
            </a: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dirty="0"/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dirty="0"/>
              <a:t>(2)</a:t>
            </a: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b="1" baseline="0" dirty="0">
                <a:latin typeface="+mn-lt"/>
              </a:rPr>
              <a:t>(</a:t>
            </a:r>
            <a:r>
              <a:rPr lang="en-GB" sz="1200" b="1" dirty="0"/>
              <a:t>T</a:t>
            </a:r>
            <a:r>
              <a:rPr lang="en-GB" sz="1200" b="1" baseline="0" dirty="0">
                <a:latin typeface="+mn-lt"/>
              </a:rPr>
              <a:t>otal marks for question is 5 marks)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8618BE4-9A50-B302-4F38-D95F7C4FB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714" y="5111265"/>
            <a:ext cx="2743262" cy="1455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AB59CC16-92AA-0DC8-965C-4EFA0373B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563" y="6780492"/>
            <a:ext cx="6667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CA4791-E096-2262-09CA-21975C29FC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0150" y="1522942"/>
            <a:ext cx="6675699" cy="196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0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4" ma:contentTypeDescription="Create a new document." ma:contentTypeScope="" ma:versionID="d122bacdc6e0e52b1daab86e5e474f38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c50e756327527929f9f40a94500ed9ef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D6DA5A-8502-4C28-94E2-B24AA66A7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FC03D7-7616-4ED1-BE8F-4495C900C7B7}">
  <ds:schemaRefs>
    <ds:schemaRef ds:uri="http://schemas.microsoft.com/office/infopath/2007/PartnerControls"/>
    <ds:schemaRef ds:uri="e30b71df-48f4-4db7-95c3-a9033c265cb9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608ebbb4-e88b-4c99-b506-21d9362781c6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AA72E5F-C328-421C-8ED7-1D3BF73E8AB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2596</TotalTime>
  <Words>4311</Words>
  <Application>Microsoft Office PowerPoint</Application>
  <PresentationFormat>A4 Paper (210x297 mm)</PresentationFormat>
  <Paragraphs>1057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.AppleSystemUIFont</vt:lpstr>
      <vt:lpstr>Aptos</vt:lpstr>
      <vt:lpstr>Aptos Display</vt:lpstr>
      <vt:lpstr>Arial</vt:lpstr>
      <vt:lpstr>Calibri</vt:lpstr>
      <vt:lpstr>Calibri (Body)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Kathryn Clark</dc:creator>
  <cp:lastModifiedBy>Kathryn Clark (Astrea Central)</cp:lastModifiedBy>
  <cp:revision>1</cp:revision>
  <cp:lastPrinted>2025-05-11T22:12:04Z</cp:lastPrinted>
  <dcterms:created xsi:type="dcterms:W3CDTF">2025-05-10T13:19:38Z</dcterms:created>
  <dcterms:modified xsi:type="dcterms:W3CDTF">2025-09-24T15:54:02Z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bool>false</vt:bool>
  </property>
  <property fmtid="{D5CDD505-2E9C-101B-9397-08002B2CF9AE}" pid="9" name="Order">
    <vt:r8>13500</vt:r8>
  </property>
  <property fmtid="{D5CDD505-2E9C-101B-9397-08002B2CF9AE}" pid="10" name="_SourceUrl">
    <vt:lpwstr/>
  </property>
  <property fmtid="{D5CDD505-2E9C-101B-9397-08002B2CF9AE}" pid="11" name="_SharedFileIndex">
    <vt:lpwstr/>
  </property>
</Properties>
</file>